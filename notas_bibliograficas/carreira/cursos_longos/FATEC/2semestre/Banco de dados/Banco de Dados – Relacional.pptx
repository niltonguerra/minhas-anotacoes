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60" r:id="rId3"/>
    <p:sldId id="267" r:id="rId4"/>
    <p:sldId id="269" r:id="rId5"/>
    <p:sldId id="270" r:id="rId6"/>
    <p:sldId id="271" r:id="rId7"/>
    <p:sldId id="272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2" autoAdjust="0"/>
    <p:restoredTop sz="94660"/>
  </p:normalViewPr>
  <p:slideViewPr>
    <p:cSldViewPr snapToGrid="0">
      <p:cViewPr>
        <p:scale>
          <a:sx n="75" d="100"/>
          <a:sy n="75" d="100"/>
        </p:scale>
        <p:origin x="80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10/24/2022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18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10/24/2022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952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10/24/2022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008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10/24/2022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4662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10/24/2022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656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10/24/2022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3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10/24/2022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157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10/24/2022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003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10/24/2022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796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10/24/2022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396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10/24/2022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767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10/24/2022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205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ápis de cor dentro do suporte de um lápis que está na parte superior de uma mesa de madeira">
            <a:extLst>
              <a:ext uri="{FF2B5EF4-FFF2-40B4-BE49-F238E27FC236}">
                <a16:creationId xmlns:a16="http://schemas.microsoft.com/office/drawing/2014/main" id="{9B6B7536-125A-D97A-7B71-D2071DEE09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13760" r="-1" b="-1"/>
          <a:stretch/>
        </p:blipFill>
        <p:spPr>
          <a:xfrm>
            <a:off x="3331593" y="10"/>
            <a:ext cx="8860407" cy="6857990"/>
          </a:xfrm>
          <a:custGeom>
            <a:avLst/>
            <a:gdLst/>
            <a:ahLst/>
            <a:cxnLst/>
            <a:rect l="l" t="t" r="r" b="b"/>
            <a:pathLst>
              <a:path w="8860407" h="6858000">
                <a:moveTo>
                  <a:pt x="0" y="0"/>
                </a:moveTo>
                <a:lnTo>
                  <a:pt x="8860407" y="0"/>
                </a:lnTo>
                <a:lnTo>
                  <a:pt x="8860407" y="6858000"/>
                </a:lnTo>
                <a:lnTo>
                  <a:pt x="661049" y="6858000"/>
                </a:lnTo>
                <a:lnTo>
                  <a:pt x="832672" y="6662026"/>
                </a:lnTo>
                <a:cubicBezTo>
                  <a:pt x="1465328" y="5866432"/>
                  <a:pt x="1845374" y="4846462"/>
                  <a:pt x="1845374" y="3734370"/>
                </a:cubicBezTo>
                <a:cubicBezTo>
                  <a:pt x="1845374" y="2244963"/>
                  <a:pt x="1163691" y="920792"/>
                  <a:pt x="106458" y="79568"/>
                </a:cubicBez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B4FE2B1-B477-8179-3D06-8186A5712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3" y="1662544"/>
            <a:ext cx="3447288" cy="2157865"/>
          </a:xfrm>
        </p:spPr>
        <p:txBody>
          <a:bodyPr anchor="b">
            <a:normAutofit/>
          </a:bodyPr>
          <a:lstStyle/>
          <a:p>
            <a:r>
              <a:rPr lang="pt-BR" sz="4800" b="0" i="0" dirty="0">
                <a:solidFill>
                  <a:srgbClr val="747474"/>
                </a:solidFill>
                <a:effectLst/>
                <a:latin typeface="Arial" panose="020B0604020202020204" pitchFamily="34" charset="0"/>
              </a:rPr>
              <a:t>Banco de Dados – Relacional</a:t>
            </a:r>
            <a:endParaRPr lang="pt-BR" sz="25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7AF570-3FC1-5027-4E53-8BD8F842CB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953" y="4660288"/>
            <a:ext cx="3447287" cy="1126364"/>
          </a:xfrm>
        </p:spPr>
        <p:txBody>
          <a:bodyPr anchor="t">
            <a:normAutofit/>
          </a:bodyPr>
          <a:lstStyle/>
          <a:p>
            <a:r>
              <a:rPr lang="pt-BR" dirty="0"/>
              <a:t>Estruturação de um banco de dados!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62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5FCC6E86-7C37-4FD2-AF0B-C9BDDBC2B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-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924CDDE0-B057-0F4B-C8D2-B4837808E2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1012"/>
          <a:stretch/>
        </p:blipFill>
        <p:spPr>
          <a:xfrm>
            <a:off x="615157" y="0"/>
            <a:ext cx="10553699" cy="6686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Freeform 6">
            <a:extLst>
              <a:ext uri="{FF2B5EF4-FFF2-40B4-BE49-F238E27FC236}">
                <a16:creationId xmlns:a16="http://schemas.microsoft.com/office/drawing/2014/main" id="{38C2FC07-A260-43C5-ABA2-A9DD5D5A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F86134-3370-0B2F-300F-01C7033DB60E}"/>
              </a:ext>
            </a:extLst>
          </p:cNvPr>
          <p:cNvSpPr txBox="1"/>
          <p:nvPr/>
        </p:nvSpPr>
        <p:spPr>
          <a:xfrm>
            <a:off x="5772150" y="1390650"/>
            <a:ext cx="51571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/>
              <a:t>Inserção de valores!</a:t>
            </a:r>
          </a:p>
        </p:txBody>
      </p:sp>
    </p:spTree>
    <p:extLst>
      <p:ext uri="{BB962C8B-B14F-4D97-AF65-F5344CB8AC3E}">
        <p14:creationId xmlns:p14="http://schemas.microsoft.com/office/powerpoint/2010/main" val="2212969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2701C71-4169-485D-334A-D5F99A475CB5}"/>
              </a:ext>
            </a:extLst>
          </p:cNvPr>
          <p:cNvSpPr txBox="1"/>
          <p:nvPr/>
        </p:nvSpPr>
        <p:spPr>
          <a:xfrm>
            <a:off x="5943600" y="361950"/>
            <a:ext cx="51587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/>
              <a:t>Seleção dos objetos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92958D0-8B60-3AE2-A9D3-02DC4DF11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404" y="2046077"/>
            <a:ext cx="9078592" cy="30198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55674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2701C71-4169-485D-334A-D5F99A475CB5}"/>
              </a:ext>
            </a:extLst>
          </p:cNvPr>
          <p:cNvSpPr txBox="1"/>
          <p:nvPr/>
        </p:nvSpPr>
        <p:spPr>
          <a:xfrm>
            <a:off x="5943600" y="361950"/>
            <a:ext cx="51587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/>
              <a:t>Seleção dos objetos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27169B7-56E0-14C5-6CDF-A0FEE9ACD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730" y="1661866"/>
            <a:ext cx="9240540" cy="35342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49610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2701C71-4169-485D-334A-D5F99A475CB5}"/>
              </a:ext>
            </a:extLst>
          </p:cNvPr>
          <p:cNvSpPr txBox="1"/>
          <p:nvPr/>
        </p:nvSpPr>
        <p:spPr>
          <a:xfrm>
            <a:off x="5943600" y="361950"/>
            <a:ext cx="51587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/>
              <a:t>Seleção dos objetos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9339B45-A3FD-84B1-8B17-5705886EE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19" y="1066470"/>
            <a:ext cx="10297962" cy="47250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63530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2701C71-4169-485D-334A-D5F99A475CB5}"/>
              </a:ext>
            </a:extLst>
          </p:cNvPr>
          <p:cNvSpPr txBox="1"/>
          <p:nvPr/>
        </p:nvSpPr>
        <p:spPr>
          <a:xfrm>
            <a:off x="5943600" y="361950"/>
            <a:ext cx="51587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/>
              <a:t>Seleção dos objetos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4B3351D-E5BD-C6AA-5B40-4F3CA9E09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046" y="1590418"/>
            <a:ext cx="9011908" cy="36771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36447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2701C71-4169-485D-334A-D5F99A475CB5}"/>
              </a:ext>
            </a:extLst>
          </p:cNvPr>
          <p:cNvSpPr txBox="1"/>
          <p:nvPr/>
        </p:nvSpPr>
        <p:spPr>
          <a:xfrm>
            <a:off x="5943600" y="361950"/>
            <a:ext cx="51587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/>
              <a:t>Seleção dos objetos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86E744D-1771-44B7-DB3F-406B02DC4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46" y="1747603"/>
            <a:ext cx="9373908" cy="33627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04122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FCC6E86-7C37-4FD2-AF0B-C9BDDBC2B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-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7E6407E-B43F-57D5-54B8-CECA14D13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52722"/>
            <a:ext cx="10674096" cy="34423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Freeform 6">
            <a:extLst>
              <a:ext uri="{FF2B5EF4-FFF2-40B4-BE49-F238E27FC236}">
                <a16:creationId xmlns:a16="http://schemas.microsoft.com/office/drawing/2014/main" id="{38C2FC07-A260-43C5-ABA2-A9DD5D5A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984CFC4-7366-D51F-DEE7-6DF15DCC4EEC}"/>
              </a:ext>
            </a:extLst>
          </p:cNvPr>
          <p:cNvSpPr txBox="1"/>
          <p:nvPr/>
        </p:nvSpPr>
        <p:spPr>
          <a:xfrm>
            <a:off x="6096000" y="844836"/>
            <a:ext cx="54280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/>
              <a:t>Criação do </a:t>
            </a:r>
            <a:r>
              <a:rPr lang="pt-BR" sz="4000" b="1" dirty="0" err="1"/>
              <a:t>dataBase</a:t>
            </a:r>
            <a:r>
              <a:rPr lang="pt-BR" sz="40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59810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279E74D-1E4A-C366-47B1-E72F9A1EC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994" y="-27442"/>
            <a:ext cx="8962106" cy="69128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F94EF50-1D07-C300-6B6D-3FD4F8E2BED2}"/>
              </a:ext>
            </a:extLst>
          </p:cNvPr>
          <p:cNvSpPr txBox="1"/>
          <p:nvPr/>
        </p:nvSpPr>
        <p:spPr>
          <a:xfrm>
            <a:off x="6572250" y="1028700"/>
            <a:ext cx="52277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/>
              <a:t>Criação das tabelas!</a:t>
            </a:r>
          </a:p>
        </p:txBody>
      </p:sp>
    </p:spTree>
    <p:extLst>
      <p:ext uri="{BB962C8B-B14F-4D97-AF65-F5344CB8AC3E}">
        <p14:creationId xmlns:p14="http://schemas.microsoft.com/office/powerpoint/2010/main" val="361422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55D6AB3-BB1A-E80E-B254-385780737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93" y="2133601"/>
            <a:ext cx="11671814" cy="25907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0EAC4D5-F698-8202-9CBD-168869D8BDD3}"/>
              </a:ext>
            </a:extLst>
          </p:cNvPr>
          <p:cNvSpPr txBox="1"/>
          <p:nvPr/>
        </p:nvSpPr>
        <p:spPr>
          <a:xfrm>
            <a:off x="6248400" y="1425715"/>
            <a:ext cx="52277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/>
              <a:t>Criação das tabelas!</a:t>
            </a:r>
          </a:p>
        </p:txBody>
      </p:sp>
    </p:spTree>
    <p:extLst>
      <p:ext uri="{BB962C8B-B14F-4D97-AF65-F5344CB8AC3E}">
        <p14:creationId xmlns:p14="http://schemas.microsoft.com/office/powerpoint/2010/main" val="882650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2F87497-B921-5563-5529-1F06CB3C4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99" y="38100"/>
            <a:ext cx="5962651" cy="64345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7D2ADCE-1A03-5A42-D1E2-2883D6B56DAA}"/>
              </a:ext>
            </a:extLst>
          </p:cNvPr>
          <p:cNvSpPr txBox="1"/>
          <p:nvPr/>
        </p:nvSpPr>
        <p:spPr>
          <a:xfrm>
            <a:off x="7030972" y="3848100"/>
            <a:ext cx="51610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/>
              <a:t>Inserção de valores!</a:t>
            </a:r>
          </a:p>
        </p:txBody>
      </p:sp>
    </p:spTree>
    <p:extLst>
      <p:ext uri="{BB962C8B-B14F-4D97-AF65-F5344CB8AC3E}">
        <p14:creationId xmlns:p14="http://schemas.microsoft.com/office/powerpoint/2010/main" val="2013296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B011622-38CF-FF70-0DE9-B3E7F87C5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95359"/>
            <a:ext cx="11620500" cy="5467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BA71D74-AD2C-4E95-22D3-63019D5F0F7A}"/>
              </a:ext>
            </a:extLst>
          </p:cNvPr>
          <p:cNvSpPr txBox="1"/>
          <p:nvPr/>
        </p:nvSpPr>
        <p:spPr>
          <a:xfrm>
            <a:off x="6678537" y="133350"/>
            <a:ext cx="50068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/>
              <a:t>Seleção de valores!</a:t>
            </a:r>
          </a:p>
        </p:txBody>
      </p:sp>
    </p:spTree>
    <p:extLst>
      <p:ext uri="{BB962C8B-B14F-4D97-AF65-F5344CB8AC3E}">
        <p14:creationId xmlns:p14="http://schemas.microsoft.com/office/powerpoint/2010/main" val="2117370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046" name="Straight Connector 1034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47" name="Rectangle 1036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BA71D74-AD2C-4E95-22D3-63019D5F0F7A}"/>
              </a:ext>
            </a:extLst>
          </p:cNvPr>
          <p:cNvSpPr txBox="1"/>
          <p:nvPr/>
        </p:nvSpPr>
        <p:spPr>
          <a:xfrm>
            <a:off x="1078991" y="893935"/>
            <a:ext cx="5364937" cy="3339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i="1" spc="1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Obrigado!!!</a:t>
            </a:r>
          </a:p>
        </p:txBody>
      </p:sp>
      <p:cxnSp>
        <p:nvCxnSpPr>
          <p:cNvPr id="1048" name="Straight Connector 1038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40408" y="4555071"/>
            <a:ext cx="53035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Pin en moji">
            <a:extLst>
              <a:ext uri="{FF2B5EF4-FFF2-40B4-BE49-F238E27FC236}">
                <a16:creationId xmlns:a16="http://schemas.microsoft.com/office/drawing/2014/main" id="{538C0E49-200B-9A81-79A7-937A042C08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" t="1755" r="30814" b="8386"/>
          <a:stretch/>
        </p:blipFill>
        <p:spPr bwMode="auto">
          <a:xfrm>
            <a:off x="6976933" y="0"/>
            <a:ext cx="5215066" cy="6857990"/>
          </a:xfrm>
          <a:custGeom>
            <a:avLst/>
            <a:gdLst/>
            <a:ahLst/>
            <a:cxnLst/>
            <a:rect l="l" t="t" r="r" b="b"/>
            <a:pathLst>
              <a:path w="5215066" h="6858000">
                <a:moveTo>
                  <a:pt x="2017353" y="0"/>
                </a:moveTo>
                <a:lnTo>
                  <a:pt x="5215066" y="0"/>
                </a:lnTo>
                <a:lnTo>
                  <a:pt x="5215066" y="6858000"/>
                </a:lnTo>
                <a:lnTo>
                  <a:pt x="1292431" y="6858000"/>
                </a:lnTo>
                <a:lnTo>
                  <a:pt x="1012702" y="6549681"/>
                </a:lnTo>
                <a:cubicBezTo>
                  <a:pt x="380046" y="5781733"/>
                  <a:pt x="0" y="4797206"/>
                  <a:pt x="0" y="3723759"/>
                </a:cubicBezTo>
                <a:cubicBezTo>
                  <a:pt x="0" y="2190263"/>
                  <a:pt x="775604" y="838237"/>
                  <a:pt x="1955279" y="3986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9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960686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AnalogousFromRegularSeed_2SEEDS">
      <a:dk1>
        <a:srgbClr val="000000"/>
      </a:dk1>
      <a:lt1>
        <a:srgbClr val="FFFFFF"/>
      </a:lt1>
      <a:dk2>
        <a:srgbClr val="1B2F2E"/>
      </a:dk2>
      <a:lt2>
        <a:srgbClr val="F3F1F0"/>
      </a:lt2>
      <a:accent1>
        <a:srgbClr val="3B9EB1"/>
      </a:accent1>
      <a:accent2>
        <a:srgbClr val="46B196"/>
      </a:accent2>
      <a:accent3>
        <a:srgbClr val="4D7EC3"/>
      </a:accent3>
      <a:accent4>
        <a:srgbClr val="B13B3E"/>
      </a:accent4>
      <a:accent5>
        <a:srgbClr val="C37B4D"/>
      </a:accent5>
      <a:accent6>
        <a:srgbClr val="B19A3B"/>
      </a:accent6>
      <a:hlink>
        <a:srgbClr val="C05944"/>
      </a:hlink>
      <a:folHlink>
        <a:srgbClr val="7F7F7F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53</Words>
  <Application>Microsoft Office PowerPoint</Application>
  <PresentationFormat>Widescreen</PresentationFormat>
  <Paragraphs>14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Avenir Next LT Pro</vt:lpstr>
      <vt:lpstr>Sitka Banner</vt:lpstr>
      <vt:lpstr>HeadlinesVTI</vt:lpstr>
      <vt:lpstr>Banco de Dados – Relacional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 – Relacional</dc:title>
  <dc:creator>NILTON DIONISIO GUERRA</dc:creator>
  <cp:lastModifiedBy>NILTON DIONISIO GUERRA</cp:lastModifiedBy>
  <cp:revision>2</cp:revision>
  <dcterms:created xsi:type="dcterms:W3CDTF">2022-10-24T11:22:53Z</dcterms:created>
  <dcterms:modified xsi:type="dcterms:W3CDTF">2022-10-24T19:42:54Z</dcterms:modified>
</cp:coreProperties>
</file>