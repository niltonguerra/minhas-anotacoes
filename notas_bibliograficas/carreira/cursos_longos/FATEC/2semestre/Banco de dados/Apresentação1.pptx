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0739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222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4828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447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016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121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5214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0093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62556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5306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7470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C18C80-1A01-48B7-816C-DFFFA130AEA2}" type="datetimeFigureOut">
              <a:rPr lang="pt-BR" smtClean="0"/>
              <a:t>13/09/2022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D8802-57BA-43F3-9D49-C342500961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254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1088967" y="182880"/>
            <a:ext cx="85039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História</a:t>
            </a:r>
          </a:p>
          <a:p>
            <a:endParaRPr lang="pt-BR" dirty="0"/>
          </a:p>
          <a:p>
            <a:r>
              <a:rPr lang="pt-BR" dirty="0" smtClean="0"/>
              <a:t>Black Friday</a:t>
            </a:r>
          </a:p>
          <a:p>
            <a:r>
              <a:rPr lang="pt-BR" dirty="0" smtClean="0"/>
              <a:t>Criado pelo </a:t>
            </a:r>
            <a:r>
              <a:rPr lang="pt-BR" dirty="0" err="1" smtClean="0"/>
              <a:t>Facebook</a:t>
            </a:r>
            <a:r>
              <a:rPr lang="pt-BR" dirty="0" smtClean="0"/>
              <a:t>(</a:t>
            </a:r>
            <a:r>
              <a:rPr lang="pt-BR" dirty="0"/>
              <a:t>utilizado no motor de busca de sua caixa de entrada de </a:t>
            </a:r>
            <a:r>
              <a:rPr lang="pt-BR" dirty="0" smtClean="0"/>
              <a:t>mensagens)</a:t>
            </a:r>
          </a:p>
          <a:p>
            <a:r>
              <a:rPr lang="pt-BR" dirty="0"/>
              <a:t>Em 2008 ele se tornou </a:t>
            </a:r>
            <a:r>
              <a:rPr lang="pt-BR" i="1" dirty="0"/>
              <a:t>open-</a:t>
            </a:r>
            <a:r>
              <a:rPr lang="pt-BR" i="1" dirty="0" err="1"/>
              <a:t>source</a:t>
            </a:r>
            <a:r>
              <a:rPr lang="pt-BR" dirty="0"/>
              <a:t> e em 2009 passou a ser mantido pela Apache </a:t>
            </a:r>
            <a:r>
              <a:rPr lang="pt-BR" dirty="0" smtClean="0"/>
              <a:t>Foundation</a:t>
            </a:r>
          </a:p>
          <a:p>
            <a:r>
              <a:rPr lang="pt-BR" dirty="0"/>
              <a:t>Seu modelo de distribuição do sistema é baseado no </a:t>
            </a:r>
            <a:r>
              <a:rPr lang="pt-BR" dirty="0" err="1"/>
              <a:t>Dynamo</a:t>
            </a:r>
            <a:r>
              <a:rPr lang="pt-BR" dirty="0"/>
              <a:t> (desenvolvido pela </a:t>
            </a:r>
            <a:r>
              <a:rPr lang="pt-BR" dirty="0" err="1"/>
              <a:t>Amazon</a:t>
            </a:r>
            <a:r>
              <a:rPr lang="pt-BR" dirty="0"/>
              <a:t>) </a:t>
            </a:r>
            <a:endParaRPr lang="pt-BR" dirty="0" smtClean="0"/>
          </a:p>
          <a:p>
            <a:r>
              <a:rPr lang="pt-BR" dirty="0" smtClean="0"/>
              <a:t>		</a:t>
            </a:r>
            <a:r>
              <a:rPr lang="pt-BR" dirty="0"/>
              <a:t>O </a:t>
            </a:r>
            <a:r>
              <a:rPr lang="pt-BR" dirty="0" err="1"/>
              <a:t>Dynamo</a:t>
            </a:r>
            <a:r>
              <a:rPr lang="pt-BR" dirty="0"/>
              <a:t> nasceu a partir da necessidade de se ter um banco de </a:t>
            </a:r>
            <a:r>
              <a:rPr lang="pt-BR" dirty="0" smtClean="0"/>
              <a:t>			dados </a:t>
            </a:r>
            <a:r>
              <a:rPr lang="pt-BR" dirty="0"/>
              <a:t>simples, altamente escalável e confiável para lidar com grandes </a:t>
            </a:r>
            <a:r>
              <a:rPr lang="pt-BR" dirty="0" smtClean="0"/>
              <a:t>		demandas </a:t>
            </a:r>
            <a:r>
              <a:rPr lang="pt-BR" dirty="0"/>
              <a:t>de </a:t>
            </a:r>
            <a:r>
              <a:rPr lang="pt-BR" dirty="0" smtClean="0"/>
              <a:t>leitura/escrita. O Site da amazona caia toda hora.</a:t>
            </a:r>
            <a:endParaRPr lang="pt-BR" dirty="0"/>
          </a:p>
          <a:p>
            <a:endParaRPr lang="pt-BR" dirty="0" smtClean="0"/>
          </a:p>
          <a:p>
            <a:r>
              <a:rPr lang="pt-BR" dirty="0" smtClean="0"/>
              <a:t>enquanto </a:t>
            </a:r>
            <a:r>
              <a:rPr lang="pt-BR" dirty="0"/>
              <a:t>a forma de organização dos dados é baseado no </a:t>
            </a:r>
            <a:r>
              <a:rPr lang="pt-BR" dirty="0" err="1"/>
              <a:t>BigTable</a:t>
            </a:r>
            <a:r>
              <a:rPr lang="pt-BR" dirty="0"/>
              <a:t> (desenvolvido pelo Google</a:t>
            </a:r>
            <a:r>
              <a:rPr lang="pt-BR" dirty="0" smtClean="0"/>
              <a:t>).</a:t>
            </a:r>
            <a:endParaRPr lang="pt-BR" dirty="0"/>
          </a:p>
          <a:p>
            <a:r>
              <a:rPr lang="pt-BR" dirty="0" smtClean="0"/>
              <a:t>		surgiu em 2004, criado para sustentar a incrível motor de busca do </a:t>
            </a:r>
            <a:r>
              <a:rPr lang="pt-BR" dirty="0" err="1" smtClean="0"/>
              <a:t>google</a:t>
            </a:r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3109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98516" y="806335"/>
            <a:ext cx="1037428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distribuição oficial do </a:t>
            </a:r>
            <a:r>
              <a:rPr lang="pt-BR" b="1" dirty="0"/>
              <a:t>Cassandra</a:t>
            </a:r>
            <a:r>
              <a:rPr lang="pt-BR" dirty="0"/>
              <a:t> é compatível com todas as distribuições do Linux e com o Mac OS. Existe também uma versão compatível com o Windows distribuída pela </a:t>
            </a:r>
            <a:r>
              <a:rPr lang="pt-BR" dirty="0" err="1" smtClean="0"/>
              <a:t>DataStax</a:t>
            </a:r>
            <a:r>
              <a:rPr lang="pt-BR" dirty="0" smtClean="0"/>
              <a:t>.</a:t>
            </a:r>
          </a:p>
          <a:p>
            <a:endParaRPr lang="pt-BR" dirty="0"/>
          </a:p>
          <a:p>
            <a:r>
              <a:rPr lang="pt-BR" dirty="0" smtClean="0"/>
              <a:t>É pode ser usado em um computador, mas mostra seu real poder com múltiplos maquinas.</a:t>
            </a:r>
          </a:p>
          <a:p>
            <a:endParaRPr lang="pt-BR" dirty="0"/>
          </a:p>
          <a:p>
            <a:r>
              <a:rPr lang="pt-BR" i="1" dirty="0" err="1" smtClean="0"/>
              <a:t>shared-nothing</a:t>
            </a:r>
            <a:r>
              <a:rPr lang="pt-BR" i="1" dirty="0" smtClean="0"/>
              <a:t>, permite que cada computador trabalhe individualmente  de si.</a:t>
            </a:r>
          </a:p>
          <a:p>
            <a:endParaRPr lang="pt-BR" i="1" dirty="0"/>
          </a:p>
          <a:p>
            <a:endParaRPr lang="pt-BR" i="1" dirty="0" smtClean="0"/>
          </a:p>
          <a:p>
            <a:r>
              <a:rPr lang="pt-BR"/>
              <a:t>Mac (desktop), Windows (desktop)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3157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095500"/>
            <a:ext cx="64770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6929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195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Laboratórios - W10 - Fatec Mauá</dc:creator>
  <cp:lastModifiedBy>Laboratórios - W10 - Fatec Mauá</cp:lastModifiedBy>
  <cp:revision>3</cp:revision>
  <dcterms:created xsi:type="dcterms:W3CDTF">2022-09-14T00:33:06Z</dcterms:created>
  <dcterms:modified xsi:type="dcterms:W3CDTF">2022-09-14T00:51:55Z</dcterms:modified>
</cp:coreProperties>
</file>