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>
        <p:scale>
          <a:sx n="75" d="100"/>
          <a:sy n="75" d="100"/>
        </p:scale>
        <p:origin x="24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49486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08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4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16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52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79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04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67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52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47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423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9061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4032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4448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006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894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762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106D5-943A-288C-6AA3-E731A6AA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ED22F6-9F51-22BF-20C9-AC14A6E5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2AF7AB-E000-D291-2E65-B0F5DF4F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FF803-8CA2-CD1C-7397-567936F1C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A00762-0158-E995-C67B-D273BCA3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14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D5E5BC2-14A7-4535-9A61-96C94C788E91}" type="datetimeFigureOut">
              <a:rPr lang="pt-BR" smtClean="0"/>
              <a:t>28/08/2023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297A116-F0D6-48AF-8DAF-78B5FC7CE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45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DB7EC-2A6F-7AC0-B736-0063EB798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Introdução ao Docker: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F91331-8A2F-1E55-3026-697AD185D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Desenvolvimento Ágil com Contêineres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952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14815-3BD1-245B-8066-0FED04AD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>
                <a:effectLst/>
                <a:latin typeface="Söhne"/>
              </a:rPr>
              <a:t>Introdução ao Docker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207E01-6E0F-C513-E04E-2D5E7A250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20968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que é o Docker?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Plataforma de virtualização por contêiner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Benefícios dos containers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Consistência, portabilidade e eficiência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354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EC2E0-5C9E-9195-A4C3-1A8C7CC3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Virtualização vs. Containers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5D5BF6-9E23-11C7-B6C6-A668A4C67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Comparação entre virtualização tradicional e containers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Overhead e desempenho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Eficiência e rapidez dos containers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Compartilhamento de recursos do sistema operacional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049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EC2E0-5C9E-9195-A4C3-1A8C7CC3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Virtualização vs. Containers</a:t>
            </a:r>
            <a:endParaRPr lang="pt-BR" dirty="0"/>
          </a:p>
        </p:txBody>
      </p:sp>
      <p:pic>
        <p:nvPicPr>
          <p:cNvPr id="2052" name="Picture 4" descr="My Image">
            <a:extLst>
              <a:ext uri="{FF2B5EF4-FFF2-40B4-BE49-F238E27FC236}">
                <a16:creationId xmlns:a16="http://schemas.microsoft.com/office/drawing/2014/main" id="{768B5F33-E389-CE62-B506-4BADA5DEC6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10770" y="2063750"/>
            <a:ext cx="6346598" cy="331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03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1F68A-770A-AB50-7423-5010FB0D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Arquitetura do Docker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B40274-3E7B-0210-1A42-0F050B391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Componentes principais: Docker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Engine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imagens e contêineres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Papel do Docker Hub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Repositório de imagens compartilhadas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198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05335-82E1-610D-E4F6-A508F8C9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Arquitetura do Docker</a:t>
            </a:r>
            <a:endParaRPr lang="pt-BR" dirty="0"/>
          </a:p>
        </p:txBody>
      </p:sp>
      <p:pic>
        <p:nvPicPr>
          <p:cNvPr id="13" name="Espaço Reservado para Conteúdo 12" descr="Interface gráfica do usuário&#10;&#10;Descrição gerada automaticamente">
            <a:extLst>
              <a:ext uri="{FF2B5EF4-FFF2-40B4-BE49-F238E27FC236}">
                <a16:creationId xmlns:a16="http://schemas.microsoft.com/office/drawing/2014/main" id="{4E1FC144-E1EA-617D-EBBF-AD458C117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304925"/>
            <a:ext cx="9493956" cy="5340350"/>
          </a:xfrm>
        </p:spPr>
      </p:pic>
    </p:spTree>
    <p:extLst>
      <p:ext uri="{BB962C8B-B14F-4D97-AF65-F5344CB8AC3E}">
        <p14:creationId xmlns:p14="http://schemas.microsoft.com/office/powerpoint/2010/main" val="4145749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4128F-E8AF-11D8-26FE-79973B681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Instalação do Docker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E705E3-CD8B-B6CF-19F6-AF95F273F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Passos para instalar o Docker em diferentes sistemas operacionais</a:t>
            </a:r>
          </a:p>
          <a:p>
            <a:pPr lvl="1"/>
            <a:r>
              <a:rPr lang="pt-BR" dirty="0"/>
              <a:t>Windows, </a:t>
            </a:r>
            <a:r>
              <a:rPr lang="pt-BR" dirty="0" err="1"/>
              <a:t>macOS</a:t>
            </a:r>
            <a:r>
              <a:rPr lang="pt-BR" dirty="0"/>
              <a:t>, Linux</a:t>
            </a:r>
          </a:p>
          <a:p>
            <a:r>
              <a:rPr lang="pt-BR" dirty="0"/>
              <a:t>Verificação da instalação</a:t>
            </a:r>
          </a:p>
          <a:p>
            <a:pPr lvl="1"/>
            <a:r>
              <a:rPr lang="pt-BR" dirty="0"/>
              <a:t>Comando </a:t>
            </a:r>
            <a:r>
              <a:rPr lang="pt-BR" dirty="0" err="1"/>
              <a:t>docker</a:t>
            </a:r>
            <a:r>
              <a:rPr lang="pt-BR" dirty="0"/>
              <a:t> --</a:t>
            </a:r>
            <a:r>
              <a:rPr lang="pt-BR" dirty="0" err="1"/>
              <a:t>version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38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7C5D8-8CF6-D41B-755F-55DC13EB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Conceito de Imagens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790DC-B0E8-6758-D4F6-94FBAD44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O que são imagens no Docker?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 err="1"/>
              <a:t>Templates</a:t>
            </a:r>
            <a:r>
              <a:rPr lang="pt-BR" dirty="0"/>
              <a:t> de sistemas de arquivos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Hierarquia de camadas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Reaproveitamento e eficiência no armazenamento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9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E38FB-E80C-DD20-C7E2-B00A8F35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Trabalhando com Imagens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FB9EE2-7777-4632-9701-6B96632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 Explorando o Docker Hub</a:t>
            </a:r>
          </a:p>
          <a:p>
            <a:pPr lvl="1"/>
            <a:r>
              <a:rPr lang="pt-BR" dirty="0"/>
              <a:t>Biblioteca de imagens prontas</a:t>
            </a:r>
          </a:p>
          <a:p>
            <a:r>
              <a:rPr lang="pt-BR" dirty="0"/>
              <a:t>Baixando imagens prontas</a:t>
            </a:r>
          </a:p>
          <a:p>
            <a:pPr lvl="1"/>
            <a:r>
              <a:rPr lang="pt-BR" dirty="0"/>
              <a:t>Comando </a:t>
            </a:r>
            <a:r>
              <a:rPr lang="pt-BR" dirty="0" err="1"/>
              <a:t>docker</a:t>
            </a:r>
            <a:r>
              <a:rPr lang="pt-BR" dirty="0"/>
              <a:t> </a:t>
            </a:r>
            <a:r>
              <a:rPr lang="pt-BR" dirty="0" err="1"/>
              <a:t>pull</a:t>
            </a:r>
            <a:endParaRPr lang="pt-BR" dirty="0"/>
          </a:p>
          <a:p>
            <a:r>
              <a:rPr lang="pt-BR" dirty="0"/>
              <a:t>Criando imagens personalizadas com </a:t>
            </a:r>
            <a:r>
              <a:rPr lang="pt-BR" dirty="0" err="1"/>
              <a:t>Dockerfile</a:t>
            </a:r>
            <a:endParaRPr lang="pt-BR" dirty="0"/>
          </a:p>
          <a:p>
            <a:pPr lvl="1"/>
            <a:r>
              <a:rPr lang="pt-BR" dirty="0"/>
              <a:t>Definindo passos de construção</a:t>
            </a:r>
          </a:p>
        </p:txBody>
      </p:sp>
    </p:spTree>
    <p:extLst>
      <p:ext uri="{BB962C8B-B14F-4D97-AF65-F5344CB8AC3E}">
        <p14:creationId xmlns:p14="http://schemas.microsoft.com/office/powerpoint/2010/main" val="3300032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24BA1-47CE-01D2-EB70-5A2F0EB9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Introdução aos Contêineres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AD3A5-C281-6ED9-60BF-ED976FA9C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O que são contêineres no contexto do Docker?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Ambientes isolados para executar aplicações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Isolamento e portabilidade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Evitando conflitos entre aplicações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1965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E7089-1163-3D5F-9AE2-B38D564E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Executando Contêineres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6913E5-158B-BE9E-3B2C-DB7DAAF17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dirty="0" err="1"/>
              <a:t>docker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e suas opções</a:t>
            </a:r>
          </a:p>
          <a:p>
            <a:pPr lvl="1"/>
            <a:r>
              <a:rPr lang="pt-BR" dirty="0"/>
              <a:t>Exemplo: </a:t>
            </a:r>
            <a:r>
              <a:rPr lang="pt-BR" dirty="0" err="1"/>
              <a:t>docker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-d -p 80:8080 </a:t>
            </a:r>
            <a:r>
              <a:rPr lang="pt-BR" dirty="0" err="1"/>
              <a:t>myapp</a:t>
            </a:r>
            <a:endParaRPr lang="pt-BR" dirty="0"/>
          </a:p>
          <a:p>
            <a:r>
              <a:rPr lang="pt-BR" dirty="0"/>
              <a:t>Demonstração de execução de um contêiner</a:t>
            </a:r>
          </a:p>
        </p:txBody>
      </p:sp>
    </p:spTree>
    <p:extLst>
      <p:ext uri="{BB962C8B-B14F-4D97-AF65-F5344CB8AC3E}">
        <p14:creationId xmlns:p14="http://schemas.microsoft.com/office/powerpoint/2010/main" val="427377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6633F-2A17-3708-A655-96F01DA1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Gerenciando Contêineres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3369EA-50D9-121D-3E26-643061E44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Comandos básicos: </a:t>
            </a:r>
            <a:r>
              <a:rPr lang="pt-BR" dirty="0" err="1"/>
              <a:t>docker</a:t>
            </a:r>
            <a:r>
              <a:rPr lang="pt-BR" dirty="0"/>
              <a:t> </a:t>
            </a:r>
            <a:r>
              <a:rPr lang="pt-BR" dirty="0" err="1"/>
              <a:t>ps</a:t>
            </a:r>
            <a:r>
              <a:rPr lang="pt-BR" dirty="0"/>
              <a:t>, </a:t>
            </a:r>
            <a:r>
              <a:rPr lang="pt-BR" dirty="0" err="1"/>
              <a:t>docker</a:t>
            </a:r>
            <a:r>
              <a:rPr lang="pt-BR" dirty="0"/>
              <a:t> stop, </a:t>
            </a:r>
            <a:r>
              <a:rPr lang="pt-BR" dirty="0" err="1"/>
              <a:t>docker</a:t>
            </a:r>
            <a:r>
              <a:rPr lang="pt-BR" dirty="0"/>
              <a:t> start</a:t>
            </a:r>
          </a:p>
          <a:p>
            <a:pPr lvl="1"/>
            <a:r>
              <a:rPr lang="pt-BR" dirty="0"/>
              <a:t>Listando, parando e reiniciando contêineres</a:t>
            </a:r>
          </a:p>
          <a:p>
            <a:r>
              <a:rPr lang="pt-BR" dirty="0"/>
              <a:t>Contêineres em execução vs. parados</a:t>
            </a:r>
          </a:p>
          <a:p>
            <a:pPr lvl="1"/>
            <a:r>
              <a:rPr lang="pt-BR" dirty="0"/>
              <a:t>Flexibilidade no gerenciamento</a:t>
            </a:r>
          </a:p>
        </p:txBody>
      </p:sp>
    </p:spTree>
    <p:extLst>
      <p:ext uri="{BB962C8B-B14F-4D97-AF65-F5344CB8AC3E}">
        <p14:creationId xmlns:p14="http://schemas.microsoft.com/office/powerpoint/2010/main" val="3346592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4511A-6A0C-A157-1BC1-4E6BA5AF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Persistência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99059-46D8-1540-4A73-E1B93A6C1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Entendendo a efemeridade dos contêineres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Dados não persistem por padrão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Uso de volumes para persistência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Montagem de diretórios externos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20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093D1-75A7-1D07-0450-8270EF9A8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Redes no Docker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8BB23D-BFFB-E99F-F1CB-8569CA1D1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Como os contêineres se comunicam?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Isolamento de redes por padrão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Criação e gerenciamento de redes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Facilitando a comunicação entre contêineres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663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26954-33FC-2AE6-791C-2CBA5228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Orquestração de Contêineres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81B985-21A8-7138-35BA-D4EB9556D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Breve introdução a orquestradores (ex.: </a:t>
            </a:r>
            <a:r>
              <a:rPr lang="pt-BR" dirty="0" err="1"/>
              <a:t>Kubernetes</a:t>
            </a:r>
            <a:r>
              <a:rPr lang="pt-BR" dirty="0"/>
              <a:t>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Gerenciamento automatizado de contêineres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Escalabilidade e alta disponibilidade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Distribuição de cargas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489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E5D52-C0A6-EA00-4801-4AC8EED6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Docker </a:t>
            </a:r>
            <a:r>
              <a:rPr lang="pt-BR" b="1" i="0" dirty="0" err="1">
                <a:effectLst/>
                <a:latin typeface="Söhne"/>
              </a:rPr>
              <a:t>Compose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620749-CF0C-8085-34C3-F5FF81B2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Simplificando a definição e execução de aplicações </a:t>
            </a:r>
            <a:r>
              <a:rPr lang="pt-BR" dirty="0" err="1"/>
              <a:t>multi-contêiner</a:t>
            </a:r>
            <a:endParaRPr lang="pt-BR" dirty="0"/>
          </a:p>
          <a:p>
            <a:r>
              <a:rPr lang="pt-BR" dirty="0"/>
              <a:t>Arquivos </a:t>
            </a:r>
            <a:r>
              <a:rPr lang="pt-BR" dirty="0" err="1"/>
              <a:t>docker-compose.yml</a:t>
            </a:r>
            <a:endParaRPr lang="pt-BR" dirty="0"/>
          </a:p>
          <a:p>
            <a:r>
              <a:rPr lang="pt-BR" dirty="0"/>
              <a:t>Orquestração local para </a:t>
            </a:r>
            <a:r>
              <a:rPr lang="pt-BR" dirty="0" err="1"/>
              <a:t>desenvolvimentoExecutando</a:t>
            </a:r>
            <a:r>
              <a:rPr lang="pt-BR" dirty="0"/>
              <a:t> várias partes de uma aplicação</a:t>
            </a:r>
          </a:p>
        </p:txBody>
      </p:sp>
    </p:spTree>
    <p:extLst>
      <p:ext uri="{BB962C8B-B14F-4D97-AF65-F5344CB8AC3E}">
        <p14:creationId xmlns:p14="http://schemas.microsoft.com/office/powerpoint/2010/main" val="1733056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01326-F2AA-6254-D815-38E96C3F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Boas Práticas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31F53-CBA7-61B7-CFD3-190F3A108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Dicas para otimização do uso de imagens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Utilização de imagens oficiais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Segurança e isolamento dos contêineres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Princípio do menor privilégio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5175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9FD74-4D20-64FC-8FF0-21BC72CF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Cenários de Uso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32BB0F-2A7C-E1B6-F0A7-65384723E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Desenvolvimento e teste de aplicações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Ambientes consistentes em diferentes máquinas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Implantação e distribuição de aplicações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Empacotamento de aplicações e dependências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0485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F1998-307D-D30C-7799-1817CC1A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0" dirty="0">
                <a:effectLst/>
                <a:latin typeface="Söhne"/>
              </a:rPr>
              <a:t>Exemplos de Empresas que Utilizam Docker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B36DD2-F25D-8BF0-2211-FD788B6D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Casos reais de sucesso</a:t>
            </a:r>
          </a:p>
          <a:p>
            <a:pPr lvl="1"/>
            <a:r>
              <a:rPr lang="pt-BR" dirty="0" err="1"/>
              <a:t>Airbnb</a:t>
            </a:r>
            <a:r>
              <a:rPr lang="pt-BR" dirty="0"/>
              <a:t>, </a:t>
            </a:r>
            <a:r>
              <a:rPr lang="pt-BR" dirty="0" err="1"/>
              <a:t>Spotify</a:t>
            </a:r>
            <a:r>
              <a:rPr lang="pt-BR" dirty="0"/>
              <a:t>, Microsoft, entre outros</a:t>
            </a:r>
          </a:p>
          <a:p>
            <a:pPr lvl="1"/>
            <a:r>
              <a:rPr lang="nn-NO" dirty="0"/>
              <a:t>Google, Red Hat (IBM)</a:t>
            </a:r>
          </a:p>
          <a:p>
            <a:pPr lvl="1"/>
            <a:r>
              <a:rPr lang="pt-BR" dirty="0" err="1"/>
              <a:t>Amazon</a:t>
            </a:r>
            <a:r>
              <a:rPr lang="pt-BR" dirty="0"/>
              <a:t> Web Services - AWS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02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AE41E-EFC2-2456-E492-35AD230A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Recursos Adicionais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C6C518-D30E-4A51-ECCA-90546E7E4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Documentação oficial do Docker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Guias detalhados e referências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Comunidade e fóruns de suporte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Compartilhamento de conhecimento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0470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AB15C-5B77-32C0-AC13-9EB454E9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i="0" dirty="0">
                <a:effectLst/>
                <a:latin typeface="Söhne"/>
              </a:rPr>
              <a:t>Desafios e Aprendizado Contínuo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FB6F76-2DBF-E4E7-A372-FAB523670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Explorar além do básico: orquestração, CI/CD, etc.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Caminho para especialização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dirty="0"/>
              <a:t>Encorajamento à pesquisa e experimentação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dirty="0"/>
              <a:t>Aprender através da prática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7809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76</TotalTime>
  <Words>445</Words>
  <Application>Microsoft Office PowerPoint</Application>
  <PresentationFormat>Widescreen</PresentationFormat>
  <Paragraphs>93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Impact</vt:lpstr>
      <vt:lpstr>Söhne</vt:lpstr>
      <vt:lpstr>Evento Principal</vt:lpstr>
      <vt:lpstr>Introdução ao Docker:</vt:lpstr>
      <vt:lpstr>Introdução ao Docker</vt:lpstr>
      <vt:lpstr>Virtualização vs. Containers</vt:lpstr>
      <vt:lpstr>Virtualização vs. Containers</vt:lpstr>
      <vt:lpstr>Arquitetura do Docker</vt:lpstr>
      <vt:lpstr>Arquitetura do Docker</vt:lpstr>
      <vt:lpstr>Instalação do Docker</vt:lpstr>
      <vt:lpstr>Conceito de Imagens</vt:lpstr>
      <vt:lpstr>Trabalhando com Imagens</vt:lpstr>
      <vt:lpstr>Introdução aos Contêineres</vt:lpstr>
      <vt:lpstr>Executando Contêineres</vt:lpstr>
      <vt:lpstr>Gerenciando Contêineres</vt:lpstr>
      <vt:lpstr>Persistência de Dados</vt:lpstr>
      <vt:lpstr>Redes no Docker</vt:lpstr>
      <vt:lpstr>Orquestração de Contêineres</vt:lpstr>
      <vt:lpstr>Docker Compose</vt:lpstr>
      <vt:lpstr>Boas Práticas</vt:lpstr>
      <vt:lpstr>Cenários de Uso</vt:lpstr>
      <vt:lpstr>Exemplos de Empresas que Utilizam Docker</vt:lpstr>
      <vt:lpstr>Recursos Adicionais</vt:lpstr>
      <vt:lpstr>Desafios e Aprendizado Contínuo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Docker:</dc:title>
  <dc:creator>CARLOS RONNY DE SOUSA</dc:creator>
  <cp:lastModifiedBy>CARLOS RONNY DE SOUSA</cp:lastModifiedBy>
  <cp:revision>1</cp:revision>
  <dcterms:created xsi:type="dcterms:W3CDTF">2023-08-28T17:35:39Z</dcterms:created>
  <dcterms:modified xsi:type="dcterms:W3CDTF">2023-08-28T18:51:44Z</dcterms:modified>
</cp:coreProperties>
</file>