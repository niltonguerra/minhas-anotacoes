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  <p:sldId id="297" r:id="rId41"/>
    <p:sldId id="295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4E31F-B00E-47C5-92AB-1A792C532E54}" v="179" dt="2023-08-07T04:52:36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RONNY DE SOUSA" userId="7766a9d9-77fd-498d-8322-f6da8d912cdf" providerId="ADAL" clId="{01E4E31F-B00E-47C5-92AB-1A792C532E54}"/>
    <pc:docChg chg="undo redo custSel modSld">
      <pc:chgData name="CARLOS RONNY DE SOUSA" userId="7766a9d9-77fd-498d-8322-f6da8d912cdf" providerId="ADAL" clId="{01E4E31F-B00E-47C5-92AB-1A792C532E54}" dt="2023-08-07T04:53:35.813" v="324" actId="26606"/>
      <pc:docMkLst>
        <pc:docMk/>
      </pc:docMkLst>
      <pc:sldChg chg="modSp mod">
        <pc:chgData name="CARLOS RONNY DE SOUSA" userId="7766a9d9-77fd-498d-8322-f6da8d912cdf" providerId="ADAL" clId="{01E4E31F-B00E-47C5-92AB-1A792C532E54}" dt="2023-08-07T04:08:15.913" v="58" actId="113"/>
        <pc:sldMkLst>
          <pc:docMk/>
          <pc:sldMk cId="3162180901" sldId="265"/>
        </pc:sldMkLst>
        <pc:spChg chg="mod">
          <ac:chgData name="CARLOS RONNY DE SOUSA" userId="7766a9d9-77fd-498d-8322-f6da8d912cdf" providerId="ADAL" clId="{01E4E31F-B00E-47C5-92AB-1A792C532E54}" dt="2023-08-07T04:08:12.713" v="57" actId="113"/>
          <ac:spMkLst>
            <pc:docMk/>
            <pc:sldMk cId="3162180901" sldId="265"/>
            <ac:spMk id="4" creationId="{B4791FF1-66A6-F3E0-1008-D57F9AC6BFF8}"/>
          </ac:spMkLst>
        </pc:spChg>
        <pc:spChg chg="mod">
          <ac:chgData name="CARLOS RONNY DE SOUSA" userId="7766a9d9-77fd-498d-8322-f6da8d912cdf" providerId="ADAL" clId="{01E4E31F-B00E-47C5-92AB-1A792C532E54}" dt="2023-08-07T04:08:15.913" v="58" actId="113"/>
          <ac:spMkLst>
            <pc:docMk/>
            <pc:sldMk cId="3162180901" sldId="265"/>
            <ac:spMk id="6" creationId="{149AA654-9F94-3162-F7F9-95B18379C1AD}"/>
          </ac:spMkLst>
        </pc:spChg>
      </pc:sldChg>
      <pc:sldChg chg="addSp delSp modSp mod setBg">
        <pc:chgData name="CARLOS RONNY DE SOUSA" userId="7766a9d9-77fd-498d-8322-f6da8d912cdf" providerId="ADAL" clId="{01E4E31F-B00E-47C5-92AB-1A792C532E54}" dt="2023-08-07T04:11:08.972" v="68" actId="1076"/>
        <pc:sldMkLst>
          <pc:docMk/>
          <pc:sldMk cId="3820136427" sldId="268"/>
        </pc:sldMkLst>
        <pc:spChg chg="mod">
          <ac:chgData name="CARLOS RONNY DE SOUSA" userId="7766a9d9-77fd-498d-8322-f6da8d912cdf" providerId="ADAL" clId="{01E4E31F-B00E-47C5-92AB-1A792C532E54}" dt="2023-08-07T04:10:43.043" v="65" actId="26606"/>
          <ac:spMkLst>
            <pc:docMk/>
            <pc:sldMk cId="3820136427" sldId="268"/>
            <ac:spMk id="2" creationId="{EF10BF9E-F0F3-9879-5094-AB76E14F05C4}"/>
          </ac:spMkLst>
        </pc:spChg>
        <pc:spChg chg="mod">
          <ac:chgData name="CARLOS RONNY DE SOUSA" userId="7766a9d9-77fd-498d-8322-f6da8d912cdf" providerId="ADAL" clId="{01E4E31F-B00E-47C5-92AB-1A792C532E54}" dt="2023-08-07T04:10:43.043" v="65" actId="26606"/>
          <ac:spMkLst>
            <pc:docMk/>
            <pc:sldMk cId="3820136427" sldId="268"/>
            <ac:spMk id="3" creationId="{7738934D-3EDA-E6CF-76F5-667398C0CC40}"/>
          </ac:spMkLst>
        </pc:spChg>
        <pc:picChg chg="add del mod">
          <ac:chgData name="CARLOS RONNY DE SOUSA" userId="7766a9d9-77fd-498d-8322-f6da8d912cdf" providerId="ADAL" clId="{01E4E31F-B00E-47C5-92AB-1A792C532E54}" dt="2023-08-07T04:10:43.705" v="66"/>
          <ac:picMkLst>
            <pc:docMk/>
            <pc:sldMk cId="3820136427" sldId="268"/>
            <ac:picMk id="1026" creationId="{DD4C95F9-B414-6BDB-5394-ADF6C919116A}"/>
          </ac:picMkLst>
        </pc:picChg>
        <pc:picChg chg="add mod">
          <ac:chgData name="CARLOS RONNY DE SOUSA" userId="7766a9d9-77fd-498d-8322-f6da8d912cdf" providerId="ADAL" clId="{01E4E31F-B00E-47C5-92AB-1A792C532E54}" dt="2023-08-07T04:11:08.972" v="68" actId="1076"/>
          <ac:picMkLst>
            <pc:docMk/>
            <pc:sldMk cId="3820136427" sldId="268"/>
            <ac:picMk id="1028" creationId="{B2D55849-6C3B-A031-53D4-02251D9A65A5}"/>
          </ac:picMkLst>
        </pc:picChg>
      </pc:sldChg>
      <pc:sldChg chg="addSp delSp modSp">
        <pc:chgData name="CARLOS RONNY DE SOUSA" userId="7766a9d9-77fd-498d-8322-f6da8d912cdf" providerId="ADAL" clId="{01E4E31F-B00E-47C5-92AB-1A792C532E54}" dt="2023-08-07T04:13:53.354" v="78" actId="1076"/>
        <pc:sldMkLst>
          <pc:docMk/>
          <pc:sldMk cId="313161629" sldId="269"/>
        </pc:sldMkLst>
        <pc:spChg chg="add del">
          <ac:chgData name="CARLOS RONNY DE SOUSA" userId="7766a9d9-77fd-498d-8322-f6da8d912cdf" providerId="ADAL" clId="{01E4E31F-B00E-47C5-92AB-1A792C532E54}" dt="2023-08-07T04:12:46.823" v="70"/>
          <ac:spMkLst>
            <pc:docMk/>
            <pc:sldMk cId="313161629" sldId="269"/>
            <ac:spMk id="4" creationId="{C96710F3-C8AA-34BA-111A-B0181055EB6C}"/>
          </ac:spMkLst>
        </pc:spChg>
        <pc:spChg chg="add del">
          <ac:chgData name="CARLOS RONNY DE SOUSA" userId="7766a9d9-77fd-498d-8322-f6da8d912cdf" providerId="ADAL" clId="{01E4E31F-B00E-47C5-92AB-1A792C532E54}" dt="2023-08-07T04:12:54.415" v="72"/>
          <ac:spMkLst>
            <pc:docMk/>
            <pc:sldMk cId="313161629" sldId="269"/>
            <ac:spMk id="5" creationId="{CB5A120F-7984-C72C-6F09-0D385EB1AFA8}"/>
          </ac:spMkLst>
        </pc:spChg>
        <pc:spChg chg="add del">
          <ac:chgData name="CARLOS RONNY DE SOUSA" userId="7766a9d9-77fd-498d-8322-f6da8d912cdf" providerId="ADAL" clId="{01E4E31F-B00E-47C5-92AB-1A792C532E54}" dt="2023-08-07T04:13:02.838" v="74"/>
          <ac:spMkLst>
            <pc:docMk/>
            <pc:sldMk cId="313161629" sldId="269"/>
            <ac:spMk id="6" creationId="{2711DDE5-E3FB-F838-CCF1-01D9BCD0D2F0}"/>
          </ac:spMkLst>
        </pc:spChg>
        <pc:spChg chg="add del">
          <ac:chgData name="CARLOS RONNY DE SOUSA" userId="7766a9d9-77fd-498d-8322-f6da8d912cdf" providerId="ADAL" clId="{01E4E31F-B00E-47C5-92AB-1A792C532E54}" dt="2023-08-07T04:13:13.079" v="76"/>
          <ac:spMkLst>
            <pc:docMk/>
            <pc:sldMk cId="313161629" sldId="269"/>
            <ac:spMk id="7" creationId="{D17CE962-B5BE-79D5-363B-121EC17819E3}"/>
          </ac:spMkLst>
        </pc:spChg>
        <pc:picChg chg="add mod">
          <ac:chgData name="CARLOS RONNY DE SOUSA" userId="7766a9d9-77fd-498d-8322-f6da8d912cdf" providerId="ADAL" clId="{01E4E31F-B00E-47C5-92AB-1A792C532E54}" dt="2023-08-07T04:13:53.354" v="78" actId="1076"/>
          <ac:picMkLst>
            <pc:docMk/>
            <pc:sldMk cId="313161629" sldId="269"/>
            <ac:picMk id="2058" creationId="{E95EF234-375A-81E3-3529-685F37A35D2E}"/>
          </ac:picMkLst>
        </pc:picChg>
      </pc:sldChg>
      <pc:sldChg chg="addSp modSp">
        <pc:chgData name="CARLOS RONNY DE SOUSA" userId="7766a9d9-77fd-498d-8322-f6da8d912cdf" providerId="ADAL" clId="{01E4E31F-B00E-47C5-92AB-1A792C532E54}" dt="2023-08-07T04:15:25.481" v="81" actId="1076"/>
        <pc:sldMkLst>
          <pc:docMk/>
          <pc:sldMk cId="953563249" sldId="270"/>
        </pc:sldMkLst>
        <pc:picChg chg="add mod">
          <ac:chgData name="CARLOS RONNY DE SOUSA" userId="7766a9d9-77fd-498d-8322-f6da8d912cdf" providerId="ADAL" clId="{01E4E31F-B00E-47C5-92AB-1A792C532E54}" dt="2023-08-07T04:15:25.481" v="81" actId="1076"/>
          <ac:picMkLst>
            <pc:docMk/>
            <pc:sldMk cId="953563249" sldId="270"/>
            <ac:picMk id="3074" creationId="{86A767F5-C90D-DDFD-D0B6-D51F6CD651AB}"/>
          </ac:picMkLst>
        </pc:picChg>
      </pc:sldChg>
      <pc:sldChg chg="addSp delSp modSp mod">
        <pc:chgData name="CARLOS RONNY DE SOUSA" userId="7766a9d9-77fd-498d-8322-f6da8d912cdf" providerId="ADAL" clId="{01E4E31F-B00E-47C5-92AB-1A792C532E54}" dt="2023-08-07T04:18:05.911" v="91" actId="1076"/>
        <pc:sldMkLst>
          <pc:docMk/>
          <pc:sldMk cId="607470519" sldId="271"/>
        </pc:sldMkLst>
        <pc:spChg chg="add del mod">
          <ac:chgData name="CARLOS RONNY DE SOUSA" userId="7766a9d9-77fd-498d-8322-f6da8d912cdf" providerId="ADAL" clId="{01E4E31F-B00E-47C5-92AB-1A792C532E54}" dt="2023-08-07T04:16:54.579" v="87" actId="26606"/>
          <ac:spMkLst>
            <pc:docMk/>
            <pc:sldMk cId="607470519" sldId="271"/>
            <ac:spMk id="3" creationId="{C01859CE-05BC-5483-2352-2A7799CF7C77}"/>
          </ac:spMkLst>
        </pc:spChg>
        <pc:graphicFrameChg chg="add del">
          <ac:chgData name="CARLOS RONNY DE SOUSA" userId="7766a9d9-77fd-498d-8322-f6da8d912cdf" providerId="ADAL" clId="{01E4E31F-B00E-47C5-92AB-1A792C532E54}" dt="2023-08-07T04:16:54.579" v="87" actId="26606"/>
          <ac:graphicFrameMkLst>
            <pc:docMk/>
            <pc:sldMk cId="607470519" sldId="271"/>
            <ac:graphicFrameMk id="5" creationId="{DE200540-7E7D-6F75-A862-4519A425747B}"/>
          </ac:graphicFrameMkLst>
        </pc:graphicFrameChg>
        <pc:picChg chg="add mod">
          <ac:chgData name="CARLOS RONNY DE SOUSA" userId="7766a9d9-77fd-498d-8322-f6da8d912cdf" providerId="ADAL" clId="{01E4E31F-B00E-47C5-92AB-1A792C532E54}" dt="2023-08-07T04:18:05.911" v="91" actId="1076"/>
          <ac:picMkLst>
            <pc:docMk/>
            <pc:sldMk cId="607470519" sldId="271"/>
            <ac:picMk id="4098" creationId="{976910EB-CEB1-456F-171D-5DE624C5DB20}"/>
          </ac:picMkLst>
        </pc:picChg>
      </pc:sldChg>
      <pc:sldChg chg="addSp modSp mod">
        <pc:chgData name="CARLOS RONNY DE SOUSA" userId="7766a9d9-77fd-498d-8322-f6da8d912cdf" providerId="ADAL" clId="{01E4E31F-B00E-47C5-92AB-1A792C532E54}" dt="2023-08-07T04:25:39.173" v="212" actId="20577"/>
        <pc:sldMkLst>
          <pc:docMk/>
          <pc:sldMk cId="3675744667" sldId="272"/>
        </pc:sldMkLst>
        <pc:spChg chg="mod">
          <ac:chgData name="CARLOS RONNY DE SOUSA" userId="7766a9d9-77fd-498d-8322-f6da8d912cdf" providerId="ADAL" clId="{01E4E31F-B00E-47C5-92AB-1A792C532E54}" dt="2023-08-07T04:22:40.958" v="123" actId="20577"/>
          <ac:spMkLst>
            <pc:docMk/>
            <pc:sldMk cId="3675744667" sldId="272"/>
            <ac:spMk id="3" creationId="{E15EB5D6-A4CE-E9A9-AC49-D7D928643BD5}"/>
          </ac:spMkLst>
        </pc:spChg>
        <pc:spChg chg="add mod">
          <ac:chgData name="CARLOS RONNY DE SOUSA" userId="7766a9d9-77fd-498d-8322-f6da8d912cdf" providerId="ADAL" clId="{01E4E31F-B00E-47C5-92AB-1A792C532E54}" dt="2023-08-07T04:22:50.365" v="127"/>
          <ac:spMkLst>
            <pc:docMk/>
            <pc:sldMk cId="3675744667" sldId="272"/>
            <ac:spMk id="6" creationId="{E8DCABEE-39FF-9182-32EA-79FE6B95C4FA}"/>
          </ac:spMkLst>
        </pc:spChg>
        <pc:spChg chg="add mod">
          <ac:chgData name="CARLOS RONNY DE SOUSA" userId="7766a9d9-77fd-498d-8322-f6da8d912cdf" providerId="ADAL" clId="{01E4E31F-B00E-47C5-92AB-1A792C532E54}" dt="2023-08-07T04:22:50.365" v="127"/>
          <ac:spMkLst>
            <pc:docMk/>
            <pc:sldMk cId="3675744667" sldId="272"/>
            <ac:spMk id="7" creationId="{A753D29D-23A9-2CF8-FB37-47881C5AC3BB}"/>
          </ac:spMkLst>
        </pc:spChg>
        <pc:grpChg chg="add mod">
          <ac:chgData name="CARLOS RONNY DE SOUSA" userId="7766a9d9-77fd-498d-8322-f6da8d912cdf" providerId="ADAL" clId="{01E4E31F-B00E-47C5-92AB-1A792C532E54}" dt="2023-08-07T04:22:50.365" v="127"/>
          <ac:grpSpMkLst>
            <pc:docMk/>
            <pc:sldMk cId="3675744667" sldId="272"/>
            <ac:grpSpMk id="5" creationId="{FC00BF83-0873-FF2C-4D7C-ED5757684914}"/>
          </ac:grpSpMkLst>
        </pc:grpChg>
        <pc:graphicFrameChg chg="add mod modGraphic">
          <ac:chgData name="CARLOS RONNY DE SOUSA" userId="7766a9d9-77fd-498d-8322-f6da8d912cdf" providerId="ADAL" clId="{01E4E31F-B00E-47C5-92AB-1A792C532E54}" dt="2023-08-07T04:25:14.558" v="186" actId="20577"/>
          <ac:graphicFrameMkLst>
            <pc:docMk/>
            <pc:sldMk cId="3675744667" sldId="272"/>
            <ac:graphicFrameMk id="4" creationId="{D246A1AA-F29A-CF56-E4BD-513221A6AE66}"/>
          </ac:graphicFrameMkLst>
        </pc:graphicFrameChg>
        <pc:graphicFrameChg chg="add mod">
          <ac:chgData name="CARLOS RONNY DE SOUSA" userId="7766a9d9-77fd-498d-8322-f6da8d912cdf" providerId="ADAL" clId="{01E4E31F-B00E-47C5-92AB-1A792C532E54}" dt="2023-08-07T04:25:39.173" v="212" actId="20577"/>
          <ac:graphicFrameMkLst>
            <pc:docMk/>
            <pc:sldMk cId="3675744667" sldId="272"/>
            <ac:graphicFrameMk id="8" creationId="{7846FB57-4F2A-A652-9AE4-DC53608EB0D7}"/>
          </ac:graphicFrameMkLst>
        </pc:graphicFrameChg>
      </pc:sldChg>
      <pc:sldChg chg="addSp modSp mod">
        <pc:chgData name="CARLOS RONNY DE SOUSA" userId="7766a9d9-77fd-498d-8322-f6da8d912cdf" providerId="ADAL" clId="{01E4E31F-B00E-47C5-92AB-1A792C532E54}" dt="2023-08-07T04:31:00.020" v="246" actId="27957"/>
        <pc:sldMkLst>
          <pc:docMk/>
          <pc:sldMk cId="1250046001" sldId="273"/>
        </pc:sldMkLst>
        <pc:spChg chg="mod">
          <ac:chgData name="CARLOS RONNY DE SOUSA" userId="7766a9d9-77fd-498d-8322-f6da8d912cdf" providerId="ADAL" clId="{01E4E31F-B00E-47C5-92AB-1A792C532E54}" dt="2023-08-07T04:27:53.359" v="213" actId="14100"/>
          <ac:spMkLst>
            <pc:docMk/>
            <pc:sldMk cId="1250046001" sldId="273"/>
            <ac:spMk id="3" creationId="{CA69EA1D-F4D4-CD49-A5B0-775322793853}"/>
          </ac:spMkLst>
        </pc:spChg>
        <pc:graphicFrameChg chg="add mod modGraphic">
          <ac:chgData name="CARLOS RONNY DE SOUSA" userId="7766a9d9-77fd-498d-8322-f6da8d912cdf" providerId="ADAL" clId="{01E4E31F-B00E-47C5-92AB-1A792C532E54}" dt="2023-08-07T04:31:00.020" v="246" actId="27957"/>
          <ac:graphicFrameMkLst>
            <pc:docMk/>
            <pc:sldMk cId="1250046001" sldId="273"/>
            <ac:graphicFrameMk id="4" creationId="{61E61393-BDDE-52CA-4826-D439BA4276FD}"/>
          </ac:graphicFrameMkLst>
        </pc:graphicFrameChg>
      </pc:sldChg>
      <pc:sldChg chg="addSp delSp modSp mod setBg">
        <pc:chgData name="CARLOS RONNY DE SOUSA" userId="7766a9d9-77fd-498d-8322-f6da8d912cdf" providerId="ADAL" clId="{01E4E31F-B00E-47C5-92AB-1A792C532E54}" dt="2023-08-07T04:34:01.741" v="247" actId="26606"/>
        <pc:sldMkLst>
          <pc:docMk/>
          <pc:sldMk cId="1983672807" sldId="274"/>
        </pc:sldMkLst>
        <pc:spChg chg="mod">
          <ac:chgData name="CARLOS RONNY DE SOUSA" userId="7766a9d9-77fd-498d-8322-f6da8d912cdf" providerId="ADAL" clId="{01E4E31F-B00E-47C5-92AB-1A792C532E54}" dt="2023-08-07T04:34:01.741" v="247" actId="26606"/>
          <ac:spMkLst>
            <pc:docMk/>
            <pc:sldMk cId="1983672807" sldId="274"/>
            <ac:spMk id="2" creationId="{33609A33-8ABD-278D-CD9F-DA51058CF9D6}"/>
          </ac:spMkLst>
        </pc:spChg>
        <pc:spChg chg="del">
          <ac:chgData name="CARLOS RONNY DE SOUSA" userId="7766a9d9-77fd-498d-8322-f6da8d912cdf" providerId="ADAL" clId="{01E4E31F-B00E-47C5-92AB-1A792C532E54}" dt="2023-08-07T04:34:01.741" v="247" actId="26606"/>
          <ac:spMkLst>
            <pc:docMk/>
            <pc:sldMk cId="1983672807" sldId="274"/>
            <ac:spMk id="3" creationId="{880F5B33-5EBE-5E41-F274-297C04E4DC6D}"/>
          </ac:spMkLst>
        </pc:spChg>
        <pc:spChg chg="add">
          <ac:chgData name="CARLOS RONNY DE SOUSA" userId="7766a9d9-77fd-498d-8322-f6da8d912cdf" providerId="ADAL" clId="{01E4E31F-B00E-47C5-92AB-1A792C532E54}" dt="2023-08-07T04:34:01.741" v="247" actId="26606"/>
          <ac:spMkLst>
            <pc:docMk/>
            <pc:sldMk cId="1983672807" sldId="274"/>
            <ac:spMk id="9" creationId="{8E7CFAA6-1DBB-43B0-BD82-2FB83CF4E4A4}"/>
          </ac:spMkLst>
        </pc:spChg>
        <pc:graphicFrameChg chg="add">
          <ac:chgData name="CARLOS RONNY DE SOUSA" userId="7766a9d9-77fd-498d-8322-f6da8d912cdf" providerId="ADAL" clId="{01E4E31F-B00E-47C5-92AB-1A792C532E54}" dt="2023-08-07T04:34:01.741" v="247" actId="26606"/>
          <ac:graphicFrameMkLst>
            <pc:docMk/>
            <pc:sldMk cId="1983672807" sldId="274"/>
            <ac:graphicFrameMk id="5" creationId="{37191058-10AF-25EB-8BAB-22ADFA9DD909}"/>
          </ac:graphicFrameMkLst>
        </pc:graphicFrameChg>
      </pc:sldChg>
      <pc:sldChg chg="addSp delSp modSp mod setBg setClrOvrMap modNotesTx">
        <pc:chgData name="CARLOS RONNY DE SOUSA" userId="7766a9d9-77fd-498d-8322-f6da8d912cdf" providerId="ADAL" clId="{01E4E31F-B00E-47C5-92AB-1A792C532E54}" dt="2023-08-07T04:39:36.041" v="272" actId="26606"/>
        <pc:sldMkLst>
          <pc:docMk/>
          <pc:sldMk cId="235121466" sldId="275"/>
        </pc:sldMkLst>
        <pc:spChg chg="mod">
          <ac:chgData name="CARLOS RONNY DE SOUSA" userId="7766a9d9-77fd-498d-8322-f6da8d912cdf" providerId="ADAL" clId="{01E4E31F-B00E-47C5-92AB-1A792C532E54}" dt="2023-08-07T04:39:36.041" v="272" actId="26606"/>
          <ac:spMkLst>
            <pc:docMk/>
            <pc:sldMk cId="235121466" sldId="275"/>
            <ac:spMk id="2" creationId="{6497E3BB-159C-B85E-7EE2-5D7138C9DD22}"/>
          </ac:spMkLst>
        </pc:spChg>
        <pc:spChg chg="mod ord">
          <ac:chgData name="CARLOS RONNY DE SOUSA" userId="7766a9d9-77fd-498d-8322-f6da8d912cdf" providerId="ADAL" clId="{01E4E31F-B00E-47C5-92AB-1A792C532E54}" dt="2023-08-07T04:39:36.041" v="272" actId="26606"/>
          <ac:spMkLst>
            <pc:docMk/>
            <pc:sldMk cId="235121466" sldId="275"/>
            <ac:spMk id="3" creationId="{A9768134-42D4-BD13-1BD1-C1E57936C972}"/>
          </ac:spMkLst>
        </pc:spChg>
        <pc:spChg chg="add del">
          <ac:chgData name="CARLOS RONNY DE SOUSA" userId="7766a9d9-77fd-498d-8322-f6da8d912cdf" providerId="ADAL" clId="{01E4E31F-B00E-47C5-92AB-1A792C532E54}" dt="2023-08-07T04:35:09.133" v="255" actId="26606"/>
          <ac:spMkLst>
            <pc:docMk/>
            <pc:sldMk cId="235121466" sldId="275"/>
            <ac:spMk id="9" creationId="{D6EA1A26-163F-4F15-91F4-F2C51AC9C106}"/>
          </ac:spMkLst>
        </pc:spChg>
        <pc:spChg chg="add del">
          <ac:chgData name="CARLOS RONNY DE SOUSA" userId="7766a9d9-77fd-498d-8322-f6da8d912cdf" providerId="ADAL" clId="{01E4E31F-B00E-47C5-92AB-1A792C532E54}" dt="2023-08-07T04:35:12.996" v="259" actId="26606"/>
          <ac:spMkLst>
            <pc:docMk/>
            <pc:sldMk cId="235121466" sldId="275"/>
            <ac:spMk id="13" creationId="{D6EA1A26-163F-4F15-91F4-F2C51AC9C106}"/>
          </ac:spMkLst>
        </pc:spChg>
        <pc:spChg chg="add del">
          <ac:chgData name="CARLOS RONNY DE SOUSA" userId="7766a9d9-77fd-498d-8322-f6da8d912cdf" providerId="ADAL" clId="{01E4E31F-B00E-47C5-92AB-1A792C532E54}" dt="2023-08-07T04:35:34.123" v="263" actId="26606"/>
          <ac:spMkLst>
            <pc:docMk/>
            <pc:sldMk cId="235121466" sldId="275"/>
            <ac:spMk id="19" creationId="{7D2BFFD5-490F-4B45-91F2-6B826FBAD4E3}"/>
          </ac:spMkLst>
        </pc:spChg>
        <pc:picChg chg="add del">
          <ac:chgData name="CARLOS RONNY DE SOUSA" userId="7766a9d9-77fd-498d-8322-f6da8d912cdf" providerId="ADAL" clId="{01E4E31F-B00E-47C5-92AB-1A792C532E54}" dt="2023-08-07T04:35:09.133" v="255" actId="26606"/>
          <ac:picMkLst>
            <pc:docMk/>
            <pc:sldMk cId="235121466" sldId="275"/>
            <ac:picMk id="5" creationId="{7DF9A20F-BEE5-8E50-6456-5354F03178E8}"/>
          </ac:picMkLst>
        </pc:picChg>
        <pc:picChg chg="add mod">
          <ac:chgData name="CARLOS RONNY DE SOUSA" userId="7766a9d9-77fd-498d-8322-f6da8d912cdf" providerId="ADAL" clId="{01E4E31F-B00E-47C5-92AB-1A792C532E54}" dt="2023-08-07T04:39:36.041" v="272" actId="26606"/>
          <ac:picMkLst>
            <pc:docMk/>
            <pc:sldMk cId="235121466" sldId="275"/>
            <ac:picMk id="6" creationId="{310F2C50-8FBB-071C-6BAC-36524799DB79}"/>
          </ac:picMkLst>
        </pc:picChg>
        <pc:picChg chg="add del">
          <ac:chgData name="CARLOS RONNY DE SOUSA" userId="7766a9d9-77fd-498d-8322-f6da8d912cdf" providerId="ADAL" clId="{01E4E31F-B00E-47C5-92AB-1A792C532E54}" dt="2023-08-07T04:35:12.124" v="257" actId="26606"/>
          <ac:picMkLst>
            <pc:docMk/>
            <pc:sldMk cId="235121466" sldId="275"/>
            <ac:picMk id="11" creationId="{EEE312B0-42E0-312B-848D-0EDAB20BBF66}"/>
          </ac:picMkLst>
        </pc:picChg>
        <pc:picChg chg="add del">
          <ac:chgData name="CARLOS RONNY DE SOUSA" userId="7766a9d9-77fd-498d-8322-f6da8d912cdf" providerId="ADAL" clId="{01E4E31F-B00E-47C5-92AB-1A792C532E54}" dt="2023-08-07T04:35:12.996" v="259" actId="26606"/>
          <ac:picMkLst>
            <pc:docMk/>
            <pc:sldMk cId="235121466" sldId="275"/>
            <ac:picMk id="14" creationId="{7DF9A20F-BEE5-8E50-6456-5354F03178E8}"/>
          </ac:picMkLst>
        </pc:picChg>
        <pc:picChg chg="add del">
          <ac:chgData name="CARLOS RONNY DE SOUSA" userId="7766a9d9-77fd-498d-8322-f6da8d912cdf" providerId="ADAL" clId="{01E4E31F-B00E-47C5-92AB-1A792C532E54}" dt="2023-08-07T04:35:31.991" v="261" actId="26606"/>
          <ac:picMkLst>
            <pc:docMk/>
            <pc:sldMk cId="235121466" sldId="275"/>
            <ac:picMk id="16" creationId="{EEE312B0-42E0-312B-848D-0EDAB20BBF66}"/>
          </ac:picMkLst>
        </pc:picChg>
        <pc:picChg chg="add del">
          <ac:chgData name="CARLOS RONNY DE SOUSA" userId="7766a9d9-77fd-498d-8322-f6da8d912cdf" providerId="ADAL" clId="{01E4E31F-B00E-47C5-92AB-1A792C532E54}" dt="2023-08-07T04:35:34.123" v="263" actId="26606"/>
          <ac:picMkLst>
            <pc:docMk/>
            <pc:sldMk cId="235121466" sldId="275"/>
            <ac:picMk id="18" creationId="{779F422A-2FFE-5C4D-AB3B-2B048251B17A}"/>
          </ac:picMkLst>
        </pc:picChg>
        <pc:picChg chg="add del">
          <ac:chgData name="CARLOS RONNY DE SOUSA" userId="7766a9d9-77fd-498d-8322-f6da8d912cdf" providerId="ADAL" clId="{01E4E31F-B00E-47C5-92AB-1A792C532E54}" dt="2023-08-07T04:39:15.197" v="270" actId="478"/>
          <ac:picMkLst>
            <pc:docMk/>
            <pc:sldMk cId="235121466" sldId="275"/>
            <ac:picMk id="22" creationId="{1C02798A-D952-41D3-AAC5-F94D5A2FD5E7}"/>
          </ac:picMkLst>
        </pc:picChg>
        <pc:cxnChg chg="add del">
          <ac:chgData name="CARLOS RONNY DE SOUSA" userId="7766a9d9-77fd-498d-8322-f6da8d912cdf" providerId="ADAL" clId="{01E4E31F-B00E-47C5-92AB-1A792C532E54}" dt="2023-08-07T04:35:34.123" v="263" actId="26606"/>
          <ac:cxnSpMkLst>
            <pc:docMk/>
            <pc:sldMk cId="235121466" sldId="275"/>
            <ac:cxnSpMk id="20" creationId="{6C6CF9A5-BEA4-4284-A8B5-D033E5B4BE3F}"/>
          </ac:cxnSpMkLst>
        </pc:cxnChg>
      </pc:sldChg>
      <pc:sldChg chg="addSp modSp mod setBg">
        <pc:chgData name="CARLOS RONNY DE SOUSA" userId="7766a9d9-77fd-498d-8322-f6da8d912cdf" providerId="ADAL" clId="{01E4E31F-B00E-47C5-92AB-1A792C532E54}" dt="2023-08-07T04:39:53.763" v="273" actId="26606"/>
        <pc:sldMkLst>
          <pc:docMk/>
          <pc:sldMk cId="2015813410" sldId="276"/>
        </pc:sldMkLst>
        <pc:spChg chg="mod">
          <ac:chgData name="CARLOS RONNY DE SOUSA" userId="7766a9d9-77fd-498d-8322-f6da8d912cdf" providerId="ADAL" clId="{01E4E31F-B00E-47C5-92AB-1A792C532E54}" dt="2023-08-07T04:39:53.763" v="273" actId="26606"/>
          <ac:spMkLst>
            <pc:docMk/>
            <pc:sldMk cId="2015813410" sldId="276"/>
            <ac:spMk id="2" creationId="{F1C5B49A-77B4-3EDD-343C-FEA5E25614C6}"/>
          </ac:spMkLst>
        </pc:spChg>
        <pc:spChg chg="mod">
          <ac:chgData name="CARLOS RONNY DE SOUSA" userId="7766a9d9-77fd-498d-8322-f6da8d912cdf" providerId="ADAL" clId="{01E4E31F-B00E-47C5-92AB-1A792C532E54}" dt="2023-08-07T04:39:53.763" v="273" actId="26606"/>
          <ac:spMkLst>
            <pc:docMk/>
            <pc:sldMk cId="2015813410" sldId="276"/>
            <ac:spMk id="3" creationId="{AEB68FDA-E888-5357-B02D-8AFCEDDBBE04}"/>
          </ac:spMkLst>
        </pc:spChg>
        <pc:picChg chg="add">
          <ac:chgData name="CARLOS RONNY DE SOUSA" userId="7766a9d9-77fd-498d-8322-f6da8d912cdf" providerId="ADAL" clId="{01E4E31F-B00E-47C5-92AB-1A792C532E54}" dt="2023-08-07T04:39:53.763" v="273" actId="26606"/>
          <ac:picMkLst>
            <pc:docMk/>
            <pc:sldMk cId="2015813410" sldId="276"/>
            <ac:picMk id="5" creationId="{8FF8B030-8C24-1EC3-9153-FAFCF29EF42A}"/>
          </ac:picMkLst>
        </pc:picChg>
      </pc:sldChg>
      <pc:sldChg chg="addSp delSp modSp mod setBg setClrOvrMap">
        <pc:chgData name="CARLOS RONNY DE SOUSA" userId="7766a9d9-77fd-498d-8322-f6da8d912cdf" providerId="ADAL" clId="{01E4E31F-B00E-47C5-92AB-1A792C532E54}" dt="2023-08-07T04:43:22.097" v="286" actId="26606"/>
        <pc:sldMkLst>
          <pc:docMk/>
          <pc:sldMk cId="1427085002" sldId="277"/>
        </pc:sldMkLst>
        <pc:spChg chg="mod">
          <ac:chgData name="CARLOS RONNY DE SOUSA" userId="7766a9d9-77fd-498d-8322-f6da8d912cdf" providerId="ADAL" clId="{01E4E31F-B00E-47C5-92AB-1A792C532E54}" dt="2023-08-07T04:43:22.097" v="286" actId="26606"/>
          <ac:spMkLst>
            <pc:docMk/>
            <pc:sldMk cId="1427085002" sldId="277"/>
            <ac:spMk id="2" creationId="{057D2676-51BA-BA58-12A4-43B7B0000FA4}"/>
          </ac:spMkLst>
        </pc:spChg>
        <pc:spChg chg="mod ord">
          <ac:chgData name="CARLOS RONNY DE SOUSA" userId="7766a9d9-77fd-498d-8322-f6da8d912cdf" providerId="ADAL" clId="{01E4E31F-B00E-47C5-92AB-1A792C532E54}" dt="2023-08-07T04:43:22.097" v="286" actId="26606"/>
          <ac:spMkLst>
            <pc:docMk/>
            <pc:sldMk cId="1427085002" sldId="277"/>
            <ac:spMk id="3" creationId="{B1EC89AA-CB94-82B9-F92F-4A204EED0D18}"/>
          </ac:spMkLst>
        </pc:spChg>
        <pc:spChg chg="add del mod">
          <ac:chgData name="CARLOS RONNY DE SOUSA" userId="7766a9d9-77fd-498d-8322-f6da8d912cdf" providerId="ADAL" clId="{01E4E31F-B00E-47C5-92AB-1A792C532E54}" dt="2023-08-07T04:43:22.097" v="286" actId="26606"/>
          <ac:spMkLst>
            <pc:docMk/>
            <pc:sldMk cId="1427085002" sldId="277"/>
            <ac:spMk id="6" creationId="{17C0BE4B-52B4-5EC0-F67A-34364D1AE421}"/>
          </ac:spMkLst>
        </pc:spChg>
        <pc:spChg chg="add del">
          <ac:chgData name="CARLOS RONNY DE SOUSA" userId="7766a9d9-77fd-498d-8322-f6da8d912cdf" providerId="ADAL" clId="{01E4E31F-B00E-47C5-92AB-1A792C532E54}" dt="2023-08-07T04:42:11.336" v="276" actId="26606"/>
          <ac:spMkLst>
            <pc:docMk/>
            <pc:sldMk cId="1427085002" sldId="277"/>
            <ac:spMk id="11" creationId="{7D2BFFD5-490F-4B45-91F2-6B826FBAD4E3}"/>
          </ac:spMkLst>
        </pc:spChg>
        <pc:picChg chg="add del mod ord">
          <ac:chgData name="CARLOS RONNY DE SOUSA" userId="7766a9d9-77fd-498d-8322-f6da8d912cdf" providerId="ADAL" clId="{01E4E31F-B00E-47C5-92AB-1A792C532E54}" dt="2023-08-07T04:43:22.097" v="286" actId="26606"/>
          <ac:picMkLst>
            <pc:docMk/>
            <pc:sldMk cId="1427085002" sldId="277"/>
            <ac:picMk id="5" creationId="{B74EB261-9D12-7527-E112-062C610D0413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43:45.414" v="287" actId="26606"/>
        <pc:sldMkLst>
          <pc:docMk/>
          <pc:sldMk cId="216770498" sldId="278"/>
        </pc:sldMkLst>
        <pc:spChg chg="mod">
          <ac:chgData name="CARLOS RONNY DE SOUSA" userId="7766a9d9-77fd-498d-8322-f6da8d912cdf" providerId="ADAL" clId="{01E4E31F-B00E-47C5-92AB-1A792C532E54}" dt="2023-08-07T04:43:45.414" v="287" actId="26606"/>
          <ac:spMkLst>
            <pc:docMk/>
            <pc:sldMk cId="216770498" sldId="278"/>
            <ac:spMk id="2" creationId="{8A9C666A-BEA3-AF81-0205-8FFF17BB5C82}"/>
          </ac:spMkLst>
        </pc:spChg>
        <pc:spChg chg="mod">
          <ac:chgData name="CARLOS RONNY DE SOUSA" userId="7766a9d9-77fd-498d-8322-f6da8d912cdf" providerId="ADAL" clId="{01E4E31F-B00E-47C5-92AB-1A792C532E54}" dt="2023-08-07T04:43:45.414" v="287" actId="26606"/>
          <ac:spMkLst>
            <pc:docMk/>
            <pc:sldMk cId="216770498" sldId="278"/>
            <ac:spMk id="3" creationId="{742DA0A9-8321-AF94-E015-02FE9B5245D8}"/>
          </ac:spMkLst>
        </pc:spChg>
        <pc:picChg chg="add">
          <ac:chgData name="CARLOS RONNY DE SOUSA" userId="7766a9d9-77fd-498d-8322-f6da8d912cdf" providerId="ADAL" clId="{01E4E31F-B00E-47C5-92AB-1A792C532E54}" dt="2023-08-07T04:43:45.414" v="287" actId="26606"/>
          <ac:picMkLst>
            <pc:docMk/>
            <pc:sldMk cId="216770498" sldId="278"/>
            <ac:picMk id="5" creationId="{329095DA-6DF3-0D6E-FE64-7837C9A32EFE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44:31.771" v="289" actId="26606"/>
        <pc:sldMkLst>
          <pc:docMk/>
          <pc:sldMk cId="2190252635" sldId="281"/>
        </pc:sldMkLst>
        <pc:spChg chg="mod">
          <ac:chgData name="CARLOS RONNY DE SOUSA" userId="7766a9d9-77fd-498d-8322-f6da8d912cdf" providerId="ADAL" clId="{01E4E31F-B00E-47C5-92AB-1A792C532E54}" dt="2023-08-07T04:44:31.771" v="289" actId="26606"/>
          <ac:spMkLst>
            <pc:docMk/>
            <pc:sldMk cId="2190252635" sldId="281"/>
            <ac:spMk id="2" creationId="{84C8C35D-D655-0F95-ABF6-8A5391D646C2}"/>
          </ac:spMkLst>
        </pc:spChg>
        <pc:spChg chg="mod">
          <ac:chgData name="CARLOS RONNY DE SOUSA" userId="7766a9d9-77fd-498d-8322-f6da8d912cdf" providerId="ADAL" clId="{01E4E31F-B00E-47C5-92AB-1A792C532E54}" dt="2023-08-07T04:44:16.598" v="288" actId="26606"/>
          <ac:spMkLst>
            <pc:docMk/>
            <pc:sldMk cId="2190252635" sldId="281"/>
            <ac:spMk id="3" creationId="{4DB44284-793C-2EC4-C8FF-9AE42B630849}"/>
          </ac:spMkLst>
        </pc:spChg>
        <pc:picChg chg="add mod">
          <ac:chgData name="CARLOS RONNY DE SOUSA" userId="7766a9d9-77fd-498d-8322-f6da8d912cdf" providerId="ADAL" clId="{01E4E31F-B00E-47C5-92AB-1A792C532E54}" dt="2023-08-07T04:44:31.771" v="289" actId="26606"/>
          <ac:picMkLst>
            <pc:docMk/>
            <pc:sldMk cId="2190252635" sldId="281"/>
            <ac:picMk id="5" creationId="{8E89F832-77B6-D139-3490-0809FDFB5B55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45:42.356" v="293" actId="962"/>
        <pc:sldMkLst>
          <pc:docMk/>
          <pc:sldMk cId="2743137565" sldId="282"/>
        </pc:sldMkLst>
        <pc:spChg chg="mod">
          <ac:chgData name="CARLOS RONNY DE SOUSA" userId="7766a9d9-77fd-498d-8322-f6da8d912cdf" providerId="ADAL" clId="{01E4E31F-B00E-47C5-92AB-1A792C532E54}" dt="2023-08-07T04:45:39.668" v="291" actId="26606"/>
          <ac:spMkLst>
            <pc:docMk/>
            <pc:sldMk cId="2743137565" sldId="282"/>
            <ac:spMk id="2" creationId="{7D1B72C5-10D1-D1D8-25CC-9BFE3B2DEB39}"/>
          </ac:spMkLst>
        </pc:spChg>
        <pc:spChg chg="mod">
          <ac:chgData name="CARLOS RONNY DE SOUSA" userId="7766a9d9-77fd-498d-8322-f6da8d912cdf" providerId="ADAL" clId="{01E4E31F-B00E-47C5-92AB-1A792C532E54}" dt="2023-08-07T04:45:39.668" v="291" actId="26606"/>
          <ac:spMkLst>
            <pc:docMk/>
            <pc:sldMk cId="2743137565" sldId="282"/>
            <ac:spMk id="3" creationId="{955791AB-5367-34FC-4699-93541FE682BA}"/>
          </ac:spMkLst>
        </pc:spChg>
        <pc:spChg chg="add mod">
          <ac:chgData name="CARLOS RONNY DE SOUSA" userId="7766a9d9-77fd-498d-8322-f6da8d912cdf" providerId="ADAL" clId="{01E4E31F-B00E-47C5-92AB-1A792C532E54}" dt="2023-08-07T04:45:39.668" v="291" actId="26606"/>
          <ac:spMkLst>
            <pc:docMk/>
            <pc:sldMk cId="2743137565" sldId="282"/>
            <ac:spMk id="6" creationId="{5D304597-538D-244D-4958-9B3EBC61A529}"/>
          </ac:spMkLst>
        </pc:spChg>
        <pc:picChg chg="add mod">
          <ac:chgData name="CARLOS RONNY DE SOUSA" userId="7766a9d9-77fd-498d-8322-f6da8d912cdf" providerId="ADAL" clId="{01E4E31F-B00E-47C5-92AB-1A792C532E54}" dt="2023-08-07T04:45:42.356" v="293" actId="962"/>
          <ac:picMkLst>
            <pc:docMk/>
            <pc:sldMk cId="2743137565" sldId="282"/>
            <ac:picMk id="5" creationId="{DA66C230-728A-46A7-E510-EBA08CB13019}"/>
          </ac:picMkLst>
        </pc:picChg>
      </pc:sldChg>
      <pc:sldChg chg="addSp delSp modSp mod setBg">
        <pc:chgData name="CARLOS RONNY DE SOUSA" userId="7766a9d9-77fd-498d-8322-f6da8d912cdf" providerId="ADAL" clId="{01E4E31F-B00E-47C5-92AB-1A792C532E54}" dt="2023-08-07T04:50:34.553" v="315" actId="14100"/>
        <pc:sldMkLst>
          <pc:docMk/>
          <pc:sldMk cId="1573506896" sldId="290"/>
        </pc:sldMkLst>
        <pc:spChg chg="mod">
          <ac:chgData name="CARLOS RONNY DE SOUSA" userId="7766a9d9-77fd-498d-8322-f6da8d912cdf" providerId="ADAL" clId="{01E4E31F-B00E-47C5-92AB-1A792C532E54}" dt="2023-08-07T04:49:42.358" v="308" actId="26606"/>
          <ac:spMkLst>
            <pc:docMk/>
            <pc:sldMk cId="1573506896" sldId="290"/>
            <ac:spMk id="2" creationId="{24C6CE4F-54A3-C655-EEBE-DA8BFB9643E3}"/>
          </ac:spMkLst>
        </pc:spChg>
        <pc:spChg chg="add del">
          <ac:chgData name="CARLOS RONNY DE SOUSA" userId="7766a9d9-77fd-498d-8322-f6da8d912cdf" providerId="ADAL" clId="{01E4E31F-B00E-47C5-92AB-1A792C532E54}" dt="2023-08-07T04:49:42.358" v="308" actId="26606"/>
          <ac:spMkLst>
            <pc:docMk/>
            <pc:sldMk cId="1573506896" sldId="290"/>
            <ac:spMk id="3" creationId="{6070E619-F661-A594-E8A2-A099FD727DE4}"/>
          </ac:spMkLst>
        </pc:spChg>
        <pc:graphicFrameChg chg="add del mod">
          <ac:chgData name="CARLOS RONNY DE SOUSA" userId="7766a9d9-77fd-498d-8322-f6da8d912cdf" providerId="ADAL" clId="{01E4E31F-B00E-47C5-92AB-1A792C532E54}" dt="2023-08-07T04:50:34.553" v="315" actId="14100"/>
          <ac:graphicFrameMkLst>
            <pc:docMk/>
            <pc:sldMk cId="1573506896" sldId="290"/>
            <ac:graphicFrameMk id="5" creationId="{7299D2F8-E8C3-5465-081F-990BB9348D3B}"/>
          </ac:graphicFrameMkLst>
        </pc:graphicFrameChg>
      </pc:sldChg>
      <pc:sldChg chg="addSp delSp modSp mod setBg">
        <pc:chgData name="CARLOS RONNY DE SOUSA" userId="7766a9d9-77fd-498d-8322-f6da8d912cdf" providerId="ADAL" clId="{01E4E31F-B00E-47C5-92AB-1A792C532E54}" dt="2023-08-07T04:53:07.671" v="323" actId="26606"/>
        <pc:sldMkLst>
          <pc:docMk/>
          <pc:sldMk cId="2257755061" sldId="291"/>
        </pc:sldMkLst>
        <pc:spChg chg="mod">
          <ac:chgData name="CARLOS RONNY DE SOUSA" userId="7766a9d9-77fd-498d-8322-f6da8d912cdf" providerId="ADAL" clId="{01E4E31F-B00E-47C5-92AB-1A792C532E54}" dt="2023-08-07T04:53:07.671" v="323" actId="26606"/>
          <ac:spMkLst>
            <pc:docMk/>
            <pc:sldMk cId="2257755061" sldId="291"/>
            <ac:spMk id="2" creationId="{1D73ABCB-229C-07CC-5FD7-84824A3451CD}"/>
          </ac:spMkLst>
        </pc:spChg>
        <pc:spChg chg="mod">
          <ac:chgData name="CARLOS RONNY DE SOUSA" userId="7766a9d9-77fd-498d-8322-f6da8d912cdf" providerId="ADAL" clId="{01E4E31F-B00E-47C5-92AB-1A792C532E54}" dt="2023-08-07T04:53:07.671" v="323" actId="26606"/>
          <ac:spMkLst>
            <pc:docMk/>
            <pc:sldMk cId="2257755061" sldId="291"/>
            <ac:spMk id="3" creationId="{9B80BF5E-0849-8269-3078-B8CF2D716263}"/>
          </ac:spMkLst>
        </pc:spChg>
        <pc:spChg chg="add del mod">
          <ac:chgData name="CARLOS RONNY DE SOUSA" userId="7766a9d9-77fd-498d-8322-f6da8d912cdf" providerId="ADAL" clId="{01E4E31F-B00E-47C5-92AB-1A792C532E54}" dt="2023-08-07T04:52:12.732" v="321" actId="931"/>
          <ac:spMkLst>
            <pc:docMk/>
            <pc:sldMk cId="2257755061" sldId="291"/>
            <ac:spMk id="6" creationId="{4890ADD5-D3AD-AB41-2B12-CFED9074408E}"/>
          </ac:spMkLst>
        </pc:spChg>
        <pc:spChg chg="add del mod">
          <ac:chgData name="CARLOS RONNY DE SOUSA" userId="7766a9d9-77fd-498d-8322-f6da8d912cdf" providerId="ADAL" clId="{01E4E31F-B00E-47C5-92AB-1A792C532E54}" dt="2023-08-07T04:52:12.732" v="321" actId="931"/>
          <ac:spMkLst>
            <pc:docMk/>
            <pc:sldMk cId="2257755061" sldId="291"/>
            <ac:spMk id="9" creationId="{C84E959A-02C3-1897-2516-7E4E4FEBC172}"/>
          </ac:spMkLst>
        </pc:spChg>
        <pc:spChg chg="add mod">
          <ac:chgData name="CARLOS RONNY DE SOUSA" userId="7766a9d9-77fd-498d-8322-f6da8d912cdf" providerId="ADAL" clId="{01E4E31F-B00E-47C5-92AB-1A792C532E54}" dt="2023-08-07T04:53:07.671" v="323" actId="26606"/>
          <ac:spMkLst>
            <pc:docMk/>
            <pc:sldMk cId="2257755061" sldId="291"/>
            <ac:spMk id="12" creationId="{1897D117-D815-2167-B3F4-D04545B23580}"/>
          </ac:spMkLst>
        </pc:spChg>
        <pc:picChg chg="add del mod">
          <ac:chgData name="CARLOS RONNY DE SOUSA" userId="7766a9d9-77fd-498d-8322-f6da8d912cdf" providerId="ADAL" clId="{01E4E31F-B00E-47C5-92AB-1A792C532E54}" dt="2023-08-07T04:52:12.732" v="321" actId="931"/>
          <ac:picMkLst>
            <pc:docMk/>
            <pc:sldMk cId="2257755061" sldId="291"/>
            <ac:picMk id="5" creationId="{D006F83B-F929-94A2-749B-7B0511164E4D}"/>
          </ac:picMkLst>
        </pc:picChg>
        <pc:picChg chg="add del mod">
          <ac:chgData name="CARLOS RONNY DE SOUSA" userId="7766a9d9-77fd-498d-8322-f6da8d912cdf" providerId="ADAL" clId="{01E4E31F-B00E-47C5-92AB-1A792C532E54}" dt="2023-08-07T04:52:12.732" v="321" actId="931"/>
          <ac:picMkLst>
            <pc:docMk/>
            <pc:sldMk cId="2257755061" sldId="291"/>
            <ac:picMk id="8" creationId="{6035FDE5-6863-D9ED-9A57-E0EC907DF2DA}"/>
          </ac:picMkLst>
        </pc:picChg>
        <pc:picChg chg="add mod">
          <ac:chgData name="CARLOS RONNY DE SOUSA" userId="7766a9d9-77fd-498d-8322-f6da8d912cdf" providerId="ADAL" clId="{01E4E31F-B00E-47C5-92AB-1A792C532E54}" dt="2023-08-07T04:53:07.671" v="323" actId="26606"/>
          <ac:picMkLst>
            <pc:docMk/>
            <pc:sldMk cId="2257755061" sldId="291"/>
            <ac:picMk id="11" creationId="{EDB840F0-EA2E-A38A-5C6A-00977FB5E6A8}"/>
          </ac:picMkLst>
        </pc:picChg>
      </pc:sldChg>
      <pc:sldChg chg="addSp modSp mod setBg">
        <pc:chgData name="CARLOS RONNY DE SOUSA" userId="7766a9d9-77fd-498d-8322-f6da8d912cdf" providerId="ADAL" clId="{01E4E31F-B00E-47C5-92AB-1A792C532E54}" dt="2023-08-07T04:53:35.813" v="324" actId="26606"/>
        <pc:sldMkLst>
          <pc:docMk/>
          <pc:sldMk cId="306864413" sldId="293"/>
        </pc:sldMkLst>
        <pc:spChg chg="mod">
          <ac:chgData name="CARLOS RONNY DE SOUSA" userId="7766a9d9-77fd-498d-8322-f6da8d912cdf" providerId="ADAL" clId="{01E4E31F-B00E-47C5-92AB-1A792C532E54}" dt="2023-08-07T04:53:35.813" v="324" actId="26606"/>
          <ac:spMkLst>
            <pc:docMk/>
            <pc:sldMk cId="306864413" sldId="293"/>
            <ac:spMk id="2" creationId="{D1B4026F-4619-039E-6F10-A9D756BBD755}"/>
          </ac:spMkLst>
        </pc:spChg>
        <pc:spChg chg="mod">
          <ac:chgData name="CARLOS RONNY DE SOUSA" userId="7766a9d9-77fd-498d-8322-f6da8d912cdf" providerId="ADAL" clId="{01E4E31F-B00E-47C5-92AB-1A792C532E54}" dt="2023-08-07T04:53:35.813" v="324" actId="26606"/>
          <ac:spMkLst>
            <pc:docMk/>
            <pc:sldMk cId="306864413" sldId="293"/>
            <ac:spMk id="3" creationId="{14BA818D-BF36-EFD9-4EC9-E0A9C3100CE7}"/>
          </ac:spMkLst>
        </pc:spChg>
        <pc:picChg chg="add">
          <ac:chgData name="CARLOS RONNY DE SOUSA" userId="7766a9d9-77fd-498d-8322-f6da8d912cdf" providerId="ADAL" clId="{01E4E31F-B00E-47C5-92AB-1A792C532E54}" dt="2023-08-07T04:53:35.813" v="324" actId="26606"/>
          <ac:picMkLst>
            <pc:docMk/>
            <pc:sldMk cId="306864413" sldId="293"/>
            <ac:picMk id="5" creationId="{BA5F0D7F-AD8C-4BD8-3738-B3EB8088A1A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80F1D-2C10-4B3E-B747-2BC06B0E25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F44B5A-1547-4047-90B9-614DBB98E38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Complexidade crescente no desenvolvimento de software</a:t>
          </a:r>
          <a:endParaRPr lang="en-US" b="1" dirty="0"/>
        </a:p>
      </dgm:t>
    </dgm:pt>
    <dgm:pt modelId="{FF1B18CB-3D5A-4907-94A8-CBD49D0133BA}" type="parTrans" cxnId="{DD34F92A-A9D3-4816-A182-06EFBFF276CA}">
      <dgm:prSet/>
      <dgm:spPr/>
      <dgm:t>
        <a:bodyPr/>
        <a:lstStyle/>
        <a:p>
          <a:endParaRPr lang="en-US"/>
        </a:p>
      </dgm:t>
    </dgm:pt>
    <dgm:pt modelId="{FB1452CF-90AF-4B9E-B1FD-AAE13668D7C2}" type="sibTrans" cxnId="{DD34F92A-A9D3-4816-A182-06EFBFF276CA}">
      <dgm:prSet/>
      <dgm:spPr/>
      <dgm:t>
        <a:bodyPr/>
        <a:lstStyle/>
        <a:p>
          <a:endParaRPr lang="en-US"/>
        </a:p>
      </dgm:t>
    </dgm:pt>
    <dgm:pt modelId="{F42A1AB4-BDD6-401B-862A-E39EF2F0AE0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Múltiplos desenvolvedores, múltiplas funcionalidades</a:t>
          </a:r>
          <a:endParaRPr lang="en-US"/>
        </a:p>
      </dgm:t>
    </dgm:pt>
    <dgm:pt modelId="{8FBEFD71-0373-439C-AD93-3587F58B524E}" type="parTrans" cxnId="{B31D9C06-78AB-4A94-A719-FA46E4D50A10}">
      <dgm:prSet/>
      <dgm:spPr/>
      <dgm:t>
        <a:bodyPr/>
        <a:lstStyle/>
        <a:p>
          <a:endParaRPr lang="en-US"/>
        </a:p>
      </dgm:t>
    </dgm:pt>
    <dgm:pt modelId="{C00CC26B-1587-4B7C-9232-BB6F66D460CF}" type="sibTrans" cxnId="{B31D9C06-78AB-4A94-A719-FA46E4D50A10}">
      <dgm:prSet/>
      <dgm:spPr/>
      <dgm:t>
        <a:bodyPr/>
        <a:lstStyle/>
        <a:p>
          <a:endParaRPr lang="en-US"/>
        </a:p>
      </dgm:t>
    </dgm:pt>
    <dgm:pt modelId="{68B96C3C-14BE-47B1-B693-514A805D45F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Ciclos de lançamento mais curtos</a:t>
          </a:r>
          <a:endParaRPr lang="en-US" b="1" dirty="0"/>
        </a:p>
      </dgm:t>
    </dgm:pt>
    <dgm:pt modelId="{CB932D08-3CDA-4433-BE50-1648753A2208}" type="parTrans" cxnId="{62D2C893-9EAD-46EF-B34B-1D689AF30C76}">
      <dgm:prSet/>
      <dgm:spPr/>
      <dgm:t>
        <a:bodyPr/>
        <a:lstStyle/>
        <a:p>
          <a:endParaRPr lang="en-US"/>
        </a:p>
      </dgm:t>
    </dgm:pt>
    <dgm:pt modelId="{AA984DB9-D5AF-4501-B984-0D6C4AF781D6}" type="sibTrans" cxnId="{62D2C893-9EAD-46EF-B34B-1D689AF30C76}">
      <dgm:prSet/>
      <dgm:spPr/>
      <dgm:t>
        <a:bodyPr/>
        <a:lstStyle/>
        <a:p>
          <a:endParaRPr lang="en-US"/>
        </a:p>
      </dgm:t>
    </dgm:pt>
    <dgm:pt modelId="{CA740511-DDDC-45C9-8573-AF5E72F5F27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Atender às expectativas dos usuários em constante mudança</a:t>
          </a:r>
          <a:endParaRPr lang="en-US"/>
        </a:p>
      </dgm:t>
    </dgm:pt>
    <dgm:pt modelId="{16285B94-3DD3-4E63-A67E-C99EE640E084}" type="parTrans" cxnId="{0984423D-EB20-4EE4-B4AC-B05E878313B0}">
      <dgm:prSet/>
      <dgm:spPr/>
      <dgm:t>
        <a:bodyPr/>
        <a:lstStyle/>
        <a:p>
          <a:endParaRPr lang="en-US"/>
        </a:p>
      </dgm:t>
    </dgm:pt>
    <dgm:pt modelId="{80EDD8F6-FA21-4628-B07A-E7A8C99014EF}" type="sibTrans" cxnId="{0984423D-EB20-4EE4-B4AC-B05E878313B0}">
      <dgm:prSet/>
      <dgm:spPr/>
      <dgm:t>
        <a:bodyPr/>
        <a:lstStyle/>
        <a:p>
          <a:endParaRPr lang="en-US"/>
        </a:p>
      </dgm:t>
    </dgm:pt>
    <dgm:pt modelId="{D79A5F43-9CD7-4710-AF34-571FB39E28F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i="0" dirty="0"/>
            <a:t>Redução de erros e conflitos</a:t>
          </a:r>
          <a:endParaRPr lang="en-US" b="1" dirty="0"/>
        </a:p>
      </dgm:t>
    </dgm:pt>
    <dgm:pt modelId="{3BBDDBC6-9654-4240-A222-B01C7087322D}" type="parTrans" cxnId="{B5733BA3-A662-4195-B392-3D944FB6D3A0}">
      <dgm:prSet/>
      <dgm:spPr/>
      <dgm:t>
        <a:bodyPr/>
        <a:lstStyle/>
        <a:p>
          <a:endParaRPr lang="en-US"/>
        </a:p>
      </dgm:t>
    </dgm:pt>
    <dgm:pt modelId="{50FF9EC7-AA8B-4E71-957D-2650DDBCBF86}" type="sibTrans" cxnId="{B5733BA3-A662-4195-B392-3D944FB6D3A0}">
      <dgm:prSet/>
      <dgm:spPr/>
      <dgm:t>
        <a:bodyPr/>
        <a:lstStyle/>
        <a:p>
          <a:endParaRPr lang="en-US"/>
        </a:p>
      </dgm:t>
    </dgm:pt>
    <dgm:pt modelId="{986FE987-D902-4938-880D-1245AF81AA5D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Identificação precoce de problemas, diminuição de conflitos de integração</a:t>
          </a:r>
          <a:endParaRPr lang="en-US"/>
        </a:p>
      </dgm:t>
    </dgm:pt>
    <dgm:pt modelId="{EE66130F-6F93-4B33-A6ED-AF01129B657D}" type="parTrans" cxnId="{2E4DDAD2-68F3-42CD-8317-4C2529FC106A}">
      <dgm:prSet/>
      <dgm:spPr/>
      <dgm:t>
        <a:bodyPr/>
        <a:lstStyle/>
        <a:p>
          <a:endParaRPr lang="en-US"/>
        </a:p>
      </dgm:t>
    </dgm:pt>
    <dgm:pt modelId="{916810C0-E5BC-4CCA-83D1-9C10A896236F}" type="sibTrans" cxnId="{2E4DDAD2-68F3-42CD-8317-4C2529FC106A}">
      <dgm:prSet/>
      <dgm:spPr/>
      <dgm:t>
        <a:bodyPr/>
        <a:lstStyle/>
        <a:p>
          <a:endParaRPr lang="en-US"/>
        </a:p>
      </dgm:t>
    </dgm:pt>
    <dgm:pt modelId="{1BBDF28E-49DE-408A-9390-87D842355875}" type="pres">
      <dgm:prSet presAssocID="{31480F1D-2C10-4B3E-B747-2BC06B0E2559}" presName="root" presStyleCnt="0">
        <dgm:presLayoutVars>
          <dgm:dir/>
          <dgm:resizeHandles val="exact"/>
        </dgm:presLayoutVars>
      </dgm:prSet>
      <dgm:spPr/>
    </dgm:pt>
    <dgm:pt modelId="{E0FC14A3-6C08-4765-B6A7-E34BF5169FD6}" type="pres">
      <dgm:prSet presAssocID="{C1F44B5A-1547-4047-90B9-614DBB98E382}" presName="compNode" presStyleCnt="0"/>
      <dgm:spPr/>
    </dgm:pt>
    <dgm:pt modelId="{0AB0BBD0-6119-41C7-9B8E-816493AB72C8}" type="pres">
      <dgm:prSet presAssocID="{C1F44B5A-1547-4047-90B9-614DBB98E382}" presName="bgRect" presStyleLbl="bgShp" presStyleIdx="0" presStyleCnt="3" custLinFactNeighborX="-4355"/>
      <dgm:spPr/>
    </dgm:pt>
    <dgm:pt modelId="{8278DA69-DF80-42B3-8E68-DF5788055E78}" type="pres">
      <dgm:prSet presAssocID="{C1F44B5A-1547-4047-90B9-614DBB98E3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ércio eletrônico"/>
        </a:ext>
      </dgm:extLst>
    </dgm:pt>
    <dgm:pt modelId="{94D2E430-0BAE-4D8A-B6DD-AE5CE34F7269}" type="pres">
      <dgm:prSet presAssocID="{C1F44B5A-1547-4047-90B9-614DBB98E382}" presName="spaceRect" presStyleCnt="0"/>
      <dgm:spPr/>
    </dgm:pt>
    <dgm:pt modelId="{B654A5F5-0AD5-4AFF-9D20-DCB399E412F6}" type="pres">
      <dgm:prSet presAssocID="{C1F44B5A-1547-4047-90B9-614DBB98E382}" presName="parTx" presStyleLbl="revTx" presStyleIdx="0" presStyleCnt="6">
        <dgm:presLayoutVars>
          <dgm:chMax val="0"/>
          <dgm:chPref val="0"/>
        </dgm:presLayoutVars>
      </dgm:prSet>
      <dgm:spPr/>
    </dgm:pt>
    <dgm:pt modelId="{F9CB3791-C6E3-4AAA-B5A5-33818F0EE0AA}" type="pres">
      <dgm:prSet presAssocID="{C1F44B5A-1547-4047-90B9-614DBB98E382}" presName="desTx" presStyleLbl="revTx" presStyleIdx="1" presStyleCnt="6">
        <dgm:presLayoutVars/>
      </dgm:prSet>
      <dgm:spPr/>
    </dgm:pt>
    <dgm:pt modelId="{EAF8A1C1-8E47-488B-9F77-FFC8AB4BD1CA}" type="pres">
      <dgm:prSet presAssocID="{FB1452CF-90AF-4B9E-B1FD-AAE13668D7C2}" presName="sibTrans" presStyleCnt="0"/>
      <dgm:spPr/>
    </dgm:pt>
    <dgm:pt modelId="{341C4B8B-DD9B-4004-8DBE-770D31596C62}" type="pres">
      <dgm:prSet presAssocID="{68B96C3C-14BE-47B1-B693-514A805D45F6}" presName="compNode" presStyleCnt="0"/>
      <dgm:spPr/>
    </dgm:pt>
    <dgm:pt modelId="{6928767D-81C5-49A7-87E3-F487CA5B0595}" type="pres">
      <dgm:prSet presAssocID="{68B96C3C-14BE-47B1-B693-514A805D45F6}" presName="bgRect" presStyleLbl="bgShp" presStyleIdx="1" presStyleCnt="3"/>
      <dgm:spPr/>
    </dgm:pt>
    <dgm:pt modelId="{5FC6B326-C42A-432B-9D95-B51CE79E6E60}" type="pres">
      <dgm:prSet presAssocID="{68B96C3C-14BE-47B1-B693-514A805D45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A1667FC-115B-4651-9FB6-2E74C07F65FF}" type="pres">
      <dgm:prSet presAssocID="{68B96C3C-14BE-47B1-B693-514A805D45F6}" presName="spaceRect" presStyleCnt="0"/>
      <dgm:spPr/>
    </dgm:pt>
    <dgm:pt modelId="{0A9F2E78-EE8C-488C-9D91-DB43E194E047}" type="pres">
      <dgm:prSet presAssocID="{68B96C3C-14BE-47B1-B693-514A805D45F6}" presName="parTx" presStyleLbl="revTx" presStyleIdx="2" presStyleCnt="6">
        <dgm:presLayoutVars>
          <dgm:chMax val="0"/>
          <dgm:chPref val="0"/>
        </dgm:presLayoutVars>
      </dgm:prSet>
      <dgm:spPr/>
    </dgm:pt>
    <dgm:pt modelId="{3F9394E1-FE74-43DB-9643-207DEBE59082}" type="pres">
      <dgm:prSet presAssocID="{68B96C3C-14BE-47B1-B693-514A805D45F6}" presName="desTx" presStyleLbl="revTx" presStyleIdx="3" presStyleCnt="6">
        <dgm:presLayoutVars/>
      </dgm:prSet>
      <dgm:spPr/>
    </dgm:pt>
    <dgm:pt modelId="{7973FFAB-8329-4392-8BFC-3C2DA2DEC8F9}" type="pres">
      <dgm:prSet presAssocID="{AA984DB9-D5AF-4501-B984-0D6C4AF781D6}" presName="sibTrans" presStyleCnt="0"/>
      <dgm:spPr/>
    </dgm:pt>
    <dgm:pt modelId="{1709DD1C-E0DE-4C17-898C-CD7D1817A121}" type="pres">
      <dgm:prSet presAssocID="{D79A5F43-9CD7-4710-AF34-571FB39E28FB}" presName="compNode" presStyleCnt="0"/>
      <dgm:spPr/>
    </dgm:pt>
    <dgm:pt modelId="{0B2B1B72-D2AA-47C4-A658-12C65FA87CFA}" type="pres">
      <dgm:prSet presAssocID="{D79A5F43-9CD7-4710-AF34-571FB39E28FB}" presName="bgRect" presStyleLbl="bgShp" presStyleIdx="2" presStyleCnt="3"/>
      <dgm:spPr/>
    </dgm:pt>
    <dgm:pt modelId="{DA994153-453C-47AD-9C99-A52F779D82A6}" type="pres">
      <dgm:prSet presAssocID="{D79A5F43-9CD7-4710-AF34-571FB39E28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FBF469E4-05E3-454C-90B9-E0DACDC98345}" type="pres">
      <dgm:prSet presAssocID="{D79A5F43-9CD7-4710-AF34-571FB39E28FB}" presName="spaceRect" presStyleCnt="0"/>
      <dgm:spPr/>
    </dgm:pt>
    <dgm:pt modelId="{DEED5E72-6C9E-4E14-84A9-6C5C01DE846E}" type="pres">
      <dgm:prSet presAssocID="{D79A5F43-9CD7-4710-AF34-571FB39E28FB}" presName="parTx" presStyleLbl="revTx" presStyleIdx="4" presStyleCnt="6">
        <dgm:presLayoutVars>
          <dgm:chMax val="0"/>
          <dgm:chPref val="0"/>
        </dgm:presLayoutVars>
      </dgm:prSet>
      <dgm:spPr/>
    </dgm:pt>
    <dgm:pt modelId="{74A95647-13CD-4342-B86A-00D3D9316DCB}" type="pres">
      <dgm:prSet presAssocID="{D79A5F43-9CD7-4710-AF34-571FB39E28FB}" presName="desTx" presStyleLbl="revTx" presStyleIdx="5" presStyleCnt="6">
        <dgm:presLayoutVars/>
      </dgm:prSet>
      <dgm:spPr/>
    </dgm:pt>
  </dgm:ptLst>
  <dgm:cxnLst>
    <dgm:cxn modelId="{B31D9C06-78AB-4A94-A719-FA46E4D50A10}" srcId="{C1F44B5A-1547-4047-90B9-614DBB98E382}" destId="{F42A1AB4-BDD6-401B-862A-E39EF2F0AE09}" srcOrd="0" destOrd="0" parTransId="{8FBEFD71-0373-439C-AD93-3587F58B524E}" sibTransId="{C00CC26B-1587-4B7C-9232-BB6F66D460CF}"/>
    <dgm:cxn modelId="{6284181A-0600-42F9-B816-DA364C1B4706}" type="presOf" srcId="{CA740511-DDDC-45C9-8573-AF5E72F5F274}" destId="{3F9394E1-FE74-43DB-9643-207DEBE59082}" srcOrd="0" destOrd="0" presId="urn:microsoft.com/office/officeart/2018/2/layout/IconVerticalSolidList"/>
    <dgm:cxn modelId="{72F8671C-1378-4729-B558-C8369950D2FD}" type="presOf" srcId="{D79A5F43-9CD7-4710-AF34-571FB39E28FB}" destId="{DEED5E72-6C9E-4E14-84A9-6C5C01DE846E}" srcOrd="0" destOrd="0" presId="urn:microsoft.com/office/officeart/2018/2/layout/IconVerticalSolidList"/>
    <dgm:cxn modelId="{DD34F92A-A9D3-4816-A182-06EFBFF276CA}" srcId="{31480F1D-2C10-4B3E-B747-2BC06B0E2559}" destId="{C1F44B5A-1547-4047-90B9-614DBB98E382}" srcOrd="0" destOrd="0" parTransId="{FF1B18CB-3D5A-4907-94A8-CBD49D0133BA}" sibTransId="{FB1452CF-90AF-4B9E-B1FD-AAE13668D7C2}"/>
    <dgm:cxn modelId="{3C49222D-3356-4684-B2DE-D1FD38C433B8}" type="presOf" srcId="{31480F1D-2C10-4B3E-B747-2BC06B0E2559}" destId="{1BBDF28E-49DE-408A-9390-87D842355875}" srcOrd="0" destOrd="0" presId="urn:microsoft.com/office/officeart/2018/2/layout/IconVerticalSolidList"/>
    <dgm:cxn modelId="{0984423D-EB20-4EE4-B4AC-B05E878313B0}" srcId="{68B96C3C-14BE-47B1-B693-514A805D45F6}" destId="{CA740511-DDDC-45C9-8573-AF5E72F5F274}" srcOrd="0" destOrd="0" parTransId="{16285B94-3DD3-4E63-A67E-C99EE640E084}" sibTransId="{80EDD8F6-FA21-4628-B07A-E7A8C99014EF}"/>
    <dgm:cxn modelId="{17347A4D-34B9-4DF6-AB99-34DF48E44719}" type="presOf" srcId="{F42A1AB4-BDD6-401B-862A-E39EF2F0AE09}" destId="{F9CB3791-C6E3-4AAA-B5A5-33818F0EE0AA}" srcOrd="0" destOrd="0" presId="urn:microsoft.com/office/officeart/2018/2/layout/IconVerticalSolidList"/>
    <dgm:cxn modelId="{6097667E-68F4-48C3-A680-B08E329A1C17}" type="presOf" srcId="{C1F44B5A-1547-4047-90B9-614DBB98E382}" destId="{B654A5F5-0AD5-4AFF-9D20-DCB399E412F6}" srcOrd="0" destOrd="0" presId="urn:microsoft.com/office/officeart/2018/2/layout/IconVerticalSolidList"/>
    <dgm:cxn modelId="{62D2C893-9EAD-46EF-B34B-1D689AF30C76}" srcId="{31480F1D-2C10-4B3E-B747-2BC06B0E2559}" destId="{68B96C3C-14BE-47B1-B693-514A805D45F6}" srcOrd="1" destOrd="0" parTransId="{CB932D08-3CDA-4433-BE50-1648753A2208}" sibTransId="{AA984DB9-D5AF-4501-B984-0D6C4AF781D6}"/>
    <dgm:cxn modelId="{B5733BA3-A662-4195-B392-3D944FB6D3A0}" srcId="{31480F1D-2C10-4B3E-B747-2BC06B0E2559}" destId="{D79A5F43-9CD7-4710-AF34-571FB39E28FB}" srcOrd="2" destOrd="0" parTransId="{3BBDDBC6-9654-4240-A222-B01C7087322D}" sibTransId="{50FF9EC7-AA8B-4E71-957D-2650DDBCBF86}"/>
    <dgm:cxn modelId="{47C3CDAF-23FD-443F-925A-8D7D097BC84F}" type="presOf" srcId="{986FE987-D902-4938-880D-1245AF81AA5D}" destId="{74A95647-13CD-4342-B86A-00D3D9316DCB}" srcOrd="0" destOrd="0" presId="urn:microsoft.com/office/officeart/2018/2/layout/IconVerticalSolidList"/>
    <dgm:cxn modelId="{2E4DDAD2-68F3-42CD-8317-4C2529FC106A}" srcId="{D79A5F43-9CD7-4710-AF34-571FB39E28FB}" destId="{986FE987-D902-4938-880D-1245AF81AA5D}" srcOrd="0" destOrd="0" parTransId="{EE66130F-6F93-4B33-A6ED-AF01129B657D}" sibTransId="{916810C0-E5BC-4CCA-83D1-9C10A896236F}"/>
    <dgm:cxn modelId="{FD30B3FB-C9D6-49B0-8C77-5FD8DD53A955}" type="presOf" srcId="{68B96C3C-14BE-47B1-B693-514A805D45F6}" destId="{0A9F2E78-EE8C-488C-9D91-DB43E194E047}" srcOrd="0" destOrd="0" presId="urn:microsoft.com/office/officeart/2018/2/layout/IconVerticalSolidList"/>
    <dgm:cxn modelId="{AE6926F7-4D0D-4FFC-A9D7-BAE5FE78E964}" type="presParOf" srcId="{1BBDF28E-49DE-408A-9390-87D842355875}" destId="{E0FC14A3-6C08-4765-B6A7-E34BF5169FD6}" srcOrd="0" destOrd="0" presId="urn:microsoft.com/office/officeart/2018/2/layout/IconVerticalSolidList"/>
    <dgm:cxn modelId="{6EAD4BA0-9AB9-41DA-AA6A-34E4834C10D8}" type="presParOf" srcId="{E0FC14A3-6C08-4765-B6A7-E34BF5169FD6}" destId="{0AB0BBD0-6119-41C7-9B8E-816493AB72C8}" srcOrd="0" destOrd="0" presId="urn:microsoft.com/office/officeart/2018/2/layout/IconVerticalSolidList"/>
    <dgm:cxn modelId="{0F62E328-B450-4612-9E67-657FBFEEB57D}" type="presParOf" srcId="{E0FC14A3-6C08-4765-B6A7-E34BF5169FD6}" destId="{8278DA69-DF80-42B3-8E68-DF5788055E78}" srcOrd="1" destOrd="0" presId="urn:microsoft.com/office/officeart/2018/2/layout/IconVerticalSolidList"/>
    <dgm:cxn modelId="{9035A7C3-307A-4BF2-909E-0D90D71C90CE}" type="presParOf" srcId="{E0FC14A3-6C08-4765-B6A7-E34BF5169FD6}" destId="{94D2E430-0BAE-4D8A-B6DD-AE5CE34F7269}" srcOrd="2" destOrd="0" presId="urn:microsoft.com/office/officeart/2018/2/layout/IconVerticalSolidList"/>
    <dgm:cxn modelId="{2FC430F8-1970-4731-B22F-3C4118336714}" type="presParOf" srcId="{E0FC14A3-6C08-4765-B6A7-E34BF5169FD6}" destId="{B654A5F5-0AD5-4AFF-9D20-DCB399E412F6}" srcOrd="3" destOrd="0" presId="urn:microsoft.com/office/officeart/2018/2/layout/IconVerticalSolidList"/>
    <dgm:cxn modelId="{68C48BA8-23D7-465C-8CE9-0918217A2964}" type="presParOf" srcId="{E0FC14A3-6C08-4765-B6A7-E34BF5169FD6}" destId="{F9CB3791-C6E3-4AAA-B5A5-33818F0EE0AA}" srcOrd="4" destOrd="0" presId="urn:microsoft.com/office/officeart/2018/2/layout/IconVerticalSolidList"/>
    <dgm:cxn modelId="{A53C497E-0D8E-41BC-9AE4-EC4E8ECBCE51}" type="presParOf" srcId="{1BBDF28E-49DE-408A-9390-87D842355875}" destId="{EAF8A1C1-8E47-488B-9F77-FFC8AB4BD1CA}" srcOrd="1" destOrd="0" presId="urn:microsoft.com/office/officeart/2018/2/layout/IconVerticalSolidList"/>
    <dgm:cxn modelId="{3A18FA7A-5E95-42A3-95BD-2F2CFB1D52D2}" type="presParOf" srcId="{1BBDF28E-49DE-408A-9390-87D842355875}" destId="{341C4B8B-DD9B-4004-8DBE-770D31596C62}" srcOrd="2" destOrd="0" presId="urn:microsoft.com/office/officeart/2018/2/layout/IconVerticalSolidList"/>
    <dgm:cxn modelId="{1E816E4A-1E73-4C4C-BB7E-512F8F2995B9}" type="presParOf" srcId="{341C4B8B-DD9B-4004-8DBE-770D31596C62}" destId="{6928767D-81C5-49A7-87E3-F487CA5B0595}" srcOrd="0" destOrd="0" presId="urn:microsoft.com/office/officeart/2018/2/layout/IconVerticalSolidList"/>
    <dgm:cxn modelId="{FB8C3AF6-7165-44B3-AE9E-2133B76F96FF}" type="presParOf" srcId="{341C4B8B-DD9B-4004-8DBE-770D31596C62}" destId="{5FC6B326-C42A-432B-9D95-B51CE79E6E60}" srcOrd="1" destOrd="0" presId="urn:microsoft.com/office/officeart/2018/2/layout/IconVerticalSolidList"/>
    <dgm:cxn modelId="{0A98B674-847C-497D-863D-E83A189F2C4C}" type="presParOf" srcId="{341C4B8B-DD9B-4004-8DBE-770D31596C62}" destId="{5A1667FC-115B-4651-9FB6-2E74C07F65FF}" srcOrd="2" destOrd="0" presId="urn:microsoft.com/office/officeart/2018/2/layout/IconVerticalSolidList"/>
    <dgm:cxn modelId="{E9B3A691-F5D0-48AD-B650-52C9501320AC}" type="presParOf" srcId="{341C4B8B-DD9B-4004-8DBE-770D31596C62}" destId="{0A9F2E78-EE8C-488C-9D91-DB43E194E047}" srcOrd="3" destOrd="0" presId="urn:microsoft.com/office/officeart/2018/2/layout/IconVerticalSolidList"/>
    <dgm:cxn modelId="{727BB072-2950-4C3D-AA28-643B638CB154}" type="presParOf" srcId="{341C4B8B-DD9B-4004-8DBE-770D31596C62}" destId="{3F9394E1-FE74-43DB-9643-207DEBE59082}" srcOrd="4" destOrd="0" presId="urn:microsoft.com/office/officeart/2018/2/layout/IconVerticalSolidList"/>
    <dgm:cxn modelId="{4581E8CA-1046-4C12-B532-BFE52D7404A5}" type="presParOf" srcId="{1BBDF28E-49DE-408A-9390-87D842355875}" destId="{7973FFAB-8329-4392-8BFC-3C2DA2DEC8F9}" srcOrd="3" destOrd="0" presId="urn:microsoft.com/office/officeart/2018/2/layout/IconVerticalSolidList"/>
    <dgm:cxn modelId="{21733276-A8C6-47DA-8AB1-018626731E31}" type="presParOf" srcId="{1BBDF28E-49DE-408A-9390-87D842355875}" destId="{1709DD1C-E0DE-4C17-898C-CD7D1817A121}" srcOrd="4" destOrd="0" presId="urn:microsoft.com/office/officeart/2018/2/layout/IconVerticalSolidList"/>
    <dgm:cxn modelId="{574FDA63-4D21-4980-8A73-F11C9E444D35}" type="presParOf" srcId="{1709DD1C-E0DE-4C17-898C-CD7D1817A121}" destId="{0B2B1B72-D2AA-47C4-A658-12C65FA87CFA}" srcOrd="0" destOrd="0" presId="urn:microsoft.com/office/officeart/2018/2/layout/IconVerticalSolidList"/>
    <dgm:cxn modelId="{35E4F32A-24E8-41D2-AFF3-CD403DC44DE3}" type="presParOf" srcId="{1709DD1C-E0DE-4C17-898C-CD7D1817A121}" destId="{DA994153-453C-47AD-9C99-A52F779D82A6}" srcOrd="1" destOrd="0" presId="urn:microsoft.com/office/officeart/2018/2/layout/IconVerticalSolidList"/>
    <dgm:cxn modelId="{D2D0EEB4-206F-45A0-AEFB-76A42EEDFCF0}" type="presParOf" srcId="{1709DD1C-E0DE-4C17-898C-CD7D1817A121}" destId="{FBF469E4-05E3-454C-90B9-E0DACDC98345}" srcOrd="2" destOrd="0" presId="urn:microsoft.com/office/officeart/2018/2/layout/IconVerticalSolidList"/>
    <dgm:cxn modelId="{2CEB282D-3582-459F-B8FA-911DF1B97E09}" type="presParOf" srcId="{1709DD1C-E0DE-4C17-898C-CD7D1817A121}" destId="{DEED5E72-6C9E-4E14-84A9-6C5C01DE846E}" srcOrd="3" destOrd="0" presId="urn:microsoft.com/office/officeart/2018/2/layout/IconVerticalSolidList"/>
    <dgm:cxn modelId="{D4585A76-CD86-42E7-B76E-410A5B5387AA}" type="presParOf" srcId="{1709DD1C-E0DE-4C17-898C-CD7D1817A121}" destId="{74A95647-13CD-4342-B86A-00D3D9316DC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13C8ED-B0A4-4D94-B6F1-336A9754A3B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B63847-B3F0-4BD8-960F-3C99723C2AB4}">
      <dgm:prSet/>
      <dgm:spPr/>
      <dgm:t>
        <a:bodyPr/>
        <a:lstStyle/>
        <a:p>
          <a:r>
            <a:rPr lang="pt-BR" b="1" i="0" dirty="0"/>
            <a:t>Detecção precoce de erros</a:t>
          </a:r>
          <a:r>
            <a:rPr lang="pt-BR" b="0" i="0" dirty="0"/>
            <a:t>: Através de testes automatizados, erros são identificados imediatamente após a integração, reduzindo a complexidade da solução.</a:t>
          </a:r>
          <a:endParaRPr lang="en-US" dirty="0"/>
        </a:p>
      </dgm:t>
    </dgm:pt>
    <dgm:pt modelId="{CA322386-4ECA-4AF9-BD16-DCF3DBD7A4B3}" type="parTrans" cxnId="{77E4F9FF-1910-40DE-9111-209E1BEE33C3}">
      <dgm:prSet/>
      <dgm:spPr/>
      <dgm:t>
        <a:bodyPr/>
        <a:lstStyle/>
        <a:p>
          <a:endParaRPr lang="en-US"/>
        </a:p>
      </dgm:t>
    </dgm:pt>
    <dgm:pt modelId="{5455CF85-83E9-47FA-A875-F5EE85ADE323}" type="sibTrans" cxnId="{77E4F9FF-1910-40DE-9111-209E1BEE33C3}">
      <dgm:prSet/>
      <dgm:spPr/>
      <dgm:t>
        <a:bodyPr/>
        <a:lstStyle/>
        <a:p>
          <a:endParaRPr lang="en-US"/>
        </a:p>
      </dgm:t>
    </dgm:pt>
    <dgm:pt modelId="{1CE9DFDA-A493-4750-AED4-9464E6E8E352}">
      <dgm:prSet/>
      <dgm:spPr/>
      <dgm:t>
        <a:bodyPr/>
        <a:lstStyle/>
        <a:p>
          <a:r>
            <a:rPr lang="pt-BR" b="1" i="0" dirty="0"/>
            <a:t>Integração suave de código</a:t>
          </a:r>
          <a:r>
            <a:rPr lang="pt-BR" b="0" i="0" dirty="0"/>
            <a:t>: A prática frequente de mesclar código reduz conflitos, pois pequenas alterações são mais fáceis de gerenciar.</a:t>
          </a:r>
          <a:endParaRPr lang="en-US" dirty="0"/>
        </a:p>
      </dgm:t>
    </dgm:pt>
    <dgm:pt modelId="{63D567BF-38F4-47D4-A0DA-2D7EA49A6C80}" type="parTrans" cxnId="{0C88AD90-4471-4720-955B-D2996012967D}">
      <dgm:prSet/>
      <dgm:spPr/>
      <dgm:t>
        <a:bodyPr/>
        <a:lstStyle/>
        <a:p>
          <a:endParaRPr lang="en-US"/>
        </a:p>
      </dgm:t>
    </dgm:pt>
    <dgm:pt modelId="{C279FA53-F5C2-459F-9DE8-D6847B048F69}" type="sibTrans" cxnId="{0C88AD90-4471-4720-955B-D2996012967D}">
      <dgm:prSet/>
      <dgm:spPr/>
      <dgm:t>
        <a:bodyPr/>
        <a:lstStyle/>
        <a:p>
          <a:endParaRPr lang="en-US"/>
        </a:p>
      </dgm:t>
    </dgm:pt>
    <dgm:pt modelId="{D9FE3972-D7FB-4AFA-A4FC-2AC16AA443CC}">
      <dgm:prSet/>
      <dgm:spPr/>
      <dgm:t>
        <a:bodyPr/>
        <a:lstStyle/>
        <a:p>
          <a:r>
            <a:rPr lang="pt-BR" b="1" i="0"/>
            <a:t>Feedback imediato</a:t>
          </a:r>
          <a:r>
            <a:rPr lang="pt-BR" b="0" i="0"/>
            <a:t>: Desenvolvedores recebem feedback sobre a qualidade do código instantaneamente, permitindo correções rápidas.</a:t>
          </a:r>
          <a:endParaRPr lang="en-US"/>
        </a:p>
      </dgm:t>
    </dgm:pt>
    <dgm:pt modelId="{13F9EBCC-79F1-42BB-B025-012986A53BD3}" type="parTrans" cxnId="{415BE28B-3143-4BBD-899E-98B5608294CD}">
      <dgm:prSet/>
      <dgm:spPr/>
      <dgm:t>
        <a:bodyPr/>
        <a:lstStyle/>
        <a:p>
          <a:endParaRPr lang="en-US"/>
        </a:p>
      </dgm:t>
    </dgm:pt>
    <dgm:pt modelId="{C9A26225-FDAE-4EDE-A9D0-E714F3E17313}" type="sibTrans" cxnId="{415BE28B-3143-4BBD-899E-98B5608294CD}">
      <dgm:prSet/>
      <dgm:spPr/>
      <dgm:t>
        <a:bodyPr/>
        <a:lstStyle/>
        <a:p>
          <a:endParaRPr lang="en-US"/>
        </a:p>
      </dgm:t>
    </dgm:pt>
    <dgm:pt modelId="{68093E04-98EB-4F7F-8BDE-51C1B2D0D253}" type="pres">
      <dgm:prSet presAssocID="{7413C8ED-B0A4-4D94-B6F1-336A9754A3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A25AD02-ECB1-40E6-9F37-897352BD8488}" type="pres">
      <dgm:prSet presAssocID="{73B63847-B3F0-4BD8-960F-3C99723C2AB4}" presName="hierRoot1" presStyleCnt="0"/>
      <dgm:spPr/>
    </dgm:pt>
    <dgm:pt modelId="{EF393B76-4A40-4D04-B5D7-65D64EFEEBF6}" type="pres">
      <dgm:prSet presAssocID="{73B63847-B3F0-4BD8-960F-3C99723C2AB4}" presName="composite" presStyleCnt="0"/>
      <dgm:spPr/>
    </dgm:pt>
    <dgm:pt modelId="{2DC24E62-0566-43D6-8A61-548CC730EFFA}" type="pres">
      <dgm:prSet presAssocID="{73B63847-B3F0-4BD8-960F-3C99723C2AB4}" presName="background" presStyleLbl="node0" presStyleIdx="0" presStyleCnt="3"/>
      <dgm:spPr/>
    </dgm:pt>
    <dgm:pt modelId="{98CD8BB6-9401-468E-9027-E2B0E164B030}" type="pres">
      <dgm:prSet presAssocID="{73B63847-B3F0-4BD8-960F-3C99723C2AB4}" presName="text" presStyleLbl="fgAcc0" presStyleIdx="0" presStyleCnt="3" custScaleY="159668">
        <dgm:presLayoutVars>
          <dgm:chPref val="3"/>
        </dgm:presLayoutVars>
      </dgm:prSet>
      <dgm:spPr/>
    </dgm:pt>
    <dgm:pt modelId="{1DC203FC-8B0E-4BD4-84D7-989A57CEF856}" type="pres">
      <dgm:prSet presAssocID="{73B63847-B3F0-4BD8-960F-3C99723C2AB4}" presName="hierChild2" presStyleCnt="0"/>
      <dgm:spPr/>
    </dgm:pt>
    <dgm:pt modelId="{D2A9A3A5-82F6-4E87-B9D3-E47A1F2547F9}" type="pres">
      <dgm:prSet presAssocID="{1CE9DFDA-A493-4750-AED4-9464E6E8E352}" presName="hierRoot1" presStyleCnt="0"/>
      <dgm:spPr/>
    </dgm:pt>
    <dgm:pt modelId="{D81EAAFD-225A-4C91-A8A2-8394D47B9667}" type="pres">
      <dgm:prSet presAssocID="{1CE9DFDA-A493-4750-AED4-9464E6E8E352}" presName="composite" presStyleCnt="0"/>
      <dgm:spPr/>
    </dgm:pt>
    <dgm:pt modelId="{CF8AE0F0-77D0-4FD3-AE61-3304529B43A8}" type="pres">
      <dgm:prSet presAssocID="{1CE9DFDA-A493-4750-AED4-9464E6E8E352}" presName="background" presStyleLbl="node0" presStyleIdx="1" presStyleCnt="3"/>
      <dgm:spPr/>
    </dgm:pt>
    <dgm:pt modelId="{03EA94BC-4EE1-4E8A-A9E1-2310EDB386F0}" type="pres">
      <dgm:prSet presAssocID="{1CE9DFDA-A493-4750-AED4-9464E6E8E352}" presName="text" presStyleLbl="fgAcc0" presStyleIdx="1" presStyleCnt="3" custScaleY="159668">
        <dgm:presLayoutVars>
          <dgm:chPref val="3"/>
        </dgm:presLayoutVars>
      </dgm:prSet>
      <dgm:spPr/>
    </dgm:pt>
    <dgm:pt modelId="{94309137-0615-4248-B4E7-1BE2CD80E453}" type="pres">
      <dgm:prSet presAssocID="{1CE9DFDA-A493-4750-AED4-9464E6E8E352}" presName="hierChild2" presStyleCnt="0"/>
      <dgm:spPr/>
    </dgm:pt>
    <dgm:pt modelId="{201C2EA0-A9BE-4497-85EF-EE98ACC5D2CD}" type="pres">
      <dgm:prSet presAssocID="{D9FE3972-D7FB-4AFA-A4FC-2AC16AA443CC}" presName="hierRoot1" presStyleCnt="0"/>
      <dgm:spPr/>
    </dgm:pt>
    <dgm:pt modelId="{7C6228A7-4E30-42D2-B462-21E5C3809658}" type="pres">
      <dgm:prSet presAssocID="{D9FE3972-D7FB-4AFA-A4FC-2AC16AA443CC}" presName="composite" presStyleCnt="0"/>
      <dgm:spPr/>
    </dgm:pt>
    <dgm:pt modelId="{728C04A8-7D53-47D1-8796-2F67D05813A3}" type="pres">
      <dgm:prSet presAssocID="{D9FE3972-D7FB-4AFA-A4FC-2AC16AA443CC}" presName="background" presStyleLbl="node0" presStyleIdx="2" presStyleCnt="3"/>
      <dgm:spPr/>
    </dgm:pt>
    <dgm:pt modelId="{7AE95C5F-9531-4416-A121-6C2D3949871D}" type="pres">
      <dgm:prSet presAssocID="{D9FE3972-D7FB-4AFA-A4FC-2AC16AA443CC}" presName="text" presStyleLbl="fgAcc0" presStyleIdx="2" presStyleCnt="3" custScaleY="159668">
        <dgm:presLayoutVars>
          <dgm:chPref val="3"/>
        </dgm:presLayoutVars>
      </dgm:prSet>
      <dgm:spPr/>
    </dgm:pt>
    <dgm:pt modelId="{60AF66FB-DEBE-4114-902D-E4ACADED8040}" type="pres">
      <dgm:prSet presAssocID="{D9FE3972-D7FB-4AFA-A4FC-2AC16AA443CC}" presName="hierChild2" presStyleCnt="0"/>
      <dgm:spPr/>
    </dgm:pt>
  </dgm:ptLst>
  <dgm:cxnLst>
    <dgm:cxn modelId="{DA761063-F131-406B-B81E-C9F241E33C33}" type="presOf" srcId="{D9FE3972-D7FB-4AFA-A4FC-2AC16AA443CC}" destId="{7AE95C5F-9531-4416-A121-6C2D3949871D}" srcOrd="0" destOrd="0" presId="urn:microsoft.com/office/officeart/2005/8/layout/hierarchy1"/>
    <dgm:cxn modelId="{415BE28B-3143-4BBD-899E-98B5608294CD}" srcId="{7413C8ED-B0A4-4D94-B6F1-336A9754A3B4}" destId="{D9FE3972-D7FB-4AFA-A4FC-2AC16AA443CC}" srcOrd="2" destOrd="0" parTransId="{13F9EBCC-79F1-42BB-B025-012986A53BD3}" sibTransId="{C9A26225-FDAE-4EDE-A9D0-E714F3E17313}"/>
    <dgm:cxn modelId="{0C88AD90-4471-4720-955B-D2996012967D}" srcId="{7413C8ED-B0A4-4D94-B6F1-336A9754A3B4}" destId="{1CE9DFDA-A493-4750-AED4-9464E6E8E352}" srcOrd="1" destOrd="0" parTransId="{63D567BF-38F4-47D4-A0DA-2D7EA49A6C80}" sibTransId="{C279FA53-F5C2-459F-9DE8-D6847B048F69}"/>
    <dgm:cxn modelId="{0ED3F290-7705-4A67-81C7-9CDDC3AB1D0F}" type="presOf" srcId="{7413C8ED-B0A4-4D94-B6F1-336A9754A3B4}" destId="{68093E04-98EB-4F7F-8BDE-51C1B2D0D253}" srcOrd="0" destOrd="0" presId="urn:microsoft.com/office/officeart/2005/8/layout/hierarchy1"/>
    <dgm:cxn modelId="{29A91AE0-4CDB-4715-8EC9-B3C2564540CD}" type="presOf" srcId="{1CE9DFDA-A493-4750-AED4-9464E6E8E352}" destId="{03EA94BC-4EE1-4E8A-A9E1-2310EDB386F0}" srcOrd="0" destOrd="0" presId="urn:microsoft.com/office/officeart/2005/8/layout/hierarchy1"/>
    <dgm:cxn modelId="{D6C2B6EA-D6C7-42D7-9344-B9A3A8412A18}" type="presOf" srcId="{73B63847-B3F0-4BD8-960F-3C99723C2AB4}" destId="{98CD8BB6-9401-468E-9027-E2B0E164B030}" srcOrd="0" destOrd="0" presId="urn:microsoft.com/office/officeart/2005/8/layout/hierarchy1"/>
    <dgm:cxn modelId="{77E4F9FF-1910-40DE-9111-209E1BEE33C3}" srcId="{7413C8ED-B0A4-4D94-B6F1-336A9754A3B4}" destId="{73B63847-B3F0-4BD8-960F-3C99723C2AB4}" srcOrd="0" destOrd="0" parTransId="{CA322386-4ECA-4AF9-BD16-DCF3DBD7A4B3}" sibTransId="{5455CF85-83E9-47FA-A875-F5EE85ADE323}"/>
    <dgm:cxn modelId="{D2286358-02D4-480B-A0F3-8CE77DE38612}" type="presParOf" srcId="{68093E04-98EB-4F7F-8BDE-51C1B2D0D253}" destId="{7A25AD02-ECB1-40E6-9F37-897352BD8488}" srcOrd="0" destOrd="0" presId="urn:microsoft.com/office/officeart/2005/8/layout/hierarchy1"/>
    <dgm:cxn modelId="{6902F017-C2E4-42F1-AE8D-496CAE1B5794}" type="presParOf" srcId="{7A25AD02-ECB1-40E6-9F37-897352BD8488}" destId="{EF393B76-4A40-4D04-B5D7-65D64EFEEBF6}" srcOrd="0" destOrd="0" presId="urn:microsoft.com/office/officeart/2005/8/layout/hierarchy1"/>
    <dgm:cxn modelId="{468BE5E1-F943-415C-B53B-BEC76BE1E637}" type="presParOf" srcId="{EF393B76-4A40-4D04-B5D7-65D64EFEEBF6}" destId="{2DC24E62-0566-43D6-8A61-548CC730EFFA}" srcOrd="0" destOrd="0" presId="urn:microsoft.com/office/officeart/2005/8/layout/hierarchy1"/>
    <dgm:cxn modelId="{C44C2F18-E0B1-4F33-A534-5B3BE4A60E9F}" type="presParOf" srcId="{EF393B76-4A40-4D04-B5D7-65D64EFEEBF6}" destId="{98CD8BB6-9401-468E-9027-E2B0E164B030}" srcOrd="1" destOrd="0" presId="urn:microsoft.com/office/officeart/2005/8/layout/hierarchy1"/>
    <dgm:cxn modelId="{D24B8B20-9B0C-4B02-852E-907853D59340}" type="presParOf" srcId="{7A25AD02-ECB1-40E6-9F37-897352BD8488}" destId="{1DC203FC-8B0E-4BD4-84D7-989A57CEF856}" srcOrd="1" destOrd="0" presId="urn:microsoft.com/office/officeart/2005/8/layout/hierarchy1"/>
    <dgm:cxn modelId="{0CA160E6-3D45-48DF-9C64-1081748B87C0}" type="presParOf" srcId="{68093E04-98EB-4F7F-8BDE-51C1B2D0D253}" destId="{D2A9A3A5-82F6-4E87-B9D3-E47A1F2547F9}" srcOrd="1" destOrd="0" presId="urn:microsoft.com/office/officeart/2005/8/layout/hierarchy1"/>
    <dgm:cxn modelId="{E494AAEC-9316-4923-9444-424C8050B4F0}" type="presParOf" srcId="{D2A9A3A5-82F6-4E87-B9D3-E47A1F2547F9}" destId="{D81EAAFD-225A-4C91-A8A2-8394D47B9667}" srcOrd="0" destOrd="0" presId="urn:microsoft.com/office/officeart/2005/8/layout/hierarchy1"/>
    <dgm:cxn modelId="{57E26558-BAF0-4726-9C53-EF98A55D32BB}" type="presParOf" srcId="{D81EAAFD-225A-4C91-A8A2-8394D47B9667}" destId="{CF8AE0F0-77D0-4FD3-AE61-3304529B43A8}" srcOrd="0" destOrd="0" presId="urn:microsoft.com/office/officeart/2005/8/layout/hierarchy1"/>
    <dgm:cxn modelId="{70917109-876B-4D60-9394-39D4F98C6D03}" type="presParOf" srcId="{D81EAAFD-225A-4C91-A8A2-8394D47B9667}" destId="{03EA94BC-4EE1-4E8A-A9E1-2310EDB386F0}" srcOrd="1" destOrd="0" presId="urn:microsoft.com/office/officeart/2005/8/layout/hierarchy1"/>
    <dgm:cxn modelId="{ED2CE91A-33D1-4C4D-8ABE-21BEEF321AE6}" type="presParOf" srcId="{D2A9A3A5-82F6-4E87-B9D3-E47A1F2547F9}" destId="{94309137-0615-4248-B4E7-1BE2CD80E453}" srcOrd="1" destOrd="0" presId="urn:microsoft.com/office/officeart/2005/8/layout/hierarchy1"/>
    <dgm:cxn modelId="{86275A76-12B6-4EF4-AA1E-893C0DBB4487}" type="presParOf" srcId="{68093E04-98EB-4F7F-8BDE-51C1B2D0D253}" destId="{201C2EA0-A9BE-4497-85EF-EE98ACC5D2CD}" srcOrd="2" destOrd="0" presId="urn:microsoft.com/office/officeart/2005/8/layout/hierarchy1"/>
    <dgm:cxn modelId="{D2E94AF9-9798-425F-B000-08D296D08051}" type="presParOf" srcId="{201C2EA0-A9BE-4497-85EF-EE98ACC5D2CD}" destId="{7C6228A7-4E30-42D2-B462-21E5C3809658}" srcOrd="0" destOrd="0" presId="urn:microsoft.com/office/officeart/2005/8/layout/hierarchy1"/>
    <dgm:cxn modelId="{34D0621C-7526-4C8C-9753-CEE73AE244CC}" type="presParOf" srcId="{7C6228A7-4E30-42D2-B462-21E5C3809658}" destId="{728C04A8-7D53-47D1-8796-2F67D05813A3}" srcOrd="0" destOrd="0" presId="urn:microsoft.com/office/officeart/2005/8/layout/hierarchy1"/>
    <dgm:cxn modelId="{D716DC6B-53B7-4300-9B2D-4FFD21C348BA}" type="presParOf" srcId="{7C6228A7-4E30-42D2-B462-21E5C3809658}" destId="{7AE95C5F-9531-4416-A121-6C2D3949871D}" srcOrd="1" destOrd="0" presId="urn:microsoft.com/office/officeart/2005/8/layout/hierarchy1"/>
    <dgm:cxn modelId="{85B5C638-2B9A-4F3A-8526-6E4D3E53F32C}" type="presParOf" srcId="{201C2EA0-A9BE-4497-85EF-EE98ACC5D2CD}" destId="{60AF66FB-DEBE-4114-902D-E4ACADED804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51CFB0-78D1-46A8-A392-F6333BC4F67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72BF0E3-B92F-44D0-924A-1C2F7F9BAB96}">
      <dgm:prSet/>
      <dgm:spPr/>
      <dgm:t>
        <a:bodyPr/>
        <a:lstStyle/>
        <a:p>
          <a:r>
            <a:rPr lang="pt-BR" b="1" i="0" dirty="0"/>
            <a:t>Maior rapidez nas entregas</a:t>
          </a:r>
          <a:r>
            <a:rPr lang="pt-BR" b="0" i="0" dirty="0"/>
            <a:t>: As implantações automatizadas permitem entregas mais frequentes e consistentes.</a:t>
          </a:r>
          <a:endParaRPr lang="pt-BR" dirty="0"/>
        </a:p>
      </dgm:t>
    </dgm:pt>
    <dgm:pt modelId="{755FA9CA-FFEC-4F6F-94C1-65EFFF7DDA69}" type="parTrans" cxnId="{15F8C086-4AB7-4615-8639-47DA387F46D2}">
      <dgm:prSet/>
      <dgm:spPr/>
      <dgm:t>
        <a:bodyPr/>
        <a:lstStyle/>
        <a:p>
          <a:endParaRPr lang="pt-BR"/>
        </a:p>
      </dgm:t>
    </dgm:pt>
    <dgm:pt modelId="{1DB1238C-3996-40B9-B2A0-C77448F8BE4E}" type="sibTrans" cxnId="{15F8C086-4AB7-4615-8639-47DA387F46D2}">
      <dgm:prSet/>
      <dgm:spPr/>
      <dgm:t>
        <a:bodyPr/>
        <a:lstStyle/>
        <a:p>
          <a:endParaRPr lang="pt-BR"/>
        </a:p>
      </dgm:t>
    </dgm:pt>
    <dgm:pt modelId="{195AD91D-BFB9-4600-9805-2E4DDC919CEA}">
      <dgm:prSet/>
      <dgm:spPr/>
      <dgm:t>
        <a:bodyPr/>
        <a:lstStyle/>
        <a:p>
          <a:r>
            <a:rPr lang="pt-BR" b="1" i="0"/>
            <a:t>Mitigação de riscos</a:t>
          </a:r>
          <a:r>
            <a:rPr lang="pt-BR" b="0" i="0"/>
            <a:t>: Implantações frequentes e automatizadas reduzem o risco de problemas devido a grandes atualizações.</a:t>
          </a:r>
          <a:endParaRPr lang="pt-BR"/>
        </a:p>
      </dgm:t>
    </dgm:pt>
    <dgm:pt modelId="{492CFA3E-8868-496A-8F5C-81DC68D9631E}" type="parTrans" cxnId="{711E5EDF-FA82-4EE9-BB01-98C682AAFA72}">
      <dgm:prSet/>
      <dgm:spPr/>
      <dgm:t>
        <a:bodyPr/>
        <a:lstStyle/>
        <a:p>
          <a:endParaRPr lang="pt-BR"/>
        </a:p>
      </dgm:t>
    </dgm:pt>
    <dgm:pt modelId="{D5918EB6-C009-4FC1-9409-6102B44F9931}" type="sibTrans" cxnId="{711E5EDF-FA82-4EE9-BB01-98C682AAFA72}">
      <dgm:prSet/>
      <dgm:spPr/>
      <dgm:t>
        <a:bodyPr/>
        <a:lstStyle/>
        <a:p>
          <a:endParaRPr lang="pt-BR"/>
        </a:p>
      </dgm:t>
    </dgm:pt>
    <dgm:pt modelId="{9623D4E3-1BC8-48FE-9724-1EEC1A2C1944}">
      <dgm:prSet/>
      <dgm:spPr/>
      <dgm:t>
        <a:bodyPr/>
        <a:lstStyle/>
        <a:p>
          <a:r>
            <a:rPr lang="pt-BR" b="1" i="0"/>
            <a:t>Maior satisfação do cliente</a:t>
          </a:r>
          <a:r>
            <a:rPr lang="pt-BR" b="0" i="0"/>
            <a:t>: Entregas regulares garantem que os clientes obtenham rapidamente novos recursos e correções.</a:t>
          </a:r>
          <a:endParaRPr lang="pt-BR"/>
        </a:p>
      </dgm:t>
    </dgm:pt>
    <dgm:pt modelId="{44C9E450-4548-4756-A231-8A2D676A7242}" type="parTrans" cxnId="{E9537B75-365F-4CBE-A5FF-1F69D3C89A62}">
      <dgm:prSet/>
      <dgm:spPr/>
      <dgm:t>
        <a:bodyPr/>
        <a:lstStyle/>
        <a:p>
          <a:endParaRPr lang="pt-BR"/>
        </a:p>
      </dgm:t>
    </dgm:pt>
    <dgm:pt modelId="{9C2AFB5F-6669-4363-A132-5E0D9E235255}" type="sibTrans" cxnId="{E9537B75-365F-4CBE-A5FF-1F69D3C89A62}">
      <dgm:prSet/>
      <dgm:spPr/>
      <dgm:t>
        <a:bodyPr/>
        <a:lstStyle/>
        <a:p>
          <a:endParaRPr lang="pt-BR"/>
        </a:p>
      </dgm:t>
    </dgm:pt>
    <dgm:pt modelId="{C4B3B198-9379-4DA5-97C5-3EAD9714BAEA}" type="pres">
      <dgm:prSet presAssocID="{C251CFB0-78D1-46A8-A392-F6333BC4F6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C28CD9-4E0D-4937-A0DA-C74E0B38B1B0}" type="pres">
      <dgm:prSet presAssocID="{372BF0E3-B92F-44D0-924A-1C2F7F9BAB96}" presName="hierRoot1" presStyleCnt="0"/>
      <dgm:spPr/>
    </dgm:pt>
    <dgm:pt modelId="{579B8435-8743-440C-ACC2-82C3363E35F7}" type="pres">
      <dgm:prSet presAssocID="{372BF0E3-B92F-44D0-924A-1C2F7F9BAB96}" presName="composite" presStyleCnt="0"/>
      <dgm:spPr/>
    </dgm:pt>
    <dgm:pt modelId="{891B46C8-807C-4ECA-B452-DB234C242634}" type="pres">
      <dgm:prSet presAssocID="{372BF0E3-B92F-44D0-924A-1C2F7F9BAB96}" presName="background" presStyleLbl="node0" presStyleIdx="0" presStyleCnt="3"/>
      <dgm:spPr/>
    </dgm:pt>
    <dgm:pt modelId="{D0B32AD1-3CFB-4257-92B2-2ED982C5218B}" type="pres">
      <dgm:prSet presAssocID="{372BF0E3-B92F-44D0-924A-1C2F7F9BAB96}" presName="text" presStyleLbl="fgAcc0" presStyleIdx="0" presStyleCnt="3" custScaleY="167255">
        <dgm:presLayoutVars>
          <dgm:chPref val="3"/>
        </dgm:presLayoutVars>
      </dgm:prSet>
      <dgm:spPr/>
    </dgm:pt>
    <dgm:pt modelId="{9A2816AB-B9DF-4BA8-8C1D-CC26A4ABD1E5}" type="pres">
      <dgm:prSet presAssocID="{372BF0E3-B92F-44D0-924A-1C2F7F9BAB96}" presName="hierChild2" presStyleCnt="0"/>
      <dgm:spPr/>
    </dgm:pt>
    <dgm:pt modelId="{A2626776-DD80-4974-ABBD-B48886CD134A}" type="pres">
      <dgm:prSet presAssocID="{195AD91D-BFB9-4600-9805-2E4DDC919CEA}" presName="hierRoot1" presStyleCnt="0"/>
      <dgm:spPr/>
    </dgm:pt>
    <dgm:pt modelId="{961C111E-CCD0-4684-979E-C420B4735830}" type="pres">
      <dgm:prSet presAssocID="{195AD91D-BFB9-4600-9805-2E4DDC919CEA}" presName="composite" presStyleCnt="0"/>
      <dgm:spPr/>
    </dgm:pt>
    <dgm:pt modelId="{B94F457C-5C4B-4821-87BF-749EC35DF4C5}" type="pres">
      <dgm:prSet presAssocID="{195AD91D-BFB9-4600-9805-2E4DDC919CEA}" presName="background" presStyleLbl="node0" presStyleIdx="1" presStyleCnt="3"/>
      <dgm:spPr/>
    </dgm:pt>
    <dgm:pt modelId="{A545E47E-4EB2-4919-92EC-3272C20C6E45}" type="pres">
      <dgm:prSet presAssocID="{195AD91D-BFB9-4600-9805-2E4DDC919CEA}" presName="text" presStyleLbl="fgAcc0" presStyleIdx="1" presStyleCnt="3" custScaleY="167255">
        <dgm:presLayoutVars>
          <dgm:chPref val="3"/>
        </dgm:presLayoutVars>
      </dgm:prSet>
      <dgm:spPr/>
    </dgm:pt>
    <dgm:pt modelId="{6A4B55C6-63E7-455E-A76D-18C8902F2867}" type="pres">
      <dgm:prSet presAssocID="{195AD91D-BFB9-4600-9805-2E4DDC919CEA}" presName="hierChild2" presStyleCnt="0"/>
      <dgm:spPr/>
    </dgm:pt>
    <dgm:pt modelId="{F429B669-7B1E-49D1-93BE-18929B7EDFE5}" type="pres">
      <dgm:prSet presAssocID="{9623D4E3-1BC8-48FE-9724-1EEC1A2C1944}" presName="hierRoot1" presStyleCnt="0"/>
      <dgm:spPr/>
    </dgm:pt>
    <dgm:pt modelId="{D1368F5C-1E7C-4109-A2FB-632483A97091}" type="pres">
      <dgm:prSet presAssocID="{9623D4E3-1BC8-48FE-9724-1EEC1A2C1944}" presName="composite" presStyleCnt="0"/>
      <dgm:spPr/>
    </dgm:pt>
    <dgm:pt modelId="{9C4D7B88-BB16-4787-B49D-7752507D0627}" type="pres">
      <dgm:prSet presAssocID="{9623D4E3-1BC8-48FE-9724-1EEC1A2C1944}" presName="background" presStyleLbl="node0" presStyleIdx="2" presStyleCnt="3"/>
      <dgm:spPr/>
    </dgm:pt>
    <dgm:pt modelId="{79FE6505-DC9B-415E-A4FE-BBD63BE36028}" type="pres">
      <dgm:prSet presAssocID="{9623D4E3-1BC8-48FE-9724-1EEC1A2C1944}" presName="text" presStyleLbl="fgAcc0" presStyleIdx="2" presStyleCnt="3" custScaleY="167255">
        <dgm:presLayoutVars>
          <dgm:chPref val="3"/>
        </dgm:presLayoutVars>
      </dgm:prSet>
      <dgm:spPr/>
    </dgm:pt>
    <dgm:pt modelId="{F95C7B5C-2D68-4771-9315-8114D89C0305}" type="pres">
      <dgm:prSet presAssocID="{9623D4E3-1BC8-48FE-9724-1EEC1A2C1944}" presName="hierChild2" presStyleCnt="0"/>
      <dgm:spPr/>
    </dgm:pt>
  </dgm:ptLst>
  <dgm:cxnLst>
    <dgm:cxn modelId="{D0668C68-7780-4917-8532-0D4A7B6AAEAE}" type="presOf" srcId="{9623D4E3-1BC8-48FE-9724-1EEC1A2C1944}" destId="{79FE6505-DC9B-415E-A4FE-BBD63BE36028}" srcOrd="0" destOrd="0" presId="urn:microsoft.com/office/officeart/2005/8/layout/hierarchy1"/>
    <dgm:cxn modelId="{E9537B75-365F-4CBE-A5FF-1F69D3C89A62}" srcId="{C251CFB0-78D1-46A8-A392-F6333BC4F679}" destId="{9623D4E3-1BC8-48FE-9724-1EEC1A2C1944}" srcOrd="2" destOrd="0" parTransId="{44C9E450-4548-4756-A231-8A2D676A7242}" sibTransId="{9C2AFB5F-6669-4363-A132-5E0D9E235255}"/>
    <dgm:cxn modelId="{A1E3037D-75B3-4680-B389-E5131624B9A4}" type="presOf" srcId="{372BF0E3-B92F-44D0-924A-1C2F7F9BAB96}" destId="{D0B32AD1-3CFB-4257-92B2-2ED982C5218B}" srcOrd="0" destOrd="0" presId="urn:microsoft.com/office/officeart/2005/8/layout/hierarchy1"/>
    <dgm:cxn modelId="{15F8C086-4AB7-4615-8639-47DA387F46D2}" srcId="{C251CFB0-78D1-46A8-A392-F6333BC4F679}" destId="{372BF0E3-B92F-44D0-924A-1C2F7F9BAB96}" srcOrd="0" destOrd="0" parTransId="{755FA9CA-FFEC-4F6F-94C1-65EFFF7DDA69}" sibTransId="{1DB1238C-3996-40B9-B2A0-C77448F8BE4E}"/>
    <dgm:cxn modelId="{E5F4DDC9-DC73-4093-A771-0217F542BB74}" type="presOf" srcId="{C251CFB0-78D1-46A8-A392-F6333BC4F679}" destId="{C4B3B198-9379-4DA5-97C5-3EAD9714BAEA}" srcOrd="0" destOrd="0" presId="urn:microsoft.com/office/officeart/2005/8/layout/hierarchy1"/>
    <dgm:cxn modelId="{E8DD22CC-BB7B-4373-AB16-9B04A6DEECD1}" type="presOf" srcId="{195AD91D-BFB9-4600-9805-2E4DDC919CEA}" destId="{A545E47E-4EB2-4919-92EC-3272C20C6E45}" srcOrd="0" destOrd="0" presId="urn:microsoft.com/office/officeart/2005/8/layout/hierarchy1"/>
    <dgm:cxn modelId="{711E5EDF-FA82-4EE9-BB01-98C682AAFA72}" srcId="{C251CFB0-78D1-46A8-A392-F6333BC4F679}" destId="{195AD91D-BFB9-4600-9805-2E4DDC919CEA}" srcOrd="1" destOrd="0" parTransId="{492CFA3E-8868-496A-8F5C-81DC68D9631E}" sibTransId="{D5918EB6-C009-4FC1-9409-6102B44F9931}"/>
    <dgm:cxn modelId="{57B3DD49-783C-41E2-B6E5-7447423BD6A1}" type="presParOf" srcId="{C4B3B198-9379-4DA5-97C5-3EAD9714BAEA}" destId="{18C28CD9-4E0D-4937-A0DA-C74E0B38B1B0}" srcOrd="0" destOrd="0" presId="urn:microsoft.com/office/officeart/2005/8/layout/hierarchy1"/>
    <dgm:cxn modelId="{C30F8A6F-6FF1-4F4B-9EAD-2AB53D5D89DA}" type="presParOf" srcId="{18C28CD9-4E0D-4937-A0DA-C74E0B38B1B0}" destId="{579B8435-8743-440C-ACC2-82C3363E35F7}" srcOrd="0" destOrd="0" presId="urn:microsoft.com/office/officeart/2005/8/layout/hierarchy1"/>
    <dgm:cxn modelId="{894334DB-C3EF-4FCE-90D4-17FCBC1164ED}" type="presParOf" srcId="{579B8435-8743-440C-ACC2-82C3363E35F7}" destId="{891B46C8-807C-4ECA-B452-DB234C242634}" srcOrd="0" destOrd="0" presId="urn:microsoft.com/office/officeart/2005/8/layout/hierarchy1"/>
    <dgm:cxn modelId="{086C05BC-6FB8-47EF-A63C-C824C6736EFC}" type="presParOf" srcId="{579B8435-8743-440C-ACC2-82C3363E35F7}" destId="{D0B32AD1-3CFB-4257-92B2-2ED982C5218B}" srcOrd="1" destOrd="0" presId="urn:microsoft.com/office/officeart/2005/8/layout/hierarchy1"/>
    <dgm:cxn modelId="{AA00DA00-75C4-4F3E-A0EF-17804BB4E5A3}" type="presParOf" srcId="{18C28CD9-4E0D-4937-A0DA-C74E0B38B1B0}" destId="{9A2816AB-B9DF-4BA8-8C1D-CC26A4ABD1E5}" srcOrd="1" destOrd="0" presId="urn:microsoft.com/office/officeart/2005/8/layout/hierarchy1"/>
    <dgm:cxn modelId="{DDDB8552-A0DF-4C04-BFAD-2ADFD8F1559E}" type="presParOf" srcId="{C4B3B198-9379-4DA5-97C5-3EAD9714BAEA}" destId="{A2626776-DD80-4974-ABBD-B48886CD134A}" srcOrd="1" destOrd="0" presId="urn:microsoft.com/office/officeart/2005/8/layout/hierarchy1"/>
    <dgm:cxn modelId="{F732E075-8C9F-4116-AADB-DB2B69E584B6}" type="presParOf" srcId="{A2626776-DD80-4974-ABBD-B48886CD134A}" destId="{961C111E-CCD0-4684-979E-C420B4735830}" srcOrd="0" destOrd="0" presId="urn:microsoft.com/office/officeart/2005/8/layout/hierarchy1"/>
    <dgm:cxn modelId="{DB8DFACA-A179-4FDE-AF78-69059D5D7BB7}" type="presParOf" srcId="{961C111E-CCD0-4684-979E-C420B4735830}" destId="{B94F457C-5C4B-4821-87BF-749EC35DF4C5}" srcOrd="0" destOrd="0" presId="urn:microsoft.com/office/officeart/2005/8/layout/hierarchy1"/>
    <dgm:cxn modelId="{03DED108-CA78-4694-994E-4EC501765230}" type="presParOf" srcId="{961C111E-CCD0-4684-979E-C420B4735830}" destId="{A545E47E-4EB2-4919-92EC-3272C20C6E45}" srcOrd="1" destOrd="0" presId="urn:microsoft.com/office/officeart/2005/8/layout/hierarchy1"/>
    <dgm:cxn modelId="{D960A89A-7B44-45E7-80F9-7B7C07EFB34A}" type="presParOf" srcId="{A2626776-DD80-4974-ABBD-B48886CD134A}" destId="{6A4B55C6-63E7-455E-A76D-18C8902F2867}" srcOrd="1" destOrd="0" presId="urn:microsoft.com/office/officeart/2005/8/layout/hierarchy1"/>
    <dgm:cxn modelId="{A0953CF6-0862-48F9-88E5-5235DDC55B0E}" type="presParOf" srcId="{C4B3B198-9379-4DA5-97C5-3EAD9714BAEA}" destId="{F429B669-7B1E-49D1-93BE-18929B7EDFE5}" srcOrd="2" destOrd="0" presId="urn:microsoft.com/office/officeart/2005/8/layout/hierarchy1"/>
    <dgm:cxn modelId="{8180A888-3B6A-4FCD-B56E-A68D395BB7AB}" type="presParOf" srcId="{F429B669-7B1E-49D1-93BE-18929B7EDFE5}" destId="{D1368F5C-1E7C-4109-A2FB-632483A97091}" srcOrd="0" destOrd="0" presId="urn:microsoft.com/office/officeart/2005/8/layout/hierarchy1"/>
    <dgm:cxn modelId="{313D8261-C72F-4121-B6A2-1819954D3125}" type="presParOf" srcId="{D1368F5C-1E7C-4109-A2FB-632483A97091}" destId="{9C4D7B88-BB16-4787-B49D-7752507D0627}" srcOrd="0" destOrd="0" presId="urn:microsoft.com/office/officeart/2005/8/layout/hierarchy1"/>
    <dgm:cxn modelId="{42030596-C604-4C04-9B24-A7D79B914313}" type="presParOf" srcId="{D1368F5C-1E7C-4109-A2FB-632483A97091}" destId="{79FE6505-DC9B-415E-A4FE-BBD63BE36028}" srcOrd="1" destOrd="0" presId="urn:microsoft.com/office/officeart/2005/8/layout/hierarchy1"/>
    <dgm:cxn modelId="{4522DF52-A251-45D5-8219-871C31964EB5}" type="presParOf" srcId="{F429B669-7B1E-49D1-93BE-18929B7EDFE5}" destId="{F95C7B5C-2D68-4771-9315-8114D89C03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A6E49A-FE00-4A55-A748-EED17EADDF98}" type="doc">
      <dgm:prSet loTypeId="urn:microsoft.com/office/officeart/2005/8/layout/chevron1" loCatId="process" qsTypeId="urn:microsoft.com/office/officeart/2005/8/quickstyle/3d1" qsCatId="3D" csTypeId="urn:microsoft.com/office/officeart/2005/8/colors/colorful2" csCatId="colorful" phldr="1"/>
      <dgm:spPr/>
    </dgm:pt>
    <dgm:pt modelId="{6AF78149-4C59-4C5C-9CC4-574856575109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b="0" i="0" dirty="0">
              <a:effectLst/>
              <a:latin typeface="Söhne"/>
            </a:rPr>
            <a:t>Desenvolvimento</a:t>
          </a:r>
          <a:endParaRPr lang="pt-BR" dirty="0"/>
        </a:p>
      </dgm:t>
    </dgm:pt>
    <dgm:pt modelId="{960EAF72-D819-4A5A-B229-B5BBE1F4F4F0}" type="parTrans" cxnId="{DF6DE196-8D89-4B66-ADA1-D49BE536FB56}">
      <dgm:prSet/>
      <dgm:spPr/>
      <dgm:t>
        <a:bodyPr/>
        <a:lstStyle/>
        <a:p>
          <a:endParaRPr lang="pt-BR"/>
        </a:p>
      </dgm:t>
    </dgm:pt>
    <dgm:pt modelId="{12DDE08E-6CE5-456B-9479-D274DAC7385C}" type="sibTrans" cxnId="{DF6DE196-8D89-4B66-ADA1-D49BE536FB56}">
      <dgm:prSet/>
      <dgm:spPr/>
      <dgm:t>
        <a:bodyPr/>
        <a:lstStyle/>
        <a:p>
          <a:endParaRPr lang="pt-BR"/>
        </a:p>
      </dgm:t>
    </dgm:pt>
    <dgm:pt modelId="{6099E7E2-4C80-494A-9753-786FF316154E}">
      <dgm:prSet/>
      <dgm:spPr/>
      <dgm:t>
        <a:bodyPr/>
        <a:lstStyle/>
        <a:p>
          <a:r>
            <a:rPr lang="pt-BR" b="0" i="0">
              <a:effectLst/>
              <a:latin typeface="Söhne"/>
            </a:rPr>
            <a:t>Integração</a:t>
          </a:r>
          <a:endParaRPr lang="pt-BR" b="0" i="0" dirty="0">
            <a:effectLst/>
            <a:latin typeface="Söhne"/>
          </a:endParaRPr>
        </a:p>
      </dgm:t>
    </dgm:pt>
    <dgm:pt modelId="{3909BB72-8BFC-45C4-911B-BB74399457EB}" type="parTrans" cxnId="{D6DFD82E-E228-4F9A-832D-CB26A331158C}">
      <dgm:prSet/>
      <dgm:spPr/>
      <dgm:t>
        <a:bodyPr/>
        <a:lstStyle/>
        <a:p>
          <a:endParaRPr lang="pt-BR"/>
        </a:p>
      </dgm:t>
    </dgm:pt>
    <dgm:pt modelId="{5C6227B7-DDBE-4059-BDB8-17EACDD8C160}" type="sibTrans" cxnId="{D6DFD82E-E228-4F9A-832D-CB26A331158C}">
      <dgm:prSet/>
      <dgm:spPr/>
      <dgm:t>
        <a:bodyPr/>
        <a:lstStyle/>
        <a:p>
          <a:endParaRPr lang="pt-BR"/>
        </a:p>
      </dgm:t>
    </dgm:pt>
    <dgm:pt modelId="{7D72C590-6C51-4075-A04F-CC3F45767B9E}">
      <dgm:prSet/>
      <dgm:spPr/>
      <dgm:t>
        <a:bodyPr/>
        <a:lstStyle/>
        <a:p>
          <a:r>
            <a:rPr lang="pt-BR" b="0" i="0">
              <a:effectLst/>
              <a:latin typeface="Söhne"/>
            </a:rPr>
            <a:t>Testes Automatizados</a:t>
          </a:r>
          <a:endParaRPr lang="pt-BR" b="0" i="0" dirty="0">
            <a:effectLst/>
            <a:latin typeface="Söhne"/>
          </a:endParaRPr>
        </a:p>
      </dgm:t>
    </dgm:pt>
    <dgm:pt modelId="{36E1F2F3-97A1-4886-9FC3-C91763FF4438}" type="parTrans" cxnId="{A0B77953-14EC-4CAB-BFFC-FD10C8608562}">
      <dgm:prSet/>
      <dgm:spPr/>
      <dgm:t>
        <a:bodyPr/>
        <a:lstStyle/>
        <a:p>
          <a:endParaRPr lang="pt-BR"/>
        </a:p>
      </dgm:t>
    </dgm:pt>
    <dgm:pt modelId="{44206626-490C-481C-8ABE-73EF4CA7E12E}" type="sibTrans" cxnId="{A0B77953-14EC-4CAB-BFFC-FD10C8608562}">
      <dgm:prSet/>
      <dgm:spPr/>
      <dgm:t>
        <a:bodyPr/>
        <a:lstStyle/>
        <a:p>
          <a:endParaRPr lang="pt-BR"/>
        </a:p>
      </dgm:t>
    </dgm:pt>
    <dgm:pt modelId="{A95B65C2-0EAC-42E1-9388-DEA9E4B6FC04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Implantação</a:t>
          </a:r>
        </a:p>
      </dgm:t>
    </dgm:pt>
    <dgm:pt modelId="{92E35FCC-E2F4-407C-A660-878B1DEDD336}" type="parTrans" cxnId="{5E79BC1F-6059-4EA6-B5D8-89C82972C2FD}">
      <dgm:prSet/>
      <dgm:spPr/>
      <dgm:t>
        <a:bodyPr/>
        <a:lstStyle/>
        <a:p>
          <a:endParaRPr lang="pt-BR"/>
        </a:p>
      </dgm:t>
    </dgm:pt>
    <dgm:pt modelId="{FDB34027-472C-4110-9291-CB50360699B2}" type="sibTrans" cxnId="{5E79BC1F-6059-4EA6-B5D8-89C82972C2FD}">
      <dgm:prSet/>
      <dgm:spPr/>
      <dgm:t>
        <a:bodyPr/>
        <a:lstStyle/>
        <a:p>
          <a:endParaRPr lang="pt-BR"/>
        </a:p>
      </dgm:t>
    </dgm:pt>
    <dgm:pt modelId="{00C22B8D-72F3-4D30-AAAD-059E8368DF2D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Entrega para Testes</a:t>
          </a:r>
        </a:p>
      </dgm:t>
    </dgm:pt>
    <dgm:pt modelId="{E6136ABB-4B64-4E7E-B4E6-DF814049FFCA}" type="parTrans" cxnId="{7C0A90D3-6B89-4C68-9A9F-C54443FC8B89}">
      <dgm:prSet/>
      <dgm:spPr/>
      <dgm:t>
        <a:bodyPr/>
        <a:lstStyle/>
        <a:p>
          <a:endParaRPr lang="pt-BR"/>
        </a:p>
      </dgm:t>
    </dgm:pt>
    <dgm:pt modelId="{C2250F5E-6080-4DA4-A92A-89BD0C5717E8}" type="sibTrans" cxnId="{7C0A90D3-6B89-4C68-9A9F-C54443FC8B89}">
      <dgm:prSet/>
      <dgm:spPr/>
      <dgm:t>
        <a:bodyPr/>
        <a:lstStyle/>
        <a:p>
          <a:endParaRPr lang="pt-BR"/>
        </a:p>
      </dgm:t>
    </dgm:pt>
    <dgm:pt modelId="{CAB8EE8D-1214-4063-96AA-3EA4F19D581A}" type="pres">
      <dgm:prSet presAssocID="{92A6E49A-FE00-4A55-A748-EED17EADDF98}" presName="Name0" presStyleCnt="0">
        <dgm:presLayoutVars>
          <dgm:dir/>
          <dgm:animLvl val="lvl"/>
          <dgm:resizeHandles val="exact"/>
        </dgm:presLayoutVars>
      </dgm:prSet>
      <dgm:spPr/>
    </dgm:pt>
    <dgm:pt modelId="{B5F24CE6-F786-4489-9DAD-7BF900A53F59}" type="pres">
      <dgm:prSet presAssocID="{6AF78149-4C59-4C5C-9CC4-574856575109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345CC84-8178-4E03-898A-EFD330C7D399}" type="pres">
      <dgm:prSet presAssocID="{12DDE08E-6CE5-456B-9479-D274DAC7385C}" presName="parTxOnlySpace" presStyleCnt="0"/>
      <dgm:spPr/>
    </dgm:pt>
    <dgm:pt modelId="{522193F4-0032-477F-8AAB-6248148449C9}" type="pres">
      <dgm:prSet presAssocID="{6099E7E2-4C80-494A-9753-786FF316154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43DD27A-1E77-40B9-B84F-6625172059C5}" type="pres">
      <dgm:prSet presAssocID="{5C6227B7-DDBE-4059-BDB8-17EACDD8C160}" presName="parTxOnlySpace" presStyleCnt="0"/>
      <dgm:spPr/>
    </dgm:pt>
    <dgm:pt modelId="{2584B89D-46BD-4946-AE10-3D6299D4EBA2}" type="pres">
      <dgm:prSet presAssocID="{7D72C590-6C51-4075-A04F-CC3F45767B9E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7E97D804-7235-468A-B72A-B401BB8EEEAA}" type="pres">
      <dgm:prSet presAssocID="{44206626-490C-481C-8ABE-73EF4CA7E12E}" presName="parTxOnlySpace" presStyleCnt="0"/>
      <dgm:spPr/>
    </dgm:pt>
    <dgm:pt modelId="{787180AE-09DB-434C-B0EB-834BB9786CBA}" type="pres">
      <dgm:prSet presAssocID="{A95B65C2-0EAC-42E1-9388-DEA9E4B6FC04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FEDEA30-47DA-48D9-8740-4630593976B1}" type="pres">
      <dgm:prSet presAssocID="{FDB34027-472C-4110-9291-CB50360699B2}" presName="parTxOnlySpace" presStyleCnt="0"/>
      <dgm:spPr/>
    </dgm:pt>
    <dgm:pt modelId="{2AD52281-E397-4D55-8DB9-11AE493D524F}" type="pres">
      <dgm:prSet presAssocID="{00C22B8D-72F3-4D30-AAAD-059E8368DF2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7EA3C10-4CDB-4663-B9D4-C0E5119E0A2E}" type="presOf" srcId="{6AF78149-4C59-4C5C-9CC4-574856575109}" destId="{B5F24CE6-F786-4489-9DAD-7BF900A53F59}" srcOrd="0" destOrd="0" presId="urn:microsoft.com/office/officeart/2005/8/layout/chevron1"/>
    <dgm:cxn modelId="{6FDC9210-E234-45D5-B00A-AC299958EEB8}" type="presOf" srcId="{92A6E49A-FE00-4A55-A748-EED17EADDF98}" destId="{CAB8EE8D-1214-4063-96AA-3EA4F19D581A}" srcOrd="0" destOrd="0" presId="urn:microsoft.com/office/officeart/2005/8/layout/chevron1"/>
    <dgm:cxn modelId="{5E79BC1F-6059-4EA6-B5D8-89C82972C2FD}" srcId="{92A6E49A-FE00-4A55-A748-EED17EADDF98}" destId="{A95B65C2-0EAC-42E1-9388-DEA9E4B6FC04}" srcOrd="3" destOrd="0" parTransId="{92E35FCC-E2F4-407C-A660-878B1DEDD336}" sibTransId="{FDB34027-472C-4110-9291-CB50360699B2}"/>
    <dgm:cxn modelId="{D6DFD82E-E228-4F9A-832D-CB26A331158C}" srcId="{92A6E49A-FE00-4A55-A748-EED17EADDF98}" destId="{6099E7E2-4C80-494A-9753-786FF316154E}" srcOrd="1" destOrd="0" parTransId="{3909BB72-8BFC-45C4-911B-BB74399457EB}" sibTransId="{5C6227B7-DDBE-4059-BDB8-17EACDD8C160}"/>
    <dgm:cxn modelId="{3371F738-C9B8-4B9A-A2B2-126BA4B437EE}" type="presOf" srcId="{7D72C590-6C51-4075-A04F-CC3F45767B9E}" destId="{2584B89D-46BD-4946-AE10-3D6299D4EBA2}" srcOrd="0" destOrd="0" presId="urn:microsoft.com/office/officeart/2005/8/layout/chevron1"/>
    <dgm:cxn modelId="{A0B77953-14EC-4CAB-BFFC-FD10C8608562}" srcId="{92A6E49A-FE00-4A55-A748-EED17EADDF98}" destId="{7D72C590-6C51-4075-A04F-CC3F45767B9E}" srcOrd="2" destOrd="0" parTransId="{36E1F2F3-97A1-4886-9FC3-C91763FF4438}" sibTransId="{44206626-490C-481C-8ABE-73EF4CA7E12E}"/>
    <dgm:cxn modelId="{BB4F9F93-63B0-48FD-887B-645678CEFCDE}" type="presOf" srcId="{00C22B8D-72F3-4D30-AAAD-059E8368DF2D}" destId="{2AD52281-E397-4D55-8DB9-11AE493D524F}" srcOrd="0" destOrd="0" presId="urn:microsoft.com/office/officeart/2005/8/layout/chevron1"/>
    <dgm:cxn modelId="{DF6DE196-8D89-4B66-ADA1-D49BE536FB56}" srcId="{92A6E49A-FE00-4A55-A748-EED17EADDF98}" destId="{6AF78149-4C59-4C5C-9CC4-574856575109}" srcOrd="0" destOrd="0" parTransId="{960EAF72-D819-4A5A-B229-B5BBE1F4F4F0}" sibTransId="{12DDE08E-6CE5-456B-9479-D274DAC7385C}"/>
    <dgm:cxn modelId="{7C0A90D3-6B89-4C68-9A9F-C54443FC8B89}" srcId="{92A6E49A-FE00-4A55-A748-EED17EADDF98}" destId="{00C22B8D-72F3-4D30-AAAD-059E8368DF2D}" srcOrd="4" destOrd="0" parTransId="{E6136ABB-4B64-4E7E-B4E6-DF814049FFCA}" sibTransId="{C2250F5E-6080-4DA4-A92A-89BD0C5717E8}"/>
    <dgm:cxn modelId="{D72284FA-478E-477F-90EA-81BA749F1D86}" type="presOf" srcId="{A95B65C2-0EAC-42E1-9388-DEA9E4B6FC04}" destId="{787180AE-09DB-434C-B0EB-834BB9786CBA}" srcOrd="0" destOrd="0" presId="urn:microsoft.com/office/officeart/2005/8/layout/chevron1"/>
    <dgm:cxn modelId="{91F185FE-824F-4808-BAD2-6D2504C814F2}" type="presOf" srcId="{6099E7E2-4C80-494A-9753-786FF316154E}" destId="{522193F4-0032-477F-8AAB-6248148449C9}" srcOrd="0" destOrd="0" presId="urn:microsoft.com/office/officeart/2005/8/layout/chevron1"/>
    <dgm:cxn modelId="{4A0E7496-5496-47CB-AF6C-AA4446157D15}" type="presParOf" srcId="{CAB8EE8D-1214-4063-96AA-3EA4F19D581A}" destId="{B5F24CE6-F786-4489-9DAD-7BF900A53F59}" srcOrd="0" destOrd="0" presId="urn:microsoft.com/office/officeart/2005/8/layout/chevron1"/>
    <dgm:cxn modelId="{168B71C8-91F4-4A22-8E9E-E4964AEAFA97}" type="presParOf" srcId="{CAB8EE8D-1214-4063-96AA-3EA4F19D581A}" destId="{D345CC84-8178-4E03-898A-EFD330C7D399}" srcOrd="1" destOrd="0" presId="urn:microsoft.com/office/officeart/2005/8/layout/chevron1"/>
    <dgm:cxn modelId="{354E3A23-DDBB-4CDD-AE32-5D4B182F2620}" type="presParOf" srcId="{CAB8EE8D-1214-4063-96AA-3EA4F19D581A}" destId="{522193F4-0032-477F-8AAB-6248148449C9}" srcOrd="2" destOrd="0" presId="urn:microsoft.com/office/officeart/2005/8/layout/chevron1"/>
    <dgm:cxn modelId="{F9C25BA9-DD1D-452D-89E9-099C2FCC3331}" type="presParOf" srcId="{CAB8EE8D-1214-4063-96AA-3EA4F19D581A}" destId="{D43DD27A-1E77-40B9-B84F-6625172059C5}" srcOrd="3" destOrd="0" presId="urn:microsoft.com/office/officeart/2005/8/layout/chevron1"/>
    <dgm:cxn modelId="{00707CC5-32E9-4ED0-B329-06BEE445F349}" type="presParOf" srcId="{CAB8EE8D-1214-4063-96AA-3EA4F19D581A}" destId="{2584B89D-46BD-4946-AE10-3D6299D4EBA2}" srcOrd="4" destOrd="0" presId="urn:microsoft.com/office/officeart/2005/8/layout/chevron1"/>
    <dgm:cxn modelId="{B49EAB99-B1C8-4BC5-A400-2004DAAB759B}" type="presParOf" srcId="{CAB8EE8D-1214-4063-96AA-3EA4F19D581A}" destId="{7E97D804-7235-468A-B72A-B401BB8EEEAA}" srcOrd="5" destOrd="0" presId="urn:microsoft.com/office/officeart/2005/8/layout/chevron1"/>
    <dgm:cxn modelId="{32208407-07BC-4AC0-847F-C91F76DC4CF5}" type="presParOf" srcId="{CAB8EE8D-1214-4063-96AA-3EA4F19D581A}" destId="{787180AE-09DB-434C-B0EB-834BB9786CBA}" srcOrd="6" destOrd="0" presId="urn:microsoft.com/office/officeart/2005/8/layout/chevron1"/>
    <dgm:cxn modelId="{27B53593-B778-4F39-BA50-765B1281BD99}" type="presParOf" srcId="{CAB8EE8D-1214-4063-96AA-3EA4F19D581A}" destId="{7FEDEA30-47DA-48D9-8740-4630593976B1}" srcOrd="7" destOrd="0" presId="urn:microsoft.com/office/officeart/2005/8/layout/chevron1"/>
    <dgm:cxn modelId="{BE2E4965-A5F5-449D-AC62-F28A0DD12514}" type="presParOf" srcId="{CAB8EE8D-1214-4063-96AA-3EA4F19D581A}" destId="{2AD52281-E397-4D55-8DB9-11AE493D524F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A6E49A-FE00-4A55-A748-EED17EADDF98}" type="doc">
      <dgm:prSet loTypeId="urn:microsoft.com/office/officeart/2005/8/layout/chevron1" loCatId="process" qsTypeId="urn:microsoft.com/office/officeart/2005/8/quickstyle/3d1" qsCatId="3D" csTypeId="urn:microsoft.com/office/officeart/2005/8/colors/colorful2" csCatId="colorful" phldr="1"/>
      <dgm:spPr/>
    </dgm:pt>
    <dgm:pt modelId="{6AF78149-4C59-4C5C-9CC4-574856575109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b="0" i="0" dirty="0">
              <a:effectLst/>
              <a:latin typeface="Söhne"/>
            </a:rPr>
            <a:t>Ambiente de Teste</a:t>
          </a:r>
          <a:endParaRPr lang="pt-BR" dirty="0"/>
        </a:p>
      </dgm:t>
    </dgm:pt>
    <dgm:pt modelId="{960EAF72-D819-4A5A-B229-B5BBE1F4F4F0}" type="parTrans" cxnId="{DF6DE196-8D89-4B66-ADA1-D49BE536FB56}">
      <dgm:prSet/>
      <dgm:spPr/>
      <dgm:t>
        <a:bodyPr/>
        <a:lstStyle/>
        <a:p>
          <a:endParaRPr lang="pt-BR"/>
        </a:p>
      </dgm:t>
    </dgm:pt>
    <dgm:pt modelId="{12DDE08E-6CE5-456B-9479-D274DAC7385C}" type="sibTrans" cxnId="{DF6DE196-8D89-4B66-ADA1-D49BE536FB56}">
      <dgm:prSet/>
      <dgm:spPr/>
      <dgm:t>
        <a:bodyPr/>
        <a:lstStyle/>
        <a:p>
          <a:endParaRPr lang="pt-BR"/>
        </a:p>
      </dgm:t>
    </dgm:pt>
    <dgm:pt modelId="{7D72C590-6C51-4075-A04F-CC3F45767B9E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Testes de Aceitação</a:t>
          </a:r>
        </a:p>
      </dgm:t>
    </dgm:pt>
    <dgm:pt modelId="{36E1F2F3-97A1-4886-9FC3-C91763FF4438}" type="parTrans" cxnId="{A0B77953-14EC-4CAB-BFFC-FD10C8608562}">
      <dgm:prSet/>
      <dgm:spPr/>
      <dgm:t>
        <a:bodyPr/>
        <a:lstStyle/>
        <a:p>
          <a:endParaRPr lang="pt-BR"/>
        </a:p>
      </dgm:t>
    </dgm:pt>
    <dgm:pt modelId="{44206626-490C-481C-8ABE-73EF4CA7E12E}" type="sibTrans" cxnId="{A0B77953-14EC-4CAB-BFFC-FD10C8608562}">
      <dgm:prSet/>
      <dgm:spPr/>
      <dgm:t>
        <a:bodyPr/>
        <a:lstStyle/>
        <a:p>
          <a:endParaRPr lang="pt-BR"/>
        </a:p>
      </dgm:t>
    </dgm:pt>
    <dgm:pt modelId="{A95B65C2-0EAC-42E1-9388-DEA9E4B6FC04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Implantação</a:t>
          </a:r>
        </a:p>
      </dgm:t>
    </dgm:pt>
    <dgm:pt modelId="{92E35FCC-E2F4-407C-A660-878B1DEDD336}" type="parTrans" cxnId="{5E79BC1F-6059-4EA6-B5D8-89C82972C2FD}">
      <dgm:prSet/>
      <dgm:spPr/>
      <dgm:t>
        <a:bodyPr/>
        <a:lstStyle/>
        <a:p>
          <a:endParaRPr lang="pt-BR"/>
        </a:p>
      </dgm:t>
    </dgm:pt>
    <dgm:pt modelId="{FDB34027-472C-4110-9291-CB50360699B2}" type="sibTrans" cxnId="{5E79BC1F-6059-4EA6-B5D8-89C82972C2FD}">
      <dgm:prSet/>
      <dgm:spPr/>
      <dgm:t>
        <a:bodyPr/>
        <a:lstStyle/>
        <a:p>
          <a:endParaRPr lang="pt-BR"/>
        </a:p>
      </dgm:t>
    </dgm:pt>
    <dgm:pt modelId="{00C22B8D-72F3-4D30-AAAD-059E8368DF2D}">
      <dgm:prSet/>
      <dgm:spPr/>
      <dgm:t>
        <a:bodyPr/>
        <a:lstStyle/>
        <a:p>
          <a:r>
            <a:rPr lang="pt-BR" b="0" i="0" dirty="0">
              <a:effectLst/>
              <a:latin typeface="Söhne"/>
            </a:rPr>
            <a:t>Entrega para Produção</a:t>
          </a:r>
        </a:p>
      </dgm:t>
    </dgm:pt>
    <dgm:pt modelId="{E6136ABB-4B64-4E7E-B4E6-DF814049FFCA}" type="parTrans" cxnId="{7C0A90D3-6B89-4C68-9A9F-C54443FC8B89}">
      <dgm:prSet/>
      <dgm:spPr/>
      <dgm:t>
        <a:bodyPr/>
        <a:lstStyle/>
        <a:p>
          <a:endParaRPr lang="pt-BR"/>
        </a:p>
      </dgm:t>
    </dgm:pt>
    <dgm:pt modelId="{C2250F5E-6080-4DA4-A92A-89BD0C5717E8}" type="sibTrans" cxnId="{7C0A90D3-6B89-4C68-9A9F-C54443FC8B89}">
      <dgm:prSet/>
      <dgm:spPr/>
      <dgm:t>
        <a:bodyPr/>
        <a:lstStyle/>
        <a:p>
          <a:endParaRPr lang="pt-BR"/>
        </a:p>
      </dgm:t>
    </dgm:pt>
    <dgm:pt modelId="{CAB8EE8D-1214-4063-96AA-3EA4F19D581A}" type="pres">
      <dgm:prSet presAssocID="{92A6E49A-FE00-4A55-A748-EED17EADDF98}" presName="Name0" presStyleCnt="0">
        <dgm:presLayoutVars>
          <dgm:dir/>
          <dgm:animLvl val="lvl"/>
          <dgm:resizeHandles val="exact"/>
        </dgm:presLayoutVars>
      </dgm:prSet>
      <dgm:spPr/>
    </dgm:pt>
    <dgm:pt modelId="{B5F24CE6-F786-4489-9DAD-7BF900A53F59}" type="pres">
      <dgm:prSet presAssocID="{6AF78149-4C59-4C5C-9CC4-574856575109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345CC84-8178-4E03-898A-EFD330C7D399}" type="pres">
      <dgm:prSet presAssocID="{12DDE08E-6CE5-456B-9479-D274DAC7385C}" presName="parTxOnlySpace" presStyleCnt="0"/>
      <dgm:spPr/>
    </dgm:pt>
    <dgm:pt modelId="{2584B89D-46BD-4946-AE10-3D6299D4EBA2}" type="pres">
      <dgm:prSet presAssocID="{7D72C590-6C51-4075-A04F-CC3F45767B9E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97D804-7235-468A-B72A-B401BB8EEEAA}" type="pres">
      <dgm:prSet presAssocID="{44206626-490C-481C-8ABE-73EF4CA7E12E}" presName="parTxOnlySpace" presStyleCnt="0"/>
      <dgm:spPr/>
    </dgm:pt>
    <dgm:pt modelId="{787180AE-09DB-434C-B0EB-834BB9786CBA}" type="pres">
      <dgm:prSet presAssocID="{A95B65C2-0EAC-42E1-9388-DEA9E4B6FC04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FEDEA30-47DA-48D9-8740-4630593976B1}" type="pres">
      <dgm:prSet presAssocID="{FDB34027-472C-4110-9291-CB50360699B2}" presName="parTxOnlySpace" presStyleCnt="0"/>
      <dgm:spPr/>
    </dgm:pt>
    <dgm:pt modelId="{2AD52281-E397-4D55-8DB9-11AE493D524F}" type="pres">
      <dgm:prSet presAssocID="{00C22B8D-72F3-4D30-AAAD-059E8368DF2D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7EA3C10-4CDB-4663-B9D4-C0E5119E0A2E}" type="presOf" srcId="{6AF78149-4C59-4C5C-9CC4-574856575109}" destId="{B5F24CE6-F786-4489-9DAD-7BF900A53F59}" srcOrd="0" destOrd="0" presId="urn:microsoft.com/office/officeart/2005/8/layout/chevron1"/>
    <dgm:cxn modelId="{6FDC9210-E234-45D5-B00A-AC299958EEB8}" type="presOf" srcId="{92A6E49A-FE00-4A55-A748-EED17EADDF98}" destId="{CAB8EE8D-1214-4063-96AA-3EA4F19D581A}" srcOrd="0" destOrd="0" presId="urn:microsoft.com/office/officeart/2005/8/layout/chevron1"/>
    <dgm:cxn modelId="{5E79BC1F-6059-4EA6-B5D8-89C82972C2FD}" srcId="{92A6E49A-FE00-4A55-A748-EED17EADDF98}" destId="{A95B65C2-0EAC-42E1-9388-DEA9E4B6FC04}" srcOrd="2" destOrd="0" parTransId="{92E35FCC-E2F4-407C-A660-878B1DEDD336}" sibTransId="{FDB34027-472C-4110-9291-CB50360699B2}"/>
    <dgm:cxn modelId="{3371F738-C9B8-4B9A-A2B2-126BA4B437EE}" type="presOf" srcId="{7D72C590-6C51-4075-A04F-CC3F45767B9E}" destId="{2584B89D-46BD-4946-AE10-3D6299D4EBA2}" srcOrd="0" destOrd="0" presId="urn:microsoft.com/office/officeart/2005/8/layout/chevron1"/>
    <dgm:cxn modelId="{A0B77953-14EC-4CAB-BFFC-FD10C8608562}" srcId="{92A6E49A-FE00-4A55-A748-EED17EADDF98}" destId="{7D72C590-6C51-4075-A04F-CC3F45767B9E}" srcOrd="1" destOrd="0" parTransId="{36E1F2F3-97A1-4886-9FC3-C91763FF4438}" sibTransId="{44206626-490C-481C-8ABE-73EF4CA7E12E}"/>
    <dgm:cxn modelId="{BB4F9F93-63B0-48FD-887B-645678CEFCDE}" type="presOf" srcId="{00C22B8D-72F3-4D30-AAAD-059E8368DF2D}" destId="{2AD52281-E397-4D55-8DB9-11AE493D524F}" srcOrd="0" destOrd="0" presId="urn:microsoft.com/office/officeart/2005/8/layout/chevron1"/>
    <dgm:cxn modelId="{DF6DE196-8D89-4B66-ADA1-D49BE536FB56}" srcId="{92A6E49A-FE00-4A55-A748-EED17EADDF98}" destId="{6AF78149-4C59-4C5C-9CC4-574856575109}" srcOrd="0" destOrd="0" parTransId="{960EAF72-D819-4A5A-B229-B5BBE1F4F4F0}" sibTransId="{12DDE08E-6CE5-456B-9479-D274DAC7385C}"/>
    <dgm:cxn modelId="{7C0A90D3-6B89-4C68-9A9F-C54443FC8B89}" srcId="{92A6E49A-FE00-4A55-A748-EED17EADDF98}" destId="{00C22B8D-72F3-4D30-AAAD-059E8368DF2D}" srcOrd="3" destOrd="0" parTransId="{E6136ABB-4B64-4E7E-B4E6-DF814049FFCA}" sibTransId="{C2250F5E-6080-4DA4-A92A-89BD0C5717E8}"/>
    <dgm:cxn modelId="{D72284FA-478E-477F-90EA-81BA749F1D86}" type="presOf" srcId="{A95B65C2-0EAC-42E1-9388-DEA9E4B6FC04}" destId="{787180AE-09DB-434C-B0EB-834BB9786CBA}" srcOrd="0" destOrd="0" presId="urn:microsoft.com/office/officeart/2005/8/layout/chevron1"/>
    <dgm:cxn modelId="{4A0E7496-5496-47CB-AF6C-AA4446157D15}" type="presParOf" srcId="{CAB8EE8D-1214-4063-96AA-3EA4F19D581A}" destId="{B5F24CE6-F786-4489-9DAD-7BF900A53F59}" srcOrd="0" destOrd="0" presId="urn:microsoft.com/office/officeart/2005/8/layout/chevron1"/>
    <dgm:cxn modelId="{168B71C8-91F4-4A22-8E9E-E4964AEAFA97}" type="presParOf" srcId="{CAB8EE8D-1214-4063-96AA-3EA4F19D581A}" destId="{D345CC84-8178-4E03-898A-EFD330C7D399}" srcOrd="1" destOrd="0" presId="urn:microsoft.com/office/officeart/2005/8/layout/chevron1"/>
    <dgm:cxn modelId="{00707CC5-32E9-4ED0-B329-06BEE445F349}" type="presParOf" srcId="{CAB8EE8D-1214-4063-96AA-3EA4F19D581A}" destId="{2584B89D-46BD-4946-AE10-3D6299D4EBA2}" srcOrd="2" destOrd="0" presId="urn:microsoft.com/office/officeart/2005/8/layout/chevron1"/>
    <dgm:cxn modelId="{B49EAB99-B1C8-4BC5-A400-2004DAAB759B}" type="presParOf" srcId="{CAB8EE8D-1214-4063-96AA-3EA4F19D581A}" destId="{7E97D804-7235-468A-B72A-B401BB8EEEAA}" srcOrd="3" destOrd="0" presId="urn:microsoft.com/office/officeart/2005/8/layout/chevron1"/>
    <dgm:cxn modelId="{32208407-07BC-4AC0-847F-C91F76DC4CF5}" type="presParOf" srcId="{CAB8EE8D-1214-4063-96AA-3EA4F19D581A}" destId="{787180AE-09DB-434C-B0EB-834BB9786CBA}" srcOrd="4" destOrd="0" presId="urn:microsoft.com/office/officeart/2005/8/layout/chevron1"/>
    <dgm:cxn modelId="{27B53593-B778-4F39-BA50-765B1281BD99}" type="presParOf" srcId="{CAB8EE8D-1214-4063-96AA-3EA4F19D581A}" destId="{7FEDEA30-47DA-48D9-8740-4630593976B1}" srcOrd="5" destOrd="0" presId="urn:microsoft.com/office/officeart/2005/8/layout/chevron1"/>
    <dgm:cxn modelId="{BE2E4965-A5F5-449D-AC62-F28A0DD12514}" type="presParOf" srcId="{CAB8EE8D-1214-4063-96AA-3EA4F19D581A}" destId="{2AD52281-E397-4D55-8DB9-11AE493D524F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ABE383-D0CD-46E1-916B-4E4BD7B317AB}" type="doc">
      <dgm:prSet loTypeId="urn:microsoft.com/office/officeart/2018/2/layout/IconLabelList" loCatId="icon" qsTypeId="urn:microsoft.com/office/officeart/2005/8/quickstyle/3d1" qsCatId="3D" csTypeId="urn:microsoft.com/office/officeart/2005/8/colors/colorful1" csCatId="colorful" phldr="1"/>
      <dgm:spPr/>
    </dgm:pt>
    <dgm:pt modelId="{7D5D8812-DD86-4A10-955E-D417BE23C84D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Código</a:t>
          </a:r>
        </a:p>
      </dgm:t>
    </dgm:pt>
    <dgm:pt modelId="{94C45D1A-35BF-4F50-AE73-6EEDB0D29E5A}" type="parTrans" cxnId="{7FF629F5-0CDB-40BB-A094-8D192210A463}">
      <dgm:prSet/>
      <dgm:spPr/>
      <dgm:t>
        <a:bodyPr/>
        <a:lstStyle/>
        <a:p>
          <a:endParaRPr lang="pt-BR"/>
        </a:p>
      </dgm:t>
    </dgm:pt>
    <dgm:pt modelId="{7603E6A6-63F2-4820-B6F9-7D6D5FC0D168}" type="sibTrans" cxnId="{7FF629F5-0CDB-40BB-A094-8D192210A463}">
      <dgm:prSet/>
      <dgm:spPr/>
      <dgm:t>
        <a:bodyPr/>
        <a:lstStyle/>
        <a:p>
          <a:endParaRPr lang="pt-BR"/>
        </a:p>
      </dgm:t>
    </dgm:pt>
    <dgm:pt modelId="{F50672E8-75C3-4E63-A9E7-2909B906FD0E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/>
            <a:t>Build Tools</a:t>
          </a:r>
        </a:p>
      </dgm:t>
    </dgm:pt>
    <dgm:pt modelId="{C2876CBD-5776-4543-B5F1-5CA90B78F459}" type="parTrans" cxnId="{17F3AC1C-573E-48A3-A5A1-99983728385F}">
      <dgm:prSet/>
      <dgm:spPr/>
      <dgm:t>
        <a:bodyPr/>
        <a:lstStyle/>
        <a:p>
          <a:endParaRPr lang="pt-BR"/>
        </a:p>
      </dgm:t>
    </dgm:pt>
    <dgm:pt modelId="{B5C2E7F8-EF59-48A9-A8D6-4FAFC163772D}" type="sibTrans" cxnId="{17F3AC1C-573E-48A3-A5A1-99983728385F}">
      <dgm:prSet/>
      <dgm:spPr/>
      <dgm:t>
        <a:bodyPr/>
        <a:lstStyle/>
        <a:p>
          <a:endParaRPr lang="pt-BR"/>
        </a:p>
      </dgm:t>
    </dgm:pt>
    <dgm:pt modelId="{7564E717-CA2A-4C78-A620-D2FC847ABB25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/>
            <a:t>Pacote</a:t>
          </a:r>
        </a:p>
      </dgm:t>
    </dgm:pt>
    <dgm:pt modelId="{FDB57243-F645-47BA-8C34-E3FE6BBE544E}" type="parTrans" cxnId="{A96A5B53-9881-42E7-860D-36C7EB4E81EA}">
      <dgm:prSet/>
      <dgm:spPr/>
      <dgm:t>
        <a:bodyPr/>
        <a:lstStyle/>
        <a:p>
          <a:endParaRPr lang="pt-BR"/>
        </a:p>
      </dgm:t>
    </dgm:pt>
    <dgm:pt modelId="{6E719E37-019F-4306-A6AA-95B98B777026}" type="sibTrans" cxnId="{A96A5B53-9881-42E7-860D-36C7EB4E81EA}">
      <dgm:prSet/>
      <dgm:spPr/>
      <dgm:t>
        <a:bodyPr/>
        <a:lstStyle/>
        <a:p>
          <a:endParaRPr lang="pt-BR"/>
        </a:p>
      </dgm:t>
    </dgm:pt>
    <dgm:pt modelId="{B02A2A4D-9DB8-4D3E-8B2B-ABB3385AC80B}" type="pres">
      <dgm:prSet presAssocID="{DDABE383-D0CD-46E1-916B-4E4BD7B317AB}" presName="root" presStyleCnt="0">
        <dgm:presLayoutVars>
          <dgm:dir/>
          <dgm:resizeHandles val="exact"/>
        </dgm:presLayoutVars>
      </dgm:prSet>
      <dgm:spPr/>
    </dgm:pt>
    <dgm:pt modelId="{2B502C33-B7F9-40B4-AFFC-6BE781EDEAA3}" type="pres">
      <dgm:prSet presAssocID="{7D5D8812-DD86-4A10-955E-D417BE23C84D}" presName="compNode" presStyleCnt="0"/>
      <dgm:spPr/>
    </dgm:pt>
    <dgm:pt modelId="{C8E359D9-C363-45E0-ABC9-95175D2E945D}" type="pres">
      <dgm:prSet presAssocID="{7D5D8812-DD86-4A10-955E-D417BE23C8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 estrutura de tópicos"/>
        </a:ext>
      </dgm:extLst>
    </dgm:pt>
    <dgm:pt modelId="{1B89B995-FEAE-469C-9B5B-0913EF7B3699}" type="pres">
      <dgm:prSet presAssocID="{7D5D8812-DD86-4A10-955E-D417BE23C84D}" presName="spaceRect" presStyleCnt="0"/>
      <dgm:spPr/>
    </dgm:pt>
    <dgm:pt modelId="{E5207B1E-1C5C-49A2-8AB8-704A7EF63B03}" type="pres">
      <dgm:prSet presAssocID="{7D5D8812-DD86-4A10-955E-D417BE23C84D}" presName="textRect" presStyleLbl="revTx" presStyleIdx="0" presStyleCnt="3">
        <dgm:presLayoutVars>
          <dgm:chMax val="1"/>
          <dgm:chPref val="1"/>
        </dgm:presLayoutVars>
      </dgm:prSet>
      <dgm:spPr/>
    </dgm:pt>
    <dgm:pt modelId="{703A335C-FEA8-4543-BDDE-6F7A58F6D0DC}" type="pres">
      <dgm:prSet presAssocID="{7603E6A6-63F2-4820-B6F9-7D6D5FC0D168}" presName="sibTrans" presStyleCnt="0"/>
      <dgm:spPr/>
    </dgm:pt>
    <dgm:pt modelId="{EF46D20C-C139-48CE-8257-E45FE2F059CC}" type="pres">
      <dgm:prSet presAssocID="{F50672E8-75C3-4E63-A9E7-2909B906FD0E}" presName="compNode" presStyleCnt="0"/>
      <dgm:spPr/>
    </dgm:pt>
    <dgm:pt modelId="{93376FF3-A181-4C38-B28F-7D46CD1ED24F}" type="pres">
      <dgm:prSet presAssocID="{F50672E8-75C3-4E63-A9E7-2909B906FD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686D7F9-F8B8-4D92-8116-AC81151C27E9}" type="pres">
      <dgm:prSet presAssocID="{F50672E8-75C3-4E63-A9E7-2909B906FD0E}" presName="spaceRect" presStyleCnt="0"/>
      <dgm:spPr/>
    </dgm:pt>
    <dgm:pt modelId="{65B9204C-7681-4D64-B796-A41FE169B96A}" type="pres">
      <dgm:prSet presAssocID="{F50672E8-75C3-4E63-A9E7-2909B906FD0E}" presName="textRect" presStyleLbl="revTx" presStyleIdx="1" presStyleCnt="3">
        <dgm:presLayoutVars>
          <dgm:chMax val="1"/>
          <dgm:chPref val="1"/>
        </dgm:presLayoutVars>
      </dgm:prSet>
      <dgm:spPr/>
    </dgm:pt>
    <dgm:pt modelId="{61125C23-59DD-41CC-BD60-3FE4D2A2DBF4}" type="pres">
      <dgm:prSet presAssocID="{B5C2E7F8-EF59-48A9-A8D6-4FAFC163772D}" presName="sibTrans" presStyleCnt="0"/>
      <dgm:spPr/>
    </dgm:pt>
    <dgm:pt modelId="{FE45C6E8-03BB-4ABF-8672-E7E36DDD231E}" type="pres">
      <dgm:prSet presAssocID="{7564E717-CA2A-4C78-A620-D2FC847ABB25}" presName="compNode" presStyleCnt="0"/>
      <dgm:spPr/>
    </dgm:pt>
    <dgm:pt modelId="{CDE2FB30-96AE-4461-8E49-D4BB5DA01E8F}" type="pres">
      <dgm:prSet presAssocID="{7564E717-CA2A-4C78-A620-D2FC847ABB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ixa"/>
        </a:ext>
      </dgm:extLst>
    </dgm:pt>
    <dgm:pt modelId="{3588C324-7E48-4FE9-8B81-627F8722CD69}" type="pres">
      <dgm:prSet presAssocID="{7564E717-CA2A-4C78-A620-D2FC847ABB25}" presName="spaceRect" presStyleCnt="0"/>
      <dgm:spPr/>
    </dgm:pt>
    <dgm:pt modelId="{2E3FEF8B-6E83-4934-AD7C-6081874964EF}" type="pres">
      <dgm:prSet presAssocID="{7564E717-CA2A-4C78-A620-D2FC847ABB2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1E6130B-03CD-4B4A-804D-C6F0ACC1DE3A}" type="presOf" srcId="{7D5D8812-DD86-4A10-955E-D417BE23C84D}" destId="{E5207B1E-1C5C-49A2-8AB8-704A7EF63B03}" srcOrd="0" destOrd="0" presId="urn:microsoft.com/office/officeart/2018/2/layout/IconLabelList"/>
    <dgm:cxn modelId="{17F3AC1C-573E-48A3-A5A1-99983728385F}" srcId="{DDABE383-D0CD-46E1-916B-4E4BD7B317AB}" destId="{F50672E8-75C3-4E63-A9E7-2909B906FD0E}" srcOrd="1" destOrd="0" parTransId="{C2876CBD-5776-4543-B5F1-5CA90B78F459}" sibTransId="{B5C2E7F8-EF59-48A9-A8D6-4FAFC163772D}"/>
    <dgm:cxn modelId="{39FC0D5C-6626-4983-A0A8-61F4763E2A91}" type="presOf" srcId="{7564E717-CA2A-4C78-A620-D2FC847ABB25}" destId="{2E3FEF8B-6E83-4934-AD7C-6081874964EF}" srcOrd="0" destOrd="0" presId="urn:microsoft.com/office/officeart/2018/2/layout/IconLabelList"/>
    <dgm:cxn modelId="{A96A5B53-9881-42E7-860D-36C7EB4E81EA}" srcId="{DDABE383-D0CD-46E1-916B-4E4BD7B317AB}" destId="{7564E717-CA2A-4C78-A620-D2FC847ABB25}" srcOrd="2" destOrd="0" parTransId="{FDB57243-F645-47BA-8C34-E3FE6BBE544E}" sibTransId="{6E719E37-019F-4306-A6AA-95B98B777026}"/>
    <dgm:cxn modelId="{FB0DFBD9-F2CE-4B5E-9258-C31387853CA0}" type="presOf" srcId="{F50672E8-75C3-4E63-A9E7-2909B906FD0E}" destId="{65B9204C-7681-4D64-B796-A41FE169B96A}" srcOrd="0" destOrd="0" presId="urn:microsoft.com/office/officeart/2018/2/layout/IconLabelList"/>
    <dgm:cxn modelId="{36ECB4E7-9314-4FEE-9596-DB5163C56BA6}" type="presOf" srcId="{DDABE383-D0CD-46E1-916B-4E4BD7B317AB}" destId="{B02A2A4D-9DB8-4D3E-8B2B-ABB3385AC80B}" srcOrd="0" destOrd="0" presId="urn:microsoft.com/office/officeart/2018/2/layout/IconLabelList"/>
    <dgm:cxn modelId="{7FF629F5-0CDB-40BB-A094-8D192210A463}" srcId="{DDABE383-D0CD-46E1-916B-4E4BD7B317AB}" destId="{7D5D8812-DD86-4A10-955E-D417BE23C84D}" srcOrd="0" destOrd="0" parTransId="{94C45D1A-35BF-4F50-AE73-6EEDB0D29E5A}" sibTransId="{7603E6A6-63F2-4820-B6F9-7D6D5FC0D168}"/>
    <dgm:cxn modelId="{C99F7B74-6195-4165-B08F-B2B9BBC214C2}" type="presParOf" srcId="{B02A2A4D-9DB8-4D3E-8B2B-ABB3385AC80B}" destId="{2B502C33-B7F9-40B4-AFFC-6BE781EDEAA3}" srcOrd="0" destOrd="0" presId="urn:microsoft.com/office/officeart/2018/2/layout/IconLabelList"/>
    <dgm:cxn modelId="{2173EB45-BA36-431B-BD30-125441D9602C}" type="presParOf" srcId="{2B502C33-B7F9-40B4-AFFC-6BE781EDEAA3}" destId="{C8E359D9-C363-45E0-ABC9-95175D2E945D}" srcOrd="0" destOrd="0" presId="urn:microsoft.com/office/officeart/2018/2/layout/IconLabelList"/>
    <dgm:cxn modelId="{CEE0AF64-42B7-47D2-843D-926B8F7A5C25}" type="presParOf" srcId="{2B502C33-B7F9-40B4-AFFC-6BE781EDEAA3}" destId="{1B89B995-FEAE-469C-9B5B-0913EF7B3699}" srcOrd="1" destOrd="0" presId="urn:microsoft.com/office/officeart/2018/2/layout/IconLabelList"/>
    <dgm:cxn modelId="{4797AE7E-380B-47AF-BD13-788D23747D8B}" type="presParOf" srcId="{2B502C33-B7F9-40B4-AFFC-6BE781EDEAA3}" destId="{E5207B1E-1C5C-49A2-8AB8-704A7EF63B03}" srcOrd="2" destOrd="0" presId="urn:microsoft.com/office/officeart/2018/2/layout/IconLabelList"/>
    <dgm:cxn modelId="{FC7973CC-E475-4F31-B5FD-4C4FC1A5686F}" type="presParOf" srcId="{B02A2A4D-9DB8-4D3E-8B2B-ABB3385AC80B}" destId="{703A335C-FEA8-4543-BDDE-6F7A58F6D0DC}" srcOrd="1" destOrd="0" presId="urn:microsoft.com/office/officeart/2018/2/layout/IconLabelList"/>
    <dgm:cxn modelId="{BBD077B7-4D74-4653-81DB-F35D9B4B6993}" type="presParOf" srcId="{B02A2A4D-9DB8-4D3E-8B2B-ABB3385AC80B}" destId="{EF46D20C-C139-48CE-8257-E45FE2F059CC}" srcOrd="2" destOrd="0" presId="urn:microsoft.com/office/officeart/2018/2/layout/IconLabelList"/>
    <dgm:cxn modelId="{E6AC8519-ECF0-462D-8D98-5FEFC75D06F2}" type="presParOf" srcId="{EF46D20C-C139-48CE-8257-E45FE2F059CC}" destId="{93376FF3-A181-4C38-B28F-7D46CD1ED24F}" srcOrd="0" destOrd="0" presId="urn:microsoft.com/office/officeart/2018/2/layout/IconLabelList"/>
    <dgm:cxn modelId="{2261EED4-74C4-454C-802E-094694F8EC1E}" type="presParOf" srcId="{EF46D20C-C139-48CE-8257-E45FE2F059CC}" destId="{2686D7F9-F8B8-4D92-8116-AC81151C27E9}" srcOrd="1" destOrd="0" presId="urn:microsoft.com/office/officeart/2018/2/layout/IconLabelList"/>
    <dgm:cxn modelId="{A739801B-E10B-4F37-B71C-F99759C73E3A}" type="presParOf" srcId="{EF46D20C-C139-48CE-8257-E45FE2F059CC}" destId="{65B9204C-7681-4D64-B796-A41FE169B96A}" srcOrd="2" destOrd="0" presId="urn:microsoft.com/office/officeart/2018/2/layout/IconLabelList"/>
    <dgm:cxn modelId="{5E7D78BB-8174-4536-B04D-EEE1DCD88598}" type="presParOf" srcId="{B02A2A4D-9DB8-4D3E-8B2B-ABB3385AC80B}" destId="{61125C23-59DD-41CC-BD60-3FE4D2A2DBF4}" srcOrd="3" destOrd="0" presId="urn:microsoft.com/office/officeart/2018/2/layout/IconLabelList"/>
    <dgm:cxn modelId="{025C0C34-E7EA-4EB5-BA43-947BB6D597B5}" type="presParOf" srcId="{B02A2A4D-9DB8-4D3E-8B2B-ABB3385AC80B}" destId="{FE45C6E8-03BB-4ABF-8672-E7E36DDD231E}" srcOrd="4" destOrd="0" presId="urn:microsoft.com/office/officeart/2018/2/layout/IconLabelList"/>
    <dgm:cxn modelId="{E6FB3112-527E-4173-8329-BC8893C37CE2}" type="presParOf" srcId="{FE45C6E8-03BB-4ABF-8672-E7E36DDD231E}" destId="{CDE2FB30-96AE-4461-8E49-D4BB5DA01E8F}" srcOrd="0" destOrd="0" presId="urn:microsoft.com/office/officeart/2018/2/layout/IconLabelList"/>
    <dgm:cxn modelId="{83F84D2D-4DF1-406C-84DD-339763C5EDFA}" type="presParOf" srcId="{FE45C6E8-03BB-4ABF-8672-E7E36DDD231E}" destId="{3588C324-7E48-4FE9-8B81-627F8722CD69}" srcOrd="1" destOrd="0" presId="urn:microsoft.com/office/officeart/2018/2/layout/IconLabelList"/>
    <dgm:cxn modelId="{E70313E7-9C02-4E8D-9E4E-E61E734E261F}" type="presParOf" srcId="{FE45C6E8-03BB-4ABF-8672-E7E36DDD231E}" destId="{2E3FEF8B-6E83-4934-AD7C-6081874964E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F543E7-0AD4-4E0F-A0F3-E2FB4C65967B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0E135D-22EC-43C1-972B-2517FF07E6D1}">
      <dgm:prSet/>
      <dgm:spPr/>
      <dgm:t>
        <a:bodyPr/>
        <a:lstStyle/>
        <a:p>
          <a:r>
            <a:rPr lang="pt-BR" b="0" i="0"/>
            <a:t>Execução de testes automatizados: Testes de unidade, integração, aceitação.</a:t>
          </a:r>
          <a:endParaRPr lang="en-US"/>
        </a:p>
      </dgm:t>
    </dgm:pt>
    <dgm:pt modelId="{B53FFC05-962F-4660-B6DC-A40F28B9DBEA}" type="parTrans" cxnId="{100B7003-D7EF-4637-A986-6885F52EB51D}">
      <dgm:prSet/>
      <dgm:spPr/>
      <dgm:t>
        <a:bodyPr/>
        <a:lstStyle/>
        <a:p>
          <a:endParaRPr lang="en-US"/>
        </a:p>
      </dgm:t>
    </dgm:pt>
    <dgm:pt modelId="{9A27EE27-E1C3-4AE2-ACA4-137915C0A466}" type="sibTrans" cxnId="{100B7003-D7EF-4637-A986-6885F52EB51D}">
      <dgm:prSet/>
      <dgm:spPr/>
      <dgm:t>
        <a:bodyPr/>
        <a:lstStyle/>
        <a:p>
          <a:endParaRPr lang="en-US"/>
        </a:p>
      </dgm:t>
    </dgm:pt>
    <dgm:pt modelId="{B0668DC9-78E9-457F-92B8-1CA3F97704BB}">
      <dgm:prSet/>
      <dgm:spPr/>
      <dgm:t>
        <a:bodyPr/>
        <a:lstStyle/>
        <a:p>
          <a:r>
            <a:rPr lang="pt-BR" b="0" i="0"/>
            <a:t>Identificação de problemas no código ou nos testes.</a:t>
          </a:r>
          <a:endParaRPr lang="en-US"/>
        </a:p>
      </dgm:t>
    </dgm:pt>
    <dgm:pt modelId="{23888388-FB87-4B34-A88F-F50D00969AE1}" type="parTrans" cxnId="{A1F3E21E-7803-47E0-A351-484B135A7F2C}">
      <dgm:prSet/>
      <dgm:spPr/>
      <dgm:t>
        <a:bodyPr/>
        <a:lstStyle/>
        <a:p>
          <a:endParaRPr lang="en-US"/>
        </a:p>
      </dgm:t>
    </dgm:pt>
    <dgm:pt modelId="{B9DCE3E5-45E4-4F02-BEB1-DF9AADAD502D}" type="sibTrans" cxnId="{A1F3E21E-7803-47E0-A351-484B135A7F2C}">
      <dgm:prSet/>
      <dgm:spPr/>
      <dgm:t>
        <a:bodyPr/>
        <a:lstStyle/>
        <a:p>
          <a:endParaRPr lang="en-US"/>
        </a:p>
      </dgm:t>
    </dgm:pt>
    <dgm:pt modelId="{08B0F3ED-01B8-4C01-A9D3-F049F301EE8F}" type="pres">
      <dgm:prSet presAssocID="{95F543E7-0AD4-4E0F-A0F3-E2FB4C65967B}" presName="linear" presStyleCnt="0">
        <dgm:presLayoutVars>
          <dgm:animLvl val="lvl"/>
          <dgm:resizeHandles val="exact"/>
        </dgm:presLayoutVars>
      </dgm:prSet>
      <dgm:spPr/>
    </dgm:pt>
    <dgm:pt modelId="{D110CA37-AAF9-4346-9ABA-8434EF33C67A}" type="pres">
      <dgm:prSet presAssocID="{400E135D-22EC-43C1-972B-2517FF07E6D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D8E913-9FE0-4EA0-913F-3B4EBFB63495}" type="pres">
      <dgm:prSet presAssocID="{9A27EE27-E1C3-4AE2-ACA4-137915C0A466}" presName="spacer" presStyleCnt="0"/>
      <dgm:spPr/>
    </dgm:pt>
    <dgm:pt modelId="{EB6EE2AC-3A53-46E6-BB50-49ED59E0D057}" type="pres">
      <dgm:prSet presAssocID="{B0668DC9-78E9-457F-92B8-1CA3F97704B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00B7003-D7EF-4637-A986-6885F52EB51D}" srcId="{95F543E7-0AD4-4E0F-A0F3-E2FB4C65967B}" destId="{400E135D-22EC-43C1-972B-2517FF07E6D1}" srcOrd="0" destOrd="0" parTransId="{B53FFC05-962F-4660-B6DC-A40F28B9DBEA}" sibTransId="{9A27EE27-E1C3-4AE2-ACA4-137915C0A466}"/>
    <dgm:cxn modelId="{A1F3E21E-7803-47E0-A351-484B135A7F2C}" srcId="{95F543E7-0AD4-4E0F-A0F3-E2FB4C65967B}" destId="{B0668DC9-78E9-457F-92B8-1CA3F97704BB}" srcOrd="1" destOrd="0" parTransId="{23888388-FB87-4B34-A88F-F50D00969AE1}" sibTransId="{B9DCE3E5-45E4-4F02-BEB1-DF9AADAD502D}"/>
    <dgm:cxn modelId="{134C6089-164A-447A-95EC-B9E462F416C1}" type="presOf" srcId="{400E135D-22EC-43C1-972B-2517FF07E6D1}" destId="{D110CA37-AAF9-4346-9ABA-8434EF33C67A}" srcOrd="0" destOrd="0" presId="urn:microsoft.com/office/officeart/2005/8/layout/vList2"/>
    <dgm:cxn modelId="{0C675DA2-E985-4BFD-8253-56076DFB4AD9}" type="presOf" srcId="{B0668DC9-78E9-457F-92B8-1CA3F97704BB}" destId="{EB6EE2AC-3A53-46E6-BB50-49ED59E0D057}" srcOrd="0" destOrd="0" presId="urn:microsoft.com/office/officeart/2005/8/layout/vList2"/>
    <dgm:cxn modelId="{2329D7D4-984A-441A-897C-B5C2801A6644}" type="presOf" srcId="{95F543E7-0AD4-4E0F-A0F3-E2FB4C65967B}" destId="{08B0F3ED-01B8-4C01-A9D3-F049F301EE8F}" srcOrd="0" destOrd="0" presId="urn:microsoft.com/office/officeart/2005/8/layout/vList2"/>
    <dgm:cxn modelId="{E6B45D0A-D5BC-4A38-9F37-676F683F46A0}" type="presParOf" srcId="{08B0F3ED-01B8-4C01-A9D3-F049F301EE8F}" destId="{D110CA37-AAF9-4346-9ABA-8434EF33C67A}" srcOrd="0" destOrd="0" presId="urn:microsoft.com/office/officeart/2005/8/layout/vList2"/>
    <dgm:cxn modelId="{89CB9E7B-1E97-4A4C-A3C8-0493319038DA}" type="presParOf" srcId="{08B0F3ED-01B8-4C01-A9D3-F049F301EE8F}" destId="{7CD8E913-9FE0-4EA0-913F-3B4EBFB63495}" srcOrd="1" destOrd="0" presId="urn:microsoft.com/office/officeart/2005/8/layout/vList2"/>
    <dgm:cxn modelId="{1A6E8099-3B6B-491A-82D1-57BC7B2BBC63}" type="presParOf" srcId="{08B0F3ED-01B8-4C01-A9D3-F049F301EE8F}" destId="{EB6EE2AC-3A53-46E6-BB50-49ED59E0D0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71C920-4ED9-452D-8E65-C08C391B852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8A476B6-0428-4469-9D64-18C3B8F759B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sz="1800" b="0" i="0" dirty="0"/>
            <a:t>Relevância do conhecimento de CI/CD para estudantes: Preparação para as demandas do mercado.</a:t>
          </a:r>
          <a:endParaRPr lang="en-US" sz="1800" dirty="0"/>
        </a:p>
      </dgm:t>
    </dgm:pt>
    <dgm:pt modelId="{AB6C2904-8CDB-4380-8242-FE70BB91EBA1}" type="parTrans" cxnId="{A9EA84A6-FFC1-42F9-8D9F-F887D872E2D4}">
      <dgm:prSet/>
      <dgm:spPr/>
      <dgm:t>
        <a:bodyPr/>
        <a:lstStyle/>
        <a:p>
          <a:endParaRPr lang="en-US"/>
        </a:p>
      </dgm:t>
    </dgm:pt>
    <dgm:pt modelId="{A1B28422-30CD-41D8-8E30-0E9BA6EADFED}" type="sibTrans" cxnId="{A9EA84A6-FFC1-42F9-8D9F-F887D872E2D4}">
      <dgm:prSet/>
      <dgm:spPr/>
      <dgm:t>
        <a:bodyPr/>
        <a:lstStyle/>
        <a:p>
          <a:endParaRPr lang="en-US"/>
        </a:p>
      </dgm:t>
    </dgm:pt>
    <dgm:pt modelId="{E50249F3-C1CD-48C8-BE38-1FCE6F1BFE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dirty="0"/>
            <a:t>Demanda do mercado por profissionais com habilidades em CI/CD: Empresas buscam candidatos com conhecimento prático.</a:t>
          </a:r>
          <a:endParaRPr lang="en-US" dirty="0"/>
        </a:p>
      </dgm:t>
    </dgm:pt>
    <dgm:pt modelId="{F225D648-9A15-4E69-8052-EC4A0BDD8C5E}" type="parTrans" cxnId="{4BB0D943-3F51-4B03-AF0B-964750835E2B}">
      <dgm:prSet/>
      <dgm:spPr/>
      <dgm:t>
        <a:bodyPr/>
        <a:lstStyle/>
        <a:p>
          <a:endParaRPr lang="en-US"/>
        </a:p>
      </dgm:t>
    </dgm:pt>
    <dgm:pt modelId="{C3C20122-99F4-4292-9FF3-DCEC83D5741E}" type="sibTrans" cxnId="{4BB0D943-3F51-4B03-AF0B-964750835E2B}">
      <dgm:prSet/>
      <dgm:spPr/>
      <dgm:t>
        <a:bodyPr/>
        <a:lstStyle/>
        <a:p>
          <a:endParaRPr lang="en-US"/>
        </a:p>
      </dgm:t>
    </dgm:pt>
    <dgm:pt modelId="{FD519497-3245-4018-8AD3-731BB8D093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0" i="0" dirty="0"/>
            <a:t>Oportunidades de aprendizado e certificação: Cursos online e certificações para aprimorar as habilidades em CI/CD.</a:t>
          </a:r>
          <a:endParaRPr lang="en-US" dirty="0"/>
        </a:p>
      </dgm:t>
    </dgm:pt>
    <dgm:pt modelId="{FDB6E9DA-C5E1-4CA2-9849-2AB283C9834A}" type="parTrans" cxnId="{6DB3A9F1-F5C5-45FC-9908-06F9691013D3}">
      <dgm:prSet/>
      <dgm:spPr/>
      <dgm:t>
        <a:bodyPr/>
        <a:lstStyle/>
        <a:p>
          <a:endParaRPr lang="en-US"/>
        </a:p>
      </dgm:t>
    </dgm:pt>
    <dgm:pt modelId="{DC6DC400-4E1C-4B83-AFE8-227A402A5EB5}" type="sibTrans" cxnId="{6DB3A9F1-F5C5-45FC-9908-06F9691013D3}">
      <dgm:prSet/>
      <dgm:spPr/>
      <dgm:t>
        <a:bodyPr/>
        <a:lstStyle/>
        <a:p>
          <a:endParaRPr lang="en-US"/>
        </a:p>
      </dgm:t>
    </dgm:pt>
    <dgm:pt modelId="{F8FDE3CE-446D-4FA9-9BDD-C159D2F9A65B}" type="pres">
      <dgm:prSet presAssocID="{4F71C920-4ED9-452D-8E65-C08C391B8526}" presName="root" presStyleCnt="0">
        <dgm:presLayoutVars>
          <dgm:dir/>
          <dgm:resizeHandles val="exact"/>
        </dgm:presLayoutVars>
      </dgm:prSet>
      <dgm:spPr/>
    </dgm:pt>
    <dgm:pt modelId="{10AEF84A-E78D-44E9-B867-6947CC72F0A6}" type="pres">
      <dgm:prSet presAssocID="{98A476B6-0428-4469-9D64-18C3B8F759BB}" presName="compNode" presStyleCnt="0"/>
      <dgm:spPr/>
    </dgm:pt>
    <dgm:pt modelId="{42A17399-D016-4FE1-9A1F-35ABAE8A7C60}" type="pres">
      <dgm:prSet presAssocID="{98A476B6-0428-4469-9D64-18C3B8F759BB}" presName="iconBgRect" presStyleLbl="bgShp" presStyleIdx="0" presStyleCnt="3"/>
      <dgm:spPr/>
    </dgm:pt>
    <dgm:pt modelId="{D413CA4C-9AB0-478A-B914-44D3BE831E3F}" type="pres">
      <dgm:prSet presAssocID="{98A476B6-0428-4469-9D64-18C3B8F759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5BF0D1A5-A41B-40CA-B109-A944DE7E1777}" type="pres">
      <dgm:prSet presAssocID="{98A476B6-0428-4469-9D64-18C3B8F759BB}" presName="spaceRect" presStyleCnt="0"/>
      <dgm:spPr/>
    </dgm:pt>
    <dgm:pt modelId="{E7DE71BB-1F07-4CB5-BF15-5D4FFE81BEF3}" type="pres">
      <dgm:prSet presAssocID="{98A476B6-0428-4469-9D64-18C3B8F759BB}" presName="textRect" presStyleLbl="revTx" presStyleIdx="0" presStyleCnt="3">
        <dgm:presLayoutVars>
          <dgm:chMax val="1"/>
          <dgm:chPref val="1"/>
        </dgm:presLayoutVars>
      </dgm:prSet>
      <dgm:spPr/>
    </dgm:pt>
    <dgm:pt modelId="{9C6672F6-B267-4D9E-8151-B531FA96F5AC}" type="pres">
      <dgm:prSet presAssocID="{A1B28422-30CD-41D8-8E30-0E9BA6EADFED}" presName="sibTrans" presStyleCnt="0"/>
      <dgm:spPr/>
    </dgm:pt>
    <dgm:pt modelId="{DD2FCE28-DE1E-467B-B93C-F11EA16D106B}" type="pres">
      <dgm:prSet presAssocID="{E50249F3-C1CD-48C8-BE38-1FCE6F1BFEFD}" presName="compNode" presStyleCnt="0"/>
      <dgm:spPr/>
    </dgm:pt>
    <dgm:pt modelId="{79DFB97E-834B-43A2-B7CE-7C97E3F5CF4B}" type="pres">
      <dgm:prSet presAssocID="{E50249F3-C1CD-48C8-BE38-1FCE6F1BFEFD}" presName="iconBgRect" presStyleLbl="bgShp" presStyleIdx="1" presStyleCnt="3"/>
      <dgm:spPr/>
    </dgm:pt>
    <dgm:pt modelId="{18834726-D80A-4997-AA35-5F0B273B0F70}" type="pres">
      <dgm:prSet presAssocID="{E50249F3-C1CD-48C8-BE38-1FCE6F1BFE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2C9CF73-5467-499F-8CA5-055BBDA21E66}" type="pres">
      <dgm:prSet presAssocID="{E50249F3-C1CD-48C8-BE38-1FCE6F1BFEFD}" presName="spaceRect" presStyleCnt="0"/>
      <dgm:spPr/>
    </dgm:pt>
    <dgm:pt modelId="{E5A74272-B9EB-4FD8-9CFE-9C2174354585}" type="pres">
      <dgm:prSet presAssocID="{E50249F3-C1CD-48C8-BE38-1FCE6F1BFEFD}" presName="textRect" presStyleLbl="revTx" presStyleIdx="1" presStyleCnt="3">
        <dgm:presLayoutVars>
          <dgm:chMax val="1"/>
          <dgm:chPref val="1"/>
        </dgm:presLayoutVars>
      </dgm:prSet>
      <dgm:spPr/>
    </dgm:pt>
    <dgm:pt modelId="{5FE3BFE3-E88A-4282-A9BC-DA7680ECAA2C}" type="pres">
      <dgm:prSet presAssocID="{C3C20122-99F4-4292-9FF3-DCEC83D5741E}" presName="sibTrans" presStyleCnt="0"/>
      <dgm:spPr/>
    </dgm:pt>
    <dgm:pt modelId="{57B8F399-5851-40D8-8F0D-EA42CFE688C4}" type="pres">
      <dgm:prSet presAssocID="{FD519497-3245-4018-8AD3-731BB8D093E9}" presName="compNode" presStyleCnt="0"/>
      <dgm:spPr/>
    </dgm:pt>
    <dgm:pt modelId="{C3526633-70BB-4811-A512-9FF2A99D9650}" type="pres">
      <dgm:prSet presAssocID="{FD519497-3245-4018-8AD3-731BB8D093E9}" presName="iconBgRect" presStyleLbl="bgShp" presStyleIdx="2" presStyleCnt="3"/>
      <dgm:spPr/>
    </dgm:pt>
    <dgm:pt modelId="{6AD10D09-8663-43A9-9386-034DA6691582}" type="pres">
      <dgm:prSet presAssocID="{FD519497-3245-4018-8AD3-731BB8D093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C717875A-488C-45FB-807D-65DACE2CAC2D}" type="pres">
      <dgm:prSet presAssocID="{FD519497-3245-4018-8AD3-731BB8D093E9}" presName="spaceRect" presStyleCnt="0"/>
      <dgm:spPr/>
    </dgm:pt>
    <dgm:pt modelId="{A97DE682-8874-49CF-8CD8-9DD0A4853727}" type="pres">
      <dgm:prSet presAssocID="{FD519497-3245-4018-8AD3-731BB8D093E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BB0D943-3F51-4B03-AF0B-964750835E2B}" srcId="{4F71C920-4ED9-452D-8E65-C08C391B8526}" destId="{E50249F3-C1CD-48C8-BE38-1FCE6F1BFEFD}" srcOrd="1" destOrd="0" parTransId="{F225D648-9A15-4E69-8052-EC4A0BDD8C5E}" sibTransId="{C3C20122-99F4-4292-9FF3-DCEC83D5741E}"/>
    <dgm:cxn modelId="{D6827E65-DFA1-4E75-8981-4F0FD0AA3533}" type="presOf" srcId="{FD519497-3245-4018-8AD3-731BB8D093E9}" destId="{A97DE682-8874-49CF-8CD8-9DD0A4853727}" srcOrd="0" destOrd="0" presId="urn:microsoft.com/office/officeart/2018/5/layout/IconCircleLabelList"/>
    <dgm:cxn modelId="{9E371A4B-AC10-442F-AC89-46044961ED70}" type="presOf" srcId="{4F71C920-4ED9-452D-8E65-C08C391B8526}" destId="{F8FDE3CE-446D-4FA9-9BDD-C159D2F9A65B}" srcOrd="0" destOrd="0" presId="urn:microsoft.com/office/officeart/2018/5/layout/IconCircleLabelList"/>
    <dgm:cxn modelId="{A9EA84A6-FFC1-42F9-8D9F-F887D872E2D4}" srcId="{4F71C920-4ED9-452D-8E65-C08C391B8526}" destId="{98A476B6-0428-4469-9D64-18C3B8F759BB}" srcOrd="0" destOrd="0" parTransId="{AB6C2904-8CDB-4380-8242-FE70BB91EBA1}" sibTransId="{A1B28422-30CD-41D8-8E30-0E9BA6EADFED}"/>
    <dgm:cxn modelId="{2896E8B2-0583-45C7-9954-98180454EC1B}" type="presOf" srcId="{E50249F3-C1CD-48C8-BE38-1FCE6F1BFEFD}" destId="{E5A74272-B9EB-4FD8-9CFE-9C2174354585}" srcOrd="0" destOrd="0" presId="urn:microsoft.com/office/officeart/2018/5/layout/IconCircleLabelList"/>
    <dgm:cxn modelId="{CF836BBD-0389-4D45-8B79-EC0534644BFB}" type="presOf" srcId="{98A476B6-0428-4469-9D64-18C3B8F759BB}" destId="{E7DE71BB-1F07-4CB5-BF15-5D4FFE81BEF3}" srcOrd="0" destOrd="0" presId="urn:microsoft.com/office/officeart/2018/5/layout/IconCircleLabelList"/>
    <dgm:cxn modelId="{6DB3A9F1-F5C5-45FC-9908-06F9691013D3}" srcId="{4F71C920-4ED9-452D-8E65-C08C391B8526}" destId="{FD519497-3245-4018-8AD3-731BB8D093E9}" srcOrd="2" destOrd="0" parTransId="{FDB6E9DA-C5E1-4CA2-9849-2AB283C9834A}" sibTransId="{DC6DC400-4E1C-4B83-AFE8-227A402A5EB5}"/>
    <dgm:cxn modelId="{A2AA4534-C10C-4C0C-B2CD-11FF908F9EE3}" type="presParOf" srcId="{F8FDE3CE-446D-4FA9-9BDD-C159D2F9A65B}" destId="{10AEF84A-E78D-44E9-B867-6947CC72F0A6}" srcOrd="0" destOrd="0" presId="urn:microsoft.com/office/officeart/2018/5/layout/IconCircleLabelList"/>
    <dgm:cxn modelId="{6E91E0B2-C234-476A-AF2F-4EB2017A1A90}" type="presParOf" srcId="{10AEF84A-E78D-44E9-B867-6947CC72F0A6}" destId="{42A17399-D016-4FE1-9A1F-35ABAE8A7C60}" srcOrd="0" destOrd="0" presId="urn:microsoft.com/office/officeart/2018/5/layout/IconCircleLabelList"/>
    <dgm:cxn modelId="{8B0FD045-A30D-4C84-8025-3C1265EF84C7}" type="presParOf" srcId="{10AEF84A-E78D-44E9-B867-6947CC72F0A6}" destId="{D413CA4C-9AB0-478A-B914-44D3BE831E3F}" srcOrd="1" destOrd="0" presId="urn:microsoft.com/office/officeart/2018/5/layout/IconCircleLabelList"/>
    <dgm:cxn modelId="{E64B9AAD-304A-4B38-871C-409CD4C526E3}" type="presParOf" srcId="{10AEF84A-E78D-44E9-B867-6947CC72F0A6}" destId="{5BF0D1A5-A41B-40CA-B109-A944DE7E1777}" srcOrd="2" destOrd="0" presId="urn:microsoft.com/office/officeart/2018/5/layout/IconCircleLabelList"/>
    <dgm:cxn modelId="{D2FE1C4B-FB50-40F1-941D-029EE1D77697}" type="presParOf" srcId="{10AEF84A-E78D-44E9-B867-6947CC72F0A6}" destId="{E7DE71BB-1F07-4CB5-BF15-5D4FFE81BEF3}" srcOrd="3" destOrd="0" presId="urn:microsoft.com/office/officeart/2018/5/layout/IconCircleLabelList"/>
    <dgm:cxn modelId="{939BC829-FBBE-460B-B2BC-7C532D7C52E2}" type="presParOf" srcId="{F8FDE3CE-446D-4FA9-9BDD-C159D2F9A65B}" destId="{9C6672F6-B267-4D9E-8151-B531FA96F5AC}" srcOrd="1" destOrd="0" presId="urn:microsoft.com/office/officeart/2018/5/layout/IconCircleLabelList"/>
    <dgm:cxn modelId="{384F4CFD-DF04-416B-B1A8-4994AA47B98D}" type="presParOf" srcId="{F8FDE3CE-446D-4FA9-9BDD-C159D2F9A65B}" destId="{DD2FCE28-DE1E-467B-B93C-F11EA16D106B}" srcOrd="2" destOrd="0" presId="urn:microsoft.com/office/officeart/2018/5/layout/IconCircleLabelList"/>
    <dgm:cxn modelId="{2A70A2A3-5A9E-4C61-A96F-E2B5B0936EC8}" type="presParOf" srcId="{DD2FCE28-DE1E-467B-B93C-F11EA16D106B}" destId="{79DFB97E-834B-43A2-B7CE-7C97E3F5CF4B}" srcOrd="0" destOrd="0" presId="urn:microsoft.com/office/officeart/2018/5/layout/IconCircleLabelList"/>
    <dgm:cxn modelId="{4D414C08-FA81-4620-85CE-297A69AE0C41}" type="presParOf" srcId="{DD2FCE28-DE1E-467B-B93C-F11EA16D106B}" destId="{18834726-D80A-4997-AA35-5F0B273B0F70}" srcOrd="1" destOrd="0" presId="urn:microsoft.com/office/officeart/2018/5/layout/IconCircleLabelList"/>
    <dgm:cxn modelId="{BC44A5E2-C113-4638-8CD5-44A24B87BEF8}" type="presParOf" srcId="{DD2FCE28-DE1E-467B-B93C-F11EA16D106B}" destId="{F2C9CF73-5467-499F-8CA5-055BBDA21E66}" srcOrd="2" destOrd="0" presId="urn:microsoft.com/office/officeart/2018/5/layout/IconCircleLabelList"/>
    <dgm:cxn modelId="{C2B3D481-04A8-4E12-B592-B66379363997}" type="presParOf" srcId="{DD2FCE28-DE1E-467B-B93C-F11EA16D106B}" destId="{E5A74272-B9EB-4FD8-9CFE-9C2174354585}" srcOrd="3" destOrd="0" presId="urn:microsoft.com/office/officeart/2018/5/layout/IconCircleLabelList"/>
    <dgm:cxn modelId="{596262E5-DAF6-4273-A703-34B2F63B078F}" type="presParOf" srcId="{F8FDE3CE-446D-4FA9-9BDD-C159D2F9A65B}" destId="{5FE3BFE3-E88A-4282-A9BC-DA7680ECAA2C}" srcOrd="3" destOrd="0" presId="urn:microsoft.com/office/officeart/2018/5/layout/IconCircleLabelList"/>
    <dgm:cxn modelId="{7684A8BC-E2F1-4672-8F2F-8F171D2909D5}" type="presParOf" srcId="{F8FDE3CE-446D-4FA9-9BDD-C159D2F9A65B}" destId="{57B8F399-5851-40D8-8F0D-EA42CFE688C4}" srcOrd="4" destOrd="0" presId="urn:microsoft.com/office/officeart/2018/5/layout/IconCircleLabelList"/>
    <dgm:cxn modelId="{30DEE504-ED1C-431B-8ECA-12A138F05DE4}" type="presParOf" srcId="{57B8F399-5851-40D8-8F0D-EA42CFE688C4}" destId="{C3526633-70BB-4811-A512-9FF2A99D9650}" srcOrd="0" destOrd="0" presId="urn:microsoft.com/office/officeart/2018/5/layout/IconCircleLabelList"/>
    <dgm:cxn modelId="{90D3D4F6-3BE2-45F1-8F8B-B4E2A7E7A340}" type="presParOf" srcId="{57B8F399-5851-40D8-8F0D-EA42CFE688C4}" destId="{6AD10D09-8663-43A9-9386-034DA6691582}" srcOrd="1" destOrd="0" presId="urn:microsoft.com/office/officeart/2018/5/layout/IconCircleLabelList"/>
    <dgm:cxn modelId="{629575E2-F43B-49E2-AD6A-12A50555E1C5}" type="presParOf" srcId="{57B8F399-5851-40D8-8F0D-EA42CFE688C4}" destId="{C717875A-488C-45FB-807D-65DACE2CAC2D}" srcOrd="2" destOrd="0" presId="urn:microsoft.com/office/officeart/2018/5/layout/IconCircleLabelList"/>
    <dgm:cxn modelId="{7D5EA1A5-C90C-487E-A1F6-C76C944B5B53}" type="presParOf" srcId="{57B8F399-5851-40D8-8F0D-EA42CFE688C4}" destId="{A97DE682-8874-49CF-8CD8-9DD0A485372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0BBD0-6119-41C7-9B8E-816493AB72C8}">
      <dsp:nvSpPr>
        <dsp:cNvPr id="0" name=""/>
        <dsp:cNvSpPr/>
      </dsp:nvSpPr>
      <dsp:spPr>
        <a:xfrm>
          <a:off x="0" y="459"/>
          <a:ext cx="10753725" cy="1075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78DA69-DF80-42B3-8E68-DF5788055E78}">
      <dsp:nvSpPr>
        <dsp:cNvPr id="0" name=""/>
        <dsp:cNvSpPr/>
      </dsp:nvSpPr>
      <dsp:spPr>
        <a:xfrm>
          <a:off x="325426" y="242512"/>
          <a:ext cx="591684" cy="5916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4A5F5-0AD5-4AFF-9D20-DCB399E412F6}">
      <dsp:nvSpPr>
        <dsp:cNvPr id="0" name=""/>
        <dsp:cNvSpPr/>
      </dsp:nvSpPr>
      <dsp:spPr>
        <a:xfrm>
          <a:off x="1242537" y="459"/>
          <a:ext cx="4839176" cy="1075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54" tIns="113854" rIns="113854" bIns="11385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i="0" kern="1200" dirty="0"/>
            <a:t>Complexidade crescente no desenvolvimento de software</a:t>
          </a:r>
          <a:endParaRPr lang="en-US" sz="2500" b="1" kern="1200" dirty="0"/>
        </a:p>
      </dsp:txBody>
      <dsp:txXfrm>
        <a:off x="1242537" y="459"/>
        <a:ext cx="4839176" cy="1075790"/>
      </dsp:txXfrm>
    </dsp:sp>
    <dsp:sp modelId="{F9CB3791-C6E3-4AAA-B5A5-33818F0EE0AA}">
      <dsp:nvSpPr>
        <dsp:cNvPr id="0" name=""/>
        <dsp:cNvSpPr/>
      </dsp:nvSpPr>
      <dsp:spPr>
        <a:xfrm>
          <a:off x="6081713" y="459"/>
          <a:ext cx="4672011" cy="1075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54" tIns="113854" rIns="113854" bIns="1138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/>
            <a:t>Múltiplos desenvolvedores, múltiplas funcionalidades</a:t>
          </a:r>
          <a:endParaRPr lang="en-US" sz="1800" kern="1200"/>
        </a:p>
      </dsp:txBody>
      <dsp:txXfrm>
        <a:off x="6081713" y="459"/>
        <a:ext cx="4672011" cy="1075790"/>
      </dsp:txXfrm>
    </dsp:sp>
    <dsp:sp modelId="{6928767D-81C5-49A7-87E3-F487CA5B0595}">
      <dsp:nvSpPr>
        <dsp:cNvPr id="0" name=""/>
        <dsp:cNvSpPr/>
      </dsp:nvSpPr>
      <dsp:spPr>
        <a:xfrm>
          <a:off x="0" y="1345197"/>
          <a:ext cx="10753725" cy="1075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C6B326-C42A-432B-9D95-B51CE79E6E60}">
      <dsp:nvSpPr>
        <dsp:cNvPr id="0" name=""/>
        <dsp:cNvSpPr/>
      </dsp:nvSpPr>
      <dsp:spPr>
        <a:xfrm>
          <a:off x="325426" y="1587250"/>
          <a:ext cx="591684" cy="5916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F2E78-EE8C-488C-9D91-DB43E194E047}">
      <dsp:nvSpPr>
        <dsp:cNvPr id="0" name=""/>
        <dsp:cNvSpPr/>
      </dsp:nvSpPr>
      <dsp:spPr>
        <a:xfrm>
          <a:off x="1242537" y="1345197"/>
          <a:ext cx="4839176" cy="1075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54" tIns="113854" rIns="113854" bIns="11385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i="0" kern="1200" dirty="0"/>
            <a:t>Ciclos de lançamento mais curtos</a:t>
          </a:r>
          <a:endParaRPr lang="en-US" sz="2500" b="1" kern="1200" dirty="0"/>
        </a:p>
      </dsp:txBody>
      <dsp:txXfrm>
        <a:off x="1242537" y="1345197"/>
        <a:ext cx="4839176" cy="1075790"/>
      </dsp:txXfrm>
    </dsp:sp>
    <dsp:sp modelId="{3F9394E1-FE74-43DB-9643-207DEBE59082}">
      <dsp:nvSpPr>
        <dsp:cNvPr id="0" name=""/>
        <dsp:cNvSpPr/>
      </dsp:nvSpPr>
      <dsp:spPr>
        <a:xfrm>
          <a:off x="6081713" y="1345197"/>
          <a:ext cx="4672011" cy="1075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54" tIns="113854" rIns="113854" bIns="1138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/>
            <a:t>Atender às expectativas dos usuários em constante mudança</a:t>
          </a:r>
          <a:endParaRPr lang="en-US" sz="1800" kern="1200"/>
        </a:p>
      </dsp:txBody>
      <dsp:txXfrm>
        <a:off x="6081713" y="1345197"/>
        <a:ext cx="4672011" cy="1075790"/>
      </dsp:txXfrm>
    </dsp:sp>
    <dsp:sp modelId="{0B2B1B72-D2AA-47C4-A658-12C65FA87CFA}">
      <dsp:nvSpPr>
        <dsp:cNvPr id="0" name=""/>
        <dsp:cNvSpPr/>
      </dsp:nvSpPr>
      <dsp:spPr>
        <a:xfrm>
          <a:off x="0" y="2689935"/>
          <a:ext cx="10753725" cy="10757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94153-453C-47AD-9C99-A52F779D82A6}">
      <dsp:nvSpPr>
        <dsp:cNvPr id="0" name=""/>
        <dsp:cNvSpPr/>
      </dsp:nvSpPr>
      <dsp:spPr>
        <a:xfrm>
          <a:off x="325426" y="2931987"/>
          <a:ext cx="591684" cy="5916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D5E72-6C9E-4E14-84A9-6C5C01DE846E}">
      <dsp:nvSpPr>
        <dsp:cNvPr id="0" name=""/>
        <dsp:cNvSpPr/>
      </dsp:nvSpPr>
      <dsp:spPr>
        <a:xfrm>
          <a:off x="1242537" y="2689935"/>
          <a:ext cx="4839176" cy="1075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54" tIns="113854" rIns="113854" bIns="11385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i="0" kern="1200" dirty="0"/>
            <a:t>Redução de erros e conflitos</a:t>
          </a:r>
          <a:endParaRPr lang="en-US" sz="2500" b="1" kern="1200" dirty="0"/>
        </a:p>
      </dsp:txBody>
      <dsp:txXfrm>
        <a:off x="1242537" y="2689935"/>
        <a:ext cx="4839176" cy="1075790"/>
      </dsp:txXfrm>
    </dsp:sp>
    <dsp:sp modelId="{74A95647-13CD-4342-B86A-00D3D9316DCB}">
      <dsp:nvSpPr>
        <dsp:cNvPr id="0" name=""/>
        <dsp:cNvSpPr/>
      </dsp:nvSpPr>
      <dsp:spPr>
        <a:xfrm>
          <a:off x="6081713" y="2689935"/>
          <a:ext cx="4672011" cy="1075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54" tIns="113854" rIns="113854" bIns="1138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/>
            <a:t>Identificação precoce de problemas, diminuição de conflitos de integração</a:t>
          </a:r>
          <a:endParaRPr lang="en-US" sz="1800" kern="1200"/>
        </a:p>
      </dsp:txBody>
      <dsp:txXfrm>
        <a:off x="6081713" y="2689935"/>
        <a:ext cx="4672011" cy="10757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24E62-0566-43D6-8A61-548CC730EFFA}">
      <dsp:nvSpPr>
        <dsp:cNvPr id="0" name=""/>
        <dsp:cNvSpPr/>
      </dsp:nvSpPr>
      <dsp:spPr>
        <a:xfrm>
          <a:off x="0" y="429296"/>
          <a:ext cx="3024485" cy="3066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D8BB6-9401-468E-9027-E2B0E164B030}">
      <dsp:nvSpPr>
        <dsp:cNvPr id="0" name=""/>
        <dsp:cNvSpPr/>
      </dsp:nvSpPr>
      <dsp:spPr>
        <a:xfrm>
          <a:off x="336053" y="748547"/>
          <a:ext cx="3024485" cy="3066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 dirty="0"/>
            <a:t>Detecção precoce de erros</a:t>
          </a:r>
          <a:r>
            <a:rPr lang="pt-BR" sz="2300" b="0" i="0" kern="1200" dirty="0"/>
            <a:t>: Através de testes automatizados, erros são identificados imediatamente após a integração, reduzindo a complexidade da solução.</a:t>
          </a:r>
          <a:endParaRPr lang="en-US" sz="2300" kern="1200" dirty="0"/>
        </a:p>
      </dsp:txBody>
      <dsp:txXfrm>
        <a:off x="424637" y="837131"/>
        <a:ext cx="2847317" cy="2889332"/>
      </dsp:txXfrm>
    </dsp:sp>
    <dsp:sp modelId="{CF8AE0F0-77D0-4FD3-AE61-3304529B43A8}">
      <dsp:nvSpPr>
        <dsp:cNvPr id="0" name=""/>
        <dsp:cNvSpPr/>
      </dsp:nvSpPr>
      <dsp:spPr>
        <a:xfrm>
          <a:off x="3696592" y="429296"/>
          <a:ext cx="3024485" cy="3066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EA94BC-4EE1-4E8A-A9E1-2310EDB386F0}">
      <dsp:nvSpPr>
        <dsp:cNvPr id="0" name=""/>
        <dsp:cNvSpPr/>
      </dsp:nvSpPr>
      <dsp:spPr>
        <a:xfrm>
          <a:off x="4032646" y="748547"/>
          <a:ext cx="3024485" cy="3066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 dirty="0"/>
            <a:t>Integração suave de código</a:t>
          </a:r>
          <a:r>
            <a:rPr lang="pt-BR" sz="2300" b="0" i="0" kern="1200" dirty="0"/>
            <a:t>: A prática frequente de mesclar código reduz conflitos, pois pequenas alterações são mais fáceis de gerenciar.</a:t>
          </a:r>
          <a:endParaRPr lang="en-US" sz="2300" kern="1200" dirty="0"/>
        </a:p>
      </dsp:txBody>
      <dsp:txXfrm>
        <a:off x="4121230" y="837131"/>
        <a:ext cx="2847317" cy="2889332"/>
      </dsp:txXfrm>
    </dsp:sp>
    <dsp:sp modelId="{728C04A8-7D53-47D1-8796-2F67D05813A3}">
      <dsp:nvSpPr>
        <dsp:cNvPr id="0" name=""/>
        <dsp:cNvSpPr/>
      </dsp:nvSpPr>
      <dsp:spPr>
        <a:xfrm>
          <a:off x="7393185" y="429296"/>
          <a:ext cx="3024485" cy="30665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E95C5F-9531-4416-A121-6C2D3949871D}">
      <dsp:nvSpPr>
        <dsp:cNvPr id="0" name=""/>
        <dsp:cNvSpPr/>
      </dsp:nvSpPr>
      <dsp:spPr>
        <a:xfrm>
          <a:off x="7729239" y="748547"/>
          <a:ext cx="3024485" cy="3066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/>
            <a:t>Feedback imediato</a:t>
          </a:r>
          <a:r>
            <a:rPr lang="pt-BR" sz="2300" b="0" i="0" kern="1200"/>
            <a:t>: Desenvolvedores recebem feedback sobre a qualidade do código instantaneamente, permitindo correções rápidas.</a:t>
          </a:r>
          <a:endParaRPr lang="en-US" sz="2300" kern="1200"/>
        </a:p>
      </dsp:txBody>
      <dsp:txXfrm>
        <a:off x="7817823" y="837131"/>
        <a:ext cx="2847317" cy="28893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B46C8-807C-4ECA-B452-DB234C242634}">
      <dsp:nvSpPr>
        <dsp:cNvPr id="0" name=""/>
        <dsp:cNvSpPr/>
      </dsp:nvSpPr>
      <dsp:spPr>
        <a:xfrm>
          <a:off x="0" y="433182"/>
          <a:ext cx="3024485" cy="32122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32AD1-3CFB-4257-92B2-2ED982C5218B}">
      <dsp:nvSpPr>
        <dsp:cNvPr id="0" name=""/>
        <dsp:cNvSpPr/>
      </dsp:nvSpPr>
      <dsp:spPr>
        <a:xfrm>
          <a:off x="336053" y="752433"/>
          <a:ext cx="3024485" cy="32122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i="0" kern="1200" dirty="0"/>
            <a:t>Maior rapidez nas entregas</a:t>
          </a:r>
          <a:r>
            <a:rPr lang="pt-BR" sz="2500" b="0" i="0" kern="1200" dirty="0"/>
            <a:t>: As implantações automatizadas permitem entregas mais frequentes e consistentes.</a:t>
          </a:r>
          <a:endParaRPr lang="pt-BR" sz="2500" kern="1200" dirty="0"/>
        </a:p>
      </dsp:txBody>
      <dsp:txXfrm>
        <a:off x="424637" y="841017"/>
        <a:ext cx="2847317" cy="3035044"/>
      </dsp:txXfrm>
    </dsp:sp>
    <dsp:sp modelId="{B94F457C-5C4B-4821-87BF-749EC35DF4C5}">
      <dsp:nvSpPr>
        <dsp:cNvPr id="0" name=""/>
        <dsp:cNvSpPr/>
      </dsp:nvSpPr>
      <dsp:spPr>
        <a:xfrm>
          <a:off x="3696592" y="433182"/>
          <a:ext cx="3024485" cy="32122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5E47E-4EB2-4919-92EC-3272C20C6E45}">
      <dsp:nvSpPr>
        <dsp:cNvPr id="0" name=""/>
        <dsp:cNvSpPr/>
      </dsp:nvSpPr>
      <dsp:spPr>
        <a:xfrm>
          <a:off x="4032646" y="752433"/>
          <a:ext cx="3024485" cy="32122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i="0" kern="1200"/>
            <a:t>Mitigação de riscos</a:t>
          </a:r>
          <a:r>
            <a:rPr lang="pt-BR" sz="2500" b="0" i="0" kern="1200"/>
            <a:t>: Implantações frequentes e automatizadas reduzem o risco de problemas devido a grandes atualizações.</a:t>
          </a:r>
          <a:endParaRPr lang="pt-BR" sz="2500" kern="1200"/>
        </a:p>
      </dsp:txBody>
      <dsp:txXfrm>
        <a:off x="4121230" y="841017"/>
        <a:ext cx="2847317" cy="3035044"/>
      </dsp:txXfrm>
    </dsp:sp>
    <dsp:sp modelId="{9C4D7B88-BB16-4787-B49D-7752507D0627}">
      <dsp:nvSpPr>
        <dsp:cNvPr id="0" name=""/>
        <dsp:cNvSpPr/>
      </dsp:nvSpPr>
      <dsp:spPr>
        <a:xfrm>
          <a:off x="7393185" y="433182"/>
          <a:ext cx="3024485" cy="32122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E6505-DC9B-415E-A4FE-BBD63BE36028}">
      <dsp:nvSpPr>
        <dsp:cNvPr id="0" name=""/>
        <dsp:cNvSpPr/>
      </dsp:nvSpPr>
      <dsp:spPr>
        <a:xfrm>
          <a:off x="7729239" y="752433"/>
          <a:ext cx="3024485" cy="32122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i="0" kern="1200"/>
            <a:t>Maior satisfação do cliente</a:t>
          </a:r>
          <a:r>
            <a:rPr lang="pt-BR" sz="2500" b="0" i="0" kern="1200"/>
            <a:t>: Entregas regulares garantem que os clientes obtenham rapidamente novos recursos e correções.</a:t>
          </a:r>
          <a:endParaRPr lang="pt-BR" sz="2500" kern="1200"/>
        </a:p>
      </dsp:txBody>
      <dsp:txXfrm>
        <a:off x="7817823" y="841017"/>
        <a:ext cx="2847317" cy="30350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24CE6-F786-4489-9DAD-7BF900A53F59}">
      <dsp:nvSpPr>
        <dsp:cNvPr id="0" name=""/>
        <dsp:cNvSpPr/>
      </dsp:nvSpPr>
      <dsp:spPr>
        <a:xfrm>
          <a:off x="1812" y="157350"/>
          <a:ext cx="1613547" cy="64541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sz="1000" b="0" i="0" kern="1200" dirty="0">
              <a:effectLst/>
              <a:latin typeface="Söhne"/>
            </a:rPr>
            <a:t>Desenvolvimento</a:t>
          </a:r>
          <a:endParaRPr lang="pt-BR" sz="1000" kern="1200" dirty="0"/>
        </a:p>
      </dsp:txBody>
      <dsp:txXfrm>
        <a:off x="324521" y="157350"/>
        <a:ext cx="968129" cy="645418"/>
      </dsp:txXfrm>
    </dsp:sp>
    <dsp:sp modelId="{522193F4-0032-477F-8AAB-6248148449C9}">
      <dsp:nvSpPr>
        <dsp:cNvPr id="0" name=""/>
        <dsp:cNvSpPr/>
      </dsp:nvSpPr>
      <dsp:spPr>
        <a:xfrm>
          <a:off x="1454005" y="157350"/>
          <a:ext cx="1613547" cy="645418"/>
        </a:xfrm>
        <a:prstGeom prst="chevron">
          <a:avLst/>
        </a:prstGeom>
        <a:gradFill rotWithShape="0">
          <a:gsLst>
            <a:gs pos="0">
              <a:schemeClr val="accent2">
                <a:hueOff val="-381199"/>
                <a:satOff val="-166"/>
                <a:lumOff val="-348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81199"/>
                <a:satOff val="-166"/>
                <a:lumOff val="-3480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81199"/>
                <a:satOff val="-166"/>
                <a:lumOff val="-3480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>
              <a:effectLst/>
              <a:latin typeface="Söhne"/>
            </a:rPr>
            <a:t>Integração</a:t>
          </a:r>
          <a:endParaRPr lang="pt-BR" sz="1000" b="0" i="0" kern="1200" dirty="0">
            <a:effectLst/>
            <a:latin typeface="Söhne"/>
          </a:endParaRPr>
        </a:p>
      </dsp:txBody>
      <dsp:txXfrm>
        <a:off x="1776714" y="157350"/>
        <a:ext cx="968129" cy="645418"/>
      </dsp:txXfrm>
    </dsp:sp>
    <dsp:sp modelId="{2584B89D-46BD-4946-AE10-3D6299D4EBA2}">
      <dsp:nvSpPr>
        <dsp:cNvPr id="0" name=""/>
        <dsp:cNvSpPr/>
      </dsp:nvSpPr>
      <dsp:spPr>
        <a:xfrm>
          <a:off x="2906198" y="157350"/>
          <a:ext cx="1613547" cy="645418"/>
        </a:xfrm>
        <a:prstGeom prst="chevron">
          <a:avLst/>
        </a:prstGeom>
        <a:gradFill rotWithShape="0">
          <a:gsLst>
            <a:gs pos="0">
              <a:schemeClr val="accent2">
                <a:hueOff val="-762398"/>
                <a:satOff val="-331"/>
                <a:lumOff val="-696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762398"/>
                <a:satOff val="-331"/>
                <a:lumOff val="-6961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762398"/>
                <a:satOff val="-331"/>
                <a:lumOff val="-6961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>
              <a:effectLst/>
              <a:latin typeface="Söhne"/>
            </a:rPr>
            <a:t>Testes Automatizados</a:t>
          </a:r>
          <a:endParaRPr lang="pt-BR" sz="1000" b="0" i="0" kern="1200" dirty="0">
            <a:effectLst/>
            <a:latin typeface="Söhne"/>
          </a:endParaRPr>
        </a:p>
      </dsp:txBody>
      <dsp:txXfrm>
        <a:off x="3228907" y="157350"/>
        <a:ext cx="968129" cy="645418"/>
      </dsp:txXfrm>
    </dsp:sp>
    <dsp:sp modelId="{787180AE-09DB-434C-B0EB-834BB9786CBA}">
      <dsp:nvSpPr>
        <dsp:cNvPr id="0" name=""/>
        <dsp:cNvSpPr/>
      </dsp:nvSpPr>
      <dsp:spPr>
        <a:xfrm>
          <a:off x="4358390" y="157350"/>
          <a:ext cx="1613547" cy="645418"/>
        </a:xfrm>
        <a:prstGeom prst="chevron">
          <a:avLst/>
        </a:prstGeom>
        <a:gradFill rotWithShape="0">
          <a:gsLst>
            <a:gs pos="0">
              <a:schemeClr val="accent2">
                <a:hueOff val="-1143597"/>
                <a:satOff val="-497"/>
                <a:lumOff val="-1044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143597"/>
                <a:satOff val="-497"/>
                <a:lumOff val="-10441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143597"/>
                <a:satOff val="-497"/>
                <a:lumOff val="-10441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 dirty="0">
              <a:effectLst/>
              <a:latin typeface="Söhne"/>
            </a:rPr>
            <a:t>Implantação</a:t>
          </a:r>
        </a:p>
      </dsp:txBody>
      <dsp:txXfrm>
        <a:off x="4681099" y="157350"/>
        <a:ext cx="968129" cy="645418"/>
      </dsp:txXfrm>
    </dsp:sp>
    <dsp:sp modelId="{2AD52281-E397-4D55-8DB9-11AE493D524F}">
      <dsp:nvSpPr>
        <dsp:cNvPr id="0" name=""/>
        <dsp:cNvSpPr/>
      </dsp:nvSpPr>
      <dsp:spPr>
        <a:xfrm>
          <a:off x="5810583" y="157350"/>
          <a:ext cx="1613547" cy="645418"/>
        </a:xfrm>
        <a:prstGeom prst="chevron">
          <a:avLst/>
        </a:prstGeom>
        <a:gradFill rotWithShape="0">
          <a:gsLst>
            <a:gs pos="0">
              <a:schemeClr val="accent2">
                <a:hueOff val="-1524796"/>
                <a:satOff val="-662"/>
                <a:lumOff val="-139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524796"/>
                <a:satOff val="-662"/>
                <a:lumOff val="-13921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524796"/>
                <a:satOff val="-662"/>
                <a:lumOff val="-13921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0" i="0" kern="1200" dirty="0">
              <a:effectLst/>
              <a:latin typeface="Söhne"/>
            </a:rPr>
            <a:t>Entrega para Testes</a:t>
          </a:r>
        </a:p>
      </dsp:txBody>
      <dsp:txXfrm>
        <a:off x="6133292" y="157350"/>
        <a:ext cx="968129" cy="6454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24CE6-F786-4489-9DAD-7BF900A53F59}">
      <dsp:nvSpPr>
        <dsp:cNvPr id="0" name=""/>
        <dsp:cNvSpPr/>
      </dsp:nvSpPr>
      <dsp:spPr>
        <a:xfrm>
          <a:off x="3444" y="79030"/>
          <a:ext cx="2005149" cy="80205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sz="1700" b="0" i="0" kern="1200" dirty="0">
              <a:effectLst/>
              <a:latin typeface="Söhne"/>
            </a:rPr>
            <a:t>Ambiente de Teste</a:t>
          </a:r>
          <a:endParaRPr lang="pt-BR" sz="1700" kern="1200" dirty="0"/>
        </a:p>
      </dsp:txBody>
      <dsp:txXfrm>
        <a:off x="404474" y="79030"/>
        <a:ext cx="1203090" cy="802059"/>
      </dsp:txXfrm>
    </dsp:sp>
    <dsp:sp modelId="{2584B89D-46BD-4946-AE10-3D6299D4EBA2}">
      <dsp:nvSpPr>
        <dsp:cNvPr id="0" name=""/>
        <dsp:cNvSpPr/>
      </dsp:nvSpPr>
      <dsp:spPr>
        <a:xfrm>
          <a:off x="1808079" y="79030"/>
          <a:ext cx="2005149" cy="802059"/>
        </a:xfrm>
        <a:prstGeom prst="chevron">
          <a:avLst/>
        </a:prstGeom>
        <a:gradFill rotWithShape="0">
          <a:gsLst>
            <a:gs pos="0">
              <a:schemeClr val="accent2">
                <a:hueOff val="-508265"/>
                <a:satOff val="-221"/>
                <a:lumOff val="-464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508265"/>
                <a:satOff val="-221"/>
                <a:lumOff val="-4640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508265"/>
                <a:satOff val="-221"/>
                <a:lumOff val="-4640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 dirty="0">
              <a:effectLst/>
              <a:latin typeface="Söhne"/>
            </a:rPr>
            <a:t>Testes de Aceitação</a:t>
          </a:r>
        </a:p>
      </dsp:txBody>
      <dsp:txXfrm>
        <a:off x="2209109" y="79030"/>
        <a:ext cx="1203090" cy="802059"/>
      </dsp:txXfrm>
    </dsp:sp>
    <dsp:sp modelId="{787180AE-09DB-434C-B0EB-834BB9786CBA}">
      <dsp:nvSpPr>
        <dsp:cNvPr id="0" name=""/>
        <dsp:cNvSpPr/>
      </dsp:nvSpPr>
      <dsp:spPr>
        <a:xfrm>
          <a:off x="3612714" y="79030"/>
          <a:ext cx="2005149" cy="802059"/>
        </a:xfrm>
        <a:prstGeom prst="chevron">
          <a:avLst/>
        </a:prstGeom>
        <a:gradFill rotWithShape="0">
          <a:gsLst>
            <a:gs pos="0">
              <a:schemeClr val="accent2">
                <a:hueOff val="-1016531"/>
                <a:satOff val="-441"/>
                <a:lumOff val="-928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16531"/>
                <a:satOff val="-441"/>
                <a:lumOff val="-9281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016531"/>
                <a:satOff val="-441"/>
                <a:lumOff val="-9281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 dirty="0">
              <a:effectLst/>
              <a:latin typeface="Söhne"/>
            </a:rPr>
            <a:t>Implantação</a:t>
          </a:r>
        </a:p>
      </dsp:txBody>
      <dsp:txXfrm>
        <a:off x="4013744" y="79030"/>
        <a:ext cx="1203090" cy="802059"/>
      </dsp:txXfrm>
    </dsp:sp>
    <dsp:sp modelId="{2AD52281-E397-4D55-8DB9-11AE493D524F}">
      <dsp:nvSpPr>
        <dsp:cNvPr id="0" name=""/>
        <dsp:cNvSpPr/>
      </dsp:nvSpPr>
      <dsp:spPr>
        <a:xfrm>
          <a:off x="5417349" y="79030"/>
          <a:ext cx="2005149" cy="802059"/>
        </a:xfrm>
        <a:prstGeom prst="chevron">
          <a:avLst/>
        </a:prstGeom>
        <a:gradFill rotWithShape="0">
          <a:gsLst>
            <a:gs pos="0">
              <a:schemeClr val="accent2">
                <a:hueOff val="-1524796"/>
                <a:satOff val="-662"/>
                <a:lumOff val="-139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524796"/>
                <a:satOff val="-662"/>
                <a:lumOff val="-13921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524796"/>
                <a:satOff val="-662"/>
                <a:lumOff val="-13921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 dirty="0">
              <a:effectLst/>
              <a:latin typeface="Söhne"/>
            </a:rPr>
            <a:t>Entrega para Produção</a:t>
          </a:r>
        </a:p>
      </dsp:txBody>
      <dsp:txXfrm>
        <a:off x="5818379" y="79030"/>
        <a:ext cx="1203090" cy="8020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E359D9-C363-45E0-ABC9-95175D2E945D}">
      <dsp:nvSpPr>
        <dsp:cNvPr id="0" name=""/>
        <dsp:cNvSpPr/>
      </dsp:nvSpPr>
      <dsp:spPr>
        <a:xfrm>
          <a:off x="713449" y="227926"/>
          <a:ext cx="1076962" cy="1076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207B1E-1C5C-49A2-8AB8-704A7EF63B03}">
      <dsp:nvSpPr>
        <dsp:cNvPr id="0" name=""/>
        <dsp:cNvSpPr/>
      </dsp:nvSpPr>
      <dsp:spPr>
        <a:xfrm>
          <a:off x="55306" y="1622016"/>
          <a:ext cx="239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Código</a:t>
          </a:r>
        </a:p>
      </dsp:txBody>
      <dsp:txXfrm>
        <a:off x="55306" y="1622016"/>
        <a:ext cx="2393250" cy="720000"/>
      </dsp:txXfrm>
    </dsp:sp>
    <dsp:sp modelId="{93376FF3-A181-4C38-B28F-7D46CD1ED24F}">
      <dsp:nvSpPr>
        <dsp:cNvPr id="0" name=""/>
        <dsp:cNvSpPr/>
      </dsp:nvSpPr>
      <dsp:spPr>
        <a:xfrm>
          <a:off x="3525518" y="227926"/>
          <a:ext cx="1076962" cy="1076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B9204C-7681-4D64-B796-A41FE169B96A}">
      <dsp:nvSpPr>
        <dsp:cNvPr id="0" name=""/>
        <dsp:cNvSpPr/>
      </dsp:nvSpPr>
      <dsp:spPr>
        <a:xfrm>
          <a:off x="2867374" y="1622016"/>
          <a:ext cx="239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Build Tools</a:t>
          </a:r>
        </a:p>
      </dsp:txBody>
      <dsp:txXfrm>
        <a:off x="2867374" y="1622016"/>
        <a:ext cx="2393250" cy="720000"/>
      </dsp:txXfrm>
    </dsp:sp>
    <dsp:sp modelId="{CDE2FB30-96AE-4461-8E49-D4BB5DA01E8F}">
      <dsp:nvSpPr>
        <dsp:cNvPr id="0" name=""/>
        <dsp:cNvSpPr/>
      </dsp:nvSpPr>
      <dsp:spPr>
        <a:xfrm>
          <a:off x="6337587" y="227926"/>
          <a:ext cx="1076962" cy="1076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3FEF8B-6E83-4934-AD7C-6081874964EF}">
      <dsp:nvSpPr>
        <dsp:cNvPr id="0" name=""/>
        <dsp:cNvSpPr/>
      </dsp:nvSpPr>
      <dsp:spPr>
        <a:xfrm>
          <a:off x="5679443" y="1622016"/>
          <a:ext cx="239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/>
            <a:t>Pacote</a:t>
          </a:r>
        </a:p>
      </dsp:txBody>
      <dsp:txXfrm>
        <a:off x="5679443" y="1622016"/>
        <a:ext cx="2393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0CA37-AAF9-4346-9ABA-8434EF33C67A}">
      <dsp:nvSpPr>
        <dsp:cNvPr id="0" name=""/>
        <dsp:cNvSpPr/>
      </dsp:nvSpPr>
      <dsp:spPr>
        <a:xfrm>
          <a:off x="0" y="52404"/>
          <a:ext cx="6254724" cy="26406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0" i="0" kern="1200"/>
            <a:t>Execução de testes automatizados: Testes de unidade, integração, aceitação.</a:t>
          </a:r>
          <a:endParaRPr lang="en-US" sz="3700" kern="1200"/>
        </a:p>
      </dsp:txBody>
      <dsp:txXfrm>
        <a:off x="128908" y="181312"/>
        <a:ext cx="5996908" cy="2382874"/>
      </dsp:txXfrm>
    </dsp:sp>
    <dsp:sp modelId="{EB6EE2AC-3A53-46E6-BB50-49ED59E0D057}">
      <dsp:nvSpPr>
        <dsp:cNvPr id="0" name=""/>
        <dsp:cNvSpPr/>
      </dsp:nvSpPr>
      <dsp:spPr>
        <a:xfrm>
          <a:off x="0" y="2799654"/>
          <a:ext cx="6254724" cy="2640690"/>
        </a:xfrm>
        <a:prstGeom prst="round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0" i="0" kern="1200"/>
            <a:t>Identificação de problemas no código ou nos testes.</a:t>
          </a:r>
          <a:endParaRPr lang="en-US" sz="3700" kern="1200"/>
        </a:p>
      </dsp:txBody>
      <dsp:txXfrm>
        <a:off x="128908" y="2928562"/>
        <a:ext cx="5996908" cy="23828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17399-D016-4FE1-9A1F-35ABAE8A7C60}">
      <dsp:nvSpPr>
        <dsp:cNvPr id="0" name=""/>
        <dsp:cNvSpPr/>
      </dsp:nvSpPr>
      <dsp:spPr>
        <a:xfrm>
          <a:off x="631612" y="31241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3CA4C-9AB0-478A-B914-44D3BE831E3F}">
      <dsp:nvSpPr>
        <dsp:cNvPr id="0" name=""/>
        <dsp:cNvSpPr/>
      </dsp:nvSpPr>
      <dsp:spPr>
        <a:xfrm>
          <a:off x="1048425" y="72922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E71BB-1F07-4CB5-BF15-5D4FFE81BEF3}">
      <dsp:nvSpPr>
        <dsp:cNvPr id="0" name=""/>
        <dsp:cNvSpPr/>
      </dsp:nvSpPr>
      <dsp:spPr>
        <a:xfrm>
          <a:off x="6393" y="2877412"/>
          <a:ext cx="320625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800" b="0" i="0" kern="1200" dirty="0"/>
            <a:t>Relevância do conhecimento de CI/CD para estudantes: Preparação para as demandas do mercado.</a:t>
          </a:r>
          <a:endParaRPr lang="en-US" sz="1800" kern="1200" dirty="0"/>
        </a:p>
      </dsp:txBody>
      <dsp:txXfrm>
        <a:off x="6393" y="2877412"/>
        <a:ext cx="3206250" cy="1125000"/>
      </dsp:txXfrm>
    </dsp:sp>
    <dsp:sp modelId="{79DFB97E-834B-43A2-B7CE-7C97E3F5CF4B}">
      <dsp:nvSpPr>
        <dsp:cNvPr id="0" name=""/>
        <dsp:cNvSpPr/>
      </dsp:nvSpPr>
      <dsp:spPr>
        <a:xfrm>
          <a:off x="4398956" y="31241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34726-D80A-4997-AA35-5F0B273B0F70}">
      <dsp:nvSpPr>
        <dsp:cNvPr id="0" name=""/>
        <dsp:cNvSpPr/>
      </dsp:nvSpPr>
      <dsp:spPr>
        <a:xfrm>
          <a:off x="4815768" y="72922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74272-B9EB-4FD8-9CFE-9C2174354585}">
      <dsp:nvSpPr>
        <dsp:cNvPr id="0" name=""/>
        <dsp:cNvSpPr/>
      </dsp:nvSpPr>
      <dsp:spPr>
        <a:xfrm>
          <a:off x="3773737" y="2877412"/>
          <a:ext cx="320625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b="0" i="0" kern="1200" dirty="0"/>
            <a:t>Demanda do mercado por profissionais com habilidades em CI/CD: Empresas buscam candidatos com conhecimento prático.</a:t>
          </a:r>
          <a:endParaRPr lang="en-US" sz="1500" kern="1200" dirty="0"/>
        </a:p>
      </dsp:txBody>
      <dsp:txXfrm>
        <a:off x="3773737" y="2877412"/>
        <a:ext cx="3206250" cy="1125000"/>
      </dsp:txXfrm>
    </dsp:sp>
    <dsp:sp modelId="{C3526633-70BB-4811-A512-9FF2A99D9650}">
      <dsp:nvSpPr>
        <dsp:cNvPr id="0" name=""/>
        <dsp:cNvSpPr/>
      </dsp:nvSpPr>
      <dsp:spPr>
        <a:xfrm>
          <a:off x="8166300" y="31241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10D09-8663-43A9-9386-034DA6691582}">
      <dsp:nvSpPr>
        <dsp:cNvPr id="0" name=""/>
        <dsp:cNvSpPr/>
      </dsp:nvSpPr>
      <dsp:spPr>
        <a:xfrm>
          <a:off x="8583112" y="72922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DE682-8874-49CF-8CD8-9DD0A4853727}">
      <dsp:nvSpPr>
        <dsp:cNvPr id="0" name=""/>
        <dsp:cNvSpPr/>
      </dsp:nvSpPr>
      <dsp:spPr>
        <a:xfrm>
          <a:off x="7541081" y="2877412"/>
          <a:ext cx="3206250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500" b="0" i="0" kern="1200" dirty="0"/>
            <a:t>Oportunidades de aprendizado e certificação: Cursos online e certificações para aprimorar as habilidades em CI/CD.</a:t>
          </a:r>
          <a:endParaRPr lang="en-US" sz="1500" kern="1200" dirty="0"/>
        </a:p>
      </dsp:txBody>
      <dsp:txXfrm>
        <a:off x="7541081" y="2877412"/>
        <a:ext cx="3206250" cy="112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89DF2-3785-4866-A34F-2AB519255271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6837D-044C-4F32-AA42-25906027DA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847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Docker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6837D-044C-4F32-AA42-25906027DA9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557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6837D-044C-4F32-AA42-25906027DA94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00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11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94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17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86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13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37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66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3720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55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6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522357A-F28A-41E6-A494-CE41513AE6DF}" type="datetimeFigureOut">
              <a:rPr lang="pt-BR" smtClean="0"/>
              <a:t>07/08/2023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C841724-83C4-46B1-A0F3-53FA6A60D3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46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exels.com/photo/server-1569185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dc-online.org/br/publicacoes/artigos-de/artigos-de-vittorio-pelligra/15498-porque-e-que-em-um-mundo-povoado-por-robos-seremos-convidados-indesejados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7/05/things-to-look-for-while-hiring-a-web-developer/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blog.fazedores.com/ferramentas-de-corte-que-todo-maker-precisa-dominar/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FE3A7B-DDFF-4F81-8AAE-11D96D138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25ADD-F95C-4747-9B41-5DB21C28E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5" cy="5571066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91A8E-B2BA-467D-BB87-8CFBFB13A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6948"/>
            <a:ext cx="10744200" cy="5404104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115C07-F10A-6810-04B8-58367A8CF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503" y="4064626"/>
            <a:ext cx="9607159" cy="1476235"/>
          </a:xfrm>
        </p:spPr>
        <p:txBody>
          <a:bodyPr>
            <a:normAutofit/>
          </a:bodyPr>
          <a:lstStyle/>
          <a:p>
            <a:pPr algn="ctr"/>
            <a:r>
              <a:rPr lang="pt-BR" sz="2800">
                <a:solidFill>
                  <a:srgbClr val="FFFFFF"/>
                </a:solidFill>
              </a:rPr>
              <a:t>Carlos Ronny de Sousa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9D2A6F-D0AC-38C2-52E0-8BB8877DD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503" y="1285196"/>
            <a:ext cx="9607160" cy="2779429"/>
          </a:xfrm>
        </p:spPr>
        <p:txBody>
          <a:bodyPr>
            <a:normAutofit/>
          </a:bodyPr>
          <a:lstStyle/>
          <a:p>
            <a:pPr algn="ctr"/>
            <a:r>
              <a:rPr lang="pt-BR" sz="7200"/>
              <a:t>Introdução à Entrega Contínua</a:t>
            </a:r>
          </a:p>
        </p:txBody>
      </p:sp>
    </p:spTree>
    <p:extLst>
      <p:ext uri="{BB962C8B-B14F-4D97-AF65-F5344CB8AC3E}">
        <p14:creationId xmlns:p14="http://schemas.microsoft.com/office/powerpoint/2010/main" val="719896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76D84-9E53-7035-1642-95B31F70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99533"/>
            <a:ext cx="7115176" cy="1658198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635841"/>
                </a:solidFill>
                <a:latin typeface="Söhne"/>
              </a:rPr>
              <a:t>Objetivos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8FE1A2-5C89-13A7-B454-D29B84BD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6877083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Söhne"/>
              </a:rPr>
              <a:t>Apresentar os conceitos fundamentais de Integração Contínua (CI) e Entrega Contínua (CD)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Söhne"/>
              </a:rPr>
              <a:t>Definição clara de CI e CD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Söhne"/>
              </a:rPr>
              <a:t>Explorar a importância desses conceitos na engenharia de software moderna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Söhne"/>
              </a:rPr>
              <a:t>Ciclos de desenvolvimento ágil e a necessidade de entregas frequentes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Söhne"/>
              </a:rPr>
              <a:t>Compreender os benefícios e desafios da implementação de CI/CD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Söhne"/>
              </a:rPr>
              <a:t>Benefícios: redução de erros, entregas mais rápidas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900" b="0" i="0">
                <a:effectLst/>
                <a:latin typeface="Söhne"/>
              </a:rPr>
              <a:t>Desafios: mudança cultural, complexidade da infraestrutura</a:t>
            </a:r>
          </a:p>
        </p:txBody>
      </p:sp>
      <p:pic>
        <p:nvPicPr>
          <p:cNvPr id="5" name="Picture 4" descr="Lâmpada em tela de fundo amarela com cabo e feixes de luz traçados">
            <a:extLst>
              <a:ext uri="{FF2B5EF4-FFF2-40B4-BE49-F238E27FC236}">
                <a16:creationId xmlns:a16="http://schemas.microsoft.com/office/drawing/2014/main" id="{7BE2EF68-0268-635C-6040-ADF2C1E1C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864" r="9605"/>
          <a:stretch/>
        </p:blipFill>
        <p:spPr>
          <a:xfrm>
            <a:off x="8114537" y="10"/>
            <a:ext cx="4077463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2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AEC0F-54C6-B3C7-6B90-C8D360D6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Visão Geral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F591CA-C9CD-A99F-16C8-D2A829DEF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Definição de Integração Contínua e Entrega Contínua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CI: Prática de mesclar código frequentemente e automatizar testes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CD: Extensão da CI, garantindo que o software esteja sempre pronto para ser implantado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Relação entre CI e CD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CI é uma parte essencial da prática de CD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Fluxo de trabalho típico de CI/CD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Desenvolvimento, Integração, Testes Automatizados, Implantação, Entrega</a:t>
            </a:r>
          </a:p>
        </p:txBody>
      </p:sp>
    </p:spTree>
    <p:extLst>
      <p:ext uri="{BB962C8B-B14F-4D97-AF65-F5344CB8AC3E}">
        <p14:creationId xmlns:p14="http://schemas.microsoft.com/office/powerpoint/2010/main" val="60675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EBDAE-ED10-0C6D-3EE0-5EBE4670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Necessidade de CI/CD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7F1F2904-5A55-1316-0898-5EB336731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033720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096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860F3-0739-60E5-2B0E-E3C81F93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Vantagens da Integração Contínua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29A4B9F-4E34-1FB0-ED2C-19E49766D7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323729"/>
              </p:ext>
            </p:extLst>
          </p:nvPr>
        </p:nvGraphicFramePr>
        <p:xfrm>
          <a:off x="676275" y="1728440"/>
          <a:ext cx="10753725" cy="4244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66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C9E18-2789-7BA6-DDEC-4BF901F9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Princípios da Integração Contínua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CEFF43-EC2E-1186-51FA-A232B43B4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Automação de testes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Testes automatizados são executados sempre que há uma integração, garantindo detecção precoce de problemas.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Integração frequente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O código é mesclado no repositório compartilhado várias vezes ao dia, minimizando conflitos e facilitando a resolução.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Monitoramento contínuo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A qualidade do código é verificada regularmente, reduzindo a possibilidade de erros graves.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77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DE1D8-D009-7F55-CE96-08ACF8E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Vantagens da Entrega Contínua</a:t>
            </a:r>
            <a:endParaRPr lang="pt-BR" dirty="0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060ED0E6-5C0D-9574-F679-122AF3FE0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5922535"/>
              </p:ext>
            </p:extLst>
          </p:nvPr>
        </p:nvGraphicFramePr>
        <p:xfrm>
          <a:off x="676656" y="1683658"/>
          <a:ext cx="10753725" cy="4397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7403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43501-11E6-5B07-E2B6-1E63AA88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Princípios da Entrega Contínua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195D14-1B50-9A90-08F4-D282AEB5A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Automação do processo de entrega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O processo de implantação é automatizado, minimizando a intervenção manual e os erros humanos.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Testes automatizados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Testes rigorosos são realizados automaticamente em diferentes estágios, garantindo a qualidade do software.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Feedback constante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O ciclo de feedback rápido e contínuo permite melhorias constantes e correções imediatas.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632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8EE2C-5BEE-01E4-02B0-66CF551F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Diferenças entre CI e CD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791FF1-66A6-F3E0-1008-D57F9AC6B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Integração continua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A1A548-4864-CBFD-1E85-7492A4445E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Enfoque na automação vs. Enfoque na entrega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CI se concentra na integração e teste automatizados.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Foco em testes de integração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CI se concentra em testes de unidade e integração.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Entrega ao ambiente de teste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CI geralmente implanta em ambientes de teste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49AA654-9F94-3162-F7F9-95B18379C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b="1" dirty="0"/>
              <a:t>Entrega continua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FD590B2C-F701-0395-AEA2-76F4F10E5CA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Enfoque na entrega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CD vai além, priorizando a entrega contínua ao ambiente de produção.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Foco em testes de aceitação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CD também inclui testes de aceitação e desempenho.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Entrega ao ambiente de produção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CD entrega ao ambiente de produção, desde que os testes sejam bem-sucedidos.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218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690E8-8476-CBEA-531F-AF2177FA2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Componentes Essenciais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2B6D1D-DDB2-C2DC-D4A3-76B195EA4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Repositório de código: Armazena o código-fonte e mantém um histórico de alterações.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Sistema de build: Compila, constrói e empacota o software para implantação.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Automação de testes: Executa testes automatizados para verificar a qualidade do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Ambientes de teste: Ambientes isolados para testar a aplicação antes da implantação.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712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2C700-CD57-7598-8C3D-1CF2ACE7C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Ferramentas Populares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ED1AC4-95AF-F23A-4EAE-428A45B0A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Jenkins: Plataforma de automação de código aberto, amplamente usada para CI/CD.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Travis CI: Serviço de integração contínua na nuvem, integrado ao GitHub.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CircleCI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Plataforma de CI/CD automatizada, que permite personalização de fluxos de trabalho.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GitLab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CI/CD: Integrado ao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GitLab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oferece funcionalidades completas de CI/CD.</a:t>
            </a:r>
          </a:p>
        </p:txBody>
      </p:sp>
    </p:spTree>
    <p:extLst>
      <p:ext uri="{BB962C8B-B14F-4D97-AF65-F5344CB8AC3E}">
        <p14:creationId xmlns:p14="http://schemas.microsoft.com/office/powerpoint/2010/main" val="300070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0BF9E-F0F3-9879-5094-AB76E14F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Jenkins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38934D-3EDA-E6CF-76F5-667398C0C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Descrição da ferramenta: Sistema de automação de código aberto, altamente extensível.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Características principais: Integração com várias ferramentas, plugins personalizáveis.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Exemplos de uso: Compilação, teste e implantação automatizados.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Vantagens e desvantagens: Flexibilidade, mas pode ser complexo de configurar.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028" name="Picture 4" descr="Jenkins">
            <a:extLst>
              <a:ext uri="{FF2B5EF4-FFF2-40B4-BE49-F238E27FC236}">
                <a16:creationId xmlns:a16="http://schemas.microsoft.com/office/drawing/2014/main" id="{B2D55849-6C3B-A031-53D4-02251D9A6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671" y="408065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136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04766-5CC1-6F47-BC79-8C1CA2EA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Travis CI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C5AA67-1036-76C9-C15D-ABF5DBE06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Descrição da ferramenta: Serviço de CI/CD hospedado na nuvem, integração fácil com o GitHub.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Características principais: Integração contínua para projetos open-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source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configuração simples.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Exemplos de uso: Testes automatizados para bibliotecas de código aberto.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Vantagens e desvantagens: Integração suave com o GitHub, mas limitações para projetos maiores.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E95EF234-375A-81E3-3529-685F37A35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74619"/>
            <a:ext cx="1762125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61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86784-107B-0ADB-381C-9F7E22F6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 err="1">
                <a:effectLst/>
                <a:latin typeface="Söhne"/>
              </a:rPr>
              <a:t>CircleCI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9D375E-C524-0DA0-02A3-C49BC2ECB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Descrição da ferramenta: Plataforma de automação de CI/CD com foco em personalização.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Características principais: Execução paralela de tarefas, suporte a múltiplos ambientes.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Exemplos de uso: Fluxos de trabalho complexos para integração e implantação.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Vantagens e desvantagens: Flexibilidade, mas curva de aprendizado para configuração avançada.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074" name="Picture 2" descr="Continuous Integration and Delivery - CircleCI">
            <a:extLst>
              <a:ext uri="{FF2B5EF4-FFF2-40B4-BE49-F238E27FC236}">
                <a16:creationId xmlns:a16="http://schemas.microsoft.com/office/drawing/2014/main" id="{86A767F5-C90D-DDFD-D0B6-D51F6CD65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072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563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01D25-AD0F-9989-5144-27F33105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 err="1">
                <a:effectLst/>
                <a:latin typeface="Söhne"/>
              </a:rPr>
              <a:t>GitLab</a:t>
            </a:r>
            <a:r>
              <a:rPr lang="pt-BR" b="1" i="0" dirty="0">
                <a:effectLst/>
                <a:latin typeface="Söhne"/>
              </a:rPr>
              <a:t>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1859CE-05BC-5483-2352-2A7799CF7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Descrição da ferramenta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Integrado à plataforma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GitLab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oferece uma solução completa.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Características principais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Integração nativa com repositórios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GitLab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rastreamento de alterações.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Exemplos de uso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Integração e entrega para projetos mantidos no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GitLab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Vantagens e desvantagens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: Integração completa, mas pode ser limitado a usuários do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GitLab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</p:txBody>
      </p:sp>
      <p:pic>
        <p:nvPicPr>
          <p:cNvPr id="4098" name="Picture 2" descr="The DevSecOps Platform | GitLab">
            <a:extLst>
              <a:ext uri="{FF2B5EF4-FFF2-40B4-BE49-F238E27FC236}">
                <a16:creationId xmlns:a16="http://schemas.microsoft.com/office/drawing/2014/main" id="{976910EB-CEB1-456F-171D-5DE624C5D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284" y="580072"/>
            <a:ext cx="4581525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470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719A3-BE06-3120-22E3-78853477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Fluxo de Trabalho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EB5D6-A4CE-E9A9-AC49-D7D928643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Etapas do processo de integração: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rgbClr val="37415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Fluxo de trabalho de entrega contínua: </a:t>
            </a:r>
          </a:p>
          <a:p>
            <a:endParaRPr lang="pt-B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246A1AA-F29A-CF56-E4BD-513221A6AE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5082644"/>
              </p:ext>
            </p:extLst>
          </p:nvPr>
        </p:nvGraphicFramePr>
        <p:xfrm>
          <a:off x="1499616" y="2615185"/>
          <a:ext cx="7425944" cy="96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7846FB57-4F2A-A652-9AE4-DC53608EB0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844983"/>
              </p:ext>
            </p:extLst>
          </p:nvPr>
        </p:nvGraphicFramePr>
        <p:xfrm>
          <a:off x="1011936" y="4700270"/>
          <a:ext cx="7425944" cy="96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75744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6E7F3-1078-A466-9379-4F61477A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Etapa de Compilação (Build)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9EA1D-F4D4-CD49-A5B0-775322793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1"/>
            <a:ext cx="10753725" cy="127793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Compilação do código-fonte em um artefato executável.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Verificação de dependências e criação de pacotes.</a:t>
            </a:r>
          </a:p>
          <a:p>
            <a:endParaRPr lang="pt-B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1E61393-BDDE-52CA-4826-D439BA4276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18113"/>
              </p:ext>
            </p:extLst>
          </p:nvPr>
        </p:nvGraphicFramePr>
        <p:xfrm>
          <a:off x="2032000" y="3568390"/>
          <a:ext cx="8128000" cy="2569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004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609A33-8ABD-278D-CD9F-DA51058C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3997693" cy="5492750"/>
          </a:xfrm>
        </p:spPr>
        <p:txBody>
          <a:bodyPr>
            <a:normAutofit/>
          </a:bodyPr>
          <a:lstStyle/>
          <a:p>
            <a:r>
              <a:rPr lang="pt-BR" sz="6000" b="1" i="0">
                <a:solidFill>
                  <a:srgbClr val="FFFFFF"/>
                </a:solidFill>
                <a:effectLst/>
                <a:latin typeface="Söhne"/>
              </a:rPr>
              <a:t>Etapa de Testes</a:t>
            </a:r>
            <a:endParaRPr lang="pt-BR" sz="6000">
              <a:solidFill>
                <a:srgbClr val="FFFFFF"/>
              </a:solidFill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7191058-10AF-25EB-8BAB-22ADFA9DD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060521"/>
              </p:ext>
            </p:extLst>
          </p:nvPr>
        </p:nvGraphicFramePr>
        <p:xfrm>
          <a:off x="5288347" y="639763"/>
          <a:ext cx="6254724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3672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7E3BB-159C-B85E-7EE2-5D7138C9D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5" y="499533"/>
            <a:ext cx="6562726" cy="1658198"/>
          </a:xfrm>
        </p:spPr>
        <p:txBody>
          <a:bodyPr>
            <a:normAutofit/>
          </a:bodyPr>
          <a:lstStyle/>
          <a:p>
            <a:r>
              <a:rPr lang="pt-BR" b="1" i="0">
                <a:solidFill>
                  <a:srgbClr val="50603D"/>
                </a:solidFill>
                <a:effectLst/>
                <a:latin typeface="Söhne"/>
              </a:rPr>
              <a:t>Etapa de Implantação em Ambiente de Teste</a:t>
            </a:r>
            <a:endParaRPr lang="pt-BR">
              <a:solidFill>
                <a:srgbClr val="50603D"/>
              </a:solidFill>
            </a:endParaRPr>
          </a:p>
        </p:txBody>
      </p:sp>
      <p:pic>
        <p:nvPicPr>
          <p:cNvPr id="6" name="Imagem 5" descr="Tela de computador com luz verde">
            <a:extLst>
              <a:ext uri="{FF2B5EF4-FFF2-40B4-BE49-F238E27FC236}">
                <a16:creationId xmlns:a16="http://schemas.microsoft.com/office/drawing/2014/main" id="{310F2C50-8FBB-071C-6BAC-36524799DB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2289" r="34299" b="2"/>
          <a:stretch/>
        </p:blipFill>
        <p:spPr>
          <a:xfrm>
            <a:off x="20" y="-6418"/>
            <a:ext cx="4077443" cy="686441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768134-42D4-BD13-1BD1-C1E57936C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557" y="2011680"/>
            <a:ext cx="6428994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Implantação automatizada do artefato em um ambiente de teste.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Execução de testes adicionais em um ambiente controlado.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121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5B49A-77B4-3EDD-343C-FEA5E256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99533"/>
            <a:ext cx="7115176" cy="1658198"/>
          </a:xfrm>
        </p:spPr>
        <p:txBody>
          <a:bodyPr>
            <a:normAutofit/>
          </a:bodyPr>
          <a:lstStyle/>
          <a:p>
            <a:r>
              <a:rPr lang="pt-BR" b="1" i="0">
                <a:solidFill>
                  <a:srgbClr val="435465"/>
                </a:solidFill>
                <a:effectLst/>
                <a:latin typeface="Söhne"/>
              </a:rPr>
              <a:t>Etapa de Implantação em Ambiente de Produção</a:t>
            </a:r>
            <a:endParaRPr lang="pt-BR">
              <a:solidFill>
                <a:srgbClr val="435465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B68FDA-E888-5357-B02D-8AFCEDDBB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6877083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Implantação do artefato em um ambiente de produção.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Realização de verificações finais e monitoramento contínuo.</a:t>
            </a:r>
          </a:p>
          <a:p>
            <a:endParaRPr lang="pt-BR" dirty="0"/>
          </a:p>
        </p:txBody>
      </p:sp>
      <p:pic>
        <p:nvPicPr>
          <p:cNvPr id="5" name="Picture 4" descr="Placa de circuito eletrônico">
            <a:extLst>
              <a:ext uri="{FF2B5EF4-FFF2-40B4-BE49-F238E27FC236}">
                <a16:creationId xmlns:a16="http://schemas.microsoft.com/office/drawing/2014/main" id="{8FF8B030-8C24-1EC3-9153-FAFCF29EF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091" r="14259" b="-2"/>
          <a:stretch/>
        </p:blipFill>
        <p:spPr>
          <a:xfrm>
            <a:off x="8114537" y="10"/>
            <a:ext cx="4077463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D2676-51BA-BA58-12A4-43B7B000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pt-BR" b="1" i="0">
                <a:solidFill>
                  <a:srgbClr val="248693"/>
                </a:solidFill>
                <a:effectLst/>
                <a:latin typeface="Söhne"/>
              </a:rPr>
              <a:t>Automação de Testes</a:t>
            </a:r>
            <a:endParaRPr lang="pt-BR">
              <a:solidFill>
                <a:srgbClr val="248693"/>
              </a:solidFill>
            </a:endParaRPr>
          </a:p>
        </p:txBody>
      </p:sp>
      <p:pic>
        <p:nvPicPr>
          <p:cNvPr id="5" name="Imagem 4" descr="Imagem digital fictícia de personagem de jogo de vídeo game&#10;&#10;Descrição gerada automaticamente com confiança baixa">
            <a:extLst>
              <a:ext uri="{FF2B5EF4-FFF2-40B4-BE49-F238E27FC236}">
                <a16:creationId xmlns:a16="http://schemas.microsoft.com/office/drawing/2014/main" id="{B74EB261-9D12-7527-E112-062C610D04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595" r="35025" b="3"/>
          <a:stretch/>
        </p:blipFill>
        <p:spPr>
          <a:xfrm>
            <a:off x="799051" y="2076150"/>
            <a:ext cx="3383936" cy="344006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EC89AA-CB94-82B9-F92F-4A204EED0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1336" y="2011680"/>
            <a:ext cx="6789044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Importância da automação de testes em CI/CD: Garante testes consistentes e repetíveis.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Tipos de testes automatizados: Testes de unidade, testes de integração, testes de aceitação, testes de desempenho.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Exemplos de ferramentas de teste automatizado: JUnit, Selenium, Jest.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C0BE4B-52B4-5EC0-F67A-34364D1AE421}"/>
              </a:ext>
            </a:extLst>
          </p:cNvPr>
          <p:cNvSpPr txBox="1"/>
          <p:nvPr/>
        </p:nvSpPr>
        <p:spPr>
          <a:xfrm>
            <a:off x="1630686" y="5316163"/>
            <a:ext cx="255230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edc-online.org/br/publicacoes/artigos-de/artigos-de-vittorio-pelligra/15498-porque-e-que-em-um-mundo-povoado-por-robos-seremos-convidados-indesejado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085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C666A-BEA3-AF81-0205-8FFF17BB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5" y="499533"/>
            <a:ext cx="6562726" cy="1658198"/>
          </a:xfrm>
        </p:spPr>
        <p:txBody>
          <a:bodyPr>
            <a:normAutofit/>
          </a:bodyPr>
          <a:lstStyle/>
          <a:p>
            <a:r>
              <a:rPr lang="pt-BR" b="1" i="0">
                <a:solidFill>
                  <a:srgbClr val="4F3936"/>
                </a:solidFill>
                <a:effectLst/>
                <a:latin typeface="Söhne"/>
              </a:rPr>
              <a:t>Garantia de Qualidade em CI/CD</a:t>
            </a:r>
            <a:endParaRPr lang="pt-BR">
              <a:solidFill>
                <a:srgbClr val="4F3936"/>
              </a:solidFill>
            </a:endParaRPr>
          </a:p>
        </p:txBody>
      </p:sp>
      <p:pic>
        <p:nvPicPr>
          <p:cNvPr id="5" name="Picture 4" descr="Quebra-cabeça branco com uma peça vermelha">
            <a:extLst>
              <a:ext uri="{FF2B5EF4-FFF2-40B4-BE49-F238E27FC236}">
                <a16:creationId xmlns:a16="http://schemas.microsoft.com/office/drawing/2014/main" id="{329095DA-6DF3-0D6E-FE64-7837C9A32E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95" r="32493" b="2"/>
          <a:stretch/>
        </p:blipFill>
        <p:spPr>
          <a:xfrm>
            <a:off x="20" y="-6418"/>
            <a:ext cx="4077443" cy="686441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2DA0A9-8321-AF94-E015-02FE9B524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557" y="2011680"/>
            <a:ext cx="6428994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Estratégias para garantir qualidade: Testes automatizados, revisões de código, análise estática de código.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Testes de regressão: Verificação de que as alterações não afetam funcionalidades existentes.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Testes de unidade e integração: Identificação de problemas em componentes individuais e em sua interação.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770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E68B0-8C30-610A-FA52-BF7D1B7B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Cultura </a:t>
            </a:r>
            <a:r>
              <a:rPr lang="pt-BR" b="1" i="0" dirty="0" err="1">
                <a:effectLst/>
                <a:latin typeface="Söhne"/>
              </a:rPr>
              <a:t>DevOps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0E94CF-AA2B-762C-D415-60BC50C6F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Integração de desenvolvimento e operações: Colaboração entre equipes para otimizar o ciclo de desenvolvimento.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Colaboração e comunicação: Foco na comunicação aberta e colaborativa entre desenvolvimento e operações.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Foco na entrega de valor ao cliente: Ênfase na entrega constante de funcionalidades e valor aos usuários.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7254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9859E-0A40-967B-FCEC-D960B61D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Desafios da Implementação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99A09E-E3B5-179E-FF6B-6FF5061E9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Mudança cultural na equipe: Necessidade de adotar práticas ágeis e de colaboração.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Gerenciamento de configuração: Garantia de que todas as mudanças sejam registradas e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versionadas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corretamente.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Complexidade da infraestrutura: Configuração e manutenção de ambientes de teste e produção.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2872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8C35D-D655-0F95-ABF6-8A5391D6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pt-BR" b="1" i="0">
                <a:effectLst/>
                <a:latin typeface="Söhne"/>
              </a:rPr>
              <a:t>Estudos de Caso de Empresas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44284-793C-2EC4-C8FF-9AE42B630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6877083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Exemplos de empresas que implementaram CI/CD com sucesso: Netflix, </a:t>
            </a:r>
            <a:r>
              <a:rPr lang="pt-BR" b="0" i="0" err="1">
                <a:effectLst/>
                <a:latin typeface="Söhne"/>
              </a:rPr>
              <a:t>Amazon</a:t>
            </a:r>
            <a:r>
              <a:rPr lang="pt-BR" b="0" i="0">
                <a:effectLst/>
                <a:latin typeface="Söhne"/>
              </a:rPr>
              <a:t>, Google.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Resultados alcançados: Redução no tempo de lançamento, aumento na qualidade do software.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Lições aprendidas: Importância da automação, cultura colaborativa e adaptação contínua.</a:t>
            </a:r>
          </a:p>
          <a:p>
            <a:endParaRPr lang="pt-BR" dirty="0"/>
          </a:p>
        </p:txBody>
      </p:sp>
      <p:pic>
        <p:nvPicPr>
          <p:cNvPr id="5" name="Picture 4" descr="Gráfico em documento com caneta">
            <a:extLst>
              <a:ext uri="{FF2B5EF4-FFF2-40B4-BE49-F238E27FC236}">
                <a16:creationId xmlns:a16="http://schemas.microsoft.com/office/drawing/2014/main" id="{8E89F832-77B6-D139-3490-0809FDFB5B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47" r="10392" b="-1"/>
          <a:stretch/>
        </p:blipFill>
        <p:spPr>
          <a:xfrm>
            <a:off x="8026499" y="2076150"/>
            <a:ext cx="3383936" cy="34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52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B72C5-10D1-D1D8-25CC-9BFE3B2D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Benefícios para Desenvolvedores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5791AB-5367-34FC-4699-93541FE6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6875611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Maior eficiência: Menos tempo gasto em tarefas manuais repetitivas.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Feedback constante: Identificação rápida de erros e oportunidades de melhoria.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Redução do retrabalho: Correção de problemas antes que eles se tornem mais complexos.</a:t>
            </a:r>
          </a:p>
          <a:p>
            <a:endParaRPr lang="pt-BR" dirty="0"/>
          </a:p>
        </p:txBody>
      </p:sp>
      <p:pic>
        <p:nvPicPr>
          <p:cNvPr id="5" name="Imagem 4" descr="Interface gráfica do usuário">
            <a:extLst>
              <a:ext uri="{FF2B5EF4-FFF2-40B4-BE49-F238E27FC236}">
                <a16:creationId xmlns:a16="http://schemas.microsoft.com/office/drawing/2014/main" id="{DA66C230-728A-46A7-E510-EBA08CB130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206" r="13021" b="3"/>
          <a:stretch/>
        </p:blipFill>
        <p:spPr>
          <a:xfrm>
            <a:off x="8026499" y="2076150"/>
            <a:ext cx="3383936" cy="344006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304597-538D-244D-4958-9B3EBC61A529}"/>
              </a:ext>
            </a:extLst>
          </p:cNvPr>
          <p:cNvSpPr txBox="1"/>
          <p:nvPr/>
        </p:nvSpPr>
        <p:spPr>
          <a:xfrm>
            <a:off x="8858133" y="5316163"/>
            <a:ext cx="255230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s://technofaq.org/posts/2017/05/things-to-look-for-while-hiring-a-web-developer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137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D94F3-EAC6-6116-5368-0EAB1528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Desafios Técnicos na Implementação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CC20BA-BC06-494D-7B46-95AA94844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Integração de diferentes tecnologias: Garantir que várias partes do sistema funcionem em conjunto.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Configuração de ambientes de teste: Criar ambientes realistas e controlados para testar o software.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Versionamento e gerenciamento de dependências: Gerenciar as diferentes versões de bibliotecas e componentes usados no projeto.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8159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C6E837-8C70-07FD-C742-DBC23864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Automação de </a:t>
            </a:r>
            <a:r>
              <a:rPr lang="pt-BR" b="1" i="0" dirty="0" err="1">
                <a:effectLst/>
                <a:latin typeface="Söhne"/>
              </a:rPr>
              <a:t>Deploy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31DFB8-393D-8C29-0588-DB1A936F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Implantação automatizada: Reduz o risco de erros humanos e aumenta a confiabilidade.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Redução de erros humanos: Automatização elimina falhas causadas por intervenções manuais.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Rollbacks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eficientes: Se um problema ocorre após a implantação, um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rollback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pode ser realizado rapidamente.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8936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76A58-43A1-4E4C-2E5F-66B54F6F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Monitoramento e Feedback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9F5C81-266C-9D7A-5322-3B69F1483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Monitoramento constante de métricas: Monitorar o desempenho do sistema em tempo real.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Detecção precoce de problemas: Identificação rápida de anomalias ou quedas de desempenho.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Ciclo de feedback contínuo: Realimentação constante para melhorar e otimizar 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652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0DC18-370C-0F6C-7F9D-905FAEDAE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Melhores Práticas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CB48D3-75AC-5B02-53AF-5577E74D3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Pequenas mudanças frequentes: Integrações menores reduzem o risco de conflitos.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Testes abrangentes: Garantir que os testes cubram todos os aspectos do software.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Pipeline de entrega confiável: Construção de um pipeline robusto que seja confiável e escalável.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616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BDB98-963D-D7A6-C1E0-D8A2F5EC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Estratégias de Adoção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82821D-5214-A0ED-40C4-762D666F3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Abordagens para a implementação gradual de CI/CD: Testes piloto, integração por etapas.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Testes piloto: Implementar CI/CD em um projeto menor antes de expandir para projetos maiores.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Integração por etapas: Implementar partes específicas da metodologia gradualmente.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88752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5D888-CB04-C251-0DB9-BFBD05DA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Avaliação de Sucesso em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B5A03B-6A5D-5207-BB61-0BEFA8101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Métricas-chave de desempenho: Tempo médio de entrega, taxa de falhas, taxa de sucesso de implantação.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Taxa de entrega: Quantidade de entregas bem-sucedidas ao ambiente de produção.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Tempo médio de implantação: Tempo necessário para implantar alterações no ambiente de produção.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3726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0DD3D-E507-1C6D-B551-A51ED8C9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Desenvolvimento Ágil 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63EB4C-D6DF-5CA4-C5A7-17D2A3AA8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Sinergia entre metodologias ágeis e CI/CD: Iterações frequentes de desenvolvimento e entrega contínua.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Ciclos de desenvolvimento rápidos: Entregas frequentes alinhadas com os princípios ágeis.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Adaptação contínua aos requisitos: Entregas frequentes permitem ajustes conforme as necessidades evoluem.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2789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6CE4F-54A3-C655-EEBE-DA8BFB964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Cenário Acadêmico e Profissional</a:t>
            </a:r>
            <a:endParaRPr lang="pt-BR" dirty="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7299D2F8-E8C3-5465-081F-990BB9348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5492162"/>
              </p:ext>
            </p:extLst>
          </p:nvPr>
        </p:nvGraphicFramePr>
        <p:xfrm>
          <a:off x="762001" y="1838325"/>
          <a:ext cx="10753725" cy="4314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3506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3ABCB-229C-07CC-5FD7-84824A34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pt-BR" b="1" i="0" dirty="0">
                <a:solidFill>
                  <a:srgbClr val="247057"/>
                </a:solidFill>
                <a:effectLst/>
                <a:latin typeface="Söhne"/>
              </a:rPr>
              <a:t>Ferramentas de Suporte à Implementação de CI/CD</a:t>
            </a:r>
            <a:endParaRPr lang="pt-BR" dirty="0">
              <a:solidFill>
                <a:srgbClr val="247057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0BF5E-0849-8269-3078-B8CF2D716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6875611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Söhne"/>
              </a:rPr>
              <a:t>Ferramentas de gerenciamento de projetos: </a:t>
            </a:r>
            <a:r>
              <a:rPr lang="pt-BR" b="0" i="0" dirty="0" err="1">
                <a:effectLst/>
                <a:latin typeface="Söhne"/>
              </a:rPr>
              <a:t>Trello</a:t>
            </a:r>
            <a:r>
              <a:rPr lang="pt-BR" b="0" i="0" dirty="0">
                <a:effectLst/>
                <a:latin typeface="Söhne"/>
              </a:rPr>
              <a:t>, </a:t>
            </a:r>
            <a:r>
              <a:rPr lang="pt-BR" b="0" i="0" dirty="0" err="1">
                <a:effectLst/>
                <a:latin typeface="Söhne"/>
              </a:rPr>
              <a:t>Asana</a:t>
            </a:r>
            <a:r>
              <a:rPr lang="pt-BR" b="0" i="0" dirty="0">
                <a:effectLst/>
                <a:latin typeface="Söhne"/>
              </a:rPr>
              <a:t>, JIRA.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Söhne"/>
              </a:rPr>
              <a:t>Ferramentas de monitoramento: </a:t>
            </a:r>
            <a:r>
              <a:rPr lang="pt-BR" b="0" i="0" dirty="0" err="1">
                <a:effectLst/>
                <a:latin typeface="Söhne"/>
              </a:rPr>
              <a:t>Prometheus</a:t>
            </a:r>
            <a:r>
              <a:rPr lang="pt-BR" b="0" i="0" dirty="0">
                <a:effectLst/>
                <a:latin typeface="Söhne"/>
              </a:rPr>
              <a:t>, </a:t>
            </a:r>
            <a:r>
              <a:rPr lang="pt-BR" b="0" i="0" dirty="0" err="1">
                <a:effectLst/>
                <a:latin typeface="Söhne"/>
              </a:rPr>
              <a:t>Grafana</a:t>
            </a:r>
            <a:r>
              <a:rPr lang="pt-BR" b="0" i="0" dirty="0">
                <a:effectLst/>
                <a:latin typeface="Söhne"/>
              </a:rPr>
              <a:t>, New </a:t>
            </a:r>
            <a:r>
              <a:rPr lang="pt-BR" b="0" i="0" dirty="0" err="1">
                <a:effectLst/>
                <a:latin typeface="Söhne"/>
              </a:rPr>
              <a:t>Relic</a:t>
            </a:r>
            <a:r>
              <a:rPr lang="pt-BR" b="0" i="0" dirty="0">
                <a:effectLst/>
                <a:latin typeface="Söhne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 dirty="0">
                <a:effectLst/>
                <a:latin typeface="Söhne"/>
              </a:rPr>
              <a:t>Ferramentas de automação de implantação: Docker, </a:t>
            </a:r>
            <a:r>
              <a:rPr lang="pt-BR" b="0" i="0" dirty="0" err="1">
                <a:effectLst/>
                <a:latin typeface="Söhne"/>
              </a:rPr>
              <a:t>Kubernetes</a:t>
            </a:r>
            <a:r>
              <a:rPr lang="pt-BR" b="0" i="0" dirty="0">
                <a:effectLst/>
                <a:latin typeface="Söhne"/>
              </a:rPr>
              <a:t>, </a:t>
            </a:r>
            <a:r>
              <a:rPr lang="pt-BR" b="0" i="0" dirty="0" err="1">
                <a:effectLst/>
                <a:latin typeface="Söhne"/>
              </a:rPr>
              <a:t>Ansible</a:t>
            </a:r>
            <a:r>
              <a:rPr lang="pt-BR" b="0" i="0" dirty="0">
                <a:effectLst/>
                <a:latin typeface="Söhne"/>
              </a:rPr>
              <a:t>.</a:t>
            </a:r>
          </a:p>
          <a:p>
            <a:endParaRPr lang="pt-BR" dirty="0"/>
          </a:p>
        </p:txBody>
      </p:sp>
      <p:pic>
        <p:nvPicPr>
          <p:cNvPr id="11" name="Imagem 10" descr="Uma imagem contendo ferramenta, no interior, mesa, quente&#10;&#10;Descrição gerada automaticamente">
            <a:extLst>
              <a:ext uri="{FF2B5EF4-FFF2-40B4-BE49-F238E27FC236}">
                <a16:creationId xmlns:a16="http://schemas.microsoft.com/office/drawing/2014/main" id="{EDB840F0-EA2E-A38A-5C6A-00977FB5E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026499" y="2801848"/>
            <a:ext cx="3383936" cy="225031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897D117-D815-2167-B3F4-D04545B23580}"/>
              </a:ext>
            </a:extLst>
          </p:cNvPr>
          <p:cNvSpPr txBox="1"/>
          <p:nvPr/>
        </p:nvSpPr>
        <p:spPr>
          <a:xfrm>
            <a:off x="8991183" y="4852110"/>
            <a:ext cx="241925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4" tooltip="https://blog.fazedores.com/ferramentas-de-corte-que-todo-maker-precisa-dominar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755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F6DAC-018A-224F-C24B-D874C5719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Tendências Futuras em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640200-24AC-962E-DCC8-6E031AB7B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Automação avançada: Uso crescente de automação inteligente, como integração com IA e aprendizado de máquina.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Integração com IA e ML: Utilização de análises preditivas para otimizar o fluxo de trabalho de CI/CD.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Segurança e conformidade: Integração de práticas de segurança e conformidade de maneira mais rigorosa no processo de CI/CD.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3250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4026F-4619-039E-6F10-A9D756BB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99533"/>
            <a:ext cx="7115176" cy="1658198"/>
          </a:xfrm>
        </p:spPr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Considerações de Segurança em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BA818D-BF36-EFD9-4EC9-E0A9C3100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6877083" cy="37661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Integração de testes de segurança: Garantir que o software seja robusto contra ameaças cibernéticas.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Proteção de dados sensíveis: Certificar-se de que dados confidenciais são protegidos durante todo o processo.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0" i="0">
                <a:effectLst/>
                <a:latin typeface="Söhne"/>
              </a:rPr>
              <a:t>Controle de acesso: Restringir o acesso a ambientes de produção e dados sensíveis apenas a pessoas autorizadas.</a:t>
            </a:r>
          </a:p>
          <a:p>
            <a:endParaRPr lang="pt-BR" dirty="0"/>
          </a:p>
        </p:txBody>
      </p:sp>
      <p:pic>
        <p:nvPicPr>
          <p:cNvPr id="5" name="Picture 4" descr="Cadeado em placa-mãe de computador">
            <a:extLst>
              <a:ext uri="{FF2B5EF4-FFF2-40B4-BE49-F238E27FC236}">
                <a16:creationId xmlns:a16="http://schemas.microsoft.com/office/drawing/2014/main" id="{BA5F0D7F-AD8C-4BD8-3738-B3EB8088A1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98" r="41852" b="-2"/>
          <a:stretch/>
        </p:blipFill>
        <p:spPr>
          <a:xfrm>
            <a:off x="8114537" y="10"/>
            <a:ext cx="4077463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44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13863-D8F2-FA08-8A6D-FE5D1DB9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i="0" dirty="0">
                <a:effectLst/>
                <a:latin typeface="Söhne"/>
              </a:rPr>
              <a:t>Implementação Gradual de CI/CD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6DCFA-F4E2-A503-A6E4-2D98A63AB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Estratégias de adoção: Abordagens iterativas e incrementais para implementar CI/CD.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Testes piloto: Começar com projetos menores e ampliar gradualmente.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Iterações progressivas: Implementar partes do processo de CI/CD em cada iteração do projeto.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5888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F7B57EA7-495D-E607-CEF4-71AD92E4D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349" y="337920"/>
            <a:ext cx="9757301" cy="6182160"/>
          </a:xfrm>
        </p:spPr>
      </p:pic>
    </p:spTree>
    <p:extLst>
      <p:ext uri="{BB962C8B-B14F-4D97-AF65-F5344CB8AC3E}">
        <p14:creationId xmlns:p14="http://schemas.microsoft.com/office/powerpoint/2010/main" val="418283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Conteúdo 14" descr="Diagrama&#10;&#10;Descrição gerada automaticamente">
            <a:extLst>
              <a:ext uri="{FF2B5EF4-FFF2-40B4-BE49-F238E27FC236}">
                <a16:creationId xmlns:a16="http://schemas.microsoft.com/office/drawing/2014/main" id="{C13C4E89-9AC3-6811-632D-C0EEE0F71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39" y="408716"/>
            <a:ext cx="11535961" cy="6449284"/>
          </a:xfrm>
        </p:spPr>
      </p:pic>
    </p:spTree>
    <p:extLst>
      <p:ext uri="{BB962C8B-B14F-4D97-AF65-F5344CB8AC3E}">
        <p14:creationId xmlns:p14="http://schemas.microsoft.com/office/powerpoint/2010/main" val="3711227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34219-620E-FD3F-0AEA-DFD8864A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Considerações Finais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C666E9-5E76-B1D5-7408-11F225FE3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Recapitulação: Relembrando os principais pontos abordados sobre Integração Contínua e Entrega Contínua.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Importância da Automação: A automação de processos é essencial para garantir eficiência e qualidade.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Impacto nas Organizações: A adoção de CI/CD está transformando a maneira como as equipes de desenvolvimento trabalham.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Preparação para o Futuro: O conhecimento em CI/CD é uma habilidade valiosa para enfrentar os desafios da engenharia de software moderna.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Exploração Contínua: Convidamos você a continuar explorando e aprofundando seus conhecimentos em Integração Contínua e Entrega Contínua.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739331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AD90B6065A33E4CB93C766564BC6AAE" ma:contentTypeVersion="0" ma:contentTypeDescription="Crie um novo documento." ma:contentTypeScope="" ma:versionID="44fc78580af5d7cfd061395ec302a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CBE27A-A256-4F7F-8997-D9EB73D8ADF6}"/>
</file>

<file path=customXml/itemProps2.xml><?xml version="1.0" encoding="utf-8"?>
<ds:datastoreItem xmlns:ds="http://schemas.openxmlformats.org/officeDocument/2006/customXml" ds:itemID="{E22B5E23-E90F-4D4E-AE91-C6D15A69721B}"/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328</TotalTime>
  <Words>2105</Words>
  <Application>Microsoft Office PowerPoint</Application>
  <PresentationFormat>Widescreen</PresentationFormat>
  <Paragraphs>200</Paragraphs>
  <Slides>41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Söhne</vt:lpstr>
      <vt:lpstr>Metropolitano</vt:lpstr>
      <vt:lpstr>Introdução à Entrega Contínua</vt:lpstr>
      <vt:lpstr>Objetivos da Aula</vt:lpstr>
      <vt:lpstr>Visão Geral</vt:lpstr>
      <vt:lpstr>Necessidade de CI/CD</vt:lpstr>
      <vt:lpstr>Vantagens da Integração Contínua</vt:lpstr>
      <vt:lpstr>Princípios da Integração Contínua</vt:lpstr>
      <vt:lpstr>Vantagens da Entrega Contínua</vt:lpstr>
      <vt:lpstr>Princípios da Entrega Contínua</vt:lpstr>
      <vt:lpstr>Diferenças entre CI e CD</vt:lpstr>
      <vt:lpstr>Componentes Essenciais de CI/CD</vt:lpstr>
      <vt:lpstr>Ferramentas Populares de CI/CD</vt:lpstr>
      <vt:lpstr>Jenkins</vt:lpstr>
      <vt:lpstr>Travis CI</vt:lpstr>
      <vt:lpstr>CircleCI</vt:lpstr>
      <vt:lpstr>GitLab CI/CD</vt:lpstr>
      <vt:lpstr>Fluxo de Trabalho de CI/CD</vt:lpstr>
      <vt:lpstr>Etapa de Compilação (Build)</vt:lpstr>
      <vt:lpstr>Etapa de Testes</vt:lpstr>
      <vt:lpstr>Etapa de Implantação em Ambiente de Teste</vt:lpstr>
      <vt:lpstr>Etapa de Implantação em Ambiente de Produção</vt:lpstr>
      <vt:lpstr>Automação de Testes</vt:lpstr>
      <vt:lpstr>Garantia de Qualidade em CI/CD</vt:lpstr>
      <vt:lpstr>Cultura DevOps</vt:lpstr>
      <vt:lpstr>Desafios da Implementação de CI/CD</vt:lpstr>
      <vt:lpstr>Estudos de Caso de Empresas</vt:lpstr>
      <vt:lpstr>Benefícios para Desenvolvedores</vt:lpstr>
      <vt:lpstr>Desafios Técnicos na Implementação de CI/CD</vt:lpstr>
      <vt:lpstr>Automação de Deploy</vt:lpstr>
      <vt:lpstr>Monitoramento e Feedback</vt:lpstr>
      <vt:lpstr>Melhores Práticas de CI/CD</vt:lpstr>
      <vt:lpstr>Estratégias de Adoção de CI/CD</vt:lpstr>
      <vt:lpstr>Avaliação de Sucesso em CI/CD</vt:lpstr>
      <vt:lpstr>Desenvolvimento Ágil e CI/CD</vt:lpstr>
      <vt:lpstr>Cenário Acadêmico e Profissional</vt:lpstr>
      <vt:lpstr>Ferramentas de Suporte à Implementação de CI/CD</vt:lpstr>
      <vt:lpstr>Tendências Futuras em CI/CD</vt:lpstr>
      <vt:lpstr>Considerações de Segurança em CI/CD</vt:lpstr>
      <vt:lpstr>Implementação Gradual de CI/CD</vt:lpstr>
      <vt:lpstr>Apresentação do PowerPoint</vt:lpstr>
      <vt:lpstr>Apresentação do PowerPoint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Entrega Contínua</dc:title>
  <dc:creator>CARLOS RONNY DE SOUSA</dc:creator>
  <cp:lastModifiedBy>CARLOS RONNY DE SOUSA</cp:lastModifiedBy>
  <cp:revision>1</cp:revision>
  <dcterms:created xsi:type="dcterms:W3CDTF">2023-08-06T23:24:12Z</dcterms:created>
  <dcterms:modified xsi:type="dcterms:W3CDTF">2023-08-07T04:53:44Z</dcterms:modified>
</cp:coreProperties>
</file>