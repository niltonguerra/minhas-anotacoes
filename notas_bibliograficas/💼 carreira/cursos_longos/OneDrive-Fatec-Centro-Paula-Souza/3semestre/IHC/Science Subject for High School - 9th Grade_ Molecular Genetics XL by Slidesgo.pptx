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0" r:id="rId1"/>
    <p:sldMasterId id="2147483711" r:id="rId2"/>
  </p:sldMasterIdLst>
  <p:notesMasterIdLst>
    <p:notesMasterId r:id="rId13"/>
  </p:notesMasterIdLst>
  <p:sldIdLst>
    <p:sldId id="256" r:id="rId3"/>
    <p:sldId id="261" r:id="rId4"/>
    <p:sldId id="265" r:id="rId5"/>
    <p:sldId id="272" r:id="rId6"/>
    <p:sldId id="270" r:id="rId7"/>
    <p:sldId id="269" r:id="rId8"/>
    <p:sldId id="282" r:id="rId9"/>
    <p:sldId id="283" r:id="rId10"/>
    <p:sldId id="284" r:id="rId11"/>
    <p:sldId id="340" r:id="rId12"/>
  </p:sldIdLst>
  <p:sldSz cx="9144000" cy="5143500" type="screen16x9"/>
  <p:notesSz cx="6858000" cy="9144000"/>
  <p:embeddedFontLst>
    <p:embeddedFont>
      <p:font typeface="Cairo" panose="020B0604020202020204" charset="-78"/>
      <p:regular r:id="rId14"/>
      <p:bold r:id="rId15"/>
    </p:embeddedFont>
    <p:embeddedFont>
      <p:font typeface="Oxygen" panose="02000503000000000000" pitchFamily="2" charset="0"/>
      <p:regular r:id="rId16"/>
      <p:bold r:id="rId17"/>
    </p:embeddedFont>
    <p:embeddedFont>
      <p:font typeface="Proxima Nova" panose="020B0604020202020204" charset="0"/>
      <p:regular r:id="rId18"/>
      <p:bold r:id="rId19"/>
      <p:italic r:id="rId20"/>
      <p:boldItalic r:id="rId21"/>
    </p:embeddedFont>
    <p:embeddedFont>
      <p:font typeface="Proxima Nova Semibold" panose="020B0604020202020204" charset="0"/>
      <p:regular r:id="rId22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4E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1C9F19-3B4B-470E-95FA-B8AF58D7EE44}">
  <a:tblStyle styleId="{041C9F19-3B4B-470E-95FA-B8AF58D7EE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e49c2d53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e49c2d53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g11ea573d598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8" name="Google Shape;2528;g11ea573d598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Google Shape;2702;g11de8c0857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3" name="Google Shape;2703;g11de8c0857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11a7faa30ba_2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11a7faa30ba_2_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3818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6" name="Google Shape;3136;ge2e1f56dbb_0_208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7" name="Google Shape;3137;ge2e1f56dbb_0_208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Google Shape;2973;ge2e1f56dbb_0_199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4" name="Google Shape;2974;ge2e1f56dbb_0_199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1" name="Google Shape;3811;g11a7faa30ba_2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2" name="Google Shape;3812;g11a7faa30ba_2_6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8" name="Google Shape;3888;ge2e1f56dbb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9" name="Google Shape;3889;ge2e1f56dbb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8" name="Google Shape;3938;g11ea573d598_6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9" name="Google Shape;3939;g11ea573d598_6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5" name="Google Shape;13715;g11971d54f19_0_26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6" name="Google Shape;13716;g11971d54f19_0_26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75225" y="659550"/>
            <a:ext cx="3504600" cy="33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 b="1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75225" y="3962238"/>
            <a:ext cx="3504600" cy="5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7517987" y="713195"/>
            <a:ext cx="864300" cy="6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>
                <a:solidFill>
                  <a:schemeClr val="accent4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 rot="4390107">
            <a:off x="7842254" y="3979113"/>
            <a:ext cx="1466373" cy="1381117"/>
            <a:chOff x="1404300" y="937325"/>
            <a:chExt cx="1767700" cy="1664925"/>
          </a:xfrm>
        </p:grpSpPr>
        <p:sp>
          <p:nvSpPr>
            <p:cNvPr id="14" name="Google Shape;14;p2"/>
            <p:cNvSpPr/>
            <p:nvPr/>
          </p:nvSpPr>
          <p:spPr>
            <a:xfrm>
              <a:off x="2450775" y="1537550"/>
              <a:ext cx="233975" cy="535475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450150" y="1109250"/>
              <a:ext cx="198025" cy="454125"/>
            </a:xfrm>
            <a:custGeom>
              <a:avLst/>
              <a:gdLst/>
              <a:ahLst/>
              <a:cxnLst/>
              <a:rect l="l" t="t" r="r" b="b"/>
              <a:pathLst>
                <a:path w="7921" h="18165" extrusionOk="0">
                  <a:moveTo>
                    <a:pt x="7266" y="1"/>
                  </a:moveTo>
                  <a:cubicBezTo>
                    <a:pt x="7044" y="1"/>
                    <a:pt x="6817" y="113"/>
                    <a:pt x="6720" y="373"/>
                  </a:cubicBezTo>
                  <a:lnTo>
                    <a:pt x="147" y="17522"/>
                  </a:lnTo>
                  <a:cubicBezTo>
                    <a:pt x="1" y="17912"/>
                    <a:pt x="322" y="18165"/>
                    <a:pt x="655" y="18165"/>
                  </a:cubicBezTo>
                  <a:cubicBezTo>
                    <a:pt x="877" y="18165"/>
                    <a:pt x="1104" y="18052"/>
                    <a:pt x="1202" y="17793"/>
                  </a:cubicBezTo>
                  <a:lnTo>
                    <a:pt x="7775" y="644"/>
                  </a:lnTo>
                  <a:cubicBezTo>
                    <a:pt x="7921" y="254"/>
                    <a:pt x="7599" y="1"/>
                    <a:pt x="72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36875" y="1271900"/>
              <a:ext cx="550725" cy="299850"/>
            </a:xfrm>
            <a:custGeom>
              <a:avLst/>
              <a:gdLst/>
              <a:ahLst/>
              <a:cxnLst/>
              <a:rect l="l" t="t" r="r" b="b"/>
              <a:pathLst>
                <a:path w="22029" h="11994" extrusionOk="0">
                  <a:moveTo>
                    <a:pt x="761" y="1"/>
                  </a:moveTo>
                  <a:cubicBezTo>
                    <a:pt x="300" y="1"/>
                    <a:pt x="0" y="718"/>
                    <a:pt x="499" y="1035"/>
                  </a:cubicBezTo>
                  <a:cubicBezTo>
                    <a:pt x="6910" y="5201"/>
                    <a:pt x="14051" y="8609"/>
                    <a:pt x="20948" y="11936"/>
                  </a:cubicBezTo>
                  <a:cubicBezTo>
                    <a:pt x="21035" y="11975"/>
                    <a:pt x="21119" y="11993"/>
                    <a:pt x="21198" y="11993"/>
                  </a:cubicBezTo>
                  <a:cubicBezTo>
                    <a:pt x="21714" y="11993"/>
                    <a:pt x="22029" y="11247"/>
                    <a:pt x="21489" y="10989"/>
                  </a:cubicBezTo>
                  <a:cubicBezTo>
                    <a:pt x="14592" y="7662"/>
                    <a:pt x="7478" y="4254"/>
                    <a:pt x="1040" y="88"/>
                  </a:cubicBezTo>
                  <a:cubicBezTo>
                    <a:pt x="944" y="27"/>
                    <a:pt x="849" y="1"/>
                    <a:pt x="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880700" y="1297000"/>
              <a:ext cx="89625" cy="682925"/>
            </a:xfrm>
            <a:custGeom>
              <a:avLst/>
              <a:gdLst/>
              <a:ahLst/>
              <a:cxnLst/>
              <a:rect l="l" t="t" r="r" b="b"/>
              <a:pathLst>
                <a:path w="3585" h="27317" extrusionOk="0">
                  <a:moveTo>
                    <a:pt x="3065" y="1"/>
                  </a:moveTo>
                  <a:cubicBezTo>
                    <a:pt x="2792" y="1"/>
                    <a:pt x="2503" y="177"/>
                    <a:pt x="2476" y="518"/>
                  </a:cubicBezTo>
                  <a:cubicBezTo>
                    <a:pt x="1799" y="9309"/>
                    <a:pt x="1069" y="18073"/>
                    <a:pt x="41" y="26810"/>
                  </a:cubicBezTo>
                  <a:cubicBezTo>
                    <a:pt x="1" y="27148"/>
                    <a:pt x="258" y="27317"/>
                    <a:pt x="535" y="27317"/>
                  </a:cubicBezTo>
                  <a:cubicBezTo>
                    <a:pt x="812" y="27317"/>
                    <a:pt x="1110" y="27148"/>
                    <a:pt x="1150" y="26810"/>
                  </a:cubicBezTo>
                  <a:cubicBezTo>
                    <a:pt x="2151" y="18073"/>
                    <a:pt x="2881" y="9282"/>
                    <a:pt x="3558" y="518"/>
                  </a:cubicBezTo>
                  <a:cubicBezTo>
                    <a:pt x="3584" y="170"/>
                    <a:pt x="3333" y="1"/>
                    <a:pt x="30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877975" y="1536400"/>
              <a:ext cx="607800" cy="445550"/>
            </a:xfrm>
            <a:custGeom>
              <a:avLst/>
              <a:gdLst/>
              <a:ahLst/>
              <a:cxnLst/>
              <a:rect l="l" t="t" r="r" b="b"/>
              <a:pathLst>
                <a:path w="24312" h="17822" extrusionOk="0">
                  <a:moveTo>
                    <a:pt x="23591" y="1"/>
                  </a:moveTo>
                  <a:cubicBezTo>
                    <a:pt x="23499" y="1"/>
                    <a:pt x="23401" y="34"/>
                    <a:pt x="23304" y="112"/>
                  </a:cubicBezTo>
                  <a:cubicBezTo>
                    <a:pt x="15866" y="5900"/>
                    <a:pt x="7832" y="10931"/>
                    <a:pt x="448" y="16774"/>
                  </a:cubicBezTo>
                  <a:cubicBezTo>
                    <a:pt x="1" y="17132"/>
                    <a:pt x="293" y="17822"/>
                    <a:pt x="713" y="17822"/>
                  </a:cubicBezTo>
                  <a:cubicBezTo>
                    <a:pt x="801" y="17822"/>
                    <a:pt x="895" y="17791"/>
                    <a:pt x="989" y="17721"/>
                  </a:cubicBezTo>
                  <a:lnTo>
                    <a:pt x="989" y="17694"/>
                  </a:lnTo>
                  <a:cubicBezTo>
                    <a:pt x="8400" y="11851"/>
                    <a:pt x="16407" y="6820"/>
                    <a:pt x="23845" y="1031"/>
                  </a:cubicBezTo>
                  <a:cubicBezTo>
                    <a:pt x="24312" y="698"/>
                    <a:pt x="24012" y="1"/>
                    <a:pt x="235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876275" y="1954275"/>
              <a:ext cx="808150" cy="119850"/>
            </a:xfrm>
            <a:custGeom>
              <a:avLst/>
              <a:gdLst/>
              <a:ahLst/>
              <a:cxnLst/>
              <a:rect l="l" t="t" r="r" b="b"/>
              <a:pathLst>
                <a:path w="32326" h="4794" extrusionOk="0">
                  <a:moveTo>
                    <a:pt x="873" y="0"/>
                  </a:moveTo>
                  <a:cubicBezTo>
                    <a:pt x="251" y="0"/>
                    <a:pt x="0" y="956"/>
                    <a:pt x="651" y="1060"/>
                  </a:cubicBezTo>
                  <a:cubicBezTo>
                    <a:pt x="6548" y="1817"/>
                    <a:pt x="12444" y="2683"/>
                    <a:pt x="18368" y="3467"/>
                  </a:cubicBezTo>
                  <a:cubicBezTo>
                    <a:pt x="22676" y="4026"/>
                    <a:pt x="27089" y="4793"/>
                    <a:pt x="31452" y="4793"/>
                  </a:cubicBezTo>
                  <a:cubicBezTo>
                    <a:pt x="31527" y="4793"/>
                    <a:pt x="31602" y="4793"/>
                    <a:pt x="31676" y="4793"/>
                  </a:cubicBezTo>
                  <a:cubicBezTo>
                    <a:pt x="32326" y="4738"/>
                    <a:pt x="32326" y="3738"/>
                    <a:pt x="31676" y="3684"/>
                  </a:cubicBezTo>
                  <a:cubicBezTo>
                    <a:pt x="31600" y="3684"/>
                    <a:pt x="31524" y="3684"/>
                    <a:pt x="31448" y="3684"/>
                  </a:cubicBezTo>
                  <a:cubicBezTo>
                    <a:pt x="27005" y="3684"/>
                    <a:pt x="22513" y="2916"/>
                    <a:pt x="18152" y="2331"/>
                  </a:cubicBezTo>
                  <a:cubicBezTo>
                    <a:pt x="12390" y="1601"/>
                    <a:pt x="6683" y="762"/>
                    <a:pt x="949" y="5"/>
                  </a:cubicBezTo>
                  <a:cubicBezTo>
                    <a:pt x="923" y="2"/>
                    <a:pt x="898" y="0"/>
                    <a:pt x="8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561650" y="1954025"/>
              <a:ext cx="351875" cy="569450"/>
            </a:xfrm>
            <a:custGeom>
              <a:avLst/>
              <a:gdLst/>
              <a:ahLst/>
              <a:cxnLst/>
              <a:rect l="l" t="t" r="r" b="b"/>
              <a:pathLst>
                <a:path w="14075" h="22778" extrusionOk="0">
                  <a:moveTo>
                    <a:pt x="13321" y="0"/>
                  </a:moveTo>
                  <a:cubicBezTo>
                    <a:pt x="13156" y="0"/>
                    <a:pt x="12992" y="76"/>
                    <a:pt x="12884" y="258"/>
                  </a:cubicBezTo>
                  <a:lnTo>
                    <a:pt x="225" y="21979"/>
                  </a:lnTo>
                  <a:cubicBezTo>
                    <a:pt x="0" y="22391"/>
                    <a:pt x="373" y="22778"/>
                    <a:pt x="741" y="22778"/>
                  </a:cubicBezTo>
                  <a:cubicBezTo>
                    <a:pt x="903" y="22778"/>
                    <a:pt x="1064" y="22702"/>
                    <a:pt x="1172" y="22520"/>
                  </a:cubicBezTo>
                  <a:lnTo>
                    <a:pt x="13831" y="799"/>
                  </a:lnTo>
                  <a:cubicBezTo>
                    <a:pt x="14075" y="387"/>
                    <a:pt x="13695" y="0"/>
                    <a:pt x="133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564275" y="1039275"/>
              <a:ext cx="408375" cy="260700"/>
            </a:xfrm>
            <a:custGeom>
              <a:avLst/>
              <a:gdLst/>
              <a:ahLst/>
              <a:cxnLst/>
              <a:rect l="l" t="t" r="r" b="b"/>
              <a:pathLst>
                <a:path w="16335" h="10428" extrusionOk="0">
                  <a:moveTo>
                    <a:pt x="761" y="1"/>
                  </a:moveTo>
                  <a:cubicBezTo>
                    <a:pt x="300" y="1"/>
                    <a:pt x="0" y="718"/>
                    <a:pt x="499" y="1035"/>
                  </a:cubicBezTo>
                  <a:lnTo>
                    <a:pt x="15295" y="10340"/>
                  </a:lnTo>
                  <a:cubicBezTo>
                    <a:pt x="15391" y="10401"/>
                    <a:pt x="15486" y="10428"/>
                    <a:pt x="15574" y="10428"/>
                  </a:cubicBezTo>
                  <a:cubicBezTo>
                    <a:pt x="16035" y="10428"/>
                    <a:pt x="16335" y="9711"/>
                    <a:pt x="15836" y="9393"/>
                  </a:cubicBezTo>
                  <a:lnTo>
                    <a:pt x="1040" y="88"/>
                  </a:lnTo>
                  <a:cubicBezTo>
                    <a:pt x="944" y="27"/>
                    <a:pt x="849" y="1"/>
                    <a:pt x="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449975" y="1511450"/>
              <a:ext cx="623075" cy="52775"/>
            </a:xfrm>
            <a:custGeom>
              <a:avLst/>
              <a:gdLst/>
              <a:ahLst/>
              <a:cxnLst/>
              <a:rect l="l" t="t" r="r" b="b"/>
              <a:pathLst>
                <a:path w="24923" h="2111" extrusionOk="0">
                  <a:moveTo>
                    <a:pt x="24252" y="0"/>
                  </a:moveTo>
                  <a:cubicBezTo>
                    <a:pt x="24244" y="0"/>
                    <a:pt x="24236" y="0"/>
                    <a:pt x="24228" y="1"/>
                  </a:cubicBezTo>
                  <a:lnTo>
                    <a:pt x="695" y="1028"/>
                  </a:lnTo>
                  <a:cubicBezTo>
                    <a:pt x="0" y="1055"/>
                    <a:pt x="18" y="2111"/>
                    <a:pt x="670" y="2111"/>
                  </a:cubicBezTo>
                  <a:cubicBezTo>
                    <a:pt x="678" y="2111"/>
                    <a:pt x="687" y="2111"/>
                    <a:pt x="695" y="2110"/>
                  </a:cubicBezTo>
                  <a:lnTo>
                    <a:pt x="24228" y="1083"/>
                  </a:lnTo>
                  <a:cubicBezTo>
                    <a:pt x="24922" y="1056"/>
                    <a:pt x="24904" y="0"/>
                    <a:pt x="24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450475" y="1742400"/>
              <a:ext cx="465575" cy="238700"/>
            </a:xfrm>
            <a:custGeom>
              <a:avLst/>
              <a:gdLst/>
              <a:ahLst/>
              <a:cxnLst/>
              <a:rect l="l" t="t" r="r" b="b"/>
              <a:pathLst>
                <a:path w="18623" h="9548" extrusionOk="0">
                  <a:moveTo>
                    <a:pt x="816" y="1"/>
                  </a:moveTo>
                  <a:cubicBezTo>
                    <a:pt x="322" y="1"/>
                    <a:pt x="1" y="736"/>
                    <a:pt x="534" y="1014"/>
                  </a:cubicBezTo>
                  <a:cubicBezTo>
                    <a:pt x="6106" y="4071"/>
                    <a:pt x="11976" y="6451"/>
                    <a:pt x="17548" y="9481"/>
                  </a:cubicBezTo>
                  <a:cubicBezTo>
                    <a:pt x="17637" y="9527"/>
                    <a:pt x="17724" y="9547"/>
                    <a:pt x="17806" y="9547"/>
                  </a:cubicBezTo>
                  <a:cubicBezTo>
                    <a:pt x="18301" y="9547"/>
                    <a:pt x="18622" y="8812"/>
                    <a:pt x="18089" y="8534"/>
                  </a:cubicBezTo>
                  <a:cubicBezTo>
                    <a:pt x="12517" y="5477"/>
                    <a:pt x="6647" y="3097"/>
                    <a:pt x="1075" y="68"/>
                  </a:cubicBezTo>
                  <a:cubicBezTo>
                    <a:pt x="986" y="21"/>
                    <a:pt x="899" y="1"/>
                    <a:pt x="8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74275" y="1217950"/>
              <a:ext cx="185325" cy="183975"/>
            </a:xfrm>
            <a:custGeom>
              <a:avLst/>
              <a:gdLst/>
              <a:ahLst/>
              <a:cxnLst/>
              <a:rect l="l" t="t" r="r" b="b"/>
              <a:pathLst>
                <a:path w="7413" h="7359" extrusionOk="0">
                  <a:moveTo>
                    <a:pt x="3703" y="1"/>
                  </a:moveTo>
                  <a:cubicBezTo>
                    <a:pt x="3686" y="1"/>
                    <a:pt x="3669" y="1"/>
                    <a:pt x="3652" y="1"/>
                  </a:cubicBezTo>
                  <a:cubicBezTo>
                    <a:pt x="1624" y="28"/>
                    <a:pt x="1" y="1678"/>
                    <a:pt x="28" y="3734"/>
                  </a:cubicBezTo>
                  <a:cubicBezTo>
                    <a:pt x="55" y="5746"/>
                    <a:pt x="1704" y="7359"/>
                    <a:pt x="3711" y="7359"/>
                  </a:cubicBezTo>
                  <a:cubicBezTo>
                    <a:pt x="3727" y="7359"/>
                    <a:pt x="3744" y="7359"/>
                    <a:pt x="3761" y="7359"/>
                  </a:cubicBezTo>
                  <a:cubicBezTo>
                    <a:pt x="5789" y="7332"/>
                    <a:pt x="7412" y="5655"/>
                    <a:pt x="7385" y="3626"/>
                  </a:cubicBezTo>
                  <a:cubicBezTo>
                    <a:pt x="7358" y="1614"/>
                    <a:pt x="5735" y="1"/>
                    <a:pt x="3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486800" y="2418275"/>
              <a:ext cx="185325" cy="183975"/>
            </a:xfrm>
            <a:custGeom>
              <a:avLst/>
              <a:gdLst/>
              <a:ahLst/>
              <a:cxnLst/>
              <a:rect l="l" t="t" r="r" b="b"/>
              <a:pathLst>
                <a:path w="7413" h="7359" extrusionOk="0">
                  <a:moveTo>
                    <a:pt x="3702" y="0"/>
                  </a:moveTo>
                  <a:cubicBezTo>
                    <a:pt x="3686" y="0"/>
                    <a:pt x="3669" y="0"/>
                    <a:pt x="3652" y="1"/>
                  </a:cubicBezTo>
                  <a:cubicBezTo>
                    <a:pt x="1623" y="28"/>
                    <a:pt x="1" y="1678"/>
                    <a:pt x="28" y="3733"/>
                  </a:cubicBezTo>
                  <a:cubicBezTo>
                    <a:pt x="54" y="5745"/>
                    <a:pt x="1704" y="7358"/>
                    <a:pt x="3710" y="7358"/>
                  </a:cubicBezTo>
                  <a:cubicBezTo>
                    <a:pt x="3727" y="7358"/>
                    <a:pt x="3744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374700" y="1458700"/>
              <a:ext cx="185300" cy="183975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551175" y="1944225"/>
              <a:ext cx="233325" cy="232000"/>
            </a:xfrm>
            <a:custGeom>
              <a:avLst/>
              <a:gdLst/>
              <a:ahLst/>
              <a:cxnLst/>
              <a:rect l="l" t="t" r="r" b="b"/>
              <a:pathLst>
                <a:path w="9333" h="9280" extrusionOk="0">
                  <a:moveTo>
                    <a:pt x="4649" y="1"/>
                  </a:moveTo>
                  <a:cubicBezTo>
                    <a:pt x="4633" y="1"/>
                    <a:pt x="4616" y="1"/>
                    <a:pt x="4599" y="1"/>
                  </a:cubicBezTo>
                  <a:cubicBezTo>
                    <a:pt x="2030" y="28"/>
                    <a:pt x="1" y="2138"/>
                    <a:pt x="28" y="4708"/>
                  </a:cubicBezTo>
                  <a:cubicBezTo>
                    <a:pt x="55" y="7260"/>
                    <a:pt x="2137" y="9279"/>
                    <a:pt x="4684" y="9279"/>
                  </a:cubicBezTo>
                  <a:cubicBezTo>
                    <a:pt x="4701" y="9279"/>
                    <a:pt x="4718" y="9279"/>
                    <a:pt x="4735" y="9279"/>
                  </a:cubicBezTo>
                  <a:cubicBezTo>
                    <a:pt x="7304" y="9252"/>
                    <a:pt x="9333" y="7142"/>
                    <a:pt x="9306" y="4572"/>
                  </a:cubicBezTo>
                  <a:cubicBezTo>
                    <a:pt x="9279" y="2046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938675" y="1409325"/>
              <a:ext cx="233325" cy="232025"/>
            </a:xfrm>
            <a:custGeom>
              <a:avLst/>
              <a:gdLst/>
              <a:ahLst/>
              <a:cxnLst/>
              <a:rect l="l" t="t" r="r" b="b"/>
              <a:pathLst>
                <a:path w="9333" h="9281" extrusionOk="0">
                  <a:moveTo>
                    <a:pt x="4649" y="1"/>
                  </a:moveTo>
                  <a:cubicBezTo>
                    <a:pt x="4632" y="1"/>
                    <a:pt x="4615" y="1"/>
                    <a:pt x="4598" y="1"/>
                  </a:cubicBezTo>
                  <a:cubicBezTo>
                    <a:pt x="2029" y="55"/>
                    <a:pt x="0" y="2165"/>
                    <a:pt x="27" y="4708"/>
                  </a:cubicBezTo>
                  <a:cubicBezTo>
                    <a:pt x="54" y="7244"/>
                    <a:pt x="2110" y="9280"/>
                    <a:pt x="4635" y="9280"/>
                  </a:cubicBezTo>
                  <a:cubicBezTo>
                    <a:pt x="4668" y="9280"/>
                    <a:pt x="4701" y="9280"/>
                    <a:pt x="4734" y="9279"/>
                  </a:cubicBezTo>
                  <a:cubicBezTo>
                    <a:pt x="7303" y="9252"/>
                    <a:pt x="9332" y="7142"/>
                    <a:pt x="9305" y="4600"/>
                  </a:cubicBezTo>
                  <a:cubicBezTo>
                    <a:pt x="9278" y="2047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466525" y="937325"/>
              <a:ext cx="234000" cy="231975"/>
            </a:xfrm>
            <a:custGeom>
              <a:avLst/>
              <a:gdLst/>
              <a:ahLst/>
              <a:cxnLst/>
              <a:rect l="l" t="t" r="r" b="b"/>
              <a:pathLst>
                <a:path w="9360" h="9279" extrusionOk="0">
                  <a:moveTo>
                    <a:pt x="4675" y="1"/>
                  </a:moveTo>
                  <a:cubicBezTo>
                    <a:pt x="4659" y="1"/>
                    <a:pt x="4642" y="1"/>
                    <a:pt x="4625" y="1"/>
                  </a:cubicBezTo>
                  <a:cubicBezTo>
                    <a:pt x="2056" y="28"/>
                    <a:pt x="0" y="2138"/>
                    <a:pt x="54" y="4707"/>
                  </a:cubicBezTo>
                  <a:cubicBezTo>
                    <a:pt x="81" y="7260"/>
                    <a:pt x="2163" y="9279"/>
                    <a:pt x="4683" y="9279"/>
                  </a:cubicBezTo>
                  <a:cubicBezTo>
                    <a:pt x="4700" y="9279"/>
                    <a:pt x="4717" y="9279"/>
                    <a:pt x="4734" y="9279"/>
                  </a:cubicBezTo>
                  <a:cubicBezTo>
                    <a:pt x="7303" y="9252"/>
                    <a:pt x="9359" y="7142"/>
                    <a:pt x="9332" y="4572"/>
                  </a:cubicBezTo>
                  <a:cubicBezTo>
                    <a:pt x="9278" y="2046"/>
                    <a:pt x="7195" y="1"/>
                    <a:pt x="4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565375" y="10563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404300" y="16906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73" y="0"/>
                  </a:moveTo>
                  <a:cubicBezTo>
                    <a:pt x="2657" y="0"/>
                    <a:pt x="2641" y="0"/>
                    <a:pt x="2624" y="1"/>
                  </a:cubicBezTo>
                  <a:cubicBezTo>
                    <a:pt x="1164" y="1"/>
                    <a:pt x="1" y="1191"/>
                    <a:pt x="28" y="2651"/>
                  </a:cubicBezTo>
                  <a:cubicBezTo>
                    <a:pt x="54" y="4069"/>
                    <a:pt x="1218" y="5222"/>
                    <a:pt x="2629" y="5222"/>
                  </a:cubicBezTo>
                  <a:cubicBezTo>
                    <a:pt x="2646" y="5222"/>
                    <a:pt x="2662" y="5221"/>
                    <a:pt x="2678" y="5221"/>
                  </a:cubicBezTo>
                  <a:cubicBezTo>
                    <a:pt x="4139" y="5194"/>
                    <a:pt x="5275" y="4031"/>
                    <a:pt x="5275" y="2570"/>
                  </a:cubicBezTo>
                  <a:cubicBezTo>
                    <a:pt x="5248" y="1153"/>
                    <a:pt x="4085" y="0"/>
                    <a:pt x="26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829650" y="190230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73" y="1"/>
                  </a:moveTo>
                  <a:cubicBezTo>
                    <a:pt x="2657" y="1"/>
                    <a:pt x="2641" y="1"/>
                    <a:pt x="2624" y="1"/>
                  </a:cubicBezTo>
                  <a:cubicBezTo>
                    <a:pt x="1164" y="1"/>
                    <a:pt x="0" y="1191"/>
                    <a:pt x="28" y="2652"/>
                  </a:cubicBezTo>
                  <a:cubicBezTo>
                    <a:pt x="54" y="4069"/>
                    <a:pt x="1218" y="5222"/>
                    <a:pt x="2629" y="5222"/>
                  </a:cubicBezTo>
                  <a:cubicBezTo>
                    <a:pt x="2646" y="5222"/>
                    <a:pt x="2662" y="5222"/>
                    <a:pt x="2678" y="5222"/>
                  </a:cubicBezTo>
                  <a:cubicBezTo>
                    <a:pt x="4139" y="5194"/>
                    <a:pt x="5275" y="4004"/>
                    <a:pt x="5275" y="2571"/>
                  </a:cubicBezTo>
                  <a:cubicBezTo>
                    <a:pt x="5248" y="1153"/>
                    <a:pt x="4085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33;p2"/>
          <p:cNvGrpSpPr/>
          <p:nvPr/>
        </p:nvGrpSpPr>
        <p:grpSpPr>
          <a:xfrm rot="-7937313">
            <a:off x="192793" y="-133700"/>
            <a:ext cx="661430" cy="929034"/>
            <a:chOff x="2374700" y="1056350"/>
            <a:chExt cx="797300" cy="1119875"/>
          </a:xfrm>
        </p:grpSpPr>
        <p:sp>
          <p:nvSpPr>
            <p:cNvPr id="34" name="Google Shape;34;p2"/>
            <p:cNvSpPr/>
            <p:nvPr/>
          </p:nvSpPr>
          <p:spPr>
            <a:xfrm>
              <a:off x="2450775" y="1537550"/>
              <a:ext cx="233975" cy="535475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450150" y="1109250"/>
              <a:ext cx="198025" cy="454125"/>
            </a:xfrm>
            <a:custGeom>
              <a:avLst/>
              <a:gdLst/>
              <a:ahLst/>
              <a:cxnLst/>
              <a:rect l="l" t="t" r="r" b="b"/>
              <a:pathLst>
                <a:path w="7921" h="18165" extrusionOk="0">
                  <a:moveTo>
                    <a:pt x="7266" y="1"/>
                  </a:moveTo>
                  <a:cubicBezTo>
                    <a:pt x="7044" y="1"/>
                    <a:pt x="6817" y="113"/>
                    <a:pt x="6720" y="373"/>
                  </a:cubicBezTo>
                  <a:lnTo>
                    <a:pt x="147" y="17522"/>
                  </a:lnTo>
                  <a:cubicBezTo>
                    <a:pt x="1" y="17912"/>
                    <a:pt x="322" y="18165"/>
                    <a:pt x="655" y="18165"/>
                  </a:cubicBezTo>
                  <a:cubicBezTo>
                    <a:pt x="877" y="18165"/>
                    <a:pt x="1104" y="18052"/>
                    <a:pt x="1202" y="17793"/>
                  </a:cubicBezTo>
                  <a:lnTo>
                    <a:pt x="7775" y="644"/>
                  </a:lnTo>
                  <a:cubicBezTo>
                    <a:pt x="7921" y="254"/>
                    <a:pt x="7599" y="1"/>
                    <a:pt x="7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449975" y="1511450"/>
              <a:ext cx="623075" cy="52775"/>
            </a:xfrm>
            <a:custGeom>
              <a:avLst/>
              <a:gdLst/>
              <a:ahLst/>
              <a:cxnLst/>
              <a:rect l="l" t="t" r="r" b="b"/>
              <a:pathLst>
                <a:path w="24923" h="2111" extrusionOk="0">
                  <a:moveTo>
                    <a:pt x="24252" y="0"/>
                  </a:moveTo>
                  <a:cubicBezTo>
                    <a:pt x="24244" y="0"/>
                    <a:pt x="24236" y="0"/>
                    <a:pt x="24228" y="1"/>
                  </a:cubicBezTo>
                  <a:lnTo>
                    <a:pt x="695" y="1028"/>
                  </a:lnTo>
                  <a:cubicBezTo>
                    <a:pt x="0" y="1055"/>
                    <a:pt x="18" y="2111"/>
                    <a:pt x="670" y="2111"/>
                  </a:cubicBezTo>
                  <a:cubicBezTo>
                    <a:pt x="678" y="2111"/>
                    <a:pt x="687" y="2111"/>
                    <a:pt x="695" y="2110"/>
                  </a:cubicBezTo>
                  <a:lnTo>
                    <a:pt x="24228" y="1083"/>
                  </a:lnTo>
                  <a:cubicBezTo>
                    <a:pt x="24922" y="1056"/>
                    <a:pt x="24904" y="0"/>
                    <a:pt x="242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374700" y="1458700"/>
              <a:ext cx="185300" cy="183975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551175" y="1944225"/>
              <a:ext cx="233325" cy="232000"/>
            </a:xfrm>
            <a:custGeom>
              <a:avLst/>
              <a:gdLst/>
              <a:ahLst/>
              <a:cxnLst/>
              <a:rect l="l" t="t" r="r" b="b"/>
              <a:pathLst>
                <a:path w="9333" h="9280" extrusionOk="0">
                  <a:moveTo>
                    <a:pt x="4649" y="1"/>
                  </a:moveTo>
                  <a:cubicBezTo>
                    <a:pt x="4633" y="1"/>
                    <a:pt x="4616" y="1"/>
                    <a:pt x="4599" y="1"/>
                  </a:cubicBezTo>
                  <a:cubicBezTo>
                    <a:pt x="2030" y="28"/>
                    <a:pt x="1" y="2138"/>
                    <a:pt x="28" y="4708"/>
                  </a:cubicBezTo>
                  <a:cubicBezTo>
                    <a:pt x="55" y="7260"/>
                    <a:pt x="2137" y="9279"/>
                    <a:pt x="4684" y="9279"/>
                  </a:cubicBezTo>
                  <a:cubicBezTo>
                    <a:pt x="4701" y="9279"/>
                    <a:pt x="4718" y="9279"/>
                    <a:pt x="4735" y="9279"/>
                  </a:cubicBezTo>
                  <a:cubicBezTo>
                    <a:pt x="7304" y="9252"/>
                    <a:pt x="9333" y="7142"/>
                    <a:pt x="9306" y="4572"/>
                  </a:cubicBezTo>
                  <a:cubicBezTo>
                    <a:pt x="9279" y="2046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938675" y="1409325"/>
              <a:ext cx="233325" cy="232025"/>
            </a:xfrm>
            <a:custGeom>
              <a:avLst/>
              <a:gdLst/>
              <a:ahLst/>
              <a:cxnLst/>
              <a:rect l="l" t="t" r="r" b="b"/>
              <a:pathLst>
                <a:path w="9333" h="9281" extrusionOk="0">
                  <a:moveTo>
                    <a:pt x="4649" y="1"/>
                  </a:moveTo>
                  <a:cubicBezTo>
                    <a:pt x="4632" y="1"/>
                    <a:pt x="4615" y="1"/>
                    <a:pt x="4598" y="1"/>
                  </a:cubicBezTo>
                  <a:cubicBezTo>
                    <a:pt x="2029" y="55"/>
                    <a:pt x="0" y="2165"/>
                    <a:pt x="27" y="4708"/>
                  </a:cubicBezTo>
                  <a:cubicBezTo>
                    <a:pt x="54" y="7244"/>
                    <a:pt x="2110" y="9280"/>
                    <a:pt x="4635" y="9280"/>
                  </a:cubicBezTo>
                  <a:cubicBezTo>
                    <a:pt x="4668" y="9280"/>
                    <a:pt x="4701" y="9280"/>
                    <a:pt x="4734" y="9279"/>
                  </a:cubicBezTo>
                  <a:cubicBezTo>
                    <a:pt x="7303" y="9252"/>
                    <a:pt x="9332" y="7142"/>
                    <a:pt x="9305" y="4600"/>
                  </a:cubicBezTo>
                  <a:cubicBezTo>
                    <a:pt x="9278" y="2047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565375" y="10563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>
            <a:spLocks noGrp="1"/>
          </p:cNvSpPr>
          <p:nvPr>
            <p:ph type="title"/>
          </p:nvPr>
        </p:nvSpPr>
        <p:spPr>
          <a:xfrm>
            <a:off x="4714875" y="2152650"/>
            <a:ext cx="3587400" cy="159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title" idx="2" hasCustomPrompt="1"/>
          </p:nvPr>
        </p:nvSpPr>
        <p:spPr>
          <a:xfrm>
            <a:off x="4705350" y="819975"/>
            <a:ext cx="1314600" cy="102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" name="Google Shape;44;p3"/>
          <p:cNvSpPr txBox="1">
            <a:spLocks noGrp="1"/>
          </p:cNvSpPr>
          <p:nvPr>
            <p:ph type="subTitle" idx="1"/>
          </p:nvPr>
        </p:nvSpPr>
        <p:spPr>
          <a:xfrm>
            <a:off x="4714875" y="3741775"/>
            <a:ext cx="2943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5" name="Google Shape;45;p3"/>
          <p:cNvGrpSpPr/>
          <p:nvPr/>
        </p:nvGrpSpPr>
        <p:grpSpPr>
          <a:xfrm rot="-4213300">
            <a:off x="3201409" y="3997949"/>
            <a:ext cx="661389" cy="928976"/>
            <a:chOff x="2374700" y="1056350"/>
            <a:chExt cx="797300" cy="1119875"/>
          </a:xfrm>
        </p:grpSpPr>
        <p:sp>
          <p:nvSpPr>
            <p:cNvPr id="46" name="Google Shape;46;p3"/>
            <p:cNvSpPr/>
            <p:nvPr/>
          </p:nvSpPr>
          <p:spPr>
            <a:xfrm>
              <a:off x="2450775" y="1537550"/>
              <a:ext cx="233975" cy="535475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2450150" y="1109250"/>
              <a:ext cx="198025" cy="454125"/>
            </a:xfrm>
            <a:custGeom>
              <a:avLst/>
              <a:gdLst/>
              <a:ahLst/>
              <a:cxnLst/>
              <a:rect l="l" t="t" r="r" b="b"/>
              <a:pathLst>
                <a:path w="7921" h="18165" extrusionOk="0">
                  <a:moveTo>
                    <a:pt x="7266" y="1"/>
                  </a:moveTo>
                  <a:cubicBezTo>
                    <a:pt x="7044" y="1"/>
                    <a:pt x="6817" y="113"/>
                    <a:pt x="6720" y="373"/>
                  </a:cubicBezTo>
                  <a:lnTo>
                    <a:pt x="147" y="17522"/>
                  </a:lnTo>
                  <a:cubicBezTo>
                    <a:pt x="1" y="17912"/>
                    <a:pt x="322" y="18165"/>
                    <a:pt x="655" y="18165"/>
                  </a:cubicBezTo>
                  <a:cubicBezTo>
                    <a:pt x="877" y="18165"/>
                    <a:pt x="1104" y="18052"/>
                    <a:pt x="1202" y="17793"/>
                  </a:cubicBezTo>
                  <a:lnTo>
                    <a:pt x="7775" y="644"/>
                  </a:lnTo>
                  <a:cubicBezTo>
                    <a:pt x="7921" y="254"/>
                    <a:pt x="7599" y="1"/>
                    <a:pt x="7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2449975" y="1511450"/>
              <a:ext cx="623075" cy="52775"/>
            </a:xfrm>
            <a:custGeom>
              <a:avLst/>
              <a:gdLst/>
              <a:ahLst/>
              <a:cxnLst/>
              <a:rect l="l" t="t" r="r" b="b"/>
              <a:pathLst>
                <a:path w="24923" h="2111" extrusionOk="0">
                  <a:moveTo>
                    <a:pt x="24252" y="0"/>
                  </a:moveTo>
                  <a:cubicBezTo>
                    <a:pt x="24244" y="0"/>
                    <a:pt x="24236" y="0"/>
                    <a:pt x="24228" y="1"/>
                  </a:cubicBezTo>
                  <a:lnTo>
                    <a:pt x="695" y="1028"/>
                  </a:lnTo>
                  <a:cubicBezTo>
                    <a:pt x="0" y="1055"/>
                    <a:pt x="18" y="2111"/>
                    <a:pt x="670" y="2111"/>
                  </a:cubicBezTo>
                  <a:cubicBezTo>
                    <a:pt x="678" y="2111"/>
                    <a:pt x="687" y="2111"/>
                    <a:pt x="695" y="2110"/>
                  </a:cubicBezTo>
                  <a:lnTo>
                    <a:pt x="24228" y="1083"/>
                  </a:lnTo>
                  <a:cubicBezTo>
                    <a:pt x="24922" y="1056"/>
                    <a:pt x="24904" y="0"/>
                    <a:pt x="242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2374700" y="1458700"/>
              <a:ext cx="185300" cy="183975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2551175" y="1944225"/>
              <a:ext cx="233325" cy="232000"/>
            </a:xfrm>
            <a:custGeom>
              <a:avLst/>
              <a:gdLst/>
              <a:ahLst/>
              <a:cxnLst/>
              <a:rect l="l" t="t" r="r" b="b"/>
              <a:pathLst>
                <a:path w="9333" h="9280" extrusionOk="0">
                  <a:moveTo>
                    <a:pt x="4649" y="1"/>
                  </a:moveTo>
                  <a:cubicBezTo>
                    <a:pt x="4633" y="1"/>
                    <a:pt x="4616" y="1"/>
                    <a:pt x="4599" y="1"/>
                  </a:cubicBezTo>
                  <a:cubicBezTo>
                    <a:pt x="2030" y="28"/>
                    <a:pt x="1" y="2138"/>
                    <a:pt x="28" y="4708"/>
                  </a:cubicBezTo>
                  <a:cubicBezTo>
                    <a:pt x="55" y="7260"/>
                    <a:pt x="2137" y="9279"/>
                    <a:pt x="4684" y="9279"/>
                  </a:cubicBezTo>
                  <a:cubicBezTo>
                    <a:pt x="4701" y="9279"/>
                    <a:pt x="4718" y="9279"/>
                    <a:pt x="4735" y="9279"/>
                  </a:cubicBezTo>
                  <a:cubicBezTo>
                    <a:pt x="7304" y="9252"/>
                    <a:pt x="9333" y="7142"/>
                    <a:pt x="9306" y="4572"/>
                  </a:cubicBezTo>
                  <a:cubicBezTo>
                    <a:pt x="9279" y="2046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2938675" y="1409325"/>
              <a:ext cx="233325" cy="232025"/>
            </a:xfrm>
            <a:custGeom>
              <a:avLst/>
              <a:gdLst/>
              <a:ahLst/>
              <a:cxnLst/>
              <a:rect l="l" t="t" r="r" b="b"/>
              <a:pathLst>
                <a:path w="9333" h="9281" extrusionOk="0">
                  <a:moveTo>
                    <a:pt x="4649" y="1"/>
                  </a:moveTo>
                  <a:cubicBezTo>
                    <a:pt x="4632" y="1"/>
                    <a:pt x="4615" y="1"/>
                    <a:pt x="4598" y="1"/>
                  </a:cubicBezTo>
                  <a:cubicBezTo>
                    <a:pt x="2029" y="55"/>
                    <a:pt x="0" y="2165"/>
                    <a:pt x="27" y="4708"/>
                  </a:cubicBezTo>
                  <a:cubicBezTo>
                    <a:pt x="54" y="7244"/>
                    <a:pt x="2110" y="9280"/>
                    <a:pt x="4635" y="9280"/>
                  </a:cubicBezTo>
                  <a:cubicBezTo>
                    <a:pt x="4668" y="9280"/>
                    <a:pt x="4701" y="9280"/>
                    <a:pt x="4734" y="9279"/>
                  </a:cubicBezTo>
                  <a:cubicBezTo>
                    <a:pt x="7303" y="9252"/>
                    <a:pt x="9332" y="7142"/>
                    <a:pt x="9305" y="4600"/>
                  </a:cubicBezTo>
                  <a:cubicBezTo>
                    <a:pt x="9278" y="2047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2565375" y="10563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53;p3"/>
          <p:cNvGrpSpPr/>
          <p:nvPr/>
        </p:nvGrpSpPr>
        <p:grpSpPr>
          <a:xfrm rot="4242672">
            <a:off x="454798" y="334510"/>
            <a:ext cx="890563" cy="1081114"/>
            <a:chOff x="3397302" y="3304800"/>
            <a:chExt cx="1031123" cy="1251750"/>
          </a:xfrm>
        </p:grpSpPr>
        <p:sp>
          <p:nvSpPr>
            <p:cNvPr id="54" name="Google Shape;54;p3"/>
            <p:cNvSpPr/>
            <p:nvPr/>
          </p:nvSpPr>
          <p:spPr>
            <a:xfrm>
              <a:off x="3559675" y="3796150"/>
              <a:ext cx="433700" cy="179100"/>
            </a:xfrm>
            <a:custGeom>
              <a:avLst/>
              <a:gdLst/>
              <a:ahLst/>
              <a:cxnLst/>
              <a:rect l="l" t="t" r="r" b="b"/>
              <a:pathLst>
                <a:path w="17348" h="7164" extrusionOk="0">
                  <a:moveTo>
                    <a:pt x="616" y="1"/>
                  </a:moveTo>
                  <a:cubicBezTo>
                    <a:pt x="138" y="1"/>
                    <a:pt x="1" y="819"/>
                    <a:pt x="532" y="1013"/>
                  </a:cubicBezTo>
                  <a:lnTo>
                    <a:pt x="16545" y="7126"/>
                  </a:lnTo>
                  <a:cubicBezTo>
                    <a:pt x="16612" y="7152"/>
                    <a:pt x="16674" y="7164"/>
                    <a:pt x="16732" y="7164"/>
                  </a:cubicBezTo>
                  <a:cubicBezTo>
                    <a:pt x="17210" y="7164"/>
                    <a:pt x="17347" y="6345"/>
                    <a:pt x="16816" y="6152"/>
                  </a:cubicBezTo>
                  <a:lnTo>
                    <a:pt x="803" y="39"/>
                  </a:lnTo>
                  <a:cubicBezTo>
                    <a:pt x="736" y="13"/>
                    <a:pt x="674" y="1"/>
                    <a:pt x="6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3713075" y="3949425"/>
              <a:ext cx="287200" cy="502625"/>
            </a:xfrm>
            <a:custGeom>
              <a:avLst/>
              <a:gdLst/>
              <a:ahLst/>
              <a:cxnLst/>
              <a:rect l="l" t="t" r="r" b="b"/>
              <a:pathLst>
                <a:path w="11488" h="20105" extrusionOk="0">
                  <a:moveTo>
                    <a:pt x="10805" y="0"/>
                  </a:moveTo>
                  <a:cubicBezTo>
                    <a:pt x="10652" y="0"/>
                    <a:pt x="10503" y="78"/>
                    <a:pt x="10409" y="264"/>
                  </a:cubicBezTo>
                  <a:cubicBezTo>
                    <a:pt x="7326" y="6702"/>
                    <a:pt x="4134" y="13356"/>
                    <a:pt x="266" y="19361"/>
                  </a:cubicBezTo>
                  <a:cubicBezTo>
                    <a:pt x="1" y="19740"/>
                    <a:pt x="358" y="20105"/>
                    <a:pt x="717" y="20105"/>
                  </a:cubicBezTo>
                  <a:cubicBezTo>
                    <a:pt x="871" y="20105"/>
                    <a:pt x="1026" y="20038"/>
                    <a:pt x="1132" y="19875"/>
                  </a:cubicBezTo>
                  <a:cubicBezTo>
                    <a:pt x="5027" y="13870"/>
                    <a:pt x="8191" y="7216"/>
                    <a:pt x="11302" y="778"/>
                  </a:cubicBezTo>
                  <a:cubicBezTo>
                    <a:pt x="11488" y="370"/>
                    <a:pt x="11138" y="0"/>
                    <a:pt x="10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735975" y="4426625"/>
              <a:ext cx="646450" cy="82025"/>
            </a:xfrm>
            <a:custGeom>
              <a:avLst/>
              <a:gdLst/>
              <a:ahLst/>
              <a:cxnLst/>
              <a:rect l="l" t="t" r="r" b="b"/>
              <a:pathLst>
                <a:path w="25858" h="3281" extrusionOk="0">
                  <a:moveTo>
                    <a:pt x="625" y="1"/>
                  </a:moveTo>
                  <a:cubicBezTo>
                    <a:pt x="1" y="1"/>
                    <a:pt x="43" y="978"/>
                    <a:pt x="675" y="1030"/>
                  </a:cubicBezTo>
                  <a:cubicBezTo>
                    <a:pt x="8871" y="1626"/>
                    <a:pt x="17067" y="2329"/>
                    <a:pt x="25209" y="3276"/>
                  </a:cubicBezTo>
                  <a:cubicBezTo>
                    <a:pt x="25234" y="3279"/>
                    <a:pt x="25257" y="3280"/>
                    <a:pt x="25280" y="3280"/>
                  </a:cubicBezTo>
                  <a:cubicBezTo>
                    <a:pt x="25857" y="3280"/>
                    <a:pt x="25834" y="2326"/>
                    <a:pt x="25209" y="2248"/>
                  </a:cubicBezTo>
                  <a:cubicBezTo>
                    <a:pt x="17067" y="1328"/>
                    <a:pt x="8871" y="625"/>
                    <a:pt x="675" y="3"/>
                  </a:cubicBezTo>
                  <a:cubicBezTo>
                    <a:pt x="658" y="1"/>
                    <a:pt x="641" y="1"/>
                    <a:pt x="6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3960700" y="3948925"/>
              <a:ext cx="422675" cy="560600"/>
            </a:xfrm>
            <a:custGeom>
              <a:avLst/>
              <a:gdLst/>
              <a:ahLst/>
              <a:cxnLst/>
              <a:rect l="l" t="t" r="r" b="b"/>
              <a:pathLst>
                <a:path w="16907" h="22424" extrusionOk="0">
                  <a:moveTo>
                    <a:pt x="693" y="1"/>
                  </a:moveTo>
                  <a:cubicBezTo>
                    <a:pt x="337" y="1"/>
                    <a:pt x="0" y="516"/>
                    <a:pt x="288" y="907"/>
                  </a:cubicBezTo>
                  <a:cubicBezTo>
                    <a:pt x="5698" y="7858"/>
                    <a:pt x="10404" y="15351"/>
                    <a:pt x="15868" y="22248"/>
                  </a:cubicBezTo>
                  <a:cubicBezTo>
                    <a:pt x="15966" y="22372"/>
                    <a:pt x="16082" y="22424"/>
                    <a:pt x="16197" y="22424"/>
                  </a:cubicBezTo>
                  <a:cubicBezTo>
                    <a:pt x="16560" y="22424"/>
                    <a:pt x="16907" y="21908"/>
                    <a:pt x="16599" y="21518"/>
                  </a:cubicBezTo>
                  <a:cubicBezTo>
                    <a:pt x="11135" y="14620"/>
                    <a:pt x="6428" y="7128"/>
                    <a:pt x="1018" y="176"/>
                  </a:cubicBezTo>
                  <a:cubicBezTo>
                    <a:pt x="921" y="53"/>
                    <a:pt x="806" y="1"/>
                    <a:pt x="6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3940500" y="3400850"/>
              <a:ext cx="49400" cy="573450"/>
            </a:xfrm>
            <a:custGeom>
              <a:avLst/>
              <a:gdLst/>
              <a:ahLst/>
              <a:cxnLst/>
              <a:rect l="l" t="t" r="r" b="b"/>
              <a:pathLst>
                <a:path w="1976" h="22938" extrusionOk="0">
                  <a:moveTo>
                    <a:pt x="508" y="0"/>
                  </a:moveTo>
                  <a:cubicBezTo>
                    <a:pt x="251" y="0"/>
                    <a:pt x="0" y="162"/>
                    <a:pt x="14" y="487"/>
                  </a:cubicBezTo>
                  <a:lnTo>
                    <a:pt x="961" y="22451"/>
                  </a:lnTo>
                  <a:cubicBezTo>
                    <a:pt x="974" y="22775"/>
                    <a:pt x="1231" y="22938"/>
                    <a:pt x="1481" y="22938"/>
                  </a:cubicBezTo>
                  <a:cubicBezTo>
                    <a:pt x="1732" y="22938"/>
                    <a:pt x="1975" y="22775"/>
                    <a:pt x="1962" y="22451"/>
                  </a:cubicBezTo>
                  <a:lnTo>
                    <a:pt x="1042" y="487"/>
                  </a:lnTo>
                  <a:cubicBezTo>
                    <a:pt x="1028" y="162"/>
                    <a:pt x="765" y="0"/>
                    <a:pt x="5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3665625" y="4343500"/>
              <a:ext cx="173800" cy="171800"/>
            </a:xfrm>
            <a:custGeom>
              <a:avLst/>
              <a:gdLst/>
              <a:ahLst/>
              <a:cxnLst/>
              <a:rect l="l" t="t" r="r" b="b"/>
              <a:pathLst>
                <a:path w="6952" h="6872" extrusionOk="0">
                  <a:moveTo>
                    <a:pt x="3485" y="0"/>
                  </a:moveTo>
                  <a:cubicBezTo>
                    <a:pt x="3469" y="0"/>
                    <a:pt x="3452" y="0"/>
                    <a:pt x="3435" y="1"/>
                  </a:cubicBezTo>
                  <a:cubicBezTo>
                    <a:pt x="1515" y="28"/>
                    <a:pt x="0" y="1569"/>
                    <a:pt x="27" y="3490"/>
                  </a:cubicBezTo>
                  <a:cubicBezTo>
                    <a:pt x="54" y="5367"/>
                    <a:pt x="1595" y="6871"/>
                    <a:pt x="3466" y="6871"/>
                  </a:cubicBezTo>
                  <a:cubicBezTo>
                    <a:pt x="3483" y="6871"/>
                    <a:pt x="3500" y="6871"/>
                    <a:pt x="3516" y="6871"/>
                  </a:cubicBezTo>
                  <a:cubicBezTo>
                    <a:pt x="5410" y="6844"/>
                    <a:pt x="6952" y="5275"/>
                    <a:pt x="6925" y="3382"/>
                  </a:cubicBezTo>
                  <a:cubicBezTo>
                    <a:pt x="6898" y="1505"/>
                    <a:pt x="5356" y="0"/>
                    <a:pt x="34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3890800" y="3876225"/>
              <a:ext cx="173125" cy="171800"/>
            </a:xfrm>
            <a:custGeom>
              <a:avLst/>
              <a:gdLst/>
              <a:ahLst/>
              <a:cxnLst/>
              <a:rect l="l" t="t" r="r" b="b"/>
              <a:pathLst>
                <a:path w="6925" h="6872" extrusionOk="0">
                  <a:moveTo>
                    <a:pt x="3458" y="0"/>
                  </a:moveTo>
                  <a:cubicBezTo>
                    <a:pt x="3442" y="0"/>
                    <a:pt x="3425" y="0"/>
                    <a:pt x="3409" y="1"/>
                  </a:cubicBezTo>
                  <a:cubicBezTo>
                    <a:pt x="1515" y="28"/>
                    <a:pt x="0" y="1596"/>
                    <a:pt x="27" y="3490"/>
                  </a:cubicBezTo>
                  <a:cubicBezTo>
                    <a:pt x="27" y="5367"/>
                    <a:pt x="1569" y="6871"/>
                    <a:pt x="3440" y="6871"/>
                  </a:cubicBezTo>
                  <a:cubicBezTo>
                    <a:pt x="3456" y="6871"/>
                    <a:pt x="3473" y="6871"/>
                    <a:pt x="3490" y="6871"/>
                  </a:cubicBezTo>
                  <a:cubicBezTo>
                    <a:pt x="5410" y="6844"/>
                    <a:pt x="6925" y="5275"/>
                    <a:pt x="6898" y="3382"/>
                  </a:cubicBezTo>
                  <a:cubicBezTo>
                    <a:pt x="6871" y="1505"/>
                    <a:pt x="5330" y="0"/>
                    <a:pt x="3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3844825" y="3304800"/>
              <a:ext cx="218425" cy="216450"/>
            </a:xfrm>
            <a:custGeom>
              <a:avLst/>
              <a:gdLst/>
              <a:ahLst/>
              <a:cxnLst/>
              <a:rect l="l" t="t" r="r" b="b"/>
              <a:pathLst>
                <a:path w="8737" h="8658" extrusionOk="0">
                  <a:moveTo>
                    <a:pt x="4351" y="1"/>
                  </a:moveTo>
                  <a:cubicBezTo>
                    <a:pt x="4334" y="1"/>
                    <a:pt x="4318" y="1"/>
                    <a:pt x="4301" y="1"/>
                  </a:cubicBezTo>
                  <a:cubicBezTo>
                    <a:pt x="1921" y="28"/>
                    <a:pt x="0" y="2003"/>
                    <a:pt x="27" y="4383"/>
                  </a:cubicBezTo>
                  <a:cubicBezTo>
                    <a:pt x="54" y="6773"/>
                    <a:pt x="2001" y="8657"/>
                    <a:pt x="4359" y="8657"/>
                  </a:cubicBezTo>
                  <a:cubicBezTo>
                    <a:pt x="4375" y="8657"/>
                    <a:pt x="4392" y="8657"/>
                    <a:pt x="4409" y="8657"/>
                  </a:cubicBezTo>
                  <a:cubicBezTo>
                    <a:pt x="6816" y="8630"/>
                    <a:pt x="8737" y="6655"/>
                    <a:pt x="8683" y="4275"/>
                  </a:cubicBezTo>
                  <a:cubicBezTo>
                    <a:pt x="8656" y="1884"/>
                    <a:pt x="6709" y="1"/>
                    <a:pt x="4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3397302" y="3664259"/>
              <a:ext cx="231613" cy="229120"/>
            </a:xfrm>
            <a:custGeom>
              <a:avLst/>
              <a:gdLst/>
              <a:ahLst/>
              <a:cxnLst/>
              <a:rect l="l" t="t" r="r" b="b"/>
              <a:pathLst>
                <a:path w="4924" h="4871" extrusionOk="0">
                  <a:moveTo>
                    <a:pt x="2457" y="1"/>
                  </a:moveTo>
                  <a:cubicBezTo>
                    <a:pt x="2441" y="1"/>
                    <a:pt x="2424" y="1"/>
                    <a:pt x="2407" y="1"/>
                  </a:cubicBezTo>
                  <a:cubicBezTo>
                    <a:pt x="1082" y="1"/>
                    <a:pt x="0" y="1110"/>
                    <a:pt x="0" y="2463"/>
                  </a:cubicBezTo>
                  <a:cubicBezTo>
                    <a:pt x="27" y="3799"/>
                    <a:pt x="1109" y="4871"/>
                    <a:pt x="2439" y="4871"/>
                  </a:cubicBezTo>
                  <a:cubicBezTo>
                    <a:pt x="2456" y="4871"/>
                    <a:pt x="2472" y="4870"/>
                    <a:pt x="2489" y="4870"/>
                  </a:cubicBezTo>
                  <a:cubicBezTo>
                    <a:pt x="3841" y="4870"/>
                    <a:pt x="4923" y="3761"/>
                    <a:pt x="4896" y="2409"/>
                  </a:cubicBezTo>
                  <a:cubicBezTo>
                    <a:pt x="4869" y="1073"/>
                    <a:pt x="3787" y="1"/>
                    <a:pt x="24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304650" y="4434125"/>
              <a:ext cx="123775" cy="122425"/>
            </a:xfrm>
            <a:custGeom>
              <a:avLst/>
              <a:gdLst/>
              <a:ahLst/>
              <a:cxnLst/>
              <a:rect l="l" t="t" r="r" b="b"/>
              <a:pathLst>
                <a:path w="4951" h="4897" extrusionOk="0">
                  <a:moveTo>
                    <a:pt x="2435" y="0"/>
                  </a:moveTo>
                  <a:cubicBezTo>
                    <a:pt x="1082" y="27"/>
                    <a:pt x="0" y="1136"/>
                    <a:pt x="28" y="2489"/>
                  </a:cubicBezTo>
                  <a:cubicBezTo>
                    <a:pt x="54" y="3825"/>
                    <a:pt x="1137" y="4897"/>
                    <a:pt x="2466" y="4897"/>
                  </a:cubicBezTo>
                  <a:cubicBezTo>
                    <a:pt x="2483" y="4897"/>
                    <a:pt x="2499" y="4896"/>
                    <a:pt x="2516" y="4896"/>
                  </a:cubicBezTo>
                  <a:cubicBezTo>
                    <a:pt x="3869" y="4896"/>
                    <a:pt x="4950" y="3787"/>
                    <a:pt x="4923" y="2435"/>
                  </a:cubicBezTo>
                  <a:cubicBezTo>
                    <a:pt x="4896" y="1082"/>
                    <a:pt x="3787" y="0"/>
                    <a:pt x="24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5361833" y="62075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 txBox="1">
            <a:spLocks noGrp="1"/>
          </p:cNvSpPr>
          <p:nvPr>
            <p:ph type="title" idx="2"/>
          </p:nvPr>
        </p:nvSpPr>
        <p:spPr>
          <a:xfrm>
            <a:off x="1276567" y="2682125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subTitle" idx="1"/>
          </p:nvPr>
        </p:nvSpPr>
        <p:spPr>
          <a:xfrm>
            <a:off x="1036567" y="3245950"/>
            <a:ext cx="2985600" cy="12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subTitle" idx="3"/>
          </p:nvPr>
        </p:nvSpPr>
        <p:spPr>
          <a:xfrm>
            <a:off x="5121833" y="1179025"/>
            <a:ext cx="2985600" cy="127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21" name="Google Shape;121;p5"/>
          <p:cNvGrpSpPr/>
          <p:nvPr/>
        </p:nvGrpSpPr>
        <p:grpSpPr>
          <a:xfrm rot="9258730">
            <a:off x="196403" y="4162180"/>
            <a:ext cx="661431" cy="929036"/>
            <a:chOff x="2374700" y="1056350"/>
            <a:chExt cx="797300" cy="1119875"/>
          </a:xfrm>
        </p:grpSpPr>
        <p:sp>
          <p:nvSpPr>
            <p:cNvPr id="122" name="Google Shape;122;p5"/>
            <p:cNvSpPr/>
            <p:nvPr/>
          </p:nvSpPr>
          <p:spPr>
            <a:xfrm>
              <a:off x="2450775" y="1537550"/>
              <a:ext cx="233975" cy="535475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2450150" y="1109250"/>
              <a:ext cx="198025" cy="454125"/>
            </a:xfrm>
            <a:custGeom>
              <a:avLst/>
              <a:gdLst/>
              <a:ahLst/>
              <a:cxnLst/>
              <a:rect l="l" t="t" r="r" b="b"/>
              <a:pathLst>
                <a:path w="7921" h="18165" extrusionOk="0">
                  <a:moveTo>
                    <a:pt x="7266" y="1"/>
                  </a:moveTo>
                  <a:cubicBezTo>
                    <a:pt x="7044" y="1"/>
                    <a:pt x="6817" y="113"/>
                    <a:pt x="6720" y="373"/>
                  </a:cubicBezTo>
                  <a:lnTo>
                    <a:pt x="147" y="17522"/>
                  </a:lnTo>
                  <a:cubicBezTo>
                    <a:pt x="1" y="17912"/>
                    <a:pt x="322" y="18165"/>
                    <a:pt x="655" y="18165"/>
                  </a:cubicBezTo>
                  <a:cubicBezTo>
                    <a:pt x="877" y="18165"/>
                    <a:pt x="1104" y="18052"/>
                    <a:pt x="1202" y="17793"/>
                  </a:cubicBezTo>
                  <a:lnTo>
                    <a:pt x="7775" y="644"/>
                  </a:lnTo>
                  <a:cubicBezTo>
                    <a:pt x="7921" y="254"/>
                    <a:pt x="7599" y="1"/>
                    <a:pt x="7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2449975" y="1511450"/>
              <a:ext cx="623075" cy="52775"/>
            </a:xfrm>
            <a:custGeom>
              <a:avLst/>
              <a:gdLst/>
              <a:ahLst/>
              <a:cxnLst/>
              <a:rect l="l" t="t" r="r" b="b"/>
              <a:pathLst>
                <a:path w="24923" h="2111" extrusionOk="0">
                  <a:moveTo>
                    <a:pt x="24252" y="0"/>
                  </a:moveTo>
                  <a:cubicBezTo>
                    <a:pt x="24244" y="0"/>
                    <a:pt x="24236" y="0"/>
                    <a:pt x="24228" y="1"/>
                  </a:cubicBezTo>
                  <a:lnTo>
                    <a:pt x="695" y="1028"/>
                  </a:lnTo>
                  <a:cubicBezTo>
                    <a:pt x="0" y="1055"/>
                    <a:pt x="18" y="2111"/>
                    <a:pt x="670" y="2111"/>
                  </a:cubicBezTo>
                  <a:cubicBezTo>
                    <a:pt x="678" y="2111"/>
                    <a:pt x="687" y="2111"/>
                    <a:pt x="695" y="2110"/>
                  </a:cubicBezTo>
                  <a:lnTo>
                    <a:pt x="24228" y="1083"/>
                  </a:lnTo>
                  <a:cubicBezTo>
                    <a:pt x="24922" y="1056"/>
                    <a:pt x="24904" y="0"/>
                    <a:pt x="242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2374700" y="1458700"/>
              <a:ext cx="185300" cy="183975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2551175" y="1944225"/>
              <a:ext cx="233325" cy="232000"/>
            </a:xfrm>
            <a:custGeom>
              <a:avLst/>
              <a:gdLst/>
              <a:ahLst/>
              <a:cxnLst/>
              <a:rect l="l" t="t" r="r" b="b"/>
              <a:pathLst>
                <a:path w="9333" h="9280" extrusionOk="0">
                  <a:moveTo>
                    <a:pt x="4649" y="1"/>
                  </a:moveTo>
                  <a:cubicBezTo>
                    <a:pt x="4633" y="1"/>
                    <a:pt x="4616" y="1"/>
                    <a:pt x="4599" y="1"/>
                  </a:cubicBezTo>
                  <a:cubicBezTo>
                    <a:pt x="2030" y="28"/>
                    <a:pt x="1" y="2138"/>
                    <a:pt x="28" y="4708"/>
                  </a:cubicBezTo>
                  <a:cubicBezTo>
                    <a:pt x="55" y="7260"/>
                    <a:pt x="2137" y="9279"/>
                    <a:pt x="4684" y="9279"/>
                  </a:cubicBezTo>
                  <a:cubicBezTo>
                    <a:pt x="4701" y="9279"/>
                    <a:pt x="4718" y="9279"/>
                    <a:pt x="4735" y="9279"/>
                  </a:cubicBezTo>
                  <a:cubicBezTo>
                    <a:pt x="7304" y="9252"/>
                    <a:pt x="9333" y="7142"/>
                    <a:pt x="9306" y="4572"/>
                  </a:cubicBezTo>
                  <a:cubicBezTo>
                    <a:pt x="9279" y="2046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2938675" y="1409325"/>
              <a:ext cx="233325" cy="232025"/>
            </a:xfrm>
            <a:custGeom>
              <a:avLst/>
              <a:gdLst/>
              <a:ahLst/>
              <a:cxnLst/>
              <a:rect l="l" t="t" r="r" b="b"/>
              <a:pathLst>
                <a:path w="9333" h="9281" extrusionOk="0">
                  <a:moveTo>
                    <a:pt x="4649" y="1"/>
                  </a:moveTo>
                  <a:cubicBezTo>
                    <a:pt x="4632" y="1"/>
                    <a:pt x="4615" y="1"/>
                    <a:pt x="4598" y="1"/>
                  </a:cubicBezTo>
                  <a:cubicBezTo>
                    <a:pt x="2029" y="55"/>
                    <a:pt x="0" y="2165"/>
                    <a:pt x="27" y="4708"/>
                  </a:cubicBezTo>
                  <a:cubicBezTo>
                    <a:pt x="54" y="7244"/>
                    <a:pt x="2110" y="9280"/>
                    <a:pt x="4635" y="9280"/>
                  </a:cubicBezTo>
                  <a:cubicBezTo>
                    <a:pt x="4668" y="9280"/>
                    <a:pt x="4701" y="9280"/>
                    <a:pt x="4734" y="9279"/>
                  </a:cubicBezTo>
                  <a:cubicBezTo>
                    <a:pt x="7303" y="9252"/>
                    <a:pt x="9332" y="7142"/>
                    <a:pt x="9305" y="4600"/>
                  </a:cubicBezTo>
                  <a:cubicBezTo>
                    <a:pt x="9278" y="2047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2565375" y="10563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5"/>
          <p:cNvGrpSpPr/>
          <p:nvPr/>
        </p:nvGrpSpPr>
        <p:grpSpPr>
          <a:xfrm rot="8696566">
            <a:off x="7922302" y="239448"/>
            <a:ext cx="890573" cy="1081127"/>
            <a:chOff x="3397302" y="3304800"/>
            <a:chExt cx="1031123" cy="1251750"/>
          </a:xfrm>
        </p:grpSpPr>
        <p:sp>
          <p:nvSpPr>
            <p:cNvPr id="130" name="Google Shape;130;p5"/>
            <p:cNvSpPr/>
            <p:nvPr/>
          </p:nvSpPr>
          <p:spPr>
            <a:xfrm>
              <a:off x="3559675" y="3796150"/>
              <a:ext cx="433700" cy="179100"/>
            </a:xfrm>
            <a:custGeom>
              <a:avLst/>
              <a:gdLst/>
              <a:ahLst/>
              <a:cxnLst/>
              <a:rect l="l" t="t" r="r" b="b"/>
              <a:pathLst>
                <a:path w="17348" h="7164" extrusionOk="0">
                  <a:moveTo>
                    <a:pt x="616" y="1"/>
                  </a:moveTo>
                  <a:cubicBezTo>
                    <a:pt x="138" y="1"/>
                    <a:pt x="1" y="819"/>
                    <a:pt x="532" y="1013"/>
                  </a:cubicBezTo>
                  <a:lnTo>
                    <a:pt x="16545" y="7126"/>
                  </a:lnTo>
                  <a:cubicBezTo>
                    <a:pt x="16612" y="7152"/>
                    <a:pt x="16674" y="7164"/>
                    <a:pt x="16732" y="7164"/>
                  </a:cubicBezTo>
                  <a:cubicBezTo>
                    <a:pt x="17210" y="7164"/>
                    <a:pt x="17347" y="6345"/>
                    <a:pt x="16816" y="6152"/>
                  </a:cubicBezTo>
                  <a:lnTo>
                    <a:pt x="803" y="39"/>
                  </a:lnTo>
                  <a:cubicBezTo>
                    <a:pt x="736" y="13"/>
                    <a:pt x="674" y="1"/>
                    <a:pt x="6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3713075" y="3949425"/>
              <a:ext cx="287200" cy="502625"/>
            </a:xfrm>
            <a:custGeom>
              <a:avLst/>
              <a:gdLst/>
              <a:ahLst/>
              <a:cxnLst/>
              <a:rect l="l" t="t" r="r" b="b"/>
              <a:pathLst>
                <a:path w="11488" h="20105" extrusionOk="0">
                  <a:moveTo>
                    <a:pt x="10805" y="0"/>
                  </a:moveTo>
                  <a:cubicBezTo>
                    <a:pt x="10652" y="0"/>
                    <a:pt x="10503" y="78"/>
                    <a:pt x="10409" y="264"/>
                  </a:cubicBezTo>
                  <a:cubicBezTo>
                    <a:pt x="7326" y="6702"/>
                    <a:pt x="4134" y="13356"/>
                    <a:pt x="266" y="19361"/>
                  </a:cubicBezTo>
                  <a:cubicBezTo>
                    <a:pt x="1" y="19740"/>
                    <a:pt x="358" y="20105"/>
                    <a:pt x="717" y="20105"/>
                  </a:cubicBezTo>
                  <a:cubicBezTo>
                    <a:pt x="871" y="20105"/>
                    <a:pt x="1026" y="20038"/>
                    <a:pt x="1132" y="19875"/>
                  </a:cubicBezTo>
                  <a:cubicBezTo>
                    <a:pt x="5027" y="13870"/>
                    <a:pt x="8191" y="7216"/>
                    <a:pt x="11302" y="778"/>
                  </a:cubicBezTo>
                  <a:cubicBezTo>
                    <a:pt x="11488" y="370"/>
                    <a:pt x="11138" y="0"/>
                    <a:pt x="10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3735975" y="4426625"/>
              <a:ext cx="646450" cy="82025"/>
            </a:xfrm>
            <a:custGeom>
              <a:avLst/>
              <a:gdLst/>
              <a:ahLst/>
              <a:cxnLst/>
              <a:rect l="l" t="t" r="r" b="b"/>
              <a:pathLst>
                <a:path w="25858" h="3281" extrusionOk="0">
                  <a:moveTo>
                    <a:pt x="625" y="1"/>
                  </a:moveTo>
                  <a:cubicBezTo>
                    <a:pt x="1" y="1"/>
                    <a:pt x="43" y="978"/>
                    <a:pt x="675" y="1030"/>
                  </a:cubicBezTo>
                  <a:cubicBezTo>
                    <a:pt x="8871" y="1626"/>
                    <a:pt x="17067" y="2329"/>
                    <a:pt x="25209" y="3276"/>
                  </a:cubicBezTo>
                  <a:cubicBezTo>
                    <a:pt x="25234" y="3279"/>
                    <a:pt x="25257" y="3280"/>
                    <a:pt x="25280" y="3280"/>
                  </a:cubicBezTo>
                  <a:cubicBezTo>
                    <a:pt x="25857" y="3280"/>
                    <a:pt x="25834" y="2326"/>
                    <a:pt x="25209" y="2248"/>
                  </a:cubicBezTo>
                  <a:cubicBezTo>
                    <a:pt x="17067" y="1328"/>
                    <a:pt x="8871" y="625"/>
                    <a:pt x="675" y="3"/>
                  </a:cubicBezTo>
                  <a:cubicBezTo>
                    <a:pt x="658" y="1"/>
                    <a:pt x="641" y="1"/>
                    <a:pt x="6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3960700" y="3948925"/>
              <a:ext cx="422675" cy="560600"/>
            </a:xfrm>
            <a:custGeom>
              <a:avLst/>
              <a:gdLst/>
              <a:ahLst/>
              <a:cxnLst/>
              <a:rect l="l" t="t" r="r" b="b"/>
              <a:pathLst>
                <a:path w="16907" h="22424" extrusionOk="0">
                  <a:moveTo>
                    <a:pt x="693" y="1"/>
                  </a:moveTo>
                  <a:cubicBezTo>
                    <a:pt x="337" y="1"/>
                    <a:pt x="0" y="516"/>
                    <a:pt x="288" y="907"/>
                  </a:cubicBezTo>
                  <a:cubicBezTo>
                    <a:pt x="5698" y="7858"/>
                    <a:pt x="10404" y="15351"/>
                    <a:pt x="15868" y="22248"/>
                  </a:cubicBezTo>
                  <a:cubicBezTo>
                    <a:pt x="15966" y="22372"/>
                    <a:pt x="16082" y="22424"/>
                    <a:pt x="16197" y="22424"/>
                  </a:cubicBezTo>
                  <a:cubicBezTo>
                    <a:pt x="16560" y="22424"/>
                    <a:pt x="16907" y="21908"/>
                    <a:pt x="16599" y="21518"/>
                  </a:cubicBezTo>
                  <a:cubicBezTo>
                    <a:pt x="11135" y="14620"/>
                    <a:pt x="6428" y="7128"/>
                    <a:pt x="1018" y="176"/>
                  </a:cubicBezTo>
                  <a:cubicBezTo>
                    <a:pt x="921" y="53"/>
                    <a:pt x="806" y="1"/>
                    <a:pt x="6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3940500" y="3400850"/>
              <a:ext cx="49400" cy="573450"/>
            </a:xfrm>
            <a:custGeom>
              <a:avLst/>
              <a:gdLst/>
              <a:ahLst/>
              <a:cxnLst/>
              <a:rect l="l" t="t" r="r" b="b"/>
              <a:pathLst>
                <a:path w="1976" h="22938" extrusionOk="0">
                  <a:moveTo>
                    <a:pt x="508" y="0"/>
                  </a:moveTo>
                  <a:cubicBezTo>
                    <a:pt x="251" y="0"/>
                    <a:pt x="0" y="162"/>
                    <a:pt x="14" y="487"/>
                  </a:cubicBezTo>
                  <a:lnTo>
                    <a:pt x="961" y="22451"/>
                  </a:lnTo>
                  <a:cubicBezTo>
                    <a:pt x="974" y="22775"/>
                    <a:pt x="1231" y="22938"/>
                    <a:pt x="1481" y="22938"/>
                  </a:cubicBezTo>
                  <a:cubicBezTo>
                    <a:pt x="1732" y="22938"/>
                    <a:pt x="1975" y="22775"/>
                    <a:pt x="1962" y="22451"/>
                  </a:cubicBezTo>
                  <a:lnTo>
                    <a:pt x="1042" y="487"/>
                  </a:lnTo>
                  <a:cubicBezTo>
                    <a:pt x="1028" y="162"/>
                    <a:pt x="765" y="0"/>
                    <a:pt x="5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3665625" y="4343500"/>
              <a:ext cx="173800" cy="171800"/>
            </a:xfrm>
            <a:custGeom>
              <a:avLst/>
              <a:gdLst/>
              <a:ahLst/>
              <a:cxnLst/>
              <a:rect l="l" t="t" r="r" b="b"/>
              <a:pathLst>
                <a:path w="6952" h="6872" extrusionOk="0">
                  <a:moveTo>
                    <a:pt x="3485" y="0"/>
                  </a:moveTo>
                  <a:cubicBezTo>
                    <a:pt x="3469" y="0"/>
                    <a:pt x="3452" y="0"/>
                    <a:pt x="3435" y="1"/>
                  </a:cubicBezTo>
                  <a:cubicBezTo>
                    <a:pt x="1515" y="28"/>
                    <a:pt x="0" y="1569"/>
                    <a:pt x="27" y="3490"/>
                  </a:cubicBezTo>
                  <a:cubicBezTo>
                    <a:pt x="54" y="5367"/>
                    <a:pt x="1595" y="6871"/>
                    <a:pt x="3466" y="6871"/>
                  </a:cubicBezTo>
                  <a:cubicBezTo>
                    <a:pt x="3483" y="6871"/>
                    <a:pt x="3500" y="6871"/>
                    <a:pt x="3516" y="6871"/>
                  </a:cubicBezTo>
                  <a:cubicBezTo>
                    <a:pt x="5410" y="6844"/>
                    <a:pt x="6952" y="5275"/>
                    <a:pt x="6925" y="3382"/>
                  </a:cubicBezTo>
                  <a:cubicBezTo>
                    <a:pt x="6898" y="1505"/>
                    <a:pt x="5356" y="0"/>
                    <a:pt x="34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3890800" y="3876225"/>
              <a:ext cx="173125" cy="171800"/>
            </a:xfrm>
            <a:custGeom>
              <a:avLst/>
              <a:gdLst/>
              <a:ahLst/>
              <a:cxnLst/>
              <a:rect l="l" t="t" r="r" b="b"/>
              <a:pathLst>
                <a:path w="6925" h="6872" extrusionOk="0">
                  <a:moveTo>
                    <a:pt x="3458" y="0"/>
                  </a:moveTo>
                  <a:cubicBezTo>
                    <a:pt x="3442" y="0"/>
                    <a:pt x="3425" y="0"/>
                    <a:pt x="3409" y="1"/>
                  </a:cubicBezTo>
                  <a:cubicBezTo>
                    <a:pt x="1515" y="28"/>
                    <a:pt x="0" y="1596"/>
                    <a:pt x="27" y="3490"/>
                  </a:cubicBezTo>
                  <a:cubicBezTo>
                    <a:pt x="27" y="5367"/>
                    <a:pt x="1569" y="6871"/>
                    <a:pt x="3440" y="6871"/>
                  </a:cubicBezTo>
                  <a:cubicBezTo>
                    <a:pt x="3456" y="6871"/>
                    <a:pt x="3473" y="6871"/>
                    <a:pt x="3490" y="6871"/>
                  </a:cubicBezTo>
                  <a:cubicBezTo>
                    <a:pt x="5410" y="6844"/>
                    <a:pt x="6925" y="5275"/>
                    <a:pt x="6898" y="3382"/>
                  </a:cubicBezTo>
                  <a:cubicBezTo>
                    <a:pt x="6871" y="1505"/>
                    <a:pt x="5330" y="0"/>
                    <a:pt x="3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3844825" y="3304800"/>
              <a:ext cx="218425" cy="216450"/>
            </a:xfrm>
            <a:custGeom>
              <a:avLst/>
              <a:gdLst/>
              <a:ahLst/>
              <a:cxnLst/>
              <a:rect l="l" t="t" r="r" b="b"/>
              <a:pathLst>
                <a:path w="8737" h="8658" extrusionOk="0">
                  <a:moveTo>
                    <a:pt x="4351" y="1"/>
                  </a:moveTo>
                  <a:cubicBezTo>
                    <a:pt x="4334" y="1"/>
                    <a:pt x="4318" y="1"/>
                    <a:pt x="4301" y="1"/>
                  </a:cubicBezTo>
                  <a:cubicBezTo>
                    <a:pt x="1921" y="28"/>
                    <a:pt x="0" y="2003"/>
                    <a:pt x="27" y="4383"/>
                  </a:cubicBezTo>
                  <a:cubicBezTo>
                    <a:pt x="54" y="6773"/>
                    <a:pt x="2001" y="8657"/>
                    <a:pt x="4359" y="8657"/>
                  </a:cubicBezTo>
                  <a:cubicBezTo>
                    <a:pt x="4375" y="8657"/>
                    <a:pt x="4392" y="8657"/>
                    <a:pt x="4409" y="8657"/>
                  </a:cubicBezTo>
                  <a:cubicBezTo>
                    <a:pt x="6816" y="8630"/>
                    <a:pt x="8737" y="6655"/>
                    <a:pt x="8683" y="4275"/>
                  </a:cubicBezTo>
                  <a:cubicBezTo>
                    <a:pt x="8656" y="1884"/>
                    <a:pt x="6709" y="1"/>
                    <a:pt x="4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3397302" y="3664259"/>
              <a:ext cx="231613" cy="229120"/>
            </a:xfrm>
            <a:custGeom>
              <a:avLst/>
              <a:gdLst/>
              <a:ahLst/>
              <a:cxnLst/>
              <a:rect l="l" t="t" r="r" b="b"/>
              <a:pathLst>
                <a:path w="4924" h="4871" extrusionOk="0">
                  <a:moveTo>
                    <a:pt x="2457" y="1"/>
                  </a:moveTo>
                  <a:cubicBezTo>
                    <a:pt x="2441" y="1"/>
                    <a:pt x="2424" y="1"/>
                    <a:pt x="2407" y="1"/>
                  </a:cubicBezTo>
                  <a:cubicBezTo>
                    <a:pt x="1082" y="1"/>
                    <a:pt x="0" y="1110"/>
                    <a:pt x="0" y="2463"/>
                  </a:cubicBezTo>
                  <a:cubicBezTo>
                    <a:pt x="27" y="3799"/>
                    <a:pt x="1109" y="4871"/>
                    <a:pt x="2439" y="4871"/>
                  </a:cubicBezTo>
                  <a:cubicBezTo>
                    <a:pt x="2456" y="4871"/>
                    <a:pt x="2472" y="4870"/>
                    <a:pt x="2489" y="4870"/>
                  </a:cubicBezTo>
                  <a:cubicBezTo>
                    <a:pt x="3841" y="4870"/>
                    <a:pt x="4923" y="3761"/>
                    <a:pt x="4896" y="2409"/>
                  </a:cubicBezTo>
                  <a:cubicBezTo>
                    <a:pt x="4869" y="1073"/>
                    <a:pt x="3787" y="1"/>
                    <a:pt x="24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4304650" y="4434125"/>
              <a:ext cx="123775" cy="122425"/>
            </a:xfrm>
            <a:custGeom>
              <a:avLst/>
              <a:gdLst/>
              <a:ahLst/>
              <a:cxnLst/>
              <a:rect l="l" t="t" r="r" b="b"/>
              <a:pathLst>
                <a:path w="4951" h="4897" extrusionOk="0">
                  <a:moveTo>
                    <a:pt x="2435" y="0"/>
                  </a:moveTo>
                  <a:cubicBezTo>
                    <a:pt x="1082" y="27"/>
                    <a:pt x="0" y="1136"/>
                    <a:pt x="28" y="2489"/>
                  </a:cubicBezTo>
                  <a:cubicBezTo>
                    <a:pt x="54" y="3825"/>
                    <a:pt x="1137" y="4897"/>
                    <a:pt x="2466" y="4897"/>
                  </a:cubicBezTo>
                  <a:cubicBezTo>
                    <a:pt x="2483" y="4897"/>
                    <a:pt x="2499" y="4896"/>
                    <a:pt x="2516" y="4896"/>
                  </a:cubicBezTo>
                  <a:cubicBezTo>
                    <a:pt x="3869" y="4896"/>
                    <a:pt x="4950" y="3787"/>
                    <a:pt x="4923" y="2435"/>
                  </a:cubicBezTo>
                  <a:cubicBezTo>
                    <a:pt x="4896" y="1082"/>
                    <a:pt x="3787" y="0"/>
                    <a:pt x="24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>
            <a:spLocks noGrp="1"/>
          </p:cNvSpPr>
          <p:nvPr>
            <p:ph type="title"/>
          </p:nvPr>
        </p:nvSpPr>
        <p:spPr>
          <a:xfrm>
            <a:off x="702300" y="1495500"/>
            <a:ext cx="6367800" cy="24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87" name="Google Shape;187;p8"/>
          <p:cNvGrpSpPr/>
          <p:nvPr/>
        </p:nvGrpSpPr>
        <p:grpSpPr>
          <a:xfrm rot="176202">
            <a:off x="113467" y="-30524"/>
            <a:ext cx="1776928" cy="1673616"/>
            <a:chOff x="1404300" y="937325"/>
            <a:chExt cx="1767700" cy="1664925"/>
          </a:xfrm>
        </p:grpSpPr>
        <p:sp>
          <p:nvSpPr>
            <p:cNvPr id="188" name="Google Shape;188;p8"/>
            <p:cNvSpPr/>
            <p:nvPr/>
          </p:nvSpPr>
          <p:spPr>
            <a:xfrm>
              <a:off x="2450775" y="1537550"/>
              <a:ext cx="233975" cy="535475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2450150" y="1109250"/>
              <a:ext cx="198025" cy="454125"/>
            </a:xfrm>
            <a:custGeom>
              <a:avLst/>
              <a:gdLst/>
              <a:ahLst/>
              <a:cxnLst/>
              <a:rect l="l" t="t" r="r" b="b"/>
              <a:pathLst>
                <a:path w="7921" h="18165" extrusionOk="0">
                  <a:moveTo>
                    <a:pt x="7266" y="1"/>
                  </a:moveTo>
                  <a:cubicBezTo>
                    <a:pt x="7044" y="1"/>
                    <a:pt x="6817" y="113"/>
                    <a:pt x="6720" y="373"/>
                  </a:cubicBezTo>
                  <a:lnTo>
                    <a:pt x="147" y="17522"/>
                  </a:lnTo>
                  <a:cubicBezTo>
                    <a:pt x="1" y="17912"/>
                    <a:pt x="322" y="18165"/>
                    <a:pt x="655" y="18165"/>
                  </a:cubicBezTo>
                  <a:cubicBezTo>
                    <a:pt x="877" y="18165"/>
                    <a:pt x="1104" y="18052"/>
                    <a:pt x="1202" y="17793"/>
                  </a:cubicBezTo>
                  <a:lnTo>
                    <a:pt x="7775" y="644"/>
                  </a:lnTo>
                  <a:cubicBezTo>
                    <a:pt x="7921" y="254"/>
                    <a:pt x="7599" y="1"/>
                    <a:pt x="72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1936875" y="1271900"/>
              <a:ext cx="550725" cy="299850"/>
            </a:xfrm>
            <a:custGeom>
              <a:avLst/>
              <a:gdLst/>
              <a:ahLst/>
              <a:cxnLst/>
              <a:rect l="l" t="t" r="r" b="b"/>
              <a:pathLst>
                <a:path w="22029" h="11994" extrusionOk="0">
                  <a:moveTo>
                    <a:pt x="761" y="1"/>
                  </a:moveTo>
                  <a:cubicBezTo>
                    <a:pt x="300" y="1"/>
                    <a:pt x="0" y="718"/>
                    <a:pt x="499" y="1035"/>
                  </a:cubicBezTo>
                  <a:cubicBezTo>
                    <a:pt x="6910" y="5201"/>
                    <a:pt x="14051" y="8609"/>
                    <a:pt x="20948" y="11936"/>
                  </a:cubicBezTo>
                  <a:cubicBezTo>
                    <a:pt x="21035" y="11975"/>
                    <a:pt x="21119" y="11993"/>
                    <a:pt x="21198" y="11993"/>
                  </a:cubicBezTo>
                  <a:cubicBezTo>
                    <a:pt x="21714" y="11993"/>
                    <a:pt x="22029" y="11247"/>
                    <a:pt x="21489" y="10989"/>
                  </a:cubicBezTo>
                  <a:cubicBezTo>
                    <a:pt x="14592" y="7662"/>
                    <a:pt x="7478" y="4254"/>
                    <a:pt x="1040" y="88"/>
                  </a:cubicBezTo>
                  <a:cubicBezTo>
                    <a:pt x="944" y="27"/>
                    <a:pt x="849" y="1"/>
                    <a:pt x="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1880700" y="1297000"/>
              <a:ext cx="89625" cy="682925"/>
            </a:xfrm>
            <a:custGeom>
              <a:avLst/>
              <a:gdLst/>
              <a:ahLst/>
              <a:cxnLst/>
              <a:rect l="l" t="t" r="r" b="b"/>
              <a:pathLst>
                <a:path w="3585" h="27317" extrusionOk="0">
                  <a:moveTo>
                    <a:pt x="3065" y="1"/>
                  </a:moveTo>
                  <a:cubicBezTo>
                    <a:pt x="2792" y="1"/>
                    <a:pt x="2503" y="177"/>
                    <a:pt x="2476" y="518"/>
                  </a:cubicBezTo>
                  <a:cubicBezTo>
                    <a:pt x="1799" y="9309"/>
                    <a:pt x="1069" y="18073"/>
                    <a:pt x="41" y="26810"/>
                  </a:cubicBezTo>
                  <a:cubicBezTo>
                    <a:pt x="1" y="27148"/>
                    <a:pt x="258" y="27317"/>
                    <a:pt x="535" y="27317"/>
                  </a:cubicBezTo>
                  <a:cubicBezTo>
                    <a:pt x="812" y="27317"/>
                    <a:pt x="1110" y="27148"/>
                    <a:pt x="1150" y="26810"/>
                  </a:cubicBezTo>
                  <a:cubicBezTo>
                    <a:pt x="2151" y="18073"/>
                    <a:pt x="2881" y="9282"/>
                    <a:pt x="3558" y="518"/>
                  </a:cubicBezTo>
                  <a:cubicBezTo>
                    <a:pt x="3584" y="170"/>
                    <a:pt x="3333" y="1"/>
                    <a:pt x="30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1877975" y="1536400"/>
              <a:ext cx="607800" cy="445550"/>
            </a:xfrm>
            <a:custGeom>
              <a:avLst/>
              <a:gdLst/>
              <a:ahLst/>
              <a:cxnLst/>
              <a:rect l="l" t="t" r="r" b="b"/>
              <a:pathLst>
                <a:path w="24312" h="17822" extrusionOk="0">
                  <a:moveTo>
                    <a:pt x="23591" y="1"/>
                  </a:moveTo>
                  <a:cubicBezTo>
                    <a:pt x="23499" y="1"/>
                    <a:pt x="23401" y="34"/>
                    <a:pt x="23304" y="112"/>
                  </a:cubicBezTo>
                  <a:cubicBezTo>
                    <a:pt x="15866" y="5900"/>
                    <a:pt x="7832" y="10931"/>
                    <a:pt x="448" y="16774"/>
                  </a:cubicBezTo>
                  <a:cubicBezTo>
                    <a:pt x="1" y="17132"/>
                    <a:pt x="293" y="17822"/>
                    <a:pt x="713" y="17822"/>
                  </a:cubicBezTo>
                  <a:cubicBezTo>
                    <a:pt x="801" y="17822"/>
                    <a:pt x="895" y="17791"/>
                    <a:pt x="989" y="17721"/>
                  </a:cubicBezTo>
                  <a:lnTo>
                    <a:pt x="989" y="17694"/>
                  </a:lnTo>
                  <a:cubicBezTo>
                    <a:pt x="8400" y="11851"/>
                    <a:pt x="16407" y="6820"/>
                    <a:pt x="23845" y="1031"/>
                  </a:cubicBezTo>
                  <a:cubicBezTo>
                    <a:pt x="24312" y="698"/>
                    <a:pt x="24012" y="1"/>
                    <a:pt x="235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1876275" y="1954275"/>
              <a:ext cx="808150" cy="119850"/>
            </a:xfrm>
            <a:custGeom>
              <a:avLst/>
              <a:gdLst/>
              <a:ahLst/>
              <a:cxnLst/>
              <a:rect l="l" t="t" r="r" b="b"/>
              <a:pathLst>
                <a:path w="32326" h="4794" extrusionOk="0">
                  <a:moveTo>
                    <a:pt x="873" y="0"/>
                  </a:moveTo>
                  <a:cubicBezTo>
                    <a:pt x="251" y="0"/>
                    <a:pt x="0" y="956"/>
                    <a:pt x="651" y="1060"/>
                  </a:cubicBezTo>
                  <a:cubicBezTo>
                    <a:pt x="6548" y="1817"/>
                    <a:pt x="12444" y="2683"/>
                    <a:pt x="18368" y="3467"/>
                  </a:cubicBezTo>
                  <a:cubicBezTo>
                    <a:pt x="22676" y="4026"/>
                    <a:pt x="27089" y="4793"/>
                    <a:pt x="31452" y="4793"/>
                  </a:cubicBezTo>
                  <a:cubicBezTo>
                    <a:pt x="31527" y="4793"/>
                    <a:pt x="31602" y="4793"/>
                    <a:pt x="31676" y="4793"/>
                  </a:cubicBezTo>
                  <a:cubicBezTo>
                    <a:pt x="32326" y="4738"/>
                    <a:pt x="32326" y="3738"/>
                    <a:pt x="31676" y="3684"/>
                  </a:cubicBezTo>
                  <a:cubicBezTo>
                    <a:pt x="31600" y="3684"/>
                    <a:pt x="31524" y="3684"/>
                    <a:pt x="31448" y="3684"/>
                  </a:cubicBezTo>
                  <a:cubicBezTo>
                    <a:pt x="27005" y="3684"/>
                    <a:pt x="22513" y="2916"/>
                    <a:pt x="18152" y="2331"/>
                  </a:cubicBezTo>
                  <a:cubicBezTo>
                    <a:pt x="12390" y="1601"/>
                    <a:pt x="6683" y="762"/>
                    <a:pt x="949" y="5"/>
                  </a:cubicBezTo>
                  <a:cubicBezTo>
                    <a:pt x="923" y="2"/>
                    <a:pt x="898" y="0"/>
                    <a:pt x="8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1561650" y="1954025"/>
              <a:ext cx="351875" cy="569450"/>
            </a:xfrm>
            <a:custGeom>
              <a:avLst/>
              <a:gdLst/>
              <a:ahLst/>
              <a:cxnLst/>
              <a:rect l="l" t="t" r="r" b="b"/>
              <a:pathLst>
                <a:path w="14075" h="22778" extrusionOk="0">
                  <a:moveTo>
                    <a:pt x="13321" y="0"/>
                  </a:moveTo>
                  <a:cubicBezTo>
                    <a:pt x="13156" y="0"/>
                    <a:pt x="12992" y="76"/>
                    <a:pt x="12884" y="258"/>
                  </a:cubicBezTo>
                  <a:lnTo>
                    <a:pt x="225" y="21979"/>
                  </a:lnTo>
                  <a:cubicBezTo>
                    <a:pt x="0" y="22391"/>
                    <a:pt x="373" y="22778"/>
                    <a:pt x="741" y="22778"/>
                  </a:cubicBezTo>
                  <a:cubicBezTo>
                    <a:pt x="903" y="22778"/>
                    <a:pt x="1064" y="22702"/>
                    <a:pt x="1172" y="22520"/>
                  </a:cubicBezTo>
                  <a:lnTo>
                    <a:pt x="13831" y="799"/>
                  </a:lnTo>
                  <a:cubicBezTo>
                    <a:pt x="14075" y="387"/>
                    <a:pt x="13695" y="0"/>
                    <a:pt x="133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1564275" y="1039275"/>
              <a:ext cx="408375" cy="260700"/>
            </a:xfrm>
            <a:custGeom>
              <a:avLst/>
              <a:gdLst/>
              <a:ahLst/>
              <a:cxnLst/>
              <a:rect l="l" t="t" r="r" b="b"/>
              <a:pathLst>
                <a:path w="16335" h="10428" extrusionOk="0">
                  <a:moveTo>
                    <a:pt x="761" y="1"/>
                  </a:moveTo>
                  <a:cubicBezTo>
                    <a:pt x="300" y="1"/>
                    <a:pt x="0" y="718"/>
                    <a:pt x="499" y="1035"/>
                  </a:cubicBezTo>
                  <a:lnTo>
                    <a:pt x="15295" y="10340"/>
                  </a:lnTo>
                  <a:cubicBezTo>
                    <a:pt x="15391" y="10401"/>
                    <a:pt x="15486" y="10428"/>
                    <a:pt x="15574" y="10428"/>
                  </a:cubicBezTo>
                  <a:cubicBezTo>
                    <a:pt x="16035" y="10428"/>
                    <a:pt x="16335" y="9711"/>
                    <a:pt x="15836" y="9393"/>
                  </a:cubicBezTo>
                  <a:lnTo>
                    <a:pt x="1040" y="88"/>
                  </a:lnTo>
                  <a:cubicBezTo>
                    <a:pt x="944" y="27"/>
                    <a:pt x="849" y="1"/>
                    <a:pt x="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2449975" y="1511450"/>
              <a:ext cx="623075" cy="52775"/>
            </a:xfrm>
            <a:custGeom>
              <a:avLst/>
              <a:gdLst/>
              <a:ahLst/>
              <a:cxnLst/>
              <a:rect l="l" t="t" r="r" b="b"/>
              <a:pathLst>
                <a:path w="24923" h="2111" extrusionOk="0">
                  <a:moveTo>
                    <a:pt x="24252" y="0"/>
                  </a:moveTo>
                  <a:cubicBezTo>
                    <a:pt x="24244" y="0"/>
                    <a:pt x="24236" y="0"/>
                    <a:pt x="24228" y="1"/>
                  </a:cubicBezTo>
                  <a:lnTo>
                    <a:pt x="695" y="1028"/>
                  </a:lnTo>
                  <a:cubicBezTo>
                    <a:pt x="0" y="1055"/>
                    <a:pt x="18" y="2111"/>
                    <a:pt x="670" y="2111"/>
                  </a:cubicBezTo>
                  <a:cubicBezTo>
                    <a:pt x="678" y="2111"/>
                    <a:pt x="687" y="2111"/>
                    <a:pt x="695" y="2110"/>
                  </a:cubicBezTo>
                  <a:lnTo>
                    <a:pt x="24228" y="1083"/>
                  </a:lnTo>
                  <a:cubicBezTo>
                    <a:pt x="24922" y="1056"/>
                    <a:pt x="24904" y="0"/>
                    <a:pt x="24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450475" y="1742400"/>
              <a:ext cx="465575" cy="238700"/>
            </a:xfrm>
            <a:custGeom>
              <a:avLst/>
              <a:gdLst/>
              <a:ahLst/>
              <a:cxnLst/>
              <a:rect l="l" t="t" r="r" b="b"/>
              <a:pathLst>
                <a:path w="18623" h="9548" extrusionOk="0">
                  <a:moveTo>
                    <a:pt x="816" y="1"/>
                  </a:moveTo>
                  <a:cubicBezTo>
                    <a:pt x="322" y="1"/>
                    <a:pt x="1" y="736"/>
                    <a:pt x="534" y="1014"/>
                  </a:cubicBezTo>
                  <a:cubicBezTo>
                    <a:pt x="6106" y="4071"/>
                    <a:pt x="11976" y="6451"/>
                    <a:pt x="17548" y="9481"/>
                  </a:cubicBezTo>
                  <a:cubicBezTo>
                    <a:pt x="17637" y="9527"/>
                    <a:pt x="17724" y="9547"/>
                    <a:pt x="17806" y="9547"/>
                  </a:cubicBezTo>
                  <a:cubicBezTo>
                    <a:pt x="18301" y="9547"/>
                    <a:pt x="18622" y="8812"/>
                    <a:pt x="18089" y="8534"/>
                  </a:cubicBezTo>
                  <a:cubicBezTo>
                    <a:pt x="12517" y="5477"/>
                    <a:pt x="6647" y="3097"/>
                    <a:pt x="1075" y="68"/>
                  </a:cubicBezTo>
                  <a:cubicBezTo>
                    <a:pt x="986" y="21"/>
                    <a:pt x="899" y="1"/>
                    <a:pt x="8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1874275" y="1217950"/>
              <a:ext cx="185325" cy="183975"/>
            </a:xfrm>
            <a:custGeom>
              <a:avLst/>
              <a:gdLst/>
              <a:ahLst/>
              <a:cxnLst/>
              <a:rect l="l" t="t" r="r" b="b"/>
              <a:pathLst>
                <a:path w="7413" h="7359" extrusionOk="0">
                  <a:moveTo>
                    <a:pt x="3703" y="1"/>
                  </a:moveTo>
                  <a:cubicBezTo>
                    <a:pt x="3686" y="1"/>
                    <a:pt x="3669" y="1"/>
                    <a:pt x="3652" y="1"/>
                  </a:cubicBezTo>
                  <a:cubicBezTo>
                    <a:pt x="1624" y="28"/>
                    <a:pt x="1" y="1678"/>
                    <a:pt x="28" y="3734"/>
                  </a:cubicBezTo>
                  <a:cubicBezTo>
                    <a:pt x="55" y="5746"/>
                    <a:pt x="1704" y="7359"/>
                    <a:pt x="3711" y="7359"/>
                  </a:cubicBezTo>
                  <a:cubicBezTo>
                    <a:pt x="3727" y="7359"/>
                    <a:pt x="3744" y="7359"/>
                    <a:pt x="3761" y="7359"/>
                  </a:cubicBezTo>
                  <a:cubicBezTo>
                    <a:pt x="5789" y="7332"/>
                    <a:pt x="7412" y="5655"/>
                    <a:pt x="7385" y="3626"/>
                  </a:cubicBezTo>
                  <a:cubicBezTo>
                    <a:pt x="7358" y="1614"/>
                    <a:pt x="5735" y="1"/>
                    <a:pt x="3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1486800" y="2418275"/>
              <a:ext cx="185325" cy="183975"/>
            </a:xfrm>
            <a:custGeom>
              <a:avLst/>
              <a:gdLst/>
              <a:ahLst/>
              <a:cxnLst/>
              <a:rect l="l" t="t" r="r" b="b"/>
              <a:pathLst>
                <a:path w="7413" h="7359" extrusionOk="0">
                  <a:moveTo>
                    <a:pt x="3702" y="0"/>
                  </a:moveTo>
                  <a:cubicBezTo>
                    <a:pt x="3686" y="0"/>
                    <a:pt x="3669" y="0"/>
                    <a:pt x="3652" y="1"/>
                  </a:cubicBezTo>
                  <a:cubicBezTo>
                    <a:pt x="1623" y="28"/>
                    <a:pt x="1" y="1678"/>
                    <a:pt x="28" y="3733"/>
                  </a:cubicBezTo>
                  <a:cubicBezTo>
                    <a:pt x="54" y="5745"/>
                    <a:pt x="1704" y="7358"/>
                    <a:pt x="3710" y="7358"/>
                  </a:cubicBezTo>
                  <a:cubicBezTo>
                    <a:pt x="3727" y="7358"/>
                    <a:pt x="3744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2374700" y="1458700"/>
              <a:ext cx="185300" cy="183975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2551175" y="1944225"/>
              <a:ext cx="233325" cy="232000"/>
            </a:xfrm>
            <a:custGeom>
              <a:avLst/>
              <a:gdLst/>
              <a:ahLst/>
              <a:cxnLst/>
              <a:rect l="l" t="t" r="r" b="b"/>
              <a:pathLst>
                <a:path w="9333" h="9280" extrusionOk="0">
                  <a:moveTo>
                    <a:pt x="4649" y="1"/>
                  </a:moveTo>
                  <a:cubicBezTo>
                    <a:pt x="4633" y="1"/>
                    <a:pt x="4616" y="1"/>
                    <a:pt x="4599" y="1"/>
                  </a:cubicBezTo>
                  <a:cubicBezTo>
                    <a:pt x="2030" y="28"/>
                    <a:pt x="1" y="2138"/>
                    <a:pt x="28" y="4708"/>
                  </a:cubicBezTo>
                  <a:cubicBezTo>
                    <a:pt x="55" y="7260"/>
                    <a:pt x="2137" y="9279"/>
                    <a:pt x="4684" y="9279"/>
                  </a:cubicBezTo>
                  <a:cubicBezTo>
                    <a:pt x="4701" y="9279"/>
                    <a:pt x="4718" y="9279"/>
                    <a:pt x="4735" y="9279"/>
                  </a:cubicBezTo>
                  <a:cubicBezTo>
                    <a:pt x="7304" y="9252"/>
                    <a:pt x="9333" y="7142"/>
                    <a:pt x="9306" y="4572"/>
                  </a:cubicBezTo>
                  <a:cubicBezTo>
                    <a:pt x="9279" y="2046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2938675" y="1409325"/>
              <a:ext cx="233325" cy="232025"/>
            </a:xfrm>
            <a:custGeom>
              <a:avLst/>
              <a:gdLst/>
              <a:ahLst/>
              <a:cxnLst/>
              <a:rect l="l" t="t" r="r" b="b"/>
              <a:pathLst>
                <a:path w="9333" h="9281" extrusionOk="0">
                  <a:moveTo>
                    <a:pt x="4649" y="1"/>
                  </a:moveTo>
                  <a:cubicBezTo>
                    <a:pt x="4632" y="1"/>
                    <a:pt x="4615" y="1"/>
                    <a:pt x="4598" y="1"/>
                  </a:cubicBezTo>
                  <a:cubicBezTo>
                    <a:pt x="2029" y="55"/>
                    <a:pt x="0" y="2165"/>
                    <a:pt x="27" y="4708"/>
                  </a:cubicBezTo>
                  <a:cubicBezTo>
                    <a:pt x="54" y="7244"/>
                    <a:pt x="2110" y="9280"/>
                    <a:pt x="4635" y="9280"/>
                  </a:cubicBezTo>
                  <a:cubicBezTo>
                    <a:pt x="4668" y="9280"/>
                    <a:pt x="4701" y="9280"/>
                    <a:pt x="4734" y="9279"/>
                  </a:cubicBezTo>
                  <a:cubicBezTo>
                    <a:pt x="7303" y="9252"/>
                    <a:pt x="9332" y="7142"/>
                    <a:pt x="9305" y="4600"/>
                  </a:cubicBezTo>
                  <a:cubicBezTo>
                    <a:pt x="9278" y="2047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1466525" y="937325"/>
              <a:ext cx="234000" cy="231975"/>
            </a:xfrm>
            <a:custGeom>
              <a:avLst/>
              <a:gdLst/>
              <a:ahLst/>
              <a:cxnLst/>
              <a:rect l="l" t="t" r="r" b="b"/>
              <a:pathLst>
                <a:path w="9360" h="9279" extrusionOk="0">
                  <a:moveTo>
                    <a:pt x="4675" y="1"/>
                  </a:moveTo>
                  <a:cubicBezTo>
                    <a:pt x="4659" y="1"/>
                    <a:pt x="4642" y="1"/>
                    <a:pt x="4625" y="1"/>
                  </a:cubicBezTo>
                  <a:cubicBezTo>
                    <a:pt x="2056" y="28"/>
                    <a:pt x="0" y="2138"/>
                    <a:pt x="54" y="4707"/>
                  </a:cubicBezTo>
                  <a:cubicBezTo>
                    <a:pt x="81" y="7260"/>
                    <a:pt x="2163" y="9279"/>
                    <a:pt x="4683" y="9279"/>
                  </a:cubicBezTo>
                  <a:cubicBezTo>
                    <a:pt x="4700" y="9279"/>
                    <a:pt x="4717" y="9279"/>
                    <a:pt x="4734" y="9279"/>
                  </a:cubicBezTo>
                  <a:cubicBezTo>
                    <a:pt x="7303" y="9252"/>
                    <a:pt x="9359" y="7142"/>
                    <a:pt x="9332" y="4572"/>
                  </a:cubicBezTo>
                  <a:cubicBezTo>
                    <a:pt x="9278" y="2046"/>
                    <a:pt x="7195" y="1"/>
                    <a:pt x="4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2565375" y="10563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1404300" y="16906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73" y="0"/>
                  </a:moveTo>
                  <a:cubicBezTo>
                    <a:pt x="2657" y="0"/>
                    <a:pt x="2641" y="0"/>
                    <a:pt x="2624" y="1"/>
                  </a:cubicBezTo>
                  <a:cubicBezTo>
                    <a:pt x="1164" y="1"/>
                    <a:pt x="1" y="1191"/>
                    <a:pt x="28" y="2651"/>
                  </a:cubicBezTo>
                  <a:cubicBezTo>
                    <a:pt x="54" y="4069"/>
                    <a:pt x="1218" y="5222"/>
                    <a:pt x="2629" y="5222"/>
                  </a:cubicBezTo>
                  <a:cubicBezTo>
                    <a:pt x="2646" y="5222"/>
                    <a:pt x="2662" y="5221"/>
                    <a:pt x="2678" y="5221"/>
                  </a:cubicBezTo>
                  <a:cubicBezTo>
                    <a:pt x="4139" y="5194"/>
                    <a:pt x="5275" y="4031"/>
                    <a:pt x="5275" y="2570"/>
                  </a:cubicBezTo>
                  <a:cubicBezTo>
                    <a:pt x="5248" y="1153"/>
                    <a:pt x="4085" y="0"/>
                    <a:pt x="26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1829650" y="190230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73" y="1"/>
                  </a:moveTo>
                  <a:cubicBezTo>
                    <a:pt x="2657" y="1"/>
                    <a:pt x="2641" y="1"/>
                    <a:pt x="2624" y="1"/>
                  </a:cubicBezTo>
                  <a:cubicBezTo>
                    <a:pt x="1164" y="1"/>
                    <a:pt x="0" y="1191"/>
                    <a:pt x="28" y="2652"/>
                  </a:cubicBezTo>
                  <a:cubicBezTo>
                    <a:pt x="54" y="4069"/>
                    <a:pt x="1218" y="5222"/>
                    <a:pt x="2629" y="5222"/>
                  </a:cubicBezTo>
                  <a:cubicBezTo>
                    <a:pt x="2646" y="5222"/>
                    <a:pt x="2662" y="5222"/>
                    <a:pt x="2678" y="5222"/>
                  </a:cubicBezTo>
                  <a:cubicBezTo>
                    <a:pt x="4139" y="5194"/>
                    <a:pt x="5275" y="4004"/>
                    <a:pt x="5275" y="2571"/>
                  </a:cubicBezTo>
                  <a:cubicBezTo>
                    <a:pt x="5248" y="1153"/>
                    <a:pt x="4085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" name="Google Shape;207;p8"/>
          <p:cNvGrpSpPr/>
          <p:nvPr/>
        </p:nvGrpSpPr>
        <p:grpSpPr>
          <a:xfrm rot="8525974">
            <a:off x="8106815" y="439712"/>
            <a:ext cx="661419" cy="929019"/>
            <a:chOff x="2374700" y="1056350"/>
            <a:chExt cx="797300" cy="1119875"/>
          </a:xfrm>
        </p:grpSpPr>
        <p:sp>
          <p:nvSpPr>
            <p:cNvPr id="208" name="Google Shape;208;p8"/>
            <p:cNvSpPr/>
            <p:nvPr/>
          </p:nvSpPr>
          <p:spPr>
            <a:xfrm>
              <a:off x="2450775" y="1537550"/>
              <a:ext cx="233975" cy="535475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2450150" y="1109250"/>
              <a:ext cx="198025" cy="454125"/>
            </a:xfrm>
            <a:custGeom>
              <a:avLst/>
              <a:gdLst/>
              <a:ahLst/>
              <a:cxnLst/>
              <a:rect l="l" t="t" r="r" b="b"/>
              <a:pathLst>
                <a:path w="7921" h="18165" extrusionOk="0">
                  <a:moveTo>
                    <a:pt x="7266" y="1"/>
                  </a:moveTo>
                  <a:cubicBezTo>
                    <a:pt x="7044" y="1"/>
                    <a:pt x="6817" y="113"/>
                    <a:pt x="6720" y="373"/>
                  </a:cubicBezTo>
                  <a:lnTo>
                    <a:pt x="147" y="17522"/>
                  </a:lnTo>
                  <a:cubicBezTo>
                    <a:pt x="1" y="17912"/>
                    <a:pt x="322" y="18165"/>
                    <a:pt x="655" y="18165"/>
                  </a:cubicBezTo>
                  <a:cubicBezTo>
                    <a:pt x="877" y="18165"/>
                    <a:pt x="1104" y="18052"/>
                    <a:pt x="1202" y="17793"/>
                  </a:cubicBezTo>
                  <a:lnTo>
                    <a:pt x="7775" y="644"/>
                  </a:lnTo>
                  <a:cubicBezTo>
                    <a:pt x="7921" y="254"/>
                    <a:pt x="7599" y="1"/>
                    <a:pt x="72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2449975" y="1511450"/>
              <a:ext cx="623075" cy="52775"/>
            </a:xfrm>
            <a:custGeom>
              <a:avLst/>
              <a:gdLst/>
              <a:ahLst/>
              <a:cxnLst/>
              <a:rect l="l" t="t" r="r" b="b"/>
              <a:pathLst>
                <a:path w="24923" h="2111" extrusionOk="0">
                  <a:moveTo>
                    <a:pt x="24252" y="0"/>
                  </a:moveTo>
                  <a:cubicBezTo>
                    <a:pt x="24244" y="0"/>
                    <a:pt x="24236" y="0"/>
                    <a:pt x="24228" y="1"/>
                  </a:cubicBezTo>
                  <a:lnTo>
                    <a:pt x="695" y="1028"/>
                  </a:lnTo>
                  <a:cubicBezTo>
                    <a:pt x="0" y="1055"/>
                    <a:pt x="18" y="2111"/>
                    <a:pt x="670" y="2111"/>
                  </a:cubicBezTo>
                  <a:cubicBezTo>
                    <a:pt x="678" y="2111"/>
                    <a:pt x="687" y="2111"/>
                    <a:pt x="695" y="2110"/>
                  </a:cubicBezTo>
                  <a:lnTo>
                    <a:pt x="24228" y="1083"/>
                  </a:lnTo>
                  <a:cubicBezTo>
                    <a:pt x="24922" y="1056"/>
                    <a:pt x="24904" y="0"/>
                    <a:pt x="24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2374700" y="1458700"/>
              <a:ext cx="185300" cy="183975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2551175" y="1944225"/>
              <a:ext cx="233325" cy="232000"/>
            </a:xfrm>
            <a:custGeom>
              <a:avLst/>
              <a:gdLst/>
              <a:ahLst/>
              <a:cxnLst/>
              <a:rect l="l" t="t" r="r" b="b"/>
              <a:pathLst>
                <a:path w="9333" h="9280" extrusionOk="0">
                  <a:moveTo>
                    <a:pt x="4649" y="1"/>
                  </a:moveTo>
                  <a:cubicBezTo>
                    <a:pt x="4633" y="1"/>
                    <a:pt x="4616" y="1"/>
                    <a:pt x="4599" y="1"/>
                  </a:cubicBezTo>
                  <a:cubicBezTo>
                    <a:pt x="2030" y="28"/>
                    <a:pt x="1" y="2138"/>
                    <a:pt x="28" y="4708"/>
                  </a:cubicBezTo>
                  <a:cubicBezTo>
                    <a:pt x="55" y="7260"/>
                    <a:pt x="2137" y="9279"/>
                    <a:pt x="4684" y="9279"/>
                  </a:cubicBezTo>
                  <a:cubicBezTo>
                    <a:pt x="4701" y="9279"/>
                    <a:pt x="4718" y="9279"/>
                    <a:pt x="4735" y="9279"/>
                  </a:cubicBezTo>
                  <a:cubicBezTo>
                    <a:pt x="7304" y="9252"/>
                    <a:pt x="9333" y="7142"/>
                    <a:pt x="9306" y="4572"/>
                  </a:cubicBezTo>
                  <a:cubicBezTo>
                    <a:pt x="9279" y="2046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2938675" y="1409325"/>
              <a:ext cx="233325" cy="232025"/>
            </a:xfrm>
            <a:custGeom>
              <a:avLst/>
              <a:gdLst/>
              <a:ahLst/>
              <a:cxnLst/>
              <a:rect l="l" t="t" r="r" b="b"/>
              <a:pathLst>
                <a:path w="9333" h="9281" extrusionOk="0">
                  <a:moveTo>
                    <a:pt x="4649" y="1"/>
                  </a:moveTo>
                  <a:cubicBezTo>
                    <a:pt x="4632" y="1"/>
                    <a:pt x="4615" y="1"/>
                    <a:pt x="4598" y="1"/>
                  </a:cubicBezTo>
                  <a:cubicBezTo>
                    <a:pt x="2029" y="55"/>
                    <a:pt x="0" y="2165"/>
                    <a:pt x="27" y="4708"/>
                  </a:cubicBezTo>
                  <a:cubicBezTo>
                    <a:pt x="54" y="7244"/>
                    <a:pt x="2110" y="9280"/>
                    <a:pt x="4635" y="9280"/>
                  </a:cubicBezTo>
                  <a:cubicBezTo>
                    <a:pt x="4668" y="9280"/>
                    <a:pt x="4701" y="9280"/>
                    <a:pt x="4734" y="9279"/>
                  </a:cubicBezTo>
                  <a:cubicBezTo>
                    <a:pt x="7303" y="9252"/>
                    <a:pt x="9332" y="7142"/>
                    <a:pt x="9305" y="4600"/>
                  </a:cubicBezTo>
                  <a:cubicBezTo>
                    <a:pt x="9278" y="2047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2565375" y="10563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4_1_1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2"/>
          <p:cNvSpPr txBox="1">
            <a:spLocks noGrp="1"/>
          </p:cNvSpPr>
          <p:nvPr>
            <p:ph type="title"/>
          </p:nvPr>
        </p:nvSpPr>
        <p:spPr>
          <a:xfrm>
            <a:off x="3777400" y="1239378"/>
            <a:ext cx="45255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7" name="Google Shape;547;p22"/>
          <p:cNvSpPr txBox="1">
            <a:spLocks noGrp="1"/>
          </p:cNvSpPr>
          <p:nvPr>
            <p:ph type="title" idx="2" hasCustomPrompt="1"/>
          </p:nvPr>
        </p:nvSpPr>
        <p:spPr>
          <a:xfrm>
            <a:off x="2437575" y="1539723"/>
            <a:ext cx="1101300" cy="60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48" name="Google Shape;548;p22"/>
          <p:cNvSpPr txBox="1">
            <a:spLocks noGrp="1"/>
          </p:cNvSpPr>
          <p:nvPr>
            <p:ph type="subTitle" idx="1"/>
          </p:nvPr>
        </p:nvSpPr>
        <p:spPr>
          <a:xfrm>
            <a:off x="3777400" y="2046132"/>
            <a:ext cx="4525500" cy="3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49" name="Google Shape;549;p22"/>
          <p:cNvGrpSpPr/>
          <p:nvPr/>
        </p:nvGrpSpPr>
        <p:grpSpPr>
          <a:xfrm>
            <a:off x="3385087" y="281537"/>
            <a:ext cx="475878" cy="397876"/>
            <a:chOff x="5428050" y="3546975"/>
            <a:chExt cx="475878" cy="397876"/>
          </a:xfrm>
        </p:grpSpPr>
        <p:sp>
          <p:nvSpPr>
            <p:cNvPr id="550" name="Google Shape;550;p22"/>
            <p:cNvSpPr/>
            <p:nvPr/>
          </p:nvSpPr>
          <p:spPr>
            <a:xfrm>
              <a:off x="5509829" y="3637232"/>
              <a:ext cx="92935" cy="234122"/>
            </a:xfrm>
            <a:custGeom>
              <a:avLst/>
              <a:gdLst/>
              <a:ahLst/>
              <a:cxnLst/>
              <a:rect l="l" t="t" r="r" b="b"/>
              <a:pathLst>
                <a:path w="1425" h="3590" extrusionOk="0">
                  <a:moveTo>
                    <a:pt x="239" y="1"/>
                  </a:moveTo>
                  <a:cubicBezTo>
                    <a:pt x="178" y="1"/>
                    <a:pt x="117" y="28"/>
                    <a:pt x="67" y="90"/>
                  </a:cubicBezTo>
                  <a:cubicBezTo>
                    <a:pt x="25" y="139"/>
                    <a:pt x="0" y="200"/>
                    <a:pt x="7" y="267"/>
                  </a:cubicBezTo>
                  <a:cubicBezTo>
                    <a:pt x="13" y="334"/>
                    <a:pt x="25" y="407"/>
                    <a:pt x="49" y="474"/>
                  </a:cubicBezTo>
                  <a:cubicBezTo>
                    <a:pt x="98" y="638"/>
                    <a:pt x="153" y="802"/>
                    <a:pt x="195" y="972"/>
                  </a:cubicBezTo>
                  <a:cubicBezTo>
                    <a:pt x="293" y="1295"/>
                    <a:pt x="390" y="1630"/>
                    <a:pt x="487" y="1952"/>
                  </a:cubicBezTo>
                  <a:cubicBezTo>
                    <a:pt x="566" y="2214"/>
                    <a:pt x="645" y="2482"/>
                    <a:pt x="731" y="2743"/>
                  </a:cubicBezTo>
                  <a:cubicBezTo>
                    <a:pt x="816" y="2999"/>
                    <a:pt x="883" y="3339"/>
                    <a:pt x="1084" y="3540"/>
                  </a:cubicBezTo>
                  <a:cubicBezTo>
                    <a:pt x="1117" y="3574"/>
                    <a:pt x="1160" y="3589"/>
                    <a:pt x="1202" y="3589"/>
                  </a:cubicBezTo>
                  <a:cubicBezTo>
                    <a:pt x="1281" y="3589"/>
                    <a:pt x="1358" y="3534"/>
                    <a:pt x="1370" y="3443"/>
                  </a:cubicBezTo>
                  <a:cubicBezTo>
                    <a:pt x="1424" y="3187"/>
                    <a:pt x="1303" y="2907"/>
                    <a:pt x="1236" y="2658"/>
                  </a:cubicBezTo>
                  <a:cubicBezTo>
                    <a:pt x="1163" y="2378"/>
                    <a:pt x="1071" y="2098"/>
                    <a:pt x="986" y="1818"/>
                  </a:cubicBezTo>
                  <a:cubicBezTo>
                    <a:pt x="895" y="1514"/>
                    <a:pt x="798" y="1210"/>
                    <a:pt x="700" y="906"/>
                  </a:cubicBezTo>
                  <a:cubicBezTo>
                    <a:pt x="627" y="668"/>
                    <a:pt x="566" y="407"/>
                    <a:pt x="475" y="175"/>
                  </a:cubicBezTo>
                  <a:cubicBezTo>
                    <a:pt x="427" y="68"/>
                    <a:pt x="333" y="1"/>
                    <a:pt x="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5601912" y="3745032"/>
              <a:ext cx="225848" cy="123517"/>
            </a:xfrm>
            <a:custGeom>
              <a:avLst/>
              <a:gdLst/>
              <a:ahLst/>
              <a:cxnLst/>
              <a:rect l="l" t="t" r="r" b="b"/>
              <a:pathLst>
                <a:path w="3463" h="1894" extrusionOk="0">
                  <a:moveTo>
                    <a:pt x="3195" y="1"/>
                  </a:moveTo>
                  <a:cubicBezTo>
                    <a:pt x="3161" y="1"/>
                    <a:pt x="3127" y="9"/>
                    <a:pt x="3097" y="25"/>
                  </a:cubicBezTo>
                  <a:lnTo>
                    <a:pt x="2939" y="104"/>
                  </a:lnTo>
                  <a:cubicBezTo>
                    <a:pt x="2787" y="153"/>
                    <a:pt x="2641" y="232"/>
                    <a:pt x="2507" y="293"/>
                  </a:cubicBezTo>
                  <a:cubicBezTo>
                    <a:pt x="2239" y="409"/>
                    <a:pt x="1972" y="536"/>
                    <a:pt x="1710" y="664"/>
                  </a:cubicBezTo>
                  <a:cubicBezTo>
                    <a:pt x="1546" y="737"/>
                    <a:pt x="1381" y="816"/>
                    <a:pt x="1217" y="895"/>
                  </a:cubicBezTo>
                  <a:cubicBezTo>
                    <a:pt x="1065" y="975"/>
                    <a:pt x="913" y="1041"/>
                    <a:pt x="761" y="1114"/>
                  </a:cubicBezTo>
                  <a:cubicBezTo>
                    <a:pt x="639" y="1175"/>
                    <a:pt x="499" y="1236"/>
                    <a:pt x="365" y="1309"/>
                  </a:cubicBezTo>
                  <a:lnTo>
                    <a:pt x="359" y="1309"/>
                  </a:lnTo>
                  <a:lnTo>
                    <a:pt x="158" y="1400"/>
                  </a:lnTo>
                  <a:cubicBezTo>
                    <a:pt x="85" y="1437"/>
                    <a:pt x="31" y="1504"/>
                    <a:pt x="12" y="1589"/>
                  </a:cubicBezTo>
                  <a:cubicBezTo>
                    <a:pt x="0" y="1674"/>
                    <a:pt x="24" y="1766"/>
                    <a:pt x="79" y="1826"/>
                  </a:cubicBezTo>
                  <a:cubicBezTo>
                    <a:pt x="117" y="1872"/>
                    <a:pt x="169" y="1894"/>
                    <a:pt x="223" y="1894"/>
                  </a:cubicBezTo>
                  <a:cubicBezTo>
                    <a:pt x="256" y="1894"/>
                    <a:pt x="290" y="1885"/>
                    <a:pt x="323" y="1869"/>
                  </a:cubicBezTo>
                  <a:lnTo>
                    <a:pt x="481" y="1790"/>
                  </a:lnTo>
                  <a:cubicBezTo>
                    <a:pt x="633" y="1741"/>
                    <a:pt x="773" y="1662"/>
                    <a:pt x="913" y="1601"/>
                  </a:cubicBezTo>
                  <a:cubicBezTo>
                    <a:pt x="1181" y="1486"/>
                    <a:pt x="1442" y="1358"/>
                    <a:pt x="1710" y="1230"/>
                  </a:cubicBezTo>
                  <a:cubicBezTo>
                    <a:pt x="1874" y="1157"/>
                    <a:pt x="2039" y="1078"/>
                    <a:pt x="2197" y="999"/>
                  </a:cubicBezTo>
                  <a:cubicBezTo>
                    <a:pt x="2349" y="926"/>
                    <a:pt x="2507" y="853"/>
                    <a:pt x="2659" y="774"/>
                  </a:cubicBezTo>
                  <a:cubicBezTo>
                    <a:pt x="2787" y="713"/>
                    <a:pt x="2927" y="652"/>
                    <a:pt x="3061" y="585"/>
                  </a:cubicBezTo>
                  <a:lnTo>
                    <a:pt x="3262" y="488"/>
                  </a:lnTo>
                  <a:cubicBezTo>
                    <a:pt x="3335" y="451"/>
                    <a:pt x="3389" y="384"/>
                    <a:pt x="3408" y="305"/>
                  </a:cubicBezTo>
                  <a:cubicBezTo>
                    <a:pt x="3462" y="220"/>
                    <a:pt x="3432" y="104"/>
                    <a:pt x="3341" y="68"/>
                  </a:cubicBezTo>
                  <a:cubicBezTo>
                    <a:pt x="3303" y="23"/>
                    <a:pt x="3249" y="1"/>
                    <a:pt x="31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5742775" y="3680600"/>
              <a:ext cx="161152" cy="144386"/>
            </a:xfrm>
            <a:custGeom>
              <a:avLst/>
              <a:gdLst/>
              <a:ahLst/>
              <a:cxnLst/>
              <a:rect l="l" t="t" r="r" b="b"/>
              <a:pathLst>
                <a:path w="2471" h="2214" extrusionOk="0">
                  <a:moveTo>
                    <a:pt x="1291" y="0"/>
                  </a:moveTo>
                  <a:cubicBezTo>
                    <a:pt x="952" y="0"/>
                    <a:pt x="612" y="151"/>
                    <a:pt x="384" y="405"/>
                  </a:cubicBezTo>
                  <a:cubicBezTo>
                    <a:pt x="0" y="837"/>
                    <a:pt x="67" y="1531"/>
                    <a:pt x="487" y="1914"/>
                  </a:cubicBezTo>
                  <a:cubicBezTo>
                    <a:pt x="560" y="1981"/>
                    <a:pt x="645" y="2042"/>
                    <a:pt x="730" y="2084"/>
                  </a:cubicBezTo>
                  <a:cubicBezTo>
                    <a:pt x="897" y="2170"/>
                    <a:pt x="1086" y="2214"/>
                    <a:pt x="1275" y="2214"/>
                  </a:cubicBezTo>
                  <a:cubicBezTo>
                    <a:pt x="1568" y="2214"/>
                    <a:pt x="1859" y="2108"/>
                    <a:pt x="2063" y="1890"/>
                  </a:cubicBezTo>
                  <a:cubicBezTo>
                    <a:pt x="2471" y="1464"/>
                    <a:pt x="2459" y="746"/>
                    <a:pt x="2051" y="326"/>
                  </a:cubicBezTo>
                  <a:cubicBezTo>
                    <a:pt x="2027" y="295"/>
                    <a:pt x="1996" y="265"/>
                    <a:pt x="1966" y="241"/>
                  </a:cubicBezTo>
                  <a:cubicBezTo>
                    <a:pt x="1767" y="75"/>
                    <a:pt x="1529" y="0"/>
                    <a:pt x="12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5476504" y="3748032"/>
              <a:ext cx="220696" cy="196819"/>
            </a:xfrm>
            <a:custGeom>
              <a:avLst/>
              <a:gdLst/>
              <a:ahLst/>
              <a:cxnLst/>
              <a:rect l="l" t="t" r="r" b="b"/>
              <a:pathLst>
                <a:path w="3384" h="3018" extrusionOk="0">
                  <a:moveTo>
                    <a:pt x="1770" y="0"/>
                  </a:moveTo>
                  <a:cubicBezTo>
                    <a:pt x="1391" y="0"/>
                    <a:pt x="1017" y="147"/>
                    <a:pt x="737" y="423"/>
                  </a:cubicBezTo>
                  <a:cubicBezTo>
                    <a:pt x="232" y="910"/>
                    <a:pt x="0" y="1720"/>
                    <a:pt x="402" y="2377"/>
                  </a:cubicBezTo>
                  <a:cubicBezTo>
                    <a:pt x="457" y="2474"/>
                    <a:pt x="524" y="2559"/>
                    <a:pt x="603" y="2632"/>
                  </a:cubicBezTo>
                  <a:cubicBezTo>
                    <a:pt x="873" y="2889"/>
                    <a:pt x="1249" y="3018"/>
                    <a:pt x="1633" y="3018"/>
                  </a:cubicBezTo>
                  <a:cubicBezTo>
                    <a:pt x="1943" y="3018"/>
                    <a:pt x="2257" y="2934"/>
                    <a:pt x="2526" y="2766"/>
                  </a:cubicBezTo>
                  <a:cubicBezTo>
                    <a:pt x="3286" y="2285"/>
                    <a:pt x="3384" y="1154"/>
                    <a:pt x="2860" y="515"/>
                  </a:cubicBezTo>
                  <a:cubicBezTo>
                    <a:pt x="2739" y="357"/>
                    <a:pt x="2580" y="235"/>
                    <a:pt x="2398" y="144"/>
                  </a:cubicBezTo>
                  <a:cubicBezTo>
                    <a:pt x="2198" y="47"/>
                    <a:pt x="1983" y="0"/>
                    <a:pt x="1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5428050" y="3546975"/>
              <a:ext cx="166761" cy="143603"/>
            </a:xfrm>
            <a:custGeom>
              <a:avLst/>
              <a:gdLst/>
              <a:ahLst/>
              <a:cxnLst/>
              <a:rect l="l" t="t" r="r" b="b"/>
              <a:pathLst>
                <a:path w="2557" h="2202" extrusionOk="0">
                  <a:moveTo>
                    <a:pt x="1336" y="0"/>
                  </a:moveTo>
                  <a:cubicBezTo>
                    <a:pt x="1004" y="0"/>
                    <a:pt x="679" y="141"/>
                    <a:pt x="451" y="403"/>
                  </a:cubicBezTo>
                  <a:cubicBezTo>
                    <a:pt x="403" y="458"/>
                    <a:pt x="366" y="513"/>
                    <a:pt x="330" y="574"/>
                  </a:cubicBezTo>
                  <a:cubicBezTo>
                    <a:pt x="1" y="1164"/>
                    <a:pt x="275" y="1748"/>
                    <a:pt x="737" y="2028"/>
                  </a:cubicBezTo>
                  <a:cubicBezTo>
                    <a:pt x="917" y="2138"/>
                    <a:pt x="1126" y="2202"/>
                    <a:pt x="1340" y="2202"/>
                  </a:cubicBezTo>
                  <a:cubicBezTo>
                    <a:pt x="1610" y="2202"/>
                    <a:pt x="1887" y="2099"/>
                    <a:pt x="2119" y="1858"/>
                  </a:cubicBezTo>
                  <a:cubicBezTo>
                    <a:pt x="2557" y="1407"/>
                    <a:pt x="2514" y="634"/>
                    <a:pt x="2033" y="239"/>
                  </a:cubicBezTo>
                  <a:cubicBezTo>
                    <a:pt x="1948" y="166"/>
                    <a:pt x="1851" y="111"/>
                    <a:pt x="1747" y="75"/>
                  </a:cubicBezTo>
                  <a:cubicBezTo>
                    <a:pt x="1613" y="25"/>
                    <a:pt x="1474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" name="Google Shape;555;p22"/>
          <p:cNvGrpSpPr/>
          <p:nvPr/>
        </p:nvGrpSpPr>
        <p:grpSpPr>
          <a:xfrm rot="-5237941">
            <a:off x="-1432949" y="-881709"/>
            <a:ext cx="3707174" cy="3728900"/>
            <a:chOff x="-741470" y="2755466"/>
            <a:chExt cx="3961335" cy="3984550"/>
          </a:xfrm>
        </p:grpSpPr>
        <p:sp>
          <p:nvSpPr>
            <p:cNvPr id="556" name="Google Shape;556;p22"/>
            <p:cNvSpPr/>
            <p:nvPr/>
          </p:nvSpPr>
          <p:spPr>
            <a:xfrm rot="3504383">
              <a:off x="2120535" y="5166032"/>
              <a:ext cx="186903" cy="322656"/>
            </a:xfrm>
            <a:custGeom>
              <a:avLst/>
              <a:gdLst/>
              <a:ahLst/>
              <a:cxnLst/>
              <a:rect l="l" t="t" r="r" b="b"/>
              <a:pathLst>
                <a:path w="7476" h="12906" extrusionOk="0">
                  <a:moveTo>
                    <a:pt x="651" y="0"/>
                  </a:moveTo>
                  <a:cubicBezTo>
                    <a:pt x="323" y="0"/>
                    <a:pt x="1" y="331"/>
                    <a:pt x="213" y="721"/>
                  </a:cubicBezTo>
                  <a:lnTo>
                    <a:pt x="6412" y="12650"/>
                  </a:lnTo>
                  <a:cubicBezTo>
                    <a:pt x="6515" y="12830"/>
                    <a:pt x="6674" y="12905"/>
                    <a:pt x="6831" y="12905"/>
                  </a:cubicBezTo>
                  <a:cubicBezTo>
                    <a:pt x="7156" y="12905"/>
                    <a:pt x="7475" y="12582"/>
                    <a:pt x="7283" y="12198"/>
                  </a:cubicBezTo>
                  <a:lnTo>
                    <a:pt x="1084" y="286"/>
                  </a:lnTo>
                  <a:cubicBezTo>
                    <a:pt x="983" y="84"/>
                    <a:pt x="816" y="0"/>
                    <a:pt x="6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 rot="3504383">
              <a:off x="2014927" y="5064932"/>
              <a:ext cx="246104" cy="435032"/>
            </a:xfrm>
            <a:custGeom>
              <a:avLst/>
              <a:gdLst/>
              <a:ahLst/>
              <a:cxnLst/>
              <a:rect l="l" t="t" r="r" b="b"/>
              <a:pathLst>
                <a:path w="9844" h="17401" extrusionOk="0">
                  <a:moveTo>
                    <a:pt x="660" y="0"/>
                  </a:moveTo>
                  <a:cubicBezTo>
                    <a:pt x="329" y="0"/>
                    <a:pt x="0" y="341"/>
                    <a:pt x="214" y="734"/>
                  </a:cubicBezTo>
                  <a:lnTo>
                    <a:pt x="8758" y="17120"/>
                  </a:lnTo>
                  <a:cubicBezTo>
                    <a:pt x="8852" y="17318"/>
                    <a:pt x="9014" y="17401"/>
                    <a:pt x="9176" y="17401"/>
                  </a:cubicBezTo>
                  <a:cubicBezTo>
                    <a:pt x="9507" y="17401"/>
                    <a:pt x="9843" y="17060"/>
                    <a:pt x="9630" y="16667"/>
                  </a:cubicBezTo>
                  <a:lnTo>
                    <a:pt x="1085" y="281"/>
                  </a:lnTo>
                  <a:cubicBezTo>
                    <a:pt x="985" y="83"/>
                    <a:pt x="822" y="0"/>
                    <a:pt x="6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 rot="3504383">
              <a:off x="1915198" y="4972895"/>
              <a:ext cx="293705" cy="527484"/>
            </a:xfrm>
            <a:custGeom>
              <a:avLst/>
              <a:gdLst/>
              <a:ahLst/>
              <a:cxnLst/>
              <a:rect l="l" t="t" r="r" b="b"/>
              <a:pathLst>
                <a:path w="11748" h="21099" extrusionOk="0">
                  <a:moveTo>
                    <a:pt x="661" y="1"/>
                  </a:moveTo>
                  <a:cubicBezTo>
                    <a:pt x="332" y="1"/>
                    <a:pt x="1" y="336"/>
                    <a:pt x="213" y="738"/>
                  </a:cubicBezTo>
                  <a:lnTo>
                    <a:pt x="10684" y="20843"/>
                  </a:lnTo>
                  <a:cubicBezTo>
                    <a:pt x="10788" y="21023"/>
                    <a:pt x="10947" y="21098"/>
                    <a:pt x="11104" y="21098"/>
                  </a:cubicBezTo>
                  <a:cubicBezTo>
                    <a:pt x="11429" y="21098"/>
                    <a:pt x="11748" y="20775"/>
                    <a:pt x="11556" y="20391"/>
                  </a:cubicBezTo>
                  <a:lnTo>
                    <a:pt x="1084" y="286"/>
                  </a:lnTo>
                  <a:cubicBezTo>
                    <a:pt x="989" y="84"/>
                    <a:pt x="825" y="1"/>
                    <a:pt x="6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 rot="3504383">
              <a:off x="1823402" y="4896076"/>
              <a:ext cx="326131" cy="589810"/>
            </a:xfrm>
            <a:custGeom>
              <a:avLst/>
              <a:gdLst/>
              <a:ahLst/>
              <a:cxnLst/>
              <a:rect l="l" t="t" r="r" b="b"/>
              <a:pathLst>
                <a:path w="13045" h="23592" extrusionOk="0">
                  <a:moveTo>
                    <a:pt x="660" y="1"/>
                  </a:moveTo>
                  <a:cubicBezTo>
                    <a:pt x="329" y="1"/>
                    <a:pt x="1" y="341"/>
                    <a:pt x="214" y="735"/>
                  </a:cubicBezTo>
                  <a:lnTo>
                    <a:pt x="11993" y="23336"/>
                  </a:lnTo>
                  <a:cubicBezTo>
                    <a:pt x="12091" y="23516"/>
                    <a:pt x="12246" y="23591"/>
                    <a:pt x="12401" y="23591"/>
                  </a:cubicBezTo>
                  <a:cubicBezTo>
                    <a:pt x="12722" y="23591"/>
                    <a:pt x="13045" y="23268"/>
                    <a:pt x="12864" y="22884"/>
                  </a:cubicBezTo>
                  <a:lnTo>
                    <a:pt x="1085" y="282"/>
                  </a:lnTo>
                  <a:cubicBezTo>
                    <a:pt x="986" y="83"/>
                    <a:pt x="823" y="1"/>
                    <a:pt x="6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 rot="3504383">
              <a:off x="1734978" y="4827723"/>
              <a:ext cx="351106" cy="637161"/>
            </a:xfrm>
            <a:custGeom>
              <a:avLst/>
              <a:gdLst/>
              <a:ahLst/>
              <a:cxnLst/>
              <a:rect l="l" t="t" r="r" b="b"/>
              <a:pathLst>
                <a:path w="14044" h="25486" extrusionOk="0">
                  <a:moveTo>
                    <a:pt x="662" y="1"/>
                  </a:moveTo>
                  <a:cubicBezTo>
                    <a:pt x="333" y="1"/>
                    <a:pt x="0" y="341"/>
                    <a:pt x="225" y="734"/>
                  </a:cubicBezTo>
                  <a:lnTo>
                    <a:pt x="12958" y="25213"/>
                  </a:lnTo>
                  <a:cubicBezTo>
                    <a:pt x="13057" y="25405"/>
                    <a:pt x="13220" y="25486"/>
                    <a:pt x="13382" y="25486"/>
                  </a:cubicBezTo>
                  <a:cubicBezTo>
                    <a:pt x="13713" y="25486"/>
                    <a:pt x="14044" y="25149"/>
                    <a:pt x="13830" y="24743"/>
                  </a:cubicBezTo>
                  <a:lnTo>
                    <a:pt x="1079" y="282"/>
                  </a:lnTo>
                  <a:cubicBezTo>
                    <a:pt x="986" y="83"/>
                    <a:pt x="824" y="1"/>
                    <a:pt x="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 rot="3504383">
              <a:off x="1659028" y="4782426"/>
              <a:ext cx="351206" cy="637036"/>
            </a:xfrm>
            <a:custGeom>
              <a:avLst/>
              <a:gdLst/>
              <a:ahLst/>
              <a:cxnLst/>
              <a:rect l="l" t="t" r="r" b="b"/>
              <a:pathLst>
                <a:path w="14048" h="25481" extrusionOk="0">
                  <a:moveTo>
                    <a:pt x="654" y="1"/>
                  </a:moveTo>
                  <a:cubicBezTo>
                    <a:pt x="325" y="1"/>
                    <a:pt x="1" y="336"/>
                    <a:pt x="213" y="738"/>
                  </a:cubicBezTo>
                  <a:lnTo>
                    <a:pt x="12947" y="25200"/>
                  </a:lnTo>
                  <a:lnTo>
                    <a:pt x="12963" y="25200"/>
                  </a:lnTo>
                  <a:cubicBezTo>
                    <a:pt x="13057" y="25399"/>
                    <a:pt x="13218" y="25481"/>
                    <a:pt x="13381" y="25481"/>
                  </a:cubicBezTo>
                  <a:cubicBezTo>
                    <a:pt x="13712" y="25481"/>
                    <a:pt x="14048" y="25140"/>
                    <a:pt x="13835" y="24747"/>
                  </a:cubicBezTo>
                  <a:lnTo>
                    <a:pt x="1084" y="286"/>
                  </a:lnTo>
                  <a:cubicBezTo>
                    <a:pt x="984" y="85"/>
                    <a:pt x="818" y="1"/>
                    <a:pt x="6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 rot="3504383">
              <a:off x="1583109" y="4736711"/>
              <a:ext cx="351106" cy="637186"/>
            </a:xfrm>
            <a:custGeom>
              <a:avLst/>
              <a:gdLst/>
              <a:ahLst/>
              <a:cxnLst/>
              <a:rect l="l" t="t" r="r" b="b"/>
              <a:pathLst>
                <a:path w="14044" h="25487" extrusionOk="0">
                  <a:moveTo>
                    <a:pt x="662" y="1"/>
                  </a:moveTo>
                  <a:cubicBezTo>
                    <a:pt x="333" y="1"/>
                    <a:pt x="0" y="341"/>
                    <a:pt x="225" y="734"/>
                  </a:cubicBezTo>
                  <a:lnTo>
                    <a:pt x="12958" y="25213"/>
                  </a:lnTo>
                  <a:cubicBezTo>
                    <a:pt x="13058" y="25406"/>
                    <a:pt x="13221" y="25486"/>
                    <a:pt x="13384" y="25486"/>
                  </a:cubicBezTo>
                  <a:cubicBezTo>
                    <a:pt x="13714" y="25486"/>
                    <a:pt x="14043" y="25153"/>
                    <a:pt x="13830" y="24760"/>
                  </a:cubicBezTo>
                  <a:lnTo>
                    <a:pt x="1079" y="282"/>
                  </a:lnTo>
                  <a:cubicBezTo>
                    <a:pt x="986" y="83"/>
                    <a:pt x="824" y="1"/>
                    <a:pt x="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 rot="3504383">
              <a:off x="1507526" y="4691940"/>
              <a:ext cx="350381" cy="636386"/>
            </a:xfrm>
            <a:custGeom>
              <a:avLst/>
              <a:gdLst/>
              <a:ahLst/>
              <a:cxnLst/>
              <a:rect l="l" t="t" r="r" b="b"/>
              <a:pathLst>
                <a:path w="14015" h="25455" extrusionOk="0">
                  <a:moveTo>
                    <a:pt x="637" y="1"/>
                  </a:moveTo>
                  <a:cubicBezTo>
                    <a:pt x="314" y="1"/>
                    <a:pt x="0" y="326"/>
                    <a:pt x="191" y="719"/>
                  </a:cubicBezTo>
                  <a:lnTo>
                    <a:pt x="12941" y="25198"/>
                  </a:lnTo>
                  <a:lnTo>
                    <a:pt x="12941" y="25181"/>
                  </a:lnTo>
                  <a:cubicBezTo>
                    <a:pt x="13041" y="25374"/>
                    <a:pt x="13202" y="25455"/>
                    <a:pt x="13363" y="25455"/>
                  </a:cubicBezTo>
                  <a:cubicBezTo>
                    <a:pt x="13690" y="25455"/>
                    <a:pt x="14015" y="25122"/>
                    <a:pt x="13813" y="24728"/>
                  </a:cubicBezTo>
                  <a:lnTo>
                    <a:pt x="1062" y="267"/>
                  </a:lnTo>
                  <a:cubicBezTo>
                    <a:pt x="957" y="79"/>
                    <a:pt x="796" y="1"/>
                    <a:pt x="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 rot="3504383">
              <a:off x="1443459" y="4669366"/>
              <a:ext cx="326806" cy="590435"/>
            </a:xfrm>
            <a:custGeom>
              <a:avLst/>
              <a:gdLst/>
              <a:ahLst/>
              <a:cxnLst/>
              <a:rect l="l" t="t" r="r" b="b"/>
              <a:pathLst>
                <a:path w="13072" h="23617" extrusionOk="0">
                  <a:moveTo>
                    <a:pt x="660" y="0"/>
                  </a:moveTo>
                  <a:cubicBezTo>
                    <a:pt x="329" y="0"/>
                    <a:pt x="0" y="341"/>
                    <a:pt x="214" y="734"/>
                  </a:cubicBezTo>
                  <a:lnTo>
                    <a:pt x="11976" y="23336"/>
                  </a:lnTo>
                  <a:cubicBezTo>
                    <a:pt x="12075" y="23534"/>
                    <a:pt x="12240" y="23617"/>
                    <a:pt x="12404" y="23617"/>
                  </a:cubicBezTo>
                  <a:cubicBezTo>
                    <a:pt x="12739" y="23617"/>
                    <a:pt x="13071" y="23276"/>
                    <a:pt x="12847" y="22883"/>
                  </a:cubicBezTo>
                  <a:lnTo>
                    <a:pt x="1085" y="281"/>
                  </a:lnTo>
                  <a:cubicBezTo>
                    <a:pt x="986" y="83"/>
                    <a:pt x="823" y="0"/>
                    <a:pt x="6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 rot="3504383">
              <a:off x="1383979" y="4654916"/>
              <a:ext cx="293855" cy="527859"/>
            </a:xfrm>
            <a:custGeom>
              <a:avLst/>
              <a:gdLst/>
              <a:ahLst/>
              <a:cxnLst/>
              <a:rect l="l" t="t" r="r" b="b"/>
              <a:pathLst>
                <a:path w="11754" h="21114" extrusionOk="0">
                  <a:moveTo>
                    <a:pt x="663" y="1"/>
                  </a:moveTo>
                  <a:cubicBezTo>
                    <a:pt x="333" y="1"/>
                    <a:pt x="1" y="341"/>
                    <a:pt x="225" y="734"/>
                  </a:cubicBezTo>
                  <a:lnTo>
                    <a:pt x="10697" y="20840"/>
                  </a:lnTo>
                  <a:cubicBezTo>
                    <a:pt x="10796" y="21033"/>
                    <a:pt x="10956" y="21114"/>
                    <a:pt x="11114" y="21114"/>
                  </a:cubicBezTo>
                  <a:cubicBezTo>
                    <a:pt x="11436" y="21114"/>
                    <a:pt x="11753" y="20781"/>
                    <a:pt x="11551" y="20387"/>
                  </a:cubicBezTo>
                  <a:lnTo>
                    <a:pt x="1080" y="282"/>
                  </a:lnTo>
                  <a:cubicBezTo>
                    <a:pt x="986" y="83"/>
                    <a:pt x="825" y="1"/>
                    <a:pt x="6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 rot="3504383">
              <a:off x="1332500" y="4656707"/>
              <a:ext cx="245154" cy="434407"/>
            </a:xfrm>
            <a:custGeom>
              <a:avLst/>
              <a:gdLst/>
              <a:ahLst/>
              <a:cxnLst/>
              <a:rect l="l" t="t" r="r" b="b"/>
              <a:pathLst>
                <a:path w="9806" h="17376" extrusionOk="0">
                  <a:moveTo>
                    <a:pt x="645" y="1"/>
                  </a:moveTo>
                  <a:cubicBezTo>
                    <a:pt x="320" y="1"/>
                    <a:pt x="1" y="324"/>
                    <a:pt x="193" y="708"/>
                  </a:cubicBezTo>
                  <a:lnTo>
                    <a:pt x="8721" y="17094"/>
                  </a:lnTo>
                  <a:cubicBezTo>
                    <a:pt x="8821" y="17293"/>
                    <a:pt x="8984" y="17375"/>
                    <a:pt x="9146" y="17375"/>
                  </a:cubicBezTo>
                  <a:cubicBezTo>
                    <a:pt x="9477" y="17375"/>
                    <a:pt x="9806" y="17035"/>
                    <a:pt x="9592" y="16642"/>
                  </a:cubicBezTo>
                  <a:lnTo>
                    <a:pt x="1064" y="256"/>
                  </a:lnTo>
                  <a:cubicBezTo>
                    <a:pt x="961" y="76"/>
                    <a:pt x="802" y="1"/>
                    <a:pt x="6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 rot="3504383">
              <a:off x="1285801" y="4667444"/>
              <a:ext cx="187053" cy="322556"/>
            </a:xfrm>
            <a:custGeom>
              <a:avLst/>
              <a:gdLst/>
              <a:ahLst/>
              <a:cxnLst/>
              <a:rect l="l" t="t" r="r" b="b"/>
              <a:pathLst>
                <a:path w="7482" h="12902" extrusionOk="0">
                  <a:moveTo>
                    <a:pt x="644" y="0"/>
                  </a:moveTo>
                  <a:cubicBezTo>
                    <a:pt x="323" y="0"/>
                    <a:pt x="0" y="323"/>
                    <a:pt x="181" y="708"/>
                  </a:cubicBezTo>
                  <a:lnTo>
                    <a:pt x="6397" y="12637"/>
                  </a:lnTo>
                  <a:lnTo>
                    <a:pt x="6397" y="12620"/>
                  </a:lnTo>
                  <a:cubicBezTo>
                    <a:pt x="6491" y="12819"/>
                    <a:pt x="6652" y="12901"/>
                    <a:pt x="6815" y="12901"/>
                  </a:cubicBezTo>
                  <a:cubicBezTo>
                    <a:pt x="7145" y="12901"/>
                    <a:pt x="7482" y="12561"/>
                    <a:pt x="7268" y="12168"/>
                  </a:cubicBezTo>
                  <a:lnTo>
                    <a:pt x="1052" y="255"/>
                  </a:lnTo>
                  <a:cubicBezTo>
                    <a:pt x="954" y="75"/>
                    <a:pt x="799" y="0"/>
                    <a:pt x="6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 rot="3504383">
              <a:off x="1012227" y="4503646"/>
              <a:ext cx="187053" cy="322831"/>
            </a:xfrm>
            <a:custGeom>
              <a:avLst/>
              <a:gdLst/>
              <a:ahLst/>
              <a:cxnLst/>
              <a:rect l="l" t="t" r="r" b="b"/>
              <a:pathLst>
                <a:path w="7482" h="12913" extrusionOk="0">
                  <a:moveTo>
                    <a:pt x="638" y="1"/>
                  </a:moveTo>
                  <a:cubicBezTo>
                    <a:pt x="318" y="1"/>
                    <a:pt x="1" y="326"/>
                    <a:pt x="181" y="719"/>
                  </a:cubicBezTo>
                  <a:lnTo>
                    <a:pt x="6397" y="12632"/>
                  </a:lnTo>
                  <a:cubicBezTo>
                    <a:pt x="6491" y="12831"/>
                    <a:pt x="6652" y="12913"/>
                    <a:pt x="6814" y="12913"/>
                  </a:cubicBezTo>
                  <a:cubicBezTo>
                    <a:pt x="7145" y="12913"/>
                    <a:pt x="7481" y="12572"/>
                    <a:pt x="7268" y="12179"/>
                  </a:cubicBezTo>
                  <a:lnTo>
                    <a:pt x="1052" y="267"/>
                  </a:lnTo>
                  <a:cubicBezTo>
                    <a:pt x="953" y="79"/>
                    <a:pt x="795" y="1"/>
                    <a:pt x="6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2"/>
            <p:cNvSpPr/>
            <p:nvPr/>
          </p:nvSpPr>
          <p:spPr>
            <a:xfrm rot="3504383">
              <a:off x="907227" y="4402354"/>
              <a:ext cx="245154" cy="434582"/>
            </a:xfrm>
            <a:custGeom>
              <a:avLst/>
              <a:gdLst/>
              <a:ahLst/>
              <a:cxnLst/>
              <a:rect l="l" t="t" r="r" b="b"/>
              <a:pathLst>
                <a:path w="9806" h="17383" extrusionOk="0">
                  <a:moveTo>
                    <a:pt x="644" y="0"/>
                  </a:moveTo>
                  <a:cubicBezTo>
                    <a:pt x="319" y="0"/>
                    <a:pt x="0" y="331"/>
                    <a:pt x="192" y="715"/>
                  </a:cubicBezTo>
                  <a:lnTo>
                    <a:pt x="8721" y="17101"/>
                  </a:lnTo>
                  <a:cubicBezTo>
                    <a:pt x="8820" y="17300"/>
                    <a:pt x="8983" y="17382"/>
                    <a:pt x="9146" y="17382"/>
                  </a:cubicBezTo>
                  <a:cubicBezTo>
                    <a:pt x="9477" y="17382"/>
                    <a:pt x="9805" y="17042"/>
                    <a:pt x="9592" y="16649"/>
                  </a:cubicBezTo>
                  <a:lnTo>
                    <a:pt x="1064" y="263"/>
                  </a:lnTo>
                  <a:cubicBezTo>
                    <a:pt x="960" y="77"/>
                    <a:pt x="801" y="0"/>
                    <a:pt x="6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2"/>
            <p:cNvSpPr/>
            <p:nvPr/>
          </p:nvSpPr>
          <p:spPr>
            <a:xfrm rot="3504383">
              <a:off x="806985" y="4309739"/>
              <a:ext cx="293755" cy="527384"/>
            </a:xfrm>
            <a:custGeom>
              <a:avLst/>
              <a:gdLst/>
              <a:ahLst/>
              <a:cxnLst/>
              <a:rect l="l" t="t" r="r" b="b"/>
              <a:pathLst>
                <a:path w="11750" h="21095" extrusionOk="0">
                  <a:moveTo>
                    <a:pt x="668" y="1"/>
                  </a:moveTo>
                  <a:cubicBezTo>
                    <a:pt x="334" y="1"/>
                    <a:pt x="1" y="341"/>
                    <a:pt x="226" y="734"/>
                  </a:cubicBezTo>
                  <a:lnTo>
                    <a:pt x="10697" y="20840"/>
                  </a:lnTo>
                  <a:cubicBezTo>
                    <a:pt x="10795" y="21020"/>
                    <a:pt x="10950" y="21095"/>
                    <a:pt x="11105" y="21095"/>
                  </a:cubicBezTo>
                  <a:cubicBezTo>
                    <a:pt x="11427" y="21095"/>
                    <a:pt x="11749" y="20772"/>
                    <a:pt x="11568" y="20387"/>
                  </a:cubicBezTo>
                  <a:lnTo>
                    <a:pt x="1097" y="282"/>
                  </a:lnTo>
                  <a:cubicBezTo>
                    <a:pt x="997" y="83"/>
                    <a:pt x="832" y="1"/>
                    <a:pt x="6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2"/>
            <p:cNvSpPr/>
            <p:nvPr/>
          </p:nvSpPr>
          <p:spPr>
            <a:xfrm rot="3504383">
              <a:off x="715444" y="4233871"/>
              <a:ext cx="325431" cy="589185"/>
            </a:xfrm>
            <a:custGeom>
              <a:avLst/>
              <a:gdLst/>
              <a:ahLst/>
              <a:cxnLst/>
              <a:rect l="l" t="t" r="r" b="b"/>
              <a:pathLst>
                <a:path w="13017" h="23567" extrusionOk="0">
                  <a:moveTo>
                    <a:pt x="637" y="0"/>
                  </a:moveTo>
                  <a:cubicBezTo>
                    <a:pt x="314" y="0"/>
                    <a:pt x="0" y="325"/>
                    <a:pt x="191" y="719"/>
                  </a:cubicBezTo>
                  <a:lnTo>
                    <a:pt x="11953" y="23304"/>
                  </a:lnTo>
                  <a:cubicBezTo>
                    <a:pt x="12051" y="23489"/>
                    <a:pt x="12208" y="23566"/>
                    <a:pt x="12365" y="23566"/>
                  </a:cubicBezTo>
                  <a:cubicBezTo>
                    <a:pt x="12690" y="23566"/>
                    <a:pt x="13016" y="23236"/>
                    <a:pt x="12824" y="22851"/>
                  </a:cubicBezTo>
                  <a:lnTo>
                    <a:pt x="1062" y="266"/>
                  </a:lnTo>
                  <a:cubicBezTo>
                    <a:pt x="957" y="79"/>
                    <a:pt x="796" y="0"/>
                    <a:pt x="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2"/>
            <p:cNvSpPr/>
            <p:nvPr/>
          </p:nvSpPr>
          <p:spPr>
            <a:xfrm rot="3504383">
              <a:off x="626546" y="4164285"/>
              <a:ext cx="351256" cy="637361"/>
            </a:xfrm>
            <a:custGeom>
              <a:avLst/>
              <a:gdLst/>
              <a:ahLst/>
              <a:cxnLst/>
              <a:rect l="l" t="t" r="r" b="b"/>
              <a:pathLst>
                <a:path w="14050" h="25494" extrusionOk="0">
                  <a:moveTo>
                    <a:pt x="668" y="0"/>
                  </a:moveTo>
                  <a:cubicBezTo>
                    <a:pt x="337" y="0"/>
                    <a:pt x="1" y="340"/>
                    <a:pt x="214" y="734"/>
                  </a:cubicBezTo>
                  <a:lnTo>
                    <a:pt x="12965" y="25212"/>
                  </a:lnTo>
                  <a:cubicBezTo>
                    <a:pt x="13058" y="25411"/>
                    <a:pt x="13220" y="25493"/>
                    <a:pt x="13382" y="25493"/>
                  </a:cubicBezTo>
                  <a:cubicBezTo>
                    <a:pt x="13713" y="25493"/>
                    <a:pt x="14049" y="25153"/>
                    <a:pt x="13836" y="24760"/>
                  </a:cubicBezTo>
                  <a:lnTo>
                    <a:pt x="1086" y="281"/>
                  </a:lnTo>
                  <a:cubicBezTo>
                    <a:pt x="992" y="82"/>
                    <a:pt x="830" y="0"/>
                    <a:pt x="6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2"/>
            <p:cNvSpPr/>
            <p:nvPr/>
          </p:nvSpPr>
          <p:spPr>
            <a:xfrm rot="3504383">
              <a:off x="551174" y="4119607"/>
              <a:ext cx="350381" cy="636386"/>
            </a:xfrm>
            <a:custGeom>
              <a:avLst/>
              <a:gdLst/>
              <a:ahLst/>
              <a:cxnLst/>
              <a:rect l="l" t="t" r="r" b="b"/>
              <a:pathLst>
                <a:path w="14015" h="25455" extrusionOk="0">
                  <a:moveTo>
                    <a:pt x="637" y="1"/>
                  </a:moveTo>
                  <a:cubicBezTo>
                    <a:pt x="314" y="1"/>
                    <a:pt x="0" y="326"/>
                    <a:pt x="191" y="720"/>
                  </a:cubicBezTo>
                  <a:lnTo>
                    <a:pt x="12941" y="25181"/>
                  </a:lnTo>
                  <a:cubicBezTo>
                    <a:pt x="13041" y="25374"/>
                    <a:pt x="13202" y="25455"/>
                    <a:pt x="13363" y="25455"/>
                  </a:cubicBezTo>
                  <a:cubicBezTo>
                    <a:pt x="13690" y="25455"/>
                    <a:pt x="14015" y="25122"/>
                    <a:pt x="13813" y="24729"/>
                  </a:cubicBezTo>
                  <a:lnTo>
                    <a:pt x="1062" y="267"/>
                  </a:lnTo>
                  <a:cubicBezTo>
                    <a:pt x="958" y="79"/>
                    <a:pt x="796" y="1"/>
                    <a:pt x="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2"/>
            <p:cNvSpPr/>
            <p:nvPr/>
          </p:nvSpPr>
          <p:spPr>
            <a:xfrm rot="3504383">
              <a:off x="475396" y="4074185"/>
              <a:ext cx="350056" cy="636236"/>
            </a:xfrm>
            <a:custGeom>
              <a:avLst/>
              <a:gdLst/>
              <a:ahLst/>
              <a:cxnLst/>
              <a:rect l="l" t="t" r="r" b="b"/>
              <a:pathLst>
                <a:path w="14002" h="25449" extrusionOk="0">
                  <a:moveTo>
                    <a:pt x="645" y="0"/>
                  </a:moveTo>
                  <a:cubicBezTo>
                    <a:pt x="320" y="0"/>
                    <a:pt x="1" y="323"/>
                    <a:pt x="193" y="708"/>
                  </a:cubicBezTo>
                  <a:lnTo>
                    <a:pt x="12943" y="25186"/>
                  </a:lnTo>
                  <a:cubicBezTo>
                    <a:pt x="13036" y="25372"/>
                    <a:pt x="13191" y="25449"/>
                    <a:pt x="13347" y="25449"/>
                  </a:cubicBezTo>
                  <a:cubicBezTo>
                    <a:pt x="13671" y="25449"/>
                    <a:pt x="14001" y="25118"/>
                    <a:pt x="13798" y="24734"/>
                  </a:cubicBezTo>
                  <a:lnTo>
                    <a:pt x="1064" y="255"/>
                  </a:lnTo>
                  <a:cubicBezTo>
                    <a:pt x="961" y="75"/>
                    <a:pt x="802" y="0"/>
                    <a:pt x="6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2"/>
            <p:cNvSpPr/>
            <p:nvPr/>
          </p:nvSpPr>
          <p:spPr>
            <a:xfrm rot="3504383">
              <a:off x="399785" y="4028749"/>
              <a:ext cx="349731" cy="636086"/>
            </a:xfrm>
            <a:custGeom>
              <a:avLst/>
              <a:gdLst/>
              <a:ahLst/>
              <a:cxnLst/>
              <a:rect l="l" t="t" r="r" b="b"/>
              <a:pathLst>
                <a:path w="13989" h="25443" extrusionOk="0">
                  <a:moveTo>
                    <a:pt x="633" y="0"/>
                  </a:moveTo>
                  <a:cubicBezTo>
                    <a:pt x="315" y="0"/>
                    <a:pt x="1" y="325"/>
                    <a:pt x="192" y="719"/>
                  </a:cubicBezTo>
                  <a:lnTo>
                    <a:pt x="12925" y="25180"/>
                  </a:lnTo>
                  <a:cubicBezTo>
                    <a:pt x="13029" y="25366"/>
                    <a:pt x="13188" y="25443"/>
                    <a:pt x="13345" y="25443"/>
                  </a:cubicBezTo>
                  <a:cubicBezTo>
                    <a:pt x="13670" y="25443"/>
                    <a:pt x="13989" y="25112"/>
                    <a:pt x="13797" y="24728"/>
                  </a:cubicBezTo>
                  <a:lnTo>
                    <a:pt x="1046" y="266"/>
                  </a:lnTo>
                  <a:cubicBezTo>
                    <a:pt x="947" y="79"/>
                    <a:pt x="790" y="0"/>
                    <a:pt x="6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2"/>
            <p:cNvSpPr/>
            <p:nvPr/>
          </p:nvSpPr>
          <p:spPr>
            <a:xfrm rot="3504383">
              <a:off x="335463" y="4006091"/>
              <a:ext cx="326706" cy="589985"/>
            </a:xfrm>
            <a:custGeom>
              <a:avLst/>
              <a:gdLst/>
              <a:ahLst/>
              <a:cxnLst/>
              <a:rect l="l" t="t" r="r" b="b"/>
              <a:pathLst>
                <a:path w="13068" h="23599" extrusionOk="0">
                  <a:moveTo>
                    <a:pt x="667" y="1"/>
                  </a:moveTo>
                  <a:cubicBezTo>
                    <a:pt x="337" y="1"/>
                    <a:pt x="1" y="341"/>
                    <a:pt x="214" y="734"/>
                  </a:cubicBezTo>
                  <a:lnTo>
                    <a:pt x="11992" y="23336"/>
                  </a:lnTo>
                  <a:cubicBezTo>
                    <a:pt x="12091" y="23521"/>
                    <a:pt x="12249" y="23599"/>
                    <a:pt x="12408" y="23599"/>
                  </a:cubicBezTo>
                  <a:cubicBezTo>
                    <a:pt x="12737" y="23599"/>
                    <a:pt x="13067" y="23268"/>
                    <a:pt x="12864" y="22884"/>
                  </a:cubicBezTo>
                  <a:lnTo>
                    <a:pt x="1085" y="282"/>
                  </a:lnTo>
                  <a:cubicBezTo>
                    <a:pt x="991" y="83"/>
                    <a:pt x="830" y="1"/>
                    <a:pt x="6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2"/>
            <p:cNvSpPr/>
            <p:nvPr/>
          </p:nvSpPr>
          <p:spPr>
            <a:xfrm rot="3504383">
              <a:off x="276041" y="3991853"/>
              <a:ext cx="293755" cy="527559"/>
            </a:xfrm>
            <a:custGeom>
              <a:avLst/>
              <a:gdLst/>
              <a:ahLst/>
              <a:cxnLst/>
              <a:rect l="l" t="t" r="r" b="b"/>
              <a:pathLst>
                <a:path w="11750" h="21102" extrusionOk="0">
                  <a:moveTo>
                    <a:pt x="660" y="0"/>
                  </a:moveTo>
                  <a:cubicBezTo>
                    <a:pt x="330" y="0"/>
                    <a:pt x="1" y="341"/>
                    <a:pt x="214" y="734"/>
                  </a:cubicBezTo>
                  <a:lnTo>
                    <a:pt x="10686" y="20839"/>
                  </a:lnTo>
                  <a:cubicBezTo>
                    <a:pt x="10784" y="21025"/>
                    <a:pt x="10941" y="21102"/>
                    <a:pt x="11098" y="21102"/>
                  </a:cubicBezTo>
                  <a:cubicBezTo>
                    <a:pt x="11423" y="21102"/>
                    <a:pt x="11749" y="20771"/>
                    <a:pt x="11557" y="20387"/>
                  </a:cubicBezTo>
                  <a:lnTo>
                    <a:pt x="1086" y="281"/>
                  </a:lnTo>
                  <a:cubicBezTo>
                    <a:pt x="986" y="83"/>
                    <a:pt x="823" y="0"/>
                    <a:pt x="6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2"/>
            <p:cNvSpPr/>
            <p:nvPr/>
          </p:nvSpPr>
          <p:spPr>
            <a:xfrm rot="3504383">
              <a:off x="224692" y="3993408"/>
              <a:ext cx="244479" cy="434157"/>
            </a:xfrm>
            <a:custGeom>
              <a:avLst/>
              <a:gdLst/>
              <a:ahLst/>
              <a:cxnLst/>
              <a:rect l="l" t="t" r="r" b="b"/>
              <a:pathLst>
                <a:path w="9779" h="17366" extrusionOk="0">
                  <a:moveTo>
                    <a:pt x="644" y="0"/>
                  </a:moveTo>
                  <a:cubicBezTo>
                    <a:pt x="323" y="0"/>
                    <a:pt x="0" y="324"/>
                    <a:pt x="181" y="708"/>
                  </a:cubicBezTo>
                  <a:lnTo>
                    <a:pt x="8726" y="17110"/>
                  </a:lnTo>
                  <a:cubicBezTo>
                    <a:pt x="8824" y="17290"/>
                    <a:pt x="8979" y="17366"/>
                    <a:pt x="9134" y="17366"/>
                  </a:cubicBezTo>
                  <a:cubicBezTo>
                    <a:pt x="9456" y="17366"/>
                    <a:pt x="9778" y="17042"/>
                    <a:pt x="9597" y="16658"/>
                  </a:cubicBezTo>
                  <a:lnTo>
                    <a:pt x="1052" y="255"/>
                  </a:lnTo>
                  <a:cubicBezTo>
                    <a:pt x="954" y="76"/>
                    <a:pt x="799" y="0"/>
                    <a:pt x="6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2"/>
            <p:cNvSpPr/>
            <p:nvPr/>
          </p:nvSpPr>
          <p:spPr>
            <a:xfrm rot="3504383">
              <a:off x="177770" y="4003737"/>
              <a:ext cx="186678" cy="322506"/>
            </a:xfrm>
            <a:custGeom>
              <a:avLst/>
              <a:gdLst/>
              <a:ahLst/>
              <a:cxnLst/>
              <a:rect l="l" t="t" r="r" b="b"/>
              <a:pathLst>
                <a:path w="7467" h="12900" extrusionOk="0">
                  <a:moveTo>
                    <a:pt x="652" y="0"/>
                  </a:moveTo>
                  <a:cubicBezTo>
                    <a:pt x="323" y="0"/>
                    <a:pt x="1" y="331"/>
                    <a:pt x="204" y="715"/>
                  </a:cubicBezTo>
                  <a:lnTo>
                    <a:pt x="6403" y="12644"/>
                  </a:lnTo>
                  <a:cubicBezTo>
                    <a:pt x="6507" y="12824"/>
                    <a:pt x="6665" y="12899"/>
                    <a:pt x="6822" y="12899"/>
                  </a:cubicBezTo>
                  <a:cubicBezTo>
                    <a:pt x="7148" y="12899"/>
                    <a:pt x="7466" y="12576"/>
                    <a:pt x="7274" y="12192"/>
                  </a:cubicBezTo>
                  <a:lnTo>
                    <a:pt x="1075" y="263"/>
                  </a:lnTo>
                  <a:cubicBezTo>
                    <a:pt x="971" y="77"/>
                    <a:pt x="811" y="0"/>
                    <a:pt x="6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2"/>
            <p:cNvSpPr/>
            <p:nvPr/>
          </p:nvSpPr>
          <p:spPr>
            <a:xfrm rot="3504383">
              <a:off x="-92805" y="3842306"/>
              <a:ext cx="187028" cy="322831"/>
            </a:xfrm>
            <a:custGeom>
              <a:avLst/>
              <a:gdLst/>
              <a:ahLst/>
              <a:cxnLst/>
              <a:rect l="l" t="t" r="r" b="b"/>
              <a:pathLst>
                <a:path w="7481" h="12913" extrusionOk="0">
                  <a:moveTo>
                    <a:pt x="637" y="0"/>
                  </a:moveTo>
                  <a:cubicBezTo>
                    <a:pt x="318" y="0"/>
                    <a:pt x="0" y="325"/>
                    <a:pt x="180" y="719"/>
                  </a:cubicBezTo>
                  <a:lnTo>
                    <a:pt x="6396" y="12631"/>
                  </a:lnTo>
                  <a:cubicBezTo>
                    <a:pt x="6490" y="12830"/>
                    <a:pt x="6651" y="12912"/>
                    <a:pt x="6814" y="12912"/>
                  </a:cubicBezTo>
                  <a:cubicBezTo>
                    <a:pt x="7144" y="12912"/>
                    <a:pt x="7480" y="12572"/>
                    <a:pt x="7267" y="12179"/>
                  </a:cubicBezTo>
                  <a:lnTo>
                    <a:pt x="1051" y="266"/>
                  </a:lnTo>
                  <a:cubicBezTo>
                    <a:pt x="952" y="79"/>
                    <a:pt x="794" y="0"/>
                    <a:pt x="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2"/>
            <p:cNvSpPr/>
            <p:nvPr/>
          </p:nvSpPr>
          <p:spPr>
            <a:xfrm rot="3504383">
              <a:off x="-197479" y="3740885"/>
              <a:ext cx="244329" cy="433932"/>
            </a:xfrm>
            <a:custGeom>
              <a:avLst/>
              <a:gdLst/>
              <a:ahLst/>
              <a:cxnLst/>
              <a:rect l="l" t="t" r="r" b="b"/>
              <a:pathLst>
                <a:path w="9773" h="17357" extrusionOk="0">
                  <a:moveTo>
                    <a:pt x="640" y="1"/>
                  </a:moveTo>
                  <a:cubicBezTo>
                    <a:pt x="319" y="1"/>
                    <a:pt x="1" y="324"/>
                    <a:pt x="193" y="708"/>
                  </a:cubicBezTo>
                  <a:lnTo>
                    <a:pt x="8721" y="17094"/>
                  </a:lnTo>
                  <a:cubicBezTo>
                    <a:pt x="8819" y="17280"/>
                    <a:pt x="8974" y="17357"/>
                    <a:pt x="9129" y="17357"/>
                  </a:cubicBezTo>
                  <a:cubicBezTo>
                    <a:pt x="9451" y="17357"/>
                    <a:pt x="9773" y="17026"/>
                    <a:pt x="9592" y="16642"/>
                  </a:cubicBezTo>
                  <a:lnTo>
                    <a:pt x="1047" y="256"/>
                  </a:lnTo>
                  <a:cubicBezTo>
                    <a:pt x="949" y="76"/>
                    <a:pt x="794" y="1"/>
                    <a:pt x="6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2"/>
            <p:cNvSpPr/>
            <p:nvPr/>
          </p:nvSpPr>
          <p:spPr>
            <a:xfrm rot="3504383">
              <a:off x="-298188" y="3649432"/>
              <a:ext cx="293755" cy="527384"/>
            </a:xfrm>
            <a:custGeom>
              <a:avLst/>
              <a:gdLst/>
              <a:ahLst/>
              <a:cxnLst/>
              <a:rect l="l" t="t" r="r" b="b"/>
              <a:pathLst>
                <a:path w="11750" h="21095" extrusionOk="0">
                  <a:moveTo>
                    <a:pt x="645" y="0"/>
                  </a:moveTo>
                  <a:cubicBezTo>
                    <a:pt x="319" y="0"/>
                    <a:pt x="1" y="323"/>
                    <a:pt x="193" y="708"/>
                  </a:cubicBezTo>
                  <a:lnTo>
                    <a:pt x="10664" y="20813"/>
                  </a:lnTo>
                  <a:cubicBezTo>
                    <a:pt x="10758" y="21012"/>
                    <a:pt x="10920" y="21094"/>
                    <a:pt x="11082" y="21094"/>
                  </a:cubicBezTo>
                  <a:cubicBezTo>
                    <a:pt x="11413" y="21094"/>
                    <a:pt x="11749" y="20754"/>
                    <a:pt x="11536" y="20361"/>
                  </a:cubicBezTo>
                  <a:lnTo>
                    <a:pt x="1064" y="255"/>
                  </a:lnTo>
                  <a:cubicBezTo>
                    <a:pt x="960" y="75"/>
                    <a:pt x="802" y="0"/>
                    <a:pt x="6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2"/>
            <p:cNvSpPr/>
            <p:nvPr/>
          </p:nvSpPr>
          <p:spPr>
            <a:xfrm rot="3504383">
              <a:off x="-390583" y="3572344"/>
              <a:ext cx="326556" cy="589960"/>
            </a:xfrm>
            <a:custGeom>
              <a:avLst/>
              <a:gdLst/>
              <a:ahLst/>
              <a:cxnLst/>
              <a:rect l="l" t="t" r="r" b="b"/>
              <a:pathLst>
                <a:path w="13062" h="23598" extrusionOk="0">
                  <a:moveTo>
                    <a:pt x="656" y="1"/>
                  </a:moveTo>
                  <a:cubicBezTo>
                    <a:pt x="328" y="1"/>
                    <a:pt x="0" y="336"/>
                    <a:pt x="215" y="732"/>
                  </a:cubicBezTo>
                  <a:lnTo>
                    <a:pt x="11977" y="23317"/>
                  </a:lnTo>
                  <a:cubicBezTo>
                    <a:pt x="12071" y="23516"/>
                    <a:pt x="12232" y="23598"/>
                    <a:pt x="12395" y="23598"/>
                  </a:cubicBezTo>
                  <a:cubicBezTo>
                    <a:pt x="12725" y="23598"/>
                    <a:pt x="13062" y="23258"/>
                    <a:pt x="12848" y="22864"/>
                  </a:cubicBezTo>
                  <a:lnTo>
                    <a:pt x="1070" y="263"/>
                  </a:lnTo>
                  <a:cubicBezTo>
                    <a:pt x="972" y="78"/>
                    <a:pt x="814" y="1"/>
                    <a:pt x="6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2"/>
            <p:cNvSpPr/>
            <p:nvPr/>
          </p:nvSpPr>
          <p:spPr>
            <a:xfrm rot="3504383">
              <a:off x="-478049" y="3503354"/>
              <a:ext cx="349881" cy="636486"/>
            </a:xfrm>
            <a:custGeom>
              <a:avLst/>
              <a:gdLst/>
              <a:ahLst/>
              <a:cxnLst/>
              <a:rect l="l" t="t" r="r" b="b"/>
              <a:pathLst>
                <a:path w="13995" h="25459" extrusionOk="0">
                  <a:moveTo>
                    <a:pt x="644" y="0"/>
                  </a:moveTo>
                  <a:cubicBezTo>
                    <a:pt x="319" y="0"/>
                    <a:pt x="0" y="324"/>
                    <a:pt x="192" y="708"/>
                  </a:cubicBezTo>
                  <a:lnTo>
                    <a:pt x="12943" y="25186"/>
                  </a:lnTo>
                  <a:lnTo>
                    <a:pt x="12943" y="25203"/>
                  </a:lnTo>
                  <a:cubicBezTo>
                    <a:pt x="13041" y="25383"/>
                    <a:pt x="13196" y="25458"/>
                    <a:pt x="13351" y="25458"/>
                  </a:cubicBezTo>
                  <a:cubicBezTo>
                    <a:pt x="13672" y="25458"/>
                    <a:pt x="13995" y="25135"/>
                    <a:pt x="13814" y="24751"/>
                  </a:cubicBezTo>
                  <a:lnTo>
                    <a:pt x="1064" y="256"/>
                  </a:lnTo>
                  <a:cubicBezTo>
                    <a:pt x="960" y="76"/>
                    <a:pt x="802" y="0"/>
                    <a:pt x="6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2"/>
            <p:cNvSpPr/>
            <p:nvPr/>
          </p:nvSpPr>
          <p:spPr>
            <a:xfrm rot="3504383">
              <a:off x="-553838" y="3458191"/>
              <a:ext cx="349756" cy="636061"/>
            </a:xfrm>
            <a:custGeom>
              <a:avLst/>
              <a:gdLst/>
              <a:ahLst/>
              <a:cxnLst/>
              <a:rect l="l" t="t" r="r" b="b"/>
              <a:pathLst>
                <a:path w="13990" h="25442" extrusionOk="0">
                  <a:moveTo>
                    <a:pt x="639" y="0"/>
                  </a:moveTo>
                  <a:cubicBezTo>
                    <a:pt x="319" y="0"/>
                    <a:pt x="0" y="324"/>
                    <a:pt x="192" y="708"/>
                  </a:cubicBezTo>
                  <a:lnTo>
                    <a:pt x="12943" y="25186"/>
                  </a:lnTo>
                  <a:lnTo>
                    <a:pt x="12926" y="25186"/>
                  </a:lnTo>
                  <a:cubicBezTo>
                    <a:pt x="13029" y="25366"/>
                    <a:pt x="13188" y="25441"/>
                    <a:pt x="13345" y="25441"/>
                  </a:cubicBezTo>
                  <a:cubicBezTo>
                    <a:pt x="13671" y="25441"/>
                    <a:pt x="13989" y="25118"/>
                    <a:pt x="13797" y="24734"/>
                  </a:cubicBezTo>
                  <a:lnTo>
                    <a:pt x="1047" y="256"/>
                  </a:lnTo>
                  <a:cubicBezTo>
                    <a:pt x="949" y="76"/>
                    <a:pt x="794" y="0"/>
                    <a:pt x="6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2"/>
            <p:cNvSpPr/>
            <p:nvPr/>
          </p:nvSpPr>
          <p:spPr>
            <a:xfrm rot="3504383">
              <a:off x="2383500" y="5324239"/>
              <a:ext cx="187053" cy="322981"/>
            </a:xfrm>
            <a:custGeom>
              <a:avLst/>
              <a:gdLst/>
              <a:ahLst/>
              <a:cxnLst/>
              <a:rect l="l" t="t" r="r" b="b"/>
              <a:pathLst>
                <a:path w="7482" h="12919" extrusionOk="0">
                  <a:moveTo>
                    <a:pt x="644" y="1"/>
                  </a:moveTo>
                  <a:cubicBezTo>
                    <a:pt x="323" y="1"/>
                    <a:pt x="0" y="324"/>
                    <a:pt x="181" y="708"/>
                  </a:cubicBezTo>
                  <a:lnTo>
                    <a:pt x="6397" y="12637"/>
                  </a:lnTo>
                  <a:cubicBezTo>
                    <a:pt x="6491" y="12836"/>
                    <a:pt x="6652" y="12918"/>
                    <a:pt x="6815" y="12918"/>
                  </a:cubicBezTo>
                  <a:cubicBezTo>
                    <a:pt x="7146" y="12918"/>
                    <a:pt x="7482" y="12578"/>
                    <a:pt x="7269" y="12185"/>
                  </a:cubicBezTo>
                  <a:lnTo>
                    <a:pt x="1053" y="256"/>
                  </a:lnTo>
                  <a:cubicBezTo>
                    <a:pt x="954" y="76"/>
                    <a:pt x="799" y="1"/>
                    <a:pt x="6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2"/>
            <p:cNvSpPr/>
            <p:nvPr/>
          </p:nvSpPr>
          <p:spPr>
            <a:xfrm rot="3504383">
              <a:off x="2429994" y="5313356"/>
              <a:ext cx="245979" cy="434607"/>
            </a:xfrm>
            <a:custGeom>
              <a:avLst/>
              <a:gdLst/>
              <a:ahLst/>
              <a:cxnLst/>
              <a:rect l="l" t="t" r="r" b="b"/>
              <a:pathLst>
                <a:path w="9839" h="17384" extrusionOk="0">
                  <a:moveTo>
                    <a:pt x="660" y="0"/>
                  </a:moveTo>
                  <a:cubicBezTo>
                    <a:pt x="330" y="0"/>
                    <a:pt x="1" y="340"/>
                    <a:pt x="214" y="734"/>
                  </a:cubicBezTo>
                  <a:lnTo>
                    <a:pt x="8742" y="17119"/>
                  </a:lnTo>
                  <a:lnTo>
                    <a:pt x="8742" y="17103"/>
                  </a:lnTo>
                  <a:cubicBezTo>
                    <a:pt x="8842" y="17302"/>
                    <a:pt x="9007" y="17384"/>
                    <a:pt x="9171" y="17384"/>
                  </a:cubicBezTo>
                  <a:cubicBezTo>
                    <a:pt x="9506" y="17384"/>
                    <a:pt x="9838" y="17043"/>
                    <a:pt x="9614" y="16650"/>
                  </a:cubicBezTo>
                  <a:lnTo>
                    <a:pt x="1086" y="281"/>
                  </a:lnTo>
                  <a:cubicBezTo>
                    <a:pt x="986" y="82"/>
                    <a:pt x="823" y="0"/>
                    <a:pt x="6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2"/>
            <p:cNvSpPr/>
            <p:nvPr/>
          </p:nvSpPr>
          <p:spPr>
            <a:xfrm rot="3504383">
              <a:off x="2481948" y="5312929"/>
              <a:ext cx="293730" cy="527384"/>
            </a:xfrm>
            <a:custGeom>
              <a:avLst/>
              <a:gdLst/>
              <a:ahLst/>
              <a:cxnLst/>
              <a:rect l="l" t="t" r="r" b="b"/>
              <a:pathLst>
                <a:path w="11749" h="21095" extrusionOk="0">
                  <a:moveTo>
                    <a:pt x="644" y="0"/>
                  </a:moveTo>
                  <a:cubicBezTo>
                    <a:pt x="319" y="0"/>
                    <a:pt x="0" y="324"/>
                    <a:pt x="192" y="708"/>
                  </a:cubicBezTo>
                  <a:lnTo>
                    <a:pt x="10664" y="20813"/>
                  </a:lnTo>
                  <a:cubicBezTo>
                    <a:pt x="10758" y="21012"/>
                    <a:pt x="10919" y="21094"/>
                    <a:pt x="11082" y="21094"/>
                  </a:cubicBezTo>
                  <a:cubicBezTo>
                    <a:pt x="11412" y="21094"/>
                    <a:pt x="11749" y="20754"/>
                    <a:pt x="11535" y="20361"/>
                  </a:cubicBezTo>
                  <a:lnTo>
                    <a:pt x="1064" y="256"/>
                  </a:lnTo>
                  <a:cubicBezTo>
                    <a:pt x="960" y="76"/>
                    <a:pt x="801" y="0"/>
                    <a:pt x="6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2"/>
            <p:cNvSpPr/>
            <p:nvPr/>
          </p:nvSpPr>
          <p:spPr>
            <a:xfrm rot="3504383">
              <a:off x="2541452" y="5326975"/>
              <a:ext cx="326281" cy="589810"/>
            </a:xfrm>
            <a:custGeom>
              <a:avLst/>
              <a:gdLst/>
              <a:ahLst/>
              <a:cxnLst/>
              <a:rect l="l" t="t" r="r" b="b"/>
              <a:pathLst>
                <a:path w="13051" h="23592" extrusionOk="0">
                  <a:moveTo>
                    <a:pt x="653" y="1"/>
                  </a:moveTo>
                  <a:cubicBezTo>
                    <a:pt x="327" y="1"/>
                    <a:pt x="1" y="324"/>
                    <a:pt x="193" y="708"/>
                  </a:cubicBezTo>
                  <a:lnTo>
                    <a:pt x="11972" y="23310"/>
                  </a:lnTo>
                  <a:cubicBezTo>
                    <a:pt x="12066" y="23509"/>
                    <a:pt x="12227" y="23591"/>
                    <a:pt x="12389" y="23591"/>
                  </a:cubicBezTo>
                  <a:cubicBezTo>
                    <a:pt x="12718" y="23591"/>
                    <a:pt x="13051" y="23251"/>
                    <a:pt x="12826" y="22858"/>
                  </a:cubicBezTo>
                  <a:lnTo>
                    <a:pt x="1064" y="256"/>
                  </a:lnTo>
                  <a:cubicBezTo>
                    <a:pt x="966" y="76"/>
                    <a:pt x="810" y="1"/>
                    <a:pt x="6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2"/>
            <p:cNvSpPr/>
            <p:nvPr/>
          </p:nvSpPr>
          <p:spPr>
            <a:xfrm rot="3504383">
              <a:off x="2604961" y="5348405"/>
              <a:ext cx="351256" cy="636936"/>
            </a:xfrm>
            <a:custGeom>
              <a:avLst/>
              <a:gdLst/>
              <a:ahLst/>
              <a:cxnLst/>
              <a:rect l="l" t="t" r="r" b="b"/>
              <a:pathLst>
                <a:path w="14050" h="25477" extrusionOk="0">
                  <a:moveTo>
                    <a:pt x="668" y="0"/>
                  </a:moveTo>
                  <a:cubicBezTo>
                    <a:pt x="337" y="0"/>
                    <a:pt x="1" y="341"/>
                    <a:pt x="214" y="734"/>
                  </a:cubicBezTo>
                  <a:lnTo>
                    <a:pt x="12965" y="25195"/>
                  </a:lnTo>
                  <a:cubicBezTo>
                    <a:pt x="13059" y="25394"/>
                    <a:pt x="13220" y="25476"/>
                    <a:pt x="13382" y="25476"/>
                  </a:cubicBezTo>
                  <a:cubicBezTo>
                    <a:pt x="13713" y="25476"/>
                    <a:pt x="14049" y="25136"/>
                    <a:pt x="13836" y="24743"/>
                  </a:cubicBezTo>
                  <a:lnTo>
                    <a:pt x="1086" y="281"/>
                  </a:lnTo>
                  <a:cubicBezTo>
                    <a:pt x="992" y="82"/>
                    <a:pt x="830" y="0"/>
                    <a:pt x="6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2"/>
            <p:cNvSpPr/>
            <p:nvPr/>
          </p:nvSpPr>
          <p:spPr>
            <a:xfrm rot="3504383">
              <a:off x="2680893" y="5393579"/>
              <a:ext cx="351106" cy="637361"/>
            </a:xfrm>
            <a:custGeom>
              <a:avLst/>
              <a:gdLst/>
              <a:ahLst/>
              <a:cxnLst/>
              <a:rect l="l" t="t" r="r" b="b"/>
              <a:pathLst>
                <a:path w="14044" h="25494" extrusionOk="0">
                  <a:moveTo>
                    <a:pt x="663" y="0"/>
                  </a:moveTo>
                  <a:cubicBezTo>
                    <a:pt x="333" y="0"/>
                    <a:pt x="1" y="341"/>
                    <a:pt x="225" y="734"/>
                  </a:cubicBezTo>
                  <a:lnTo>
                    <a:pt x="12959" y="25212"/>
                  </a:lnTo>
                  <a:cubicBezTo>
                    <a:pt x="13058" y="25411"/>
                    <a:pt x="13221" y="25493"/>
                    <a:pt x="13384" y="25493"/>
                  </a:cubicBezTo>
                  <a:cubicBezTo>
                    <a:pt x="13715" y="25493"/>
                    <a:pt x="14043" y="25153"/>
                    <a:pt x="13830" y="24760"/>
                  </a:cubicBezTo>
                  <a:lnTo>
                    <a:pt x="1080" y="281"/>
                  </a:lnTo>
                  <a:cubicBezTo>
                    <a:pt x="986" y="83"/>
                    <a:pt x="825" y="0"/>
                    <a:pt x="6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2"/>
            <p:cNvSpPr/>
            <p:nvPr/>
          </p:nvSpPr>
          <p:spPr>
            <a:xfrm rot="3504383">
              <a:off x="1172190" y="4687378"/>
              <a:ext cx="131827" cy="109102"/>
            </a:xfrm>
            <a:custGeom>
              <a:avLst/>
              <a:gdLst/>
              <a:ahLst/>
              <a:cxnLst/>
              <a:rect l="l" t="t" r="r" b="b"/>
              <a:pathLst>
                <a:path w="5273" h="4364" extrusionOk="0">
                  <a:moveTo>
                    <a:pt x="2766" y="0"/>
                  </a:moveTo>
                  <a:cubicBezTo>
                    <a:pt x="2406" y="0"/>
                    <a:pt x="2034" y="93"/>
                    <a:pt x="1676" y="298"/>
                  </a:cubicBezTo>
                  <a:cubicBezTo>
                    <a:pt x="0" y="1270"/>
                    <a:pt x="318" y="3783"/>
                    <a:pt x="2195" y="4286"/>
                  </a:cubicBezTo>
                  <a:cubicBezTo>
                    <a:pt x="2387" y="4339"/>
                    <a:pt x="2579" y="4364"/>
                    <a:pt x="2769" y="4364"/>
                  </a:cubicBezTo>
                  <a:cubicBezTo>
                    <a:pt x="3726" y="4364"/>
                    <a:pt x="4610" y="3726"/>
                    <a:pt x="4876" y="2761"/>
                  </a:cubicBezTo>
                  <a:cubicBezTo>
                    <a:pt x="5272" y="1282"/>
                    <a:pt x="4106" y="0"/>
                    <a:pt x="27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3" name="Google Shape;593;p22"/>
            <p:cNvGrpSpPr/>
            <p:nvPr/>
          </p:nvGrpSpPr>
          <p:grpSpPr>
            <a:xfrm>
              <a:off x="-360684" y="2755466"/>
              <a:ext cx="3204205" cy="3984550"/>
              <a:chOff x="-360684" y="2755466"/>
              <a:chExt cx="3204205" cy="3984550"/>
            </a:xfrm>
          </p:grpSpPr>
          <p:sp>
            <p:nvSpPr>
              <p:cNvPr id="594" name="Google Shape;594;p22"/>
              <p:cNvSpPr/>
              <p:nvPr/>
            </p:nvSpPr>
            <p:spPr>
              <a:xfrm rot="3504383">
                <a:off x="-659952" y="4036303"/>
                <a:ext cx="3802741" cy="1422875"/>
              </a:xfrm>
              <a:custGeom>
                <a:avLst/>
                <a:gdLst/>
                <a:ahLst/>
                <a:cxnLst/>
                <a:rect l="l" t="t" r="r" b="b"/>
                <a:pathLst>
                  <a:path w="152107" h="56914" extrusionOk="0">
                    <a:moveTo>
                      <a:pt x="105131" y="1"/>
                    </a:moveTo>
                    <a:cubicBezTo>
                      <a:pt x="101027" y="1"/>
                      <a:pt x="96660" y="922"/>
                      <a:pt x="91883" y="3410"/>
                    </a:cubicBezTo>
                    <a:cubicBezTo>
                      <a:pt x="80155" y="9508"/>
                      <a:pt x="77591" y="19025"/>
                      <a:pt x="75111" y="28240"/>
                    </a:cubicBezTo>
                    <a:cubicBezTo>
                      <a:pt x="72615" y="37488"/>
                      <a:pt x="70253" y="46234"/>
                      <a:pt x="59161" y="52014"/>
                    </a:cubicBezTo>
                    <a:cubicBezTo>
                      <a:pt x="54656" y="54366"/>
                      <a:pt x="50572" y="55248"/>
                      <a:pt x="46705" y="55248"/>
                    </a:cubicBezTo>
                    <a:cubicBezTo>
                      <a:pt x="41067" y="55248"/>
                      <a:pt x="35891" y="53373"/>
                      <a:pt x="30544" y="51445"/>
                    </a:cubicBezTo>
                    <a:cubicBezTo>
                      <a:pt x="25224" y="49516"/>
                      <a:pt x="19798" y="47551"/>
                      <a:pt x="13814" y="47551"/>
                    </a:cubicBezTo>
                    <a:cubicBezTo>
                      <a:pt x="9715" y="47551"/>
                      <a:pt x="5355" y="48473"/>
                      <a:pt x="587" y="50959"/>
                    </a:cubicBezTo>
                    <a:cubicBezTo>
                      <a:pt x="168" y="51177"/>
                      <a:pt x="0" y="51679"/>
                      <a:pt x="218" y="52098"/>
                    </a:cubicBezTo>
                    <a:cubicBezTo>
                      <a:pt x="371" y="52380"/>
                      <a:pt x="663" y="52546"/>
                      <a:pt x="968" y="52546"/>
                    </a:cubicBezTo>
                    <a:cubicBezTo>
                      <a:pt x="1099" y="52546"/>
                      <a:pt x="1232" y="52515"/>
                      <a:pt x="1358" y="52450"/>
                    </a:cubicBezTo>
                    <a:cubicBezTo>
                      <a:pt x="5875" y="50096"/>
                      <a:pt x="9965" y="49212"/>
                      <a:pt x="13835" y="49212"/>
                    </a:cubicBezTo>
                    <a:cubicBezTo>
                      <a:pt x="19466" y="49212"/>
                      <a:pt x="24632" y="51083"/>
                      <a:pt x="29975" y="53020"/>
                    </a:cubicBezTo>
                    <a:cubicBezTo>
                      <a:pt x="35294" y="54949"/>
                      <a:pt x="40720" y="56913"/>
                      <a:pt x="46705" y="56913"/>
                    </a:cubicBezTo>
                    <a:cubicBezTo>
                      <a:pt x="50803" y="56913"/>
                      <a:pt x="55164" y="55991"/>
                      <a:pt x="59932" y="53506"/>
                    </a:cubicBezTo>
                    <a:cubicBezTo>
                      <a:pt x="71677" y="47390"/>
                      <a:pt x="74240" y="37874"/>
                      <a:pt x="76720" y="28675"/>
                    </a:cubicBezTo>
                    <a:cubicBezTo>
                      <a:pt x="79216" y="19410"/>
                      <a:pt x="81562" y="10664"/>
                      <a:pt x="92670" y="4901"/>
                    </a:cubicBezTo>
                    <a:cubicBezTo>
                      <a:pt x="97190" y="2552"/>
                      <a:pt x="101282" y="1670"/>
                      <a:pt x="105154" y="1670"/>
                    </a:cubicBezTo>
                    <a:cubicBezTo>
                      <a:pt x="110782" y="1670"/>
                      <a:pt x="115947" y="3535"/>
                      <a:pt x="121287" y="5470"/>
                    </a:cubicBezTo>
                    <a:cubicBezTo>
                      <a:pt x="126611" y="7391"/>
                      <a:pt x="132042" y="9359"/>
                      <a:pt x="138035" y="9359"/>
                    </a:cubicBezTo>
                    <a:cubicBezTo>
                      <a:pt x="142132" y="9359"/>
                      <a:pt x="146492" y="8439"/>
                      <a:pt x="151261" y="5956"/>
                    </a:cubicBezTo>
                    <a:cubicBezTo>
                      <a:pt x="152107" y="5512"/>
                      <a:pt x="151653" y="4357"/>
                      <a:pt x="150885" y="4357"/>
                    </a:cubicBezTo>
                    <a:cubicBezTo>
                      <a:pt x="150756" y="4357"/>
                      <a:pt x="150617" y="4390"/>
                      <a:pt x="150474" y="4465"/>
                    </a:cubicBezTo>
                    <a:cubicBezTo>
                      <a:pt x="145969" y="6809"/>
                      <a:pt x="141885" y="7690"/>
                      <a:pt x="138019" y="7690"/>
                    </a:cubicBezTo>
                    <a:cubicBezTo>
                      <a:pt x="132381" y="7690"/>
                      <a:pt x="127204" y="5817"/>
                      <a:pt x="121857" y="3879"/>
                    </a:cubicBezTo>
                    <a:cubicBezTo>
                      <a:pt x="116539" y="1960"/>
                      <a:pt x="111115" y="1"/>
                      <a:pt x="105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95" name="Google Shape;595;p22"/>
              <p:cNvGrpSpPr/>
              <p:nvPr/>
            </p:nvGrpSpPr>
            <p:grpSpPr>
              <a:xfrm>
                <a:off x="-211186" y="3448204"/>
                <a:ext cx="2901595" cy="2592599"/>
                <a:chOff x="-211186" y="3448204"/>
                <a:chExt cx="2901595" cy="2592599"/>
              </a:xfrm>
            </p:grpSpPr>
            <p:sp>
              <p:nvSpPr>
                <p:cNvPr id="596" name="Google Shape;596;p22"/>
                <p:cNvSpPr/>
                <p:nvPr/>
              </p:nvSpPr>
              <p:spPr>
                <a:xfrm rot="3504383">
                  <a:off x="2558439" y="5909959"/>
                  <a:ext cx="112302" cy="108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2" h="4358" extrusionOk="0">
                      <a:moveTo>
                        <a:pt x="2146" y="1"/>
                      </a:moveTo>
                      <a:cubicBezTo>
                        <a:pt x="2079" y="1"/>
                        <a:pt x="2012" y="5"/>
                        <a:pt x="1944" y="13"/>
                      </a:cubicBezTo>
                      <a:cubicBezTo>
                        <a:pt x="1810" y="30"/>
                        <a:pt x="1676" y="64"/>
                        <a:pt x="1542" y="97"/>
                      </a:cubicBezTo>
                      <a:cubicBezTo>
                        <a:pt x="1023" y="281"/>
                        <a:pt x="604" y="650"/>
                        <a:pt x="353" y="1136"/>
                      </a:cubicBezTo>
                      <a:cubicBezTo>
                        <a:pt x="85" y="1638"/>
                        <a:pt x="1" y="2225"/>
                        <a:pt x="152" y="2778"/>
                      </a:cubicBezTo>
                      <a:cubicBezTo>
                        <a:pt x="286" y="3347"/>
                        <a:pt x="654" y="3817"/>
                        <a:pt x="1157" y="4101"/>
                      </a:cubicBezTo>
                      <a:cubicBezTo>
                        <a:pt x="1486" y="4271"/>
                        <a:pt x="1844" y="4357"/>
                        <a:pt x="2200" y="4357"/>
                      </a:cubicBezTo>
                      <a:cubicBezTo>
                        <a:pt x="2443" y="4357"/>
                        <a:pt x="2685" y="4317"/>
                        <a:pt x="2916" y="4235"/>
                      </a:cubicBezTo>
                      <a:cubicBezTo>
                        <a:pt x="3067" y="4185"/>
                        <a:pt x="3218" y="4118"/>
                        <a:pt x="3352" y="4051"/>
                      </a:cubicBezTo>
                      <a:cubicBezTo>
                        <a:pt x="3486" y="3967"/>
                        <a:pt x="3603" y="3884"/>
                        <a:pt x="3720" y="3766"/>
                      </a:cubicBezTo>
                      <a:cubicBezTo>
                        <a:pt x="3938" y="3582"/>
                        <a:pt x="4123" y="3347"/>
                        <a:pt x="4240" y="3079"/>
                      </a:cubicBezTo>
                      <a:cubicBezTo>
                        <a:pt x="4491" y="2543"/>
                        <a:pt x="4491" y="1940"/>
                        <a:pt x="4273" y="1404"/>
                      </a:cubicBezTo>
                      <a:cubicBezTo>
                        <a:pt x="4056" y="884"/>
                        <a:pt x="3637" y="449"/>
                        <a:pt x="3117" y="214"/>
                      </a:cubicBezTo>
                      <a:cubicBezTo>
                        <a:pt x="2883" y="97"/>
                        <a:pt x="2615" y="30"/>
                        <a:pt x="2347" y="13"/>
                      </a:cubicBezTo>
                      <a:cubicBezTo>
                        <a:pt x="2280" y="5"/>
                        <a:pt x="2213" y="1"/>
                        <a:pt x="21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22"/>
                <p:cNvSpPr/>
                <p:nvPr/>
              </p:nvSpPr>
              <p:spPr>
                <a:xfrm rot="3504383">
                  <a:off x="2438930" y="5777674"/>
                  <a:ext cx="111452" cy="108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8" h="4359" extrusionOk="0">
                      <a:moveTo>
                        <a:pt x="2210" y="1"/>
                      </a:moveTo>
                      <a:cubicBezTo>
                        <a:pt x="1910" y="1"/>
                        <a:pt x="1608" y="69"/>
                        <a:pt x="1324" y="207"/>
                      </a:cubicBezTo>
                      <a:cubicBezTo>
                        <a:pt x="1207" y="257"/>
                        <a:pt x="1090" y="324"/>
                        <a:pt x="989" y="408"/>
                      </a:cubicBezTo>
                      <a:cubicBezTo>
                        <a:pt x="872" y="492"/>
                        <a:pt x="771" y="576"/>
                        <a:pt x="687" y="676"/>
                      </a:cubicBezTo>
                      <a:cubicBezTo>
                        <a:pt x="285" y="1078"/>
                        <a:pt x="51" y="1631"/>
                        <a:pt x="34" y="2201"/>
                      </a:cubicBezTo>
                      <a:cubicBezTo>
                        <a:pt x="1" y="2787"/>
                        <a:pt x="235" y="3340"/>
                        <a:pt x="654" y="3742"/>
                      </a:cubicBezTo>
                      <a:cubicBezTo>
                        <a:pt x="754" y="3860"/>
                        <a:pt x="872" y="3943"/>
                        <a:pt x="989" y="4027"/>
                      </a:cubicBezTo>
                      <a:cubicBezTo>
                        <a:pt x="1123" y="4094"/>
                        <a:pt x="1257" y="4161"/>
                        <a:pt x="1391" y="4211"/>
                      </a:cubicBezTo>
                      <a:cubicBezTo>
                        <a:pt x="1654" y="4311"/>
                        <a:pt x="1925" y="4358"/>
                        <a:pt x="2194" y="4358"/>
                      </a:cubicBezTo>
                      <a:cubicBezTo>
                        <a:pt x="2833" y="4358"/>
                        <a:pt x="3456" y="4087"/>
                        <a:pt x="3904" y="3592"/>
                      </a:cubicBezTo>
                      <a:cubicBezTo>
                        <a:pt x="4290" y="3156"/>
                        <a:pt x="4457" y="2570"/>
                        <a:pt x="4373" y="1983"/>
                      </a:cubicBezTo>
                      <a:cubicBezTo>
                        <a:pt x="4290" y="1413"/>
                        <a:pt x="4022" y="911"/>
                        <a:pt x="3586" y="542"/>
                      </a:cubicBezTo>
                      <a:cubicBezTo>
                        <a:pt x="3199" y="187"/>
                        <a:pt x="2708" y="1"/>
                        <a:pt x="22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22"/>
                <p:cNvSpPr/>
                <p:nvPr/>
              </p:nvSpPr>
              <p:spPr>
                <a:xfrm rot="3504383">
                  <a:off x="2356701" y="5616929"/>
                  <a:ext cx="112277" cy="10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" h="4368" extrusionOk="0">
                      <a:moveTo>
                        <a:pt x="2267" y="1"/>
                      </a:moveTo>
                      <a:cubicBezTo>
                        <a:pt x="2137" y="1"/>
                        <a:pt x="2006" y="12"/>
                        <a:pt x="1877" y="36"/>
                      </a:cubicBezTo>
                      <a:cubicBezTo>
                        <a:pt x="1608" y="103"/>
                        <a:pt x="1357" y="204"/>
                        <a:pt x="1123" y="355"/>
                      </a:cubicBezTo>
                      <a:cubicBezTo>
                        <a:pt x="637" y="656"/>
                        <a:pt x="285" y="1142"/>
                        <a:pt x="151" y="1695"/>
                      </a:cubicBezTo>
                      <a:cubicBezTo>
                        <a:pt x="0" y="2265"/>
                        <a:pt x="101" y="2851"/>
                        <a:pt x="402" y="3337"/>
                      </a:cubicBezTo>
                      <a:cubicBezTo>
                        <a:pt x="570" y="3588"/>
                        <a:pt x="771" y="3806"/>
                        <a:pt x="1005" y="3974"/>
                      </a:cubicBezTo>
                      <a:cubicBezTo>
                        <a:pt x="1257" y="4141"/>
                        <a:pt x="1541" y="4258"/>
                        <a:pt x="1843" y="4325"/>
                      </a:cubicBezTo>
                      <a:cubicBezTo>
                        <a:pt x="1987" y="4353"/>
                        <a:pt x="2131" y="4367"/>
                        <a:pt x="2274" y="4367"/>
                      </a:cubicBezTo>
                      <a:cubicBezTo>
                        <a:pt x="2729" y="4367"/>
                        <a:pt x="3170" y="4228"/>
                        <a:pt x="3552" y="3974"/>
                      </a:cubicBezTo>
                      <a:cubicBezTo>
                        <a:pt x="4038" y="3638"/>
                        <a:pt x="4339" y="3119"/>
                        <a:pt x="4423" y="2549"/>
                      </a:cubicBezTo>
                      <a:cubicBezTo>
                        <a:pt x="4490" y="1980"/>
                        <a:pt x="4356" y="1393"/>
                        <a:pt x="4021" y="924"/>
                      </a:cubicBezTo>
                      <a:cubicBezTo>
                        <a:pt x="3626" y="332"/>
                        <a:pt x="2958" y="1"/>
                        <a:pt x="22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22"/>
                <p:cNvSpPr/>
                <p:nvPr/>
              </p:nvSpPr>
              <p:spPr>
                <a:xfrm rot="3504383">
                  <a:off x="2303578" y="5442660"/>
                  <a:ext cx="117727" cy="109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9" h="4365" extrusionOk="0">
                      <a:moveTo>
                        <a:pt x="2482" y="1"/>
                      </a:moveTo>
                      <a:cubicBezTo>
                        <a:pt x="1584" y="1"/>
                        <a:pt x="740" y="555"/>
                        <a:pt x="419" y="1451"/>
                      </a:cubicBezTo>
                      <a:cubicBezTo>
                        <a:pt x="0" y="2607"/>
                        <a:pt x="603" y="3863"/>
                        <a:pt x="1759" y="4249"/>
                      </a:cubicBezTo>
                      <a:cubicBezTo>
                        <a:pt x="1990" y="4326"/>
                        <a:pt x="2231" y="4365"/>
                        <a:pt x="2473" y="4365"/>
                      </a:cubicBezTo>
                      <a:cubicBezTo>
                        <a:pt x="2811" y="4365"/>
                        <a:pt x="3148" y="4288"/>
                        <a:pt x="3452" y="4132"/>
                      </a:cubicBezTo>
                      <a:cubicBezTo>
                        <a:pt x="3971" y="3880"/>
                        <a:pt x="4373" y="3411"/>
                        <a:pt x="4541" y="2858"/>
                      </a:cubicBezTo>
                      <a:cubicBezTo>
                        <a:pt x="4708" y="2305"/>
                        <a:pt x="4658" y="1702"/>
                        <a:pt x="4407" y="1199"/>
                      </a:cubicBezTo>
                      <a:cubicBezTo>
                        <a:pt x="4155" y="680"/>
                        <a:pt x="3703" y="295"/>
                        <a:pt x="3167" y="110"/>
                      </a:cubicBezTo>
                      <a:cubicBezTo>
                        <a:pt x="2940" y="36"/>
                        <a:pt x="2709" y="1"/>
                        <a:pt x="248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600;p22"/>
                <p:cNvSpPr/>
                <p:nvPr/>
              </p:nvSpPr>
              <p:spPr>
                <a:xfrm rot="3504383">
                  <a:off x="2270606" y="5269590"/>
                  <a:ext cx="112727" cy="109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9" h="4377" extrusionOk="0">
                      <a:moveTo>
                        <a:pt x="2232" y="1"/>
                      </a:moveTo>
                      <a:cubicBezTo>
                        <a:pt x="1908" y="1"/>
                        <a:pt x="1576" y="75"/>
                        <a:pt x="1257" y="236"/>
                      </a:cubicBezTo>
                      <a:cubicBezTo>
                        <a:pt x="738" y="487"/>
                        <a:pt x="353" y="940"/>
                        <a:pt x="168" y="1509"/>
                      </a:cubicBezTo>
                      <a:cubicBezTo>
                        <a:pt x="1" y="2046"/>
                        <a:pt x="34" y="2649"/>
                        <a:pt x="302" y="3168"/>
                      </a:cubicBezTo>
                      <a:cubicBezTo>
                        <a:pt x="554" y="3671"/>
                        <a:pt x="989" y="4073"/>
                        <a:pt x="1525" y="4257"/>
                      </a:cubicBezTo>
                      <a:cubicBezTo>
                        <a:pt x="1763" y="4338"/>
                        <a:pt x="2003" y="4376"/>
                        <a:pt x="2236" y="4376"/>
                      </a:cubicBezTo>
                      <a:cubicBezTo>
                        <a:pt x="3450" y="4376"/>
                        <a:pt x="4508" y="3352"/>
                        <a:pt x="4424" y="2046"/>
                      </a:cubicBezTo>
                      <a:cubicBezTo>
                        <a:pt x="4334" y="844"/>
                        <a:pt x="3326" y="1"/>
                        <a:pt x="223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601;p22"/>
                <p:cNvSpPr/>
                <p:nvPr/>
              </p:nvSpPr>
              <p:spPr>
                <a:xfrm rot="3504383">
                  <a:off x="2223391" y="5097035"/>
                  <a:ext cx="112277" cy="109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" h="4366" extrusionOk="0">
                      <a:moveTo>
                        <a:pt x="2189" y="1"/>
                      </a:moveTo>
                      <a:cubicBezTo>
                        <a:pt x="1750" y="1"/>
                        <a:pt x="1322" y="129"/>
                        <a:pt x="955" y="373"/>
                      </a:cubicBezTo>
                      <a:cubicBezTo>
                        <a:pt x="470" y="708"/>
                        <a:pt x="151" y="1228"/>
                        <a:pt x="67" y="1797"/>
                      </a:cubicBezTo>
                      <a:cubicBezTo>
                        <a:pt x="0" y="2367"/>
                        <a:pt x="134" y="2954"/>
                        <a:pt x="453" y="3423"/>
                      </a:cubicBezTo>
                      <a:cubicBezTo>
                        <a:pt x="754" y="3875"/>
                        <a:pt x="1223" y="4210"/>
                        <a:pt x="1760" y="4327"/>
                      </a:cubicBezTo>
                      <a:cubicBezTo>
                        <a:pt x="1902" y="4353"/>
                        <a:pt x="2040" y="4365"/>
                        <a:pt x="2178" y="4365"/>
                      </a:cubicBezTo>
                      <a:cubicBezTo>
                        <a:pt x="2317" y="4365"/>
                        <a:pt x="2455" y="4353"/>
                        <a:pt x="2597" y="4327"/>
                      </a:cubicBezTo>
                      <a:cubicBezTo>
                        <a:pt x="2865" y="4277"/>
                        <a:pt x="3117" y="4177"/>
                        <a:pt x="3351" y="4043"/>
                      </a:cubicBezTo>
                      <a:cubicBezTo>
                        <a:pt x="3837" y="3741"/>
                        <a:pt x="4189" y="3255"/>
                        <a:pt x="4340" y="2702"/>
                      </a:cubicBezTo>
                      <a:cubicBezTo>
                        <a:pt x="4491" y="2133"/>
                        <a:pt x="4407" y="1546"/>
                        <a:pt x="4105" y="1044"/>
                      </a:cubicBezTo>
                      <a:cubicBezTo>
                        <a:pt x="3954" y="792"/>
                        <a:pt x="3753" y="591"/>
                        <a:pt x="3519" y="424"/>
                      </a:cubicBezTo>
                      <a:cubicBezTo>
                        <a:pt x="3268" y="239"/>
                        <a:pt x="2983" y="122"/>
                        <a:pt x="2681" y="55"/>
                      </a:cubicBezTo>
                      <a:cubicBezTo>
                        <a:pt x="2517" y="19"/>
                        <a:pt x="2352" y="1"/>
                        <a:pt x="21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" name="Google Shape;602;p22"/>
                <p:cNvSpPr/>
                <p:nvPr/>
              </p:nvSpPr>
              <p:spPr>
                <a:xfrm rot="3504383">
                  <a:off x="2144857" y="4935142"/>
                  <a:ext cx="111427" cy="109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7" h="4365" extrusionOk="0">
                      <a:moveTo>
                        <a:pt x="2277" y="0"/>
                      </a:moveTo>
                      <a:cubicBezTo>
                        <a:pt x="2244" y="0"/>
                        <a:pt x="2211" y="1"/>
                        <a:pt x="2178" y="3"/>
                      </a:cubicBezTo>
                      <a:cubicBezTo>
                        <a:pt x="1877" y="3"/>
                        <a:pt x="1558" y="87"/>
                        <a:pt x="1274" y="204"/>
                      </a:cubicBezTo>
                      <a:cubicBezTo>
                        <a:pt x="1005" y="338"/>
                        <a:pt x="771" y="506"/>
                        <a:pt x="570" y="740"/>
                      </a:cubicBezTo>
                      <a:cubicBezTo>
                        <a:pt x="184" y="1176"/>
                        <a:pt x="0" y="1746"/>
                        <a:pt x="67" y="2332"/>
                      </a:cubicBezTo>
                      <a:lnTo>
                        <a:pt x="67" y="2349"/>
                      </a:lnTo>
                      <a:cubicBezTo>
                        <a:pt x="168" y="3186"/>
                        <a:pt x="721" y="3907"/>
                        <a:pt x="1525" y="4225"/>
                      </a:cubicBezTo>
                      <a:cubicBezTo>
                        <a:pt x="1757" y="4318"/>
                        <a:pt x="2003" y="4364"/>
                        <a:pt x="2249" y="4364"/>
                      </a:cubicBezTo>
                      <a:cubicBezTo>
                        <a:pt x="2535" y="4364"/>
                        <a:pt x="2821" y="4301"/>
                        <a:pt x="3083" y="4175"/>
                      </a:cubicBezTo>
                      <a:cubicBezTo>
                        <a:pt x="3334" y="4074"/>
                        <a:pt x="3552" y="3924"/>
                        <a:pt x="3736" y="3723"/>
                      </a:cubicBezTo>
                      <a:cubicBezTo>
                        <a:pt x="4155" y="3320"/>
                        <a:pt x="4390" y="2784"/>
                        <a:pt x="4423" y="2215"/>
                      </a:cubicBezTo>
                      <a:cubicBezTo>
                        <a:pt x="4457" y="1628"/>
                        <a:pt x="4239" y="1059"/>
                        <a:pt x="3837" y="640"/>
                      </a:cubicBezTo>
                      <a:cubicBezTo>
                        <a:pt x="3619" y="439"/>
                        <a:pt x="3385" y="271"/>
                        <a:pt x="3100" y="154"/>
                      </a:cubicBezTo>
                      <a:cubicBezTo>
                        <a:pt x="2844" y="64"/>
                        <a:pt x="2562" y="0"/>
                        <a:pt x="227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" name="Google Shape;603;p22"/>
                <p:cNvSpPr/>
                <p:nvPr/>
              </p:nvSpPr>
              <p:spPr>
                <a:xfrm rot="3504383">
                  <a:off x="2026742" y="4800111"/>
                  <a:ext cx="112702" cy="109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8" h="4365" extrusionOk="0">
                      <a:moveTo>
                        <a:pt x="2301" y="0"/>
                      </a:moveTo>
                      <a:cubicBezTo>
                        <a:pt x="2074" y="0"/>
                        <a:pt x="1847" y="34"/>
                        <a:pt x="1626" y="103"/>
                      </a:cubicBezTo>
                      <a:cubicBezTo>
                        <a:pt x="1325" y="204"/>
                        <a:pt x="1056" y="355"/>
                        <a:pt x="805" y="556"/>
                      </a:cubicBezTo>
                      <a:cubicBezTo>
                        <a:pt x="587" y="740"/>
                        <a:pt x="403" y="975"/>
                        <a:pt x="286" y="1243"/>
                      </a:cubicBezTo>
                      <a:cubicBezTo>
                        <a:pt x="18" y="1779"/>
                        <a:pt x="1" y="2382"/>
                        <a:pt x="219" y="2918"/>
                      </a:cubicBezTo>
                      <a:cubicBezTo>
                        <a:pt x="437" y="3454"/>
                        <a:pt x="839" y="3890"/>
                        <a:pt x="1358" y="4141"/>
                      </a:cubicBezTo>
                      <a:cubicBezTo>
                        <a:pt x="1593" y="4259"/>
                        <a:pt x="1861" y="4326"/>
                        <a:pt x="2129" y="4359"/>
                      </a:cubicBezTo>
                      <a:cubicBezTo>
                        <a:pt x="2189" y="4363"/>
                        <a:pt x="2249" y="4365"/>
                        <a:pt x="2310" y="4365"/>
                      </a:cubicBezTo>
                      <a:cubicBezTo>
                        <a:pt x="2517" y="4365"/>
                        <a:pt x="2725" y="4340"/>
                        <a:pt x="2933" y="4275"/>
                      </a:cubicBezTo>
                      <a:cubicBezTo>
                        <a:pt x="3452" y="4108"/>
                        <a:pt x="3871" y="3739"/>
                        <a:pt x="4139" y="3270"/>
                      </a:cubicBezTo>
                      <a:cubicBezTo>
                        <a:pt x="4424" y="2767"/>
                        <a:pt x="4508" y="2181"/>
                        <a:pt x="4391" y="1628"/>
                      </a:cubicBezTo>
                      <a:cubicBezTo>
                        <a:pt x="4257" y="1058"/>
                        <a:pt x="3888" y="556"/>
                        <a:pt x="3385" y="271"/>
                      </a:cubicBezTo>
                      <a:cubicBezTo>
                        <a:pt x="3051" y="93"/>
                        <a:pt x="2677" y="0"/>
                        <a:pt x="230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" name="Google Shape;604;p22"/>
                <p:cNvSpPr/>
                <p:nvPr/>
              </p:nvSpPr>
              <p:spPr>
                <a:xfrm rot="3504383">
                  <a:off x="1880113" y="4699683"/>
                  <a:ext cx="111027" cy="108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4352" extrusionOk="0">
                      <a:moveTo>
                        <a:pt x="2255" y="0"/>
                      </a:moveTo>
                      <a:cubicBezTo>
                        <a:pt x="2013" y="0"/>
                        <a:pt x="1773" y="39"/>
                        <a:pt x="1542" y="112"/>
                      </a:cubicBezTo>
                      <a:cubicBezTo>
                        <a:pt x="1392" y="179"/>
                        <a:pt x="1258" y="246"/>
                        <a:pt x="1123" y="330"/>
                      </a:cubicBezTo>
                      <a:cubicBezTo>
                        <a:pt x="855" y="481"/>
                        <a:pt x="621" y="682"/>
                        <a:pt x="437" y="933"/>
                      </a:cubicBezTo>
                      <a:cubicBezTo>
                        <a:pt x="269" y="1168"/>
                        <a:pt x="135" y="1436"/>
                        <a:pt x="68" y="1721"/>
                      </a:cubicBezTo>
                      <a:cubicBezTo>
                        <a:pt x="1" y="2006"/>
                        <a:pt x="1" y="2291"/>
                        <a:pt x="51" y="2559"/>
                      </a:cubicBezTo>
                      <a:cubicBezTo>
                        <a:pt x="101" y="2843"/>
                        <a:pt x="219" y="3111"/>
                        <a:pt x="386" y="3363"/>
                      </a:cubicBezTo>
                      <a:cubicBezTo>
                        <a:pt x="537" y="3597"/>
                        <a:pt x="755" y="3798"/>
                        <a:pt x="989" y="3949"/>
                      </a:cubicBezTo>
                      <a:cubicBezTo>
                        <a:pt x="1224" y="4117"/>
                        <a:pt x="1475" y="4217"/>
                        <a:pt x="1743" y="4284"/>
                      </a:cubicBezTo>
                      <a:cubicBezTo>
                        <a:pt x="1922" y="4329"/>
                        <a:pt x="2105" y="4351"/>
                        <a:pt x="2286" y="4351"/>
                      </a:cubicBezTo>
                      <a:cubicBezTo>
                        <a:pt x="2648" y="4351"/>
                        <a:pt x="3006" y="4262"/>
                        <a:pt x="3318" y="4083"/>
                      </a:cubicBezTo>
                      <a:cubicBezTo>
                        <a:pt x="3436" y="4016"/>
                        <a:pt x="3553" y="3932"/>
                        <a:pt x="3653" y="3832"/>
                      </a:cubicBezTo>
                      <a:cubicBezTo>
                        <a:pt x="3955" y="3564"/>
                        <a:pt x="4173" y="3212"/>
                        <a:pt x="4273" y="2810"/>
                      </a:cubicBezTo>
                      <a:cubicBezTo>
                        <a:pt x="4441" y="2257"/>
                        <a:pt x="4391" y="1671"/>
                        <a:pt x="4139" y="1151"/>
                      </a:cubicBezTo>
                      <a:cubicBezTo>
                        <a:pt x="3871" y="632"/>
                        <a:pt x="3402" y="246"/>
                        <a:pt x="2849" y="79"/>
                      </a:cubicBezTo>
                      <a:cubicBezTo>
                        <a:pt x="2653" y="26"/>
                        <a:pt x="2454" y="0"/>
                        <a:pt x="22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" name="Google Shape;605;p22"/>
                <p:cNvSpPr/>
                <p:nvPr/>
              </p:nvSpPr>
              <p:spPr>
                <a:xfrm rot="3504383">
                  <a:off x="1714130" y="4634535"/>
                  <a:ext cx="109352" cy="108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4" h="4359" extrusionOk="0">
                      <a:moveTo>
                        <a:pt x="2312" y="1"/>
                      </a:moveTo>
                      <a:cubicBezTo>
                        <a:pt x="2161" y="1"/>
                        <a:pt x="2011" y="18"/>
                        <a:pt x="1877" y="34"/>
                      </a:cubicBezTo>
                      <a:cubicBezTo>
                        <a:pt x="1726" y="68"/>
                        <a:pt x="1592" y="101"/>
                        <a:pt x="1458" y="152"/>
                      </a:cubicBezTo>
                      <a:cubicBezTo>
                        <a:pt x="1156" y="269"/>
                        <a:pt x="905" y="453"/>
                        <a:pt x="670" y="671"/>
                      </a:cubicBezTo>
                      <a:cubicBezTo>
                        <a:pt x="452" y="889"/>
                        <a:pt x="285" y="1157"/>
                        <a:pt x="151" y="1442"/>
                      </a:cubicBezTo>
                      <a:cubicBezTo>
                        <a:pt x="50" y="1727"/>
                        <a:pt x="0" y="2011"/>
                        <a:pt x="0" y="2313"/>
                      </a:cubicBezTo>
                      <a:cubicBezTo>
                        <a:pt x="17" y="2899"/>
                        <a:pt x="285" y="3452"/>
                        <a:pt x="737" y="3821"/>
                      </a:cubicBezTo>
                      <a:cubicBezTo>
                        <a:pt x="1155" y="4174"/>
                        <a:pt x="1680" y="4358"/>
                        <a:pt x="2224" y="4358"/>
                      </a:cubicBezTo>
                      <a:cubicBezTo>
                        <a:pt x="2248" y="4358"/>
                        <a:pt x="2272" y="4358"/>
                        <a:pt x="2295" y="4357"/>
                      </a:cubicBezTo>
                      <a:cubicBezTo>
                        <a:pt x="2564" y="4357"/>
                        <a:pt x="2832" y="4307"/>
                        <a:pt x="3083" y="4206"/>
                      </a:cubicBezTo>
                      <a:cubicBezTo>
                        <a:pt x="3334" y="4106"/>
                        <a:pt x="3552" y="3955"/>
                        <a:pt x="3736" y="3771"/>
                      </a:cubicBezTo>
                      <a:cubicBezTo>
                        <a:pt x="3937" y="3570"/>
                        <a:pt x="4088" y="3352"/>
                        <a:pt x="4189" y="3100"/>
                      </a:cubicBezTo>
                      <a:cubicBezTo>
                        <a:pt x="4239" y="2966"/>
                        <a:pt x="4273" y="2849"/>
                        <a:pt x="4306" y="2715"/>
                      </a:cubicBezTo>
                      <a:cubicBezTo>
                        <a:pt x="4340" y="2581"/>
                        <a:pt x="4356" y="2447"/>
                        <a:pt x="4356" y="2313"/>
                      </a:cubicBezTo>
                      <a:cubicBezTo>
                        <a:pt x="4373" y="1743"/>
                        <a:pt x="4172" y="1190"/>
                        <a:pt x="3820" y="738"/>
                      </a:cubicBezTo>
                      <a:cubicBezTo>
                        <a:pt x="3435" y="286"/>
                        <a:pt x="2899" y="34"/>
                        <a:pt x="231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" name="Google Shape;606;p22"/>
                <p:cNvSpPr/>
                <p:nvPr/>
              </p:nvSpPr>
              <p:spPr>
                <a:xfrm rot="3504383">
                  <a:off x="1534317" y="4616730"/>
                  <a:ext cx="111452" cy="10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8" h="4370" extrusionOk="0">
                      <a:moveTo>
                        <a:pt x="2277" y="1"/>
                      </a:moveTo>
                      <a:cubicBezTo>
                        <a:pt x="2110" y="1"/>
                        <a:pt x="1943" y="22"/>
                        <a:pt x="1776" y="66"/>
                      </a:cubicBezTo>
                      <a:cubicBezTo>
                        <a:pt x="1492" y="133"/>
                        <a:pt x="1223" y="267"/>
                        <a:pt x="989" y="435"/>
                      </a:cubicBezTo>
                      <a:cubicBezTo>
                        <a:pt x="738" y="636"/>
                        <a:pt x="537" y="870"/>
                        <a:pt x="369" y="1138"/>
                      </a:cubicBezTo>
                      <a:cubicBezTo>
                        <a:pt x="67" y="1658"/>
                        <a:pt x="0" y="2294"/>
                        <a:pt x="168" y="2881"/>
                      </a:cubicBezTo>
                      <a:cubicBezTo>
                        <a:pt x="335" y="3434"/>
                        <a:pt x="738" y="3886"/>
                        <a:pt x="1257" y="4137"/>
                      </a:cubicBezTo>
                      <a:cubicBezTo>
                        <a:pt x="1574" y="4291"/>
                        <a:pt x="1921" y="4369"/>
                        <a:pt x="2266" y="4369"/>
                      </a:cubicBezTo>
                      <a:cubicBezTo>
                        <a:pt x="2487" y="4369"/>
                        <a:pt x="2706" y="4337"/>
                        <a:pt x="2916" y="4271"/>
                      </a:cubicBezTo>
                      <a:cubicBezTo>
                        <a:pt x="3452" y="4104"/>
                        <a:pt x="3887" y="3769"/>
                        <a:pt x="4172" y="3283"/>
                      </a:cubicBezTo>
                      <a:cubicBezTo>
                        <a:pt x="4306" y="3048"/>
                        <a:pt x="4390" y="2797"/>
                        <a:pt x="4424" y="2529"/>
                      </a:cubicBezTo>
                      <a:cubicBezTo>
                        <a:pt x="4457" y="2261"/>
                        <a:pt x="4440" y="1993"/>
                        <a:pt x="4357" y="1725"/>
                      </a:cubicBezTo>
                      <a:cubicBezTo>
                        <a:pt x="4223" y="1172"/>
                        <a:pt x="3887" y="686"/>
                        <a:pt x="3418" y="351"/>
                      </a:cubicBezTo>
                      <a:cubicBezTo>
                        <a:pt x="3074" y="126"/>
                        <a:pt x="2680" y="1"/>
                        <a:pt x="227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" name="Google Shape;607;p22"/>
                <p:cNvSpPr/>
                <p:nvPr/>
              </p:nvSpPr>
              <p:spPr>
                <a:xfrm rot="3504383">
                  <a:off x="1353133" y="4639545"/>
                  <a:ext cx="116477" cy="109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9" h="4373" extrusionOk="0">
                      <a:moveTo>
                        <a:pt x="2435" y="1"/>
                      </a:moveTo>
                      <a:cubicBezTo>
                        <a:pt x="2127" y="1"/>
                        <a:pt x="1820" y="68"/>
                        <a:pt x="1542" y="203"/>
                      </a:cubicBezTo>
                      <a:cubicBezTo>
                        <a:pt x="1274" y="337"/>
                        <a:pt x="1039" y="504"/>
                        <a:pt x="855" y="722"/>
                      </a:cubicBezTo>
                      <a:cubicBezTo>
                        <a:pt x="654" y="940"/>
                        <a:pt x="503" y="1208"/>
                        <a:pt x="402" y="1493"/>
                      </a:cubicBezTo>
                      <a:cubicBezTo>
                        <a:pt x="0" y="2649"/>
                        <a:pt x="637" y="3922"/>
                        <a:pt x="1810" y="4274"/>
                      </a:cubicBezTo>
                      <a:cubicBezTo>
                        <a:pt x="2023" y="4341"/>
                        <a:pt x="2240" y="4373"/>
                        <a:pt x="2453" y="4373"/>
                      </a:cubicBezTo>
                      <a:cubicBezTo>
                        <a:pt x="3362" y="4373"/>
                        <a:pt x="4215" y="3796"/>
                        <a:pt x="4541" y="2900"/>
                      </a:cubicBezTo>
                      <a:cubicBezTo>
                        <a:pt x="4625" y="2632"/>
                        <a:pt x="4658" y="2347"/>
                        <a:pt x="4641" y="2063"/>
                      </a:cubicBezTo>
                      <a:cubicBezTo>
                        <a:pt x="4625" y="1795"/>
                        <a:pt x="4558" y="1527"/>
                        <a:pt x="4424" y="1275"/>
                      </a:cubicBezTo>
                      <a:cubicBezTo>
                        <a:pt x="4189" y="773"/>
                        <a:pt x="3753" y="354"/>
                        <a:pt x="3217" y="153"/>
                      </a:cubicBezTo>
                      <a:cubicBezTo>
                        <a:pt x="2968" y="52"/>
                        <a:pt x="2701" y="1"/>
                        <a:pt x="243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" name="Google Shape;608;p22"/>
                <p:cNvSpPr/>
                <p:nvPr/>
              </p:nvSpPr>
              <p:spPr>
                <a:xfrm rot="3504383">
                  <a:off x="1011154" y="4738277"/>
                  <a:ext cx="111027" cy="109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4367" extrusionOk="0">
                      <a:moveTo>
                        <a:pt x="2217" y="1"/>
                      </a:moveTo>
                      <a:cubicBezTo>
                        <a:pt x="1304" y="1"/>
                        <a:pt x="448" y="568"/>
                        <a:pt x="134" y="1467"/>
                      </a:cubicBezTo>
                      <a:cubicBezTo>
                        <a:pt x="34" y="1735"/>
                        <a:pt x="0" y="2020"/>
                        <a:pt x="17" y="2305"/>
                      </a:cubicBezTo>
                      <a:cubicBezTo>
                        <a:pt x="34" y="2573"/>
                        <a:pt x="118" y="2841"/>
                        <a:pt x="235" y="3075"/>
                      </a:cubicBezTo>
                      <a:cubicBezTo>
                        <a:pt x="469" y="3595"/>
                        <a:pt x="905" y="4014"/>
                        <a:pt x="1441" y="4215"/>
                      </a:cubicBezTo>
                      <a:cubicBezTo>
                        <a:pt x="1690" y="4316"/>
                        <a:pt x="1953" y="4366"/>
                        <a:pt x="2218" y="4366"/>
                      </a:cubicBezTo>
                      <a:cubicBezTo>
                        <a:pt x="2523" y="4366"/>
                        <a:pt x="2829" y="4299"/>
                        <a:pt x="3117" y="4164"/>
                      </a:cubicBezTo>
                      <a:cubicBezTo>
                        <a:pt x="3368" y="4030"/>
                        <a:pt x="3603" y="3863"/>
                        <a:pt x="3804" y="3645"/>
                      </a:cubicBezTo>
                      <a:cubicBezTo>
                        <a:pt x="4005" y="3427"/>
                        <a:pt x="4155" y="3159"/>
                        <a:pt x="4256" y="2874"/>
                      </a:cubicBezTo>
                      <a:cubicBezTo>
                        <a:pt x="4440" y="2305"/>
                        <a:pt x="4407" y="1685"/>
                        <a:pt x="4139" y="1165"/>
                      </a:cubicBezTo>
                      <a:cubicBezTo>
                        <a:pt x="3871" y="646"/>
                        <a:pt x="3401" y="261"/>
                        <a:pt x="2849" y="93"/>
                      </a:cubicBezTo>
                      <a:cubicBezTo>
                        <a:pt x="2639" y="31"/>
                        <a:pt x="2427" y="1"/>
                        <a:pt x="221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" name="Google Shape;609;p22"/>
                <p:cNvSpPr/>
                <p:nvPr/>
              </p:nvSpPr>
              <p:spPr>
                <a:xfrm rot="3504383">
                  <a:off x="833491" y="4763634"/>
                  <a:ext cx="111427" cy="10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7" h="4362" extrusionOk="0">
                      <a:moveTo>
                        <a:pt x="2191" y="1"/>
                      </a:moveTo>
                      <a:cubicBezTo>
                        <a:pt x="1971" y="1"/>
                        <a:pt x="1751" y="33"/>
                        <a:pt x="1542" y="99"/>
                      </a:cubicBezTo>
                      <a:cubicBezTo>
                        <a:pt x="1005" y="266"/>
                        <a:pt x="570" y="601"/>
                        <a:pt x="285" y="1087"/>
                      </a:cubicBezTo>
                      <a:cubicBezTo>
                        <a:pt x="151" y="1322"/>
                        <a:pt x="67" y="1573"/>
                        <a:pt x="50" y="1858"/>
                      </a:cubicBezTo>
                      <a:cubicBezTo>
                        <a:pt x="0" y="2109"/>
                        <a:pt x="34" y="2394"/>
                        <a:pt x="101" y="2645"/>
                      </a:cubicBezTo>
                      <a:cubicBezTo>
                        <a:pt x="235" y="3198"/>
                        <a:pt x="570" y="3684"/>
                        <a:pt x="1039" y="4019"/>
                      </a:cubicBezTo>
                      <a:cubicBezTo>
                        <a:pt x="1385" y="4246"/>
                        <a:pt x="1790" y="4362"/>
                        <a:pt x="2194" y="4362"/>
                      </a:cubicBezTo>
                      <a:cubicBezTo>
                        <a:pt x="2358" y="4362"/>
                        <a:pt x="2521" y="4343"/>
                        <a:pt x="2681" y="4304"/>
                      </a:cubicBezTo>
                      <a:cubicBezTo>
                        <a:pt x="2966" y="4237"/>
                        <a:pt x="3234" y="4103"/>
                        <a:pt x="3468" y="3919"/>
                      </a:cubicBezTo>
                      <a:cubicBezTo>
                        <a:pt x="3720" y="3734"/>
                        <a:pt x="3921" y="3500"/>
                        <a:pt x="4088" y="3232"/>
                      </a:cubicBezTo>
                      <a:cubicBezTo>
                        <a:pt x="4390" y="2696"/>
                        <a:pt x="4457" y="2076"/>
                        <a:pt x="4289" y="1489"/>
                      </a:cubicBezTo>
                      <a:cubicBezTo>
                        <a:pt x="4122" y="936"/>
                        <a:pt x="3720" y="467"/>
                        <a:pt x="3200" y="233"/>
                      </a:cubicBezTo>
                      <a:cubicBezTo>
                        <a:pt x="2884" y="79"/>
                        <a:pt x="2536" y="1"/>
                        <a:pt x="219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" name="Google Shape;610;p22"/>
                <p:cNvSpPr/>
                <p:nvPr/>
              </p:nvSpPr>
              <p:spPr>
                <a:xfrm rot="3504383">
                  <a:off x="655943" y="4746034"/>
                  <a:ext cx="109752" cy="108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0" h="4358" extrusionOk="0">
                      <a:moveTo>
                        <a:pt x="2144" y="0"/>
                      </a:moveTo>
                      <a:cubicBezTo>
                        <a:pt x="2122" y="0"/>
                        <a:pt x="2100" y="1"/>
                        <a:pt x="2078" y="1"/>
                      </a:cubicBezTo>
                      <a:cubicBezTo>
                        <a:pt x="1810" y="1"/>
                        <a:pt x="1542" y="68"/>
                        <a:pt x="1290" y="169"/>
                      </a:cubicBezTo>
                      <a:cubicBezTo>
                        <a:pt x="1039" y="269"/>
                        <a:pt x="821" y="420"/>
                        <a:pt x="620" y="605"/>
                      </a:cubicBezTo>
                      <a:cubicBezTo>
                        <a:pt x="436" y="789"/>
                        <a:pt x="285" y="1023"/>
                        <a:pt x="185" y="1275"/>
                      </a:cubicBezTo>
                      <a:cubicBezTo>
                        <a:pt x="134" y="1392"/>
                        <a:pt x="101" y="1526"/>
                        <a:pt x="67" y="1660"/>
                      </a:cubicBezTo>
                      <a:cubicBezTo>
                        <a:pt x="34" y="1777"/>
                        <a:pt x="17" y="1911"/>
                        <a:pt x="17" y="2045"/>
                      </a:cubicBezTo>
                      <a:cubicBezTo>
                        <a:pt x="0" y="2615"/>
                        <a:pt x="201" y="3185"/>
                        <a:pt x="570" y="3620"/>
                      </a:cubicBezTo>
                      <a:cubicBezTo>
                        <a:pt x="959" y="4093"/>
                        <a:pt x="1533" y="4358"/>
                        <a:pt x="2138" y="4358"/>
                      </a:cubicBezTo>
                      <a:cubicBezTo>
                        <a:pt x="2262" y="4358"/>
                        <a:pt x="2388" y="4347"/>
                        <a:pt x="2513" y="4324"/>
                      </a:cubicBezTo>
                      <a:cubicBezTo>
                        <a:pt x="2648" y="4307"/>
                        <a:pt x="2782" y="4257"/>
                        <a:pt x="2932" y="4207"/>
                      </a:cubicBezTo>
                      <a:cubicBezTo>
                        <a:pt x="3217" y="4089"/>
                        <a:pt x="3485" y="3922"/>
                        <a:pt x="3703" y="3704"/>
                      </a:cubicBezTo>
                      <a:cubicBezTo>
                        <a:pt x="3921" y="3470"/>
                        <a:pt x="4105" y="3201"/>
                        <a:pt x="4222" y="2917"/>
                      </a:cubicBezTo>
                      <a:cubicBezTo>
                        <a:pt x="4340" y="2649"/>
                        <a:pt x="4390" y="2347"/>
                        <a:pt x="4373" y="2062"/>
                      </a:cubicBezTo>
                      <a:cubicBezTo>
                        <a:pt x="4356" y="1476"/>
                        <a:pt x="4088" y="923"/>
                        <a:pt x="3653" y="554"/>
                      </a:cubicBezTo>
                      <a:cubicBezTo>
                        <a:pt x="3218" y="200"/>
                        <a:pt x="2690" y="0"/>
                        <a:pt x="214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" name="Google Shape;611;p22"/>
                <p:cNvSpPr/>
                <p:nvPr/>
              </p:nvSpPr>
              <p:spPr>
                <a:xfrm rot="3504383">
                  <a:off x="488367" y="4680869"/>
                  <a:ext cx="111027" cy="108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4351" extrusionOk="0">
                      <a:moveTo>
                        <a:pt x="2145" y="0"/>
                      </a:moveTo>
                      <a:cubicBezTo>
                        <a:pt x="2056" y="0"/>
                        <a:pt x="1966" y="6"/>
                        <a:pt x="1877" y="17"/>
                      </a:cubicBezTo>
                      <a:cubicBezTo>
                        <a:pt x="1609" y="50"/>
                        <a:pt x="1341" y="151"/>
                        <a:pt x="1106" y="285"/>
                      </a:cubicBezTo>
                      <a:cubicBezTo>
                        <a:pt x="989" y="352"/>
                        <a:pt x="888" y="436"/>
                        <a:pt x="788" y="536"/>
                      </a:cubicBezTo>
                      <a:cubicBezTo>
                        <a:pt x="687" y="620"/>
                        <a:pt x="587" y="720"/>
                        <a:pt x="503" y="821"/>
                      </a:cubicBezTo>
                      <a:cubicBezTo>
                        <a:pt x="352" y="1039"/>
                        <a:pt x="218" y="1290"/>
                        <a:pt x="151" y="1541"/>
                      </a:cubicBezTo>
                      <a:cubicBezTo>
                        <a:pt x="0" y="2094"/>
                        <a:pt x="51" y="2681"/>
                        <a:pt x="302" y="3200"/>
                      </a:cubicBezTo>
                      <a:cubicBezTo>
                        <a:pt x="570" y="3720"/>
                        <a:pt x="1039" y="4105"/>
                        <a:pt x="1592" y="4272"/>
                      </a:cubicBezTo>
                      <a:cubicBezTo>
                        <a:pt x="1788" y="4325"/>
                        <a:pt x="1988" y="4351"/>
                        <a:pt x="2186" y="4351"/>
                      </a:cubicBezTo>
                      <a:cubicBezTo>
                        <a:pt x="2428" y="4351"/>
                        <a:pt x="2669" y="4313"/>
                        <a:pt x="2899" y="4239"/>
                      </a:cubicBezTo>
                      <a:cubicBezTo>
                        <a:pt x="3050" y="4189"/>
                        <a:pt x="3184" y="4122"/>
                        <a:pt x="3318" y="4038"/>
                      </a:cubicBezTo>
                      <a:cubicBezTo>
                        <a:pt x="3854" y="3736"/>
                        <a:pt x="4223" y="3234"/>
                        <a:pt x="4373" y="2630"/>
                      </a:cubicBezTo>
                      <a:cubicBezTo>
                        <a:pt x="4440" y="2362"/>
                        <a:pt x="4440" y="2078"/>
                        <a:pt x="4390" y="1793"/>
                      </a:cubicBezTo>
                      <a:cubicBezTo>
                        <a:pt x="4340" y="1508"/>
                        <a:pt x="4223" y="1240"/>
                        <a:pt x="4055" y="989"/>
                      </a:cubicBezTo>
                      <a:cubicBezTo>
                        <a:pt x="3888" y="754"/>
                        <a:pt x="3686" y="553"/>
                        <a:pt x="3435" y="385"/>
                      </a:cubicBezTo>
                      <a:cubicBezTo>
                        <a:pt x="3201" y="235"/>
                        <a:pt x="2949" y="134"/>
                        <a:pt x="2681" y="67"/>
                      </a:cubicBezTo>
                      <a:cubicBezTo>
                        <a:pt x="2502" y="22"/>
                        <a:pt x="2324" y="0"/>
                        <a:pt x="21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22"/>
                <p:cNvSpPr/>
                <p:nvPr/>
              </p:nvSpPr>
              <p:spPr>
                <a:xfrm rot="3504383">
                  <a:off x="339988" y="4580224"/>
                  <a:ext cx="112702" cy="108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8" h="4359" extrusionOk="0">
                      <a:moveTo>
                        <a:pt x="2136" y="0"/>
                      </a:moveTo>
                      <a:cubicBezTo>
                        <a:pt x="1949" y="0"/>
                        <a:pt x="1762" y="30"/>
                        <a:pt x="1575" y="100"/>
                      </a:cubicBezTo>
                      <a:cubicBezTo>
                        <a:pt x="1056" y="251"/>
                        <a:pt x="637" y="619"/>
                        <a:pt x="369" y="1088"/>
                      </a:cubicBezTo>
                      <a:cubicBezTo>
                        <a:pt x="84" y="1591"/>
                        <a:pt x="0" y="2177"/>
                        <a:pt x="134" y="2747"/>
                      </a:cubicBezTo>
                      <a:cubicBezTo>
                        <a:pt x="252" y="3317"/>
                        <a:pt x="620" y="3803"/>
                        <a:pt x="1123" y="4087"/>
                      </a:cubicBezTo>
                      <a:cubicBezTo>
                        <a:pt x="1457" y="4265"/>
                        <a:pt x="1831" y="4358"/>
                        <a:pt x="2207" y="4358"/>
                      </a:cubicBezTo>
                      <a:cubicBezTo>
                        <a:pt x="2434" y="4358"/>
                        <a:pt x="2662" y="4324"/>
                        <a:pt x="2882" y="4255"/>
                      </a:cubicBezTo>
                      <a:cubicBezTo>
                        <a:pt x="3184" y="4154"/>
                        <a:pt x="3452" y="4004"/>
                        <a:pt x="3686" y="3803"/>
                      </a:cubicBezTo>
                      <a:cubicBezTo>
                        <a:pt x="3921" y="3618"/>
                        <a:pt x="4105" y="3384"/>
                        <a:pt x="4223" y="3116"/>
                      </a:cubicBezTo>
                      <a:cubicBezTo>
                        <a:pt x="4491" y="2579"/>
                        <a:pt x="4507" y="1976"/>
                        <a:pt x="4290" y="1440"/>
                      </a:cubicBezTo>
                      <a:cubicBezTo>
                        <a:pt x="4072" y="904"/>
                        <a:pt x="3670" y="468"/>
                        <a:pt x="3150" y="217"/>
                      </a:cubicBezTo>
                      <a:cubicBezTo>
                        <a:pt x="2916" y="100"/>
                        <a:pt x="2648" y="33"/>
                        <a:pt x="2380" y="16"/>
                      </a:cubicBezTo>
                      <a:cubicBezTo>
                        <a:pt x="2298" y="6"/>
                        <a:pt x="2217" y="0"/>
                        <a:pt x="2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22"/>
                <p:cNvSpPr/>
                <p:nvPr/>
              </p:nvSpPr>
              <p:spPr>
                <a:xfrm rot="3504383">
                  <a:off x="223185" y="4445203"/>
                  <a:ext cx="111452" cy="108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8" h="4357" extrusionOk="0">
                      <a:moveTo>
                        <a:pt x="2145" y="0"/>
                      </a:moveTo>
                      <a:cubicBezTo>
                        <a:pt x="1877" y="17"/>
                        <a:pt x="1609" y="67"/>
                        <a:pt x="1374" y="184"/>
                      </a:cubicBezTo>
                      <a:cubicBezTo>
                        <a:pt x="1123" y="302"/>
                        <a:pt x="905" y="452"/>
                        <a:pt x="721" y="637"/>
                      </a:cubicBezTo>
                      <a:cubicBezTo>
                        <a:pt x="302" y="1039"/>
                        <a:pt x="67" y="1592"/>
                        <a:pt x="34" y="2161"/>
                      </a:cubicBezTo>
                      <a:cubicBezTo>
                        <a:pt x="0" y="2731"/>
                        <a:pt x="218" y="3301"/>
                        <a:pt x="620" y="3720"/>
                      </a:cubicBezTo>
                      <a:cubicBezTo>
                        <a:pt x="838" y="3921"/>
                        <a:pt x="1073" y="4088"/>
                        <a:pt x="1358" y="4189"/>
                      </a:cubicBezTo>
                      <a:cubicBezTo>
                        <a:pt x="1642" y="4306"/>
                        <a:pt x="1961" y="4356"/>
                        <a:pt x="2262" y="4356"/>
                      </a:cubicBezTo>
                      <a:cubicBezTo>
                        <a:pt x="2581" y="4356"/>
                        <a:pt x="2899" y="4273"/>
                        <a:pt x="3184" y="4138"/>
                      </a:cubicBezTo>
                      <a:cubicBezTo>
                        <a:pt x="3452" y="4021"/>
                        <a:pt x="3686" y="3854"/>
                        <a:pt x="3888" y="3619"/>
                      </a:cubicBezTo>
                      <a:cubicBezTo>
                        <a:pt x="4273" y="3183"/>
                        <a:pt x="4457" y="2614"/>
                        <a:pt x="4390" y="2027"/>
                      </a:cubicBezTo>
                      <a:cubicBezTo>
                        <a:pt x="4306" y="1458"/>
                        <a:pt x="4038" y="938"/>
                        <a:pt x="3619" y="553"/>
                      </a:cubicBezTo>
                      <a:cubicBezTo>
                        <a:pt x="3418" y="385"/>
                        <a:pt x="3184" y="235"/>
                        <a:pt x="2933" y="134"/>
                      </a:cubicBezTo>
                      <a:cubicBezTo>
                        <a:pt x="2681" y="50"/>
                        <a:pt x="2413" y="0"/>
                        <a:pt x="21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22"/>
                <p:cNvSpPr/>
                <p:nvPr/>
              </p:nvSpPr>
              <p:spPr>
                <a:xfrm rot="3504383">
                  <a:off x="143737" y="4283348"/>
                  <a:ext cx="112702" cy="109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8" h="4365" extrusionOk="0">
                      <a:moveTo>
                        <a:pt x="2321" y="0"/>
                      </a:moveTo>
                      <a:cubicBezTo>
                        <a:pt x="2183" y="0"/>
                        <a:pt x="2045" y="13"/>
                        <a:pt x="1911" y="38"/>
                      </a:cubicBezTo>
                      <a:cubicBezTo>
                        <a:pt x="1643" y="88"/>
                        <a:pt x="1375" y="189"/>
                        <a:pt x="1157" y="340"/>
                      </a:cubicBezTo>
                      <a:cubicBezTo>
                        <a:pt x="654" y="641"/>
                        <a:pt x="302" y="1110"/>
                        <a:pt x="152" y="1680"/>
                      </a:cubicBezTo>
                      <a:cubicBezTo>
                        <a:pt x="1" y="2233"/>
                        <a:pt x="84" y="2819"/>
                        <a:pt x="386" y="3322"/>
                      </a:cubicBezTo>
                      <a:cubicBezTo>
                        <a:pt x="537" y="3556"/>
                        <a:pt x="738" y="3774"/>
                        <a:pt x="972" y="3942"/>
                      </a:cubicBezTo>
                      <a:cubicBezTo>
                        <a:pt x="1224" y="4126"/>
                        <a:pt x="1509" y="4243"/>
                        <a:pt x="1810" y="4310"/>
                      </a:cubicBezTo>
                      <a:cubicBezTo>
                        <a:pt x="1974" y="4347"/>
                        <a:pt x="2139" y="4365"/>
                        <a:pt x="2303" y="4365"/>
                      </a:cubicBezTo>
                      <a:cubicBezTo>
                        <a:pt x="2741" y="4365"/>
                        <a:pt x="3170" y="4236"/>
                        <a:pt x="3536" y="3992"/>
                      </a:cubicBezTo>
                      <a:cubicBezTo>
                        <a:pt x="4005" y="3657"/>
                        <a:pt x="4340" y="3138"/>
                        <a:pt x="4424" y="2568"/>
                      </a:cubicBezTo>
                      <a:cubicBezTo>
                        <a:pt x="4508" y="1998"/>
                        <a:pt x="4374" y="1412"/>
                        <a:pt x="4039" y="943"/>
                      </a:cubicBezTo>
                      <a:cubicBezTo>
                        <a:pt x="3737" y="490"/>
                        <a:pt x="3268" y="155"/>
                        <a:pt x="2732" y="38"/>
                      </a:cubicBezTo>
                      <a:cubicBezTo>
                        <a:pt x="2598" y="13"/>
                        <a:pt x="2459" y="0"/>
                        <a:pt x="23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22"/>
                <p:cNvSpPr/>
                <p:nvPr/>
              </p:nvSpPr>
              <p:spPr>
                <a:xfrm rot="3504383">
                  <a:off x="89897" y="4107254"/>
                  <a:ext cx="120602" cy="10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4" h="4368" extrusionOk="0">
                      <a:moveTo>
                        <a:pt x="2585" y="1"/>
                      </a:moveTo>
                      <a:cubicBezTo>
                        <a:pt x="1686" y="1"/>
                        <a:pt x="853" y="553"/>
                        <a:pt x="534" y="1443"/>
                      </a:cubicBezTo>
                      <a:cubicBezTo>
                        <a:pt x="1" y="2961"/>
                        <a:pt x="1188" y="4368"/>
                        <a:pt x="2599" y="4368"/>
                      </a:cubicBezTo>
                      <a:cubicBezTo>
                        <a:pt x="2916" y="4368"/>
                        <a:pt x="3244" y="4297"/>
                        <a:pt x="3567" y="4140"/>
                      </a:cubicBezTo>
                      <a:cubicBezTo>
                        <a:pt x="4086" y="3872"/>
                        <a:pt x="4472" y="3420"/>
                        <a:pt x="4656" y="2867"/>
                      </a:cubicBezTo>
                      <a:cubicBezTo>
                        <a:pt x="4824" y="2314"/>
                        <a:pt x="4790" y="1727"/>
                        <a:pt x="4522" y="1208"/>
                      </a:cubicBezTo>
                      <a:cubicBezTo>
                        <a:pt x="4271" y="689"/>
                        <a:pt x="3835" y="303"/>
                        <a:pt x="3299" y="119"/>
                      </a:cubicBezTo>
                      <a:cubicBezTo>
                        <a:pt x="3062" y="39"/>
                        <a:pt x="2821" y="1"/>
                        <a:pt x="258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22"/>
                <p:cNvSpPr/>
                <p:nvPr/>
              </p:nvSpPr>
              <p:spPr>
                <a:xfrm rot="3504383">
                  <a:off x="58055" y="3937699"/>
                  <a:ext cx="117727" cy="109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9" h="4363" extrusionOk="0">
                      <a:moveTo>
                        <a:pt x="2227" y="0"/>
                      </a:moveTo>
                      <a:cubicBezTo>
                        <a:pt x="1890" y="0"/>
                        <a:pt x="1559" y="78"/>
                        <a:pt x="1257" y="225"/>
                      </a:cubicBezTo>
                      <a:cubicBezTo>
                        <a:pt x="737" y="493"/>
                        <a:pt x="335" y="945"/>
                        <a:pt x="168" y="1515"/>
                      </a:cubicBezTo>
                      <a:cubicBezTo>
                        <a:pt x="0" y="2051"/>
                        <a:pt x="50" y="2654"/>
                        <a:pt x="302" y="3174"/>
                      </a:cubicBezTo>
                      <a:cubicBezTo>
                        <a:pt x="553" y="3676"/>
                        <a:pt x="1005" y="4062"/>
                        <a:pt x="1542" y="4246"/>
                      </a:cubicBezTo>
                      <a:cubicBezTo>
                        <a:pt x="1772" y="4325"/>
                        <a:pt x="2006" y="4362"/>
                        <a:pt x="2236" y="4362"/>
                      </a:cubicBezTo>
                      <a:cubicBezTo>
                        <a:pt x="3132" y="4362"/>
                        <a:pt x="3973" y="3798"/>
                        <a:pt x="4306" y="2906"/>
                      </a:cubicBezTo>
                      <a:cubicBezTo>
                        <a:pt x="4708" y="1766"/>
                        <a:pt x="4088" y="510"/>
                        <a:pt x="2949" y="124"/>
                      </a:cubicBezTo>
                      <a:cubicBezTo>
                        <a:pt x="2711" y="40"/>
                        <a:pt x="2468" y="0"/>
                        <a:pt x="22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22"/>
                <p:cNvSpPr/>
                <p:nvPr/>
              </p:nvSpPr>
              <p:spPr>
                <a:xfrm rot="3504383">
                  <a:off x="10478" y="3763309"/>
                  <a:ext cx="112277" cy="109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" h="4365" extrusionOk="0">
                      <a:moveTo>
                        <a:pt x="2212" y="0"/>
                      </a:moveTo>
                      <a:cubicBezTo>
                        <a:pt x="1768" y="0"/>
                        <a:pt x="1324" y="130"/>
                        <a:pt x="938" y="390"/>
                      </a:cubicBezTo>
                      <a:cubicBezTo>
                        <a:pt x="452" y="725"/>
                        <a:pt x="134" y="1244"/>
                        <a:pt x="67" y="1831"/>
                      </a:cubicBezTo>
                      <a:cubicBezTo>
                        <a:pt x="0" y="2400"/>
                        <a:pt x="134" y="2970"/>
                        <a:pt x="469" y="3439"/>
                      </a:cubicBezTo>
                      <a:cubicBezTo>
                        <a:pt x="771" y="3892"/>
                        <a:pt x="1257" y="4210"/>
                        <a:pt x="1793" y="4327"/>
                      </a:cubicBezTo>
                      <a:cubicBezTo>
                        <a:pt x="1927" y="4352"/>
                        <a:pt x="2065" y="4365"/>
                        <a:pt x="2203" y="4365"/>
                      </a:cubicBezTo>
                      <a:cubicBezTo>
                        <a:pt x="2342" y="4365"/>
                        <a:pt x="2480" y="4352"/>
                        <a:pt x="2614" y="4327"/>
                      </a:cubicBezTo>
                      <a:cubicBezTo>
                        <a:pt x="2882" y="4260"/>
                        <a:pt x="3133" y="4160"/>
                        <a:pt x="3368" y="4009"/>
                      </a:cubicBezTo>
                      <a:cubicBezTo>
                        <a:pt x="3854" y="3707"/>
                        <a:pt x="4205" y="3221"/>
                        <a:pt x="4340" y="2668"/>
                      </a:cubicBezTo>
                      <a:cubicBezTo>
                        <a:pt x="4490" y="2099"/>
                        <a:pt x="4390" y="1512"/>
                        <a:pt x="4088" y="1010"/>
                      </a:cubicBezTo>
                      <a:cubicBezTo>
                        <a:pt x="3937" y="775"/>
                        <a:pt x="3720" y="557"/>
                        <a:pt x="3485" y="390"/>
                      </a:cubicBezTo>
                      <a:cubicBezTo>
                        <a:pt x="3100" y="130"/>
                        <a:pt x="2656" y="0"/>
                        <a:pt x="221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22"/>
                <p:cNvSpPr/>
                <p:nvPr/>
              </p:nvSpPr>
              <p:spPr>
                <a:xfrm rot="3504383">
                  <a:off x="-71006" y="3602681"/>
                  <a:ext cx="111427" cy="10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7" h="4368" extrusionOk="0">
                      <a:moveTo>
                        <a:pt x="2339" y="1"/>
                      </a:moveTo>
                      <a:cubicBezTo>
                        <a:pt x="2275" y="1"/>
                        <a:pt x="2210" y="4"/>
                        <a:pt x="2145" y="11"/>
                      </a:cubicBezTo>
                      <a:cubicBezTo>
                        <a:pt x="1542" y="28"/>
                        <a:pt x="955" y="296"/>
                        <a:pt x="553" y="765"/>
                      </a:cubicBezTo>
                      <a:cubicBezTo>
                        <a:pt x="168" y="1200"/>
                        <a:pt x="0" y="1804"/>
                        <a:pt x="84" y="2373"/>
                      </a:cubicBezTo>
                      <a:cubicBezTo>
                        <a:pt x="168" y="2943"/>
                        <a:pt x="452" y="3462"/>
                        <a:pt x="888" y="3831"/>
                      </a:cubicBezTo>
                      <a:cubicBezTo>
                        <a:pt x="1291" y="4169"/>
                        <a:pt x="1786" y="4368"/>
                        <a:pt x="2300" y="4368"/>
                      </a:cubicBezTo>
                      <a:cubicBezTo>
                        <a:pt x="2321" y="4368"/>
                        <a:pt x="2342" y="4368"/>
                        <a:pt x="2362" y="4367"/>
                      </a:cubicBezTo>
                      <a:cubicBezTo>
                        <a:pt x="2631" y="4350"/>
                        <a:pt x="2899" y="4283"/>
                        <a:pt x="3133" y="4166"/>
                      </a:cubicBezTo>
                      <a:cubicBezTo>
                        <a:pt x="3250" y="4099"/>
                        <a:pt x="3368" y="4032"/>
                        <a:pt x="3485" y="3965"/>
                      </a:cubicBezTo>
                      <a:cubicBezTo>
                        <a:pt x="3586" y="3881"/>
                        <a:pt x="3686" y="3797"/>
                        <a:pt x="3787" y="3697"/>
                      </a:cubicBezTo>
                      <a:cubicBezTo>
                        <a:pt x="4189" y="3278"/>
                        <a:pt x="4423" y="2742"/>
                        <a:pt x="4440" y="2172"/>
                      </a:cubicBezTo>
                      <a:cubicBezTo>
                        <a:pt x="4457" y="1586"/>
                        <a:pt x="4239" y="1016"/>
                        <a:pt x="3803" y="614"/>
                      </a:cubicBezTo>
                      <a:cubicBezTo>
                        <a:pt x="3703" y="513"/>
                        <a:pt x="3586" y="413"/>
                        <a:pt x="3468" y="346"/>
                      </a:cubicBezTo>
                      <a:cubicBezTo>
                        <a:pt x="3351" y="262"/>
                        <a:pt x="3217" y="195"/>
                        <a:pt x="3066" y="145"/>
                      </a:cubicBezTo>
                      <a:cubicBezTo>
                        <a:pt x="2840" y="52"/>
                        <a:pt x="2592" y="1"/>
                        <a:pt x="23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22"/>
                <p:cNvSpPr/>
                <p:nvPr/>
              </p:nvSpPr>
              <p:spPr>
                <a:xfrm rot="3504383">
                  <a:off x="-191582" y="3470249"/>
                  <a:ext cx="112702" cy="1090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8" h="4361" extrusionOk="0">
                      <a:moveTo>
                        <a:pt x="2320" y="0"/>
                      </a:moveTo>
                      <a:cubicBezTo>
                        <a:pt x="2076" y="0"/>
                        <a:pt x="1830" y="40"/>
                        <a:pt x="1592" y="122"/>
                      </a:cubicBezTo>
                      <a:cubicBezTo>
                        <a:pt x="1441" y="172"/>
                        <a:pt x="1291" y="239"/>
                        <a:pt x="1156" y="306"/>
                      </a:cubicBezTo>
                      <a:cubicBezTo>
                        <a:pt x="1022" y="390"/>
                        <a:pt x="905" y="491"/>
                        <a:pt x="788" y="591"/>
                      </a:cubicBezTo>
                      <a:cubicBezTo>
                        <a:pt x="570" y="775"/>
                        <a:pt x="386" y="1010"/>
                        <a:pt x="268" y="1278"/>
                      </a:cubicBezTo>
                      <a:cubicBezTo>
                        <a:pt x="17" y="1814"/>
                        <a:pt x="0" y="2417"/>
                        <a:pt x="235" y="2953"/>
                      </a:cubicBezTo>
                      <a:cubicBezTo>
                        <a:pt x="453" y="3490"/>
                        <a:pt x="872" y="3908"/>
                        <a:pt x="1391" y="4143"/>
                      </a:cubicBezTo>
                      <a:cubicBezTo>
                        <a:pt x="1642" y="4260"/>
                        <a:pt x="1910" y="4327"/>
                        <a:pt x="2179" y="4361"/>
                      </a:cubicBezTo>
                      <a:cubicBezTo>
                        <a:pt x="2313" y="4361"/>
                        <a:pt x="2447" y="4361"/>
                        <a:pt x="2581" y="4344"/>
                      </a:cubicBezTo>
                      <a:cubicBezTo>
                        <a:pt x="2715" y="4327"/>
                        <a:pt x="2849" y="4311"/>
                        <a:pt x="2983" y="4260"/>
                      </a:cubicBezTo>
                      <a:cubicBezTo>
                        <a:pt x="3485" y="4076"/>
                        <a:pt x="3921" y="3707"/>
                        <a:pt x="4172" y="3238"/>
                      </a:cubicBezTo>
                      <a:cubicBezTo>
                        <a:pt x="4440" y="2719"/>
                        <a:pt x="4507" y="2149"/>
                        <a:pt x="4373" y="1580"/>
                      </a:cubicBezTo>
                      <a:cubicBezTo>
                        <a:pt x="4239" y="1010"/>
                        <a:pt x="3871" y="524"/>
                        <a:pt x="3351" y="256"/>
                      </a:cubicBezTo>
                      <a:cubicBezTo>
                        <a:pt x="3033" y="87"/>
                        <a:pt x="2678" y="0"/>
                        <a:pt x="23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20" name="Google Shape;620;p22"/>
            <p:cNvGrpSpPr/>
            <p:nvPr/>
          </p:nvGrpSpPr>
          <p:grpSpPr>
            <a:xfrm>
              <a:off x="-627038" y="2762763"/>
              <a:ext cx="3737139" cy="3969842"/>
              <a:chOff x="-627038" y="2762763"/>
              <a:chExt cx="3737139" cy="3969842"/>
            </a:xfrm>
          </p:grpSpPr>
          <p:sp>
            <p:nvSpPr>
              <p:cNvPr id="621" name="Google Shape;621;p22"/>
              <p:cNvSpPr/>
              <p:nvPr/>
            </p:nvSpPr>
            <p:spPr>
              <a:xfrm rot="3504383">
                <a:off x="-336471" y="3524525"/>
                <a:ext cx="3156004" cy="2446317"/>
              </a:xfrm>
              <a:custGeom>
                <a:avLst/>
                <a:gdLst/>
                <a:ahLst/>
                <a:cxnLst/>
                <a:rect l="l" t="t" r="r" b="b"/>
                <a:pathLst>
                  <a:path w="126238" h="97851" extrusionOk="0">
                    <a:moveTo>
                      <a:pt x="125021" y="1"/>
                    </a:moveTo>
                    <a:cubicBezTo>
                      <a:pt x="124890" y="1"/>
                      <a:pt x="124750" y="34"/>
                      <a:pt x="124604" y="109"/>
                    </a:cubicBezTo>
                    <a:cubicBezTo>
                      <a:pt x="112876" y="6208"/>
                      <a:pt x="110312" y="15724"/>
                      <a:pt x="107833" y="24939"/>
                    </a:cubicBezTo>
                    <a:cubicBezTo>
                      <a:pt x="105336" y="34188"/>
                      <a:pt x="102974" y="42933"/>
                      <a:pt x="91882" y="48714"/>
                    </a:cubicBezTo>
                    <a:cubicBezTo>
                      <a:pt x="87375" y="51060"/>
                      <a:pt x="83289" y="51940"/>
                      <a:pt x="79421" y="51940"/>
                    </a:cubicBezTo>
                    <a:cubicBezTo>
                      <a:pt x="73785" y="51940"/>
                      <a:pt x="68611" y="50071"/>
                      <a:pt x="63265" y="48144"/>
                    </a:cubicBezTo>
                    <a:cubicBezTo>
                      <a:pt x="57946" y="46215"/>
                      <a:pt x="52520" y="44251"/>
                      <a:pt x="46532" y="44251"/>
                    </a:cubicBezTo>
                    <a:cubicBezTo>
                      <a:pt x="42431" y="44251"/>
                      <a:pt x="38066" y="45172"/>
                      <a:pt x="33291" y="47658"/>
                    </a:cubicBezTo>
                    <a:cubicBezTo>
                      <a:pt x="21563" y="53774"/>
                      <a:pt x="19000" y="63290"/>
                      <a:pt x="16520" y="72488"/>
                    </a:cubicBezTo>
                    <a:cubicBezTo>
                      <a:pt x="14024" y="81754"/>
                      <a:pt x="11661" y="90483"/>
                      <a:pt x="570" y="96263"/>
                    </a:cubicBezTo>
                    <a:cubicBezTo>
                      <a:pt x="168" y="96481"/>
                      <a:pt x="0" y="96983"/>
                      <a:pt x="218" y="97402"/>
                    </a:cubicBezTo>
                    <a:cubicBezTo>
                      <a:pt x="370" y="97684"/>
                      <a:pt x="662" y="97850"/>
                      <a:pt x="961" y="97850"/>
                    </a:cubicBezTo>
                    <a:cubicBezTo>
                      <a:pt x="1090" y="97850"/>
                      <a:pt x="1220" y="97820"/>
                      <a:pt x="1340" y="97754"/>
                    </a:cubicBezTo>
                    <a:cubicBezTo>
                      <a:pt x="13085" y="91639"/>
                      <a:pt x="15649" y="82122"/>
                      <a:pt x="18129" y="72924"/>
                    </a:cubicBezTo>
                    <a:cubicBezTo>
                      <a:pt x="20625" y="63659"/>
                      <a:pt x="22971" y="54913"/>
                      <a:pt x="34079" y="49149"/>
                    </a:cubicBezTo>
                    <a:cubicBezTo>
                      <a:pt x="38597" y="46795"/>
                      <a:pt x="42686" y="45911"/>
                      <a:pt x="46556" y="45911"/>
                    </a:cubicBezTo>
                    <a:cubicBezTo>
                      <a:pt x="52187" y="45911"/>
                      <a:pt x="57353" y="47783"/>
                      <a:pt x="62696" y="49719"/>
                    </a:cubicBezTo>
                    <a:cubicBezTo>
                      <a:pt x="68016" y="51648"/>
                      <a:pt x="73442" y="53613"/>
                      <a:pt x="79429" y="53613"/>
                    </a:cubicBezTo>
                    <a:cubicBezTo>
                      <a:pt x="83531" y="53613"/>
                      <a:pt x="87895" y="52691"/>
                      <a:pt x="92670" y="50205"/>
                    </a:cubicBezTo>
                    <a:cubicBezTo>
                      <a:pt x="104398" y="44089"/>
                      <a:pt x="106962" y="34573"/>
                      <a:pt x="109441" y="25375"/>
                    </a:cubicBezTo>
                    <a:cubicBezTo>
                      <a:pt x="111938" y="16109"/>
                      <a:pt x="114300" y="7364"/>
                      <a:pt x="125392" y="1600"/>
                    </a:cubicBezTo>
                    <a:cubicBezTo>
                      <a:pt x="126237" y="1156"/>
                      <a:pt x="125796" y="1"/>
                      <a:pt x="1250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2" name="Google Shape;622;p22"/>
              <p:cNvGrpSpPr/>
              <p:nvPr/>
            </p:nvGrpSpPr>
            <p:grpSpPr>
              <a:xfrm>
                <a:off x="-560680" y="3937377"/>
                <a:ext cx="3600600" cy="1614804"/>
                <a:chOff x="-560680" y="3937377"/>
                <a:chExt cx="3600600" cy="1614804"/>
              </a:xfrm>
            </p:grpSpPr>
            <p:sp>
              <p:nvSpPr>
                <p:cNvPr id="623" name="Google Shape;623;p22"/>
                <p:cNvSpPr/>
                <p:nvPr/>
              </p:nvSpPr>
              <p:spPr>
                <a:xfrm rot="3504383">
                  <a:off x="2908065" y="5324751"/>
                  <a:ext cx="112277" cy="108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" h="4349" extrusionOk="0">
                      <a:moveTo>
                        <a:pt x="2338" y="1"/>
                      </a:moveTo>
                      <a:cubicBezTo>
                        <a:pt x="2002" y="1"/>
                        <a:pt x="1675" y="73"/>
                        <a:pt x="1375" y="211"/>
                      </a:cubicBezTo>
                      <a:cubicBezTo>
                        <a:pt x="1241" y="278"/>
                        <a:pt x="1090" y="361"/>
                        <a:pt x="972" y="445"/>
                      </a:cubicBezTo>
                      <a:cubicBezTo>
                        <a:pt x="470" y="814"/>
                        <a:pt x="152" y="1367"/>
                        <a:pt x="68" y="1970"/>
                      </a:cubicBezTo>
                      <a:cubicBezTo>
                        <a:pt x="1" y="2539"/>
                        <a:pt x="185" y="3126"/>
                        <a:pt x="570" y="3561"/>
                      </a:cubicBezTo>
                      <a:cubicBezTo>
                        <a:pt x="956" y="3997"/>
                        <a:pt x="1475" y="4265"/>
                        <a:pt x="2045" y="4332"/>
                      </a:cubicBezTo>
                      <a:cubicBezTo>
                        <a:pt x="2135" y="4343"/>
                        <a:pt x="2225" y="4349"/>
                        <a:pt x="2316" y="4349"/>
                      </a:cubicBezTo>
                      <a:cubicBezTo>
                        <a:pt x="2763" y="4349"/>
                        <a:pt x="3207" y="4212"/>
                        <a:pt x="3569" y="3947"/>
                      </a:cubicBezTo>
                      <a:cubicBezTo>
                        <a:pt x="3687" y="3863"/>
                        <a:pt x="3787" y="3779"/>
                        <a:pt x="3871" y="3662"/>
                      </a:cubicBezTo>
                      <a:cubicBezTo>
                        <a:pt x="3955" y="3578"/>
                        <a:pt x="4039" y="3461"/>
                        <a:pt x="4106" y="3344"/>
                      </a:cubicBezTo>
                      <a:cubicBezTo>
                        <a:pt x="4256" y="3109"/>
                        <a:pt x="4340" y="2858"/>
                        <a:pt x="4390" y="2590"/>
                      </a:cubicBezTo>
                      <a:cubicBezTo>
                        <a:pt x="4491" y="2037"/>
                        <a:pt x="4374" y="1450"/>
                        <a:pt x="4072" y="965"/>
                      </a:cubicBezTo>
                      <a:cubicBezTo>
                        <a:pt x="3754" y="462"/>
                        <a:pt x="3251" y="127"/>
                        <a:pt x="2681" y="26"/>
                      </a:cubicBezTo>
                      <a:cubicBezTo>
                        <a:pt x="2567" y="9"/>
                        <a:pt x="2452" y="1"/>
                        <a:pt x="233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22"/>
                <p:cNvSpPr/>
                <p:nvPr/>
              </p:nvSpPr>
              <p:spPr>
                <a:xfrm rot="3504383">
                  <a:off x="2735719" y="5281697"/>
                  <a:ext cx="111452" cy="10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8" h="4374" extrusionOk="0">
                      <a:moveTo>
                        <a:pt x="2218" y="0"/>
                      </a:moveTo>
                      <a:cubicBezTo>
                        <a:pt x="2160" y="0"/>
                        <a:pt x="2102" y="3"/>
                        <a:pt x="2045" y="8"/>
                      </a:cubicBezTo>
                      <a:cubicBezTo>
                        <a:pt x="1425" y="75"/>
                        <a:pt x="872" y="393"/>
                        <a:pt x="503" y="896"/>
                      </a:cubicBezTo>
                      <a:cubicBezTo>
                        <a:pt x="302" y="1130"/>
                        <a:pt x="152" y="1415"/>
                        <a:pt x="85" y="1733"/>
                      </a:cubicBezTo>
                      <a:cubicBezTo>
                        <a:pt x="34" y="1867"/>
                        <a:pt x="18" y="2018"/>
                        <a:pt x="1" y="2169"/>
                      </a:cubicBezTo>
                      <a:cubicBezTo>
                        <a:pt x="1" y="2303"/>
                        <a:pt x="18" y="2454"/>
                        <a:pt x="34" y="2605"/>
                      </a:cubicBezTo>
                      <a:cubicBezTo>
                        <a:pt x="135" y="3174"/>
                        <a:pt x="453" y="3694"/>
                        <a:pt x="956" y="3995"/>
                      </a:cubicBezTo>
                      <a:cubicBezTo>
                        <a:pt x="1341" y="4247"/>
                        <a:pt x="1778" y="4373"/>
                        <a:pt x="2226" y="4373"/>
                      </a:cubicBezTo>
                      <a:cubicBezTo>
                        <a:pt x="2344" y="4373"/>
                        <a:pt x="2462" y="4364"/>
                        <a:pt x="2581" y="4347"/>
                      </a:cubicBezTo>
                      <a:cubicBezTo>
                        <a:pt x="2715" y="4330"/>
                        <a:pt x="2849" y="4297"/>
                        <a:pt x="2966" y="4246"/>
                      </a:cubicBezTo>
                      <a:cubicBezTo>
                        <a:pt x="3100" y="4196"/>
                        <a:pt x="3218" y="4146"/>
                        <a:pt x="3335" y="4079"/>
                      </a:cubicBezTo>
                      <a:cubicBezTo>
                        <a:pt x="4055" y="3677"/>
                        <a:pt x="4458" y="2873"/>
                        <a:pt x="4357" y="2052"/>
                      </a:cubicBezTo>
                      <a:cubicBezTo>
                        <a:pt x="4307" y="1482"/>
                        <a:pt x="4039" y="946"/>
                        <a:pt x="3620" y="560"/>
                      </a:cubicBezTo>
                      <a:cubicBezTo>
                        <a:pt x="3243" y="199"/>
                        <a:pt x="2731" y="0"/>
                        <a:pt x="221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22"/>
                <p:cNvSpPr/>
                <p:nvPr/>
              </p:nvSpPr>
              <p:spPr>
                <a:xfrm rot="3504383">
                  <a:off x="2556101" y="5287038"/>
                  <a:ext cx="113552" cy="10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42" h="4374" extrusionOk="0">
                      <a:moveTo>
                        <a:pt x="2185" y="0"/>
                      </a:moveTo>
                      <a:cubicBezTo>
                        <a:pt x="1943" y="0"/>
                        <a:pt x="1701" y="43"/>
                        <a:pt x="1475" y="128"/>
                      </a:cubicBezTo>
                      <a:cubicBezTo>
                        <a:pt x="905" y="346"/>
                        <a:pt x="453" y="781"/>
                        <a:pt x="218" y="1334"/>
                      </a:cubicBezTo>
                      <a:cubicBezTo>
                        <a:pt x="84" y="1619"/>
                        <a:pt x="17" y="1921"/>
                        <a:pt x="17" y="2222"/>
                      </a:cubicBezTo>
                      <a:cubicBezTo>
                        <a:pt x="1" y="3110"/>
                        <a:pt x="553" y="3915"/>
                        <a:pt x="1391" y="4233"/>
                      </a:cubicBezTo>
                      <a:cubicBezTo>
                        <a:pt x="1643" y="4327"/>
                        <a:pt x="1906" y="4374"/>
                        <a:pt x="2170" y="4374"/>
                      </a:cubicBezTo>
                      <a:cubicBezTo>
                        <a:pt x="2468" y="4374"/>
                        <a:pt x="2766" y="4315"/>
                        <a:pt x="3050" y="4199"/>
                      </a:cubicBezTo>
                      <a:cubicBezTo>
                        <a:pt x="3301" y="4099"/>
                        <a:pt x="3536" y="3948"/>
                        <a:pt x="3737" y="3764"/>
                      </a:cubicBezTo>
                      <a:cubicBezTo>
                        <a:pt x="4340" y="3177"/>
                        <a:pt x="4541" y="2289"/>
                        <a:pt x="4240" y="1502"/>
                      </a:cubicBezTo>
                      <a:cubicBezTo>
                        <a:pt x="4038" y="949"/>
                        <a:pt x="3653" y="513"/>
                        <a:pt x="3150" y="245"/>
                      </a:cubicBezTo>
                      <a:cubicBezTo>
                        <a:pt x="2850" y="81"/>
                        <a:pt x="2517" y="0"/>
                        <a:pt x="218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22"/>
                <p:cNvSpPr/>
                <p:nvPr/>
              </p:nvSpPr>
              <p:spPr>
                <a:xfrm rot="3504383">
                  <a:off x="2376291" y="5322037"/>
                  <a:ext cx="117727" cy="109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9" h="4377" extrusionOk="0">
                      <a:moveTo>
                        <a:pt x="2417" y="0"/>
                      </a:moveTo>
                      <a:cubicBezTo>
                        <a:pt x="2070" y="0"/>
                        <a:pt x="1724" y="87"/>
                        <a:pt x="1408" y="260"/>
                      </a:cubicBezTo>
                      <a:cubicBezTo>
                        <a:pt x="889" y="544"/>
                        <a:pt x="520" y="1014"/>
                        <a:pt x="353" y="1583"/>
                      </a:cubicBezTo>
                      <a:cubicBezTo>
                        <a:pt x="1" y="2756"/>
                        <a:pt x="688" y="3962"/>
                        <a:pt x="1861" y="4297"/>
                      </a:cubicBezTo>
                      <a:cubicBezTo>
                        <a:pt x="2055" y="4351"/>
                        <a:pt x="2251" y="4377"/>
                        <a:pt x="2444" y="4377"/>
                      </a:cubicBezTo>
                      <a:cubicBezTo>
                        <a:pt x="3394" y="4377"/>
                        <a:pt x="4266" y="3754"/>
                        <a:pt x="4558" y="2806"/>
                      </a:cubicBezTo>
                      <a:cubicBezTo>
                        <a:pt x="4709" y="2253"/>
                        <a:pt x="4642" y="1667"/>
                        <a:pt x="4374" y="1164"/>
                      </a:cubicBezTo>
                      <a:cubicBezTo>
                        <a:pt x="4106" y="662"/>
                        <a:pt x="3637" y="276"/>
                        <a:pt x="3084" y="109"/>
                      </a:cubicBezTo>
                      <a:cubicBezTo>
                        <a:pt x="2867" y="36"/>
                        <a:pt x="2642" y="0"/>
                        <a:pt x="241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22"/>
                <p:cNvSpPr/>
                <p:nvPr/>
              </p:nvSpPr>
              <p:spPr>
                <a:xfrm rot="3504383">
                  <a:off x="2205590" y="5377814"/>
                  <a:ext cx="120677" cy="109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7" h="4367" extrusionOk="0">
                      <a:moveTo>
                        <a:pt x="2265" y="0"/>
                      </a:moveTo>
                      <a:cubicBezTo>
                        <a:pt x="1337" y="0"/>
                        <a:pt x="441" y="592"/>
                        <a:pt x="152" y="1583"/>
                      </a:cubicBezTo>
                      <a:cubicBezTo>
                        <a:pt x="1" y="2136"/>
                        <a:pt x="68" y="2722"/>
                        <a:pt x="336" y="3225"/>
                      </a:cubicBezTo>
                      <a:cubicBezTo>
                        <a:pt x="621" y="3727"/>
                        <a:pt x="1090" y="4096"/>
                        <a:pt x="1626" y="4263"/>
                      </a:cubicBezTo>
                      <a:cubicBezTo>
                        <a:pt x="1834" y="4333"/>
                        <a:pt x="2049" y="4366"/>
                        <a:pt x="2264" y="4366"/>
                      </a:cubicBezTo>
                      <a:cubicBezTo>
                        <a:pt x="2621" y="4366"/>
                        <a:pt x="2978" y="4273"/>
                        <a:pt x="3302" y="4096"/>
                      </a:cubicBezTo>
                      <a:cubicBezTo>
                        <a:pt x="4659" y="3359"/>
                        <a:pt x="4826" y="1449"/>
                        <a:pt x="3620" y="477"/>
                      </a:cubicBezTo>
                      <a:cubicBezTo>
                        <a:pt x="3210" y="151"/>
                        <a:pt x="2733" y="0"/>
                        <a:pt x="226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22"/>
                <p:cNvSpPr/>
                <p:nvPr/>
              </p:nvSpPr>
              <p:spPr>
                <a:xfrm rot="3504383">
                  <a:off x="2033387" y="5413958"/>
                  <a:ext cx="110177" cy="109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7" h="4365" extrusionOk="0">
                      <a:moveTo>
                        <a:pt x="2246" y="1"/>
                      </a:moveTo>
                      <a:cubicBezTo>
                        <a:pt x="1941" y="1"/>
                        <a:pt x="1637" y="64"/>
                        <a:pt x="1357" y="190"/>
                      </a:cubicBezTo>
                      <a:cubicBezTo>
                        <a:pt x="1106" y="291"/>
                        <a:pt x="872" y="442"/>
                        <a:pt x="670" y="643"/>
                      </a:cubicBezTo>
                      <a:cubicBezTo>
                        <a:pt x="469" y="827"/>
                        <a:pt x="319" y="1062"/>
                        <a:pt x="218" y="1313"/>
                      </a:cubicBezTo>
                      <a:cubicBezTo>
                        <a:pt x="0" y="1832"/>
                        <a:pt x="0" y="2402"/>
                        <a:pt x="201" y="2905"/>
                      </a:cubicBezTo>
                      <a:cubicBezTo>
                        <a:pt x="402" y="3441"/>
                        <a:pt x="804" y="3893"/>
                        <a:pt x="1307" y="4144"/>
                      </a:cubicBezTo>
                      <a:cubicBezTo>
                        <a:pt x="1595" y="4293"/>
                        <a:pt x="1908" y="4364"/>
                        <a:pt x="2221" y="4364"/>
                      </a:cubicBezTo>
                      <a:cubicBezTo>
                        <a:pt x="2474" y="4364"/>
                        <a:pt x="2727" y="4318"/>
                        <a:pt x="2966" y="4228"/>
                      </a:cubicBezTo>
                      <a:cubicBezTo>
                        <a:pt x="3535" y="4010"/>
                        <a:pt x="3988" y="3575"/>
                        <a:pt x="4222" y="3005"/>
                      </a:cubicBezTo>
                      <a:cubicBezTo>
                        <a:pt x="4340" y="2720"/>
                        <a:pt x="4407" y="2419"/>
                        <a:pt x="4407" y="2117"/>
                      </a:cubicBezTo>
                      <a:cubicBezTo>
                        <a:pt x="4407" y="1832"/>
                        <a:pt x="4340" y="1547"/>
                        <a:pt x="4239" y="1279"/>
                      </a:cubicBezTo>
                      <a:cubicBezTo>
                        <a:pt x="4005" y="743"/>
                        <a:pt x="3569" y="324"/>
                        <a:pt x="3016" y="140"/>
                      </a:cubicBezTo>
                      <a:cubicBezTo>
                        <a:pt x="2769" y="47"/>
                        <a:pt x="2507" y="1"/>
                        <a:pt x="224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22"/>
                <p:cNvSpPr/>
                <p:nvPr/>
              </p:nvSpPr>
              <p:spPr>
                <a:xfrm rot="3504383">
                  <a:off x="1852726" y="5421014"/>
                  <a:ext cx="112702" cy="109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8" h="4366" extrusionOk="0">
                      <a:moveTo>
                        <a:pt x="2315" y="1"/>
                      </a:moveTo>
                      <a:cubicBezTo>
                        <a:pt x="2170" y="1"/>
                        <a:pt x="2023" y="16"/>
                        <a:pt x="1877" y="46"/>
                      </a:cubicBezTo>
                      <a:cubicBezTo>
                        <a:pt x="1609" y="79"/>
                        <a:pt x="1358" y="180"/>
                        <a:pt x="1123" y="314"/>
                      </a:cubicBezTo>
                      <a:cubicBezTo>
                        <a:pt x="889" y="448"/>
                        <a:pt x="687" y="632"/>
                        <a:pt x="537" y="850"/>
                      </a:cubicBezTo>
                      <a:cubicBezTo>
                        <a:pt x="369" y="1068"/>
                        <a:pt x="252" y="1319"/>
                        <a:pt x="202" y="1570"/>
                      </a:cubicBezTo>
                      <a:cubicBezTo>
                        <a:pt x="1" y="2408"/>
                        <a:pt x="269" y="3279"/>
                        <a:pt x="922" y="3849"/>
                      </a:cubicBezTo>
                      <a:cubicBezTo>
                        <a:pt x="1284" y="4182"/>
                        <a:pt x="1772" y="4365"/>
                        <a:pt x="2266" y="4365"/>
                      </a:cubicBezTo>
                      <a:cubicBezTo>
                        <a:pt x="2343" y="4365"/>
                        <a:pt x="2420" y="4361"/>
                        <a:pt x="2497" y="4352"/>
                      </a:cubicBezTo>
                      <a:cubicBezTo>
                        <a:pt x="2799" y="4318"/>
                        <a:pt x="3083" y="4218"/>
                        <a:pt x="3335" y="4067"/>
                      </a:cubicBezTo>
                      <a:cubicBezTo>
                        <a:pt x="3620" y="3916"/>
                        <a:pt x="3854" y="3698"/>
                        <a:pt x="4038" y="3447"/>
                      </a:cubicBezTo>
                      <a:cubicBezTo>
                        <a:pt x="4223" y="3196"/>
                        <a:pt x="4357" y="2911"/>
                        <a:pt x="4424" y="2609"/>
                      </a:cubicBezTo>
                      <a:cubicBezTo>
                        <a:pt x="4491" y="2324"/>
                        <a:pt x="4508" y="2023"/>
                        <a:pt x="4457" y="1738"/>
                      </a:cubicBezTo>
                      <a:cubicBezTo>
                        <a:pt x="4357" y="1152"/>
                        <a:pt x="4005" y="649"/>
                        <a:pt x="3502" y="347"/>
                      </a:cubicBezTo>
                      <a:cubicBezTo>
                        <a:pt x="3141" y="123"/>
                        <a:pt x="2734" y="1"/>
                        <a:pt x="231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22"/>
                <p:cNvSpPr/>
                <p:nvPr/>
              </p:nvSpPr>
              <p:spPr>
                <a:xfrm rot="3504383">
                  <a:off x="1679794" y="5382042"/>
                  <a:ext cx="111877" cy="10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" h="4368" extrusionOk="0">
                      <a:moveTo>
                        <a:pt x="2140" y="1"/>
                      </a:moveTo>
                      <a:cubicBezTo>
                        <a:pt x="1679" y="1"/>
                        <a:pt x="1240" y="153"/>
                        <a:pt x="872" y="435"/>
                      </a:cubicBezTo>
                      <a:cubicBezTo>
                        <a:pt x="654" y="603"/>
                        <a:pt x="487" y="804"/>
                        <a:pt x="353" y="1039"/>
                      </a:cubicBezTo>
                      <a:cubicBezTo>
                        <a:pt x="219" y="1273"/>
                        <a:pt x="135" y="1541"/>
                        <a:pt x="85" y="1793"/>
                      </a:cubicBezTo>
                      <a:cubicBezTo>
                        <a:pt x="1" y="2362"/>
                        <a:pt x="118" y="2949"/>
                        <a:pt x="437" y="3434"/>
                      </a:cubicBezTo>
                      <a:cubicBezTo>
                        <a:pt x="755" y="3920"/>
                        <a:pt x="1258" y="4239"/>
                        <a:pt x="1827" y="4339"/>
                      </a:cubicBezTo>
                      <a:cubicBezTo>
                        <a:pt x="1940" y="4358"/>
                        <a:pt x="2051" y="4367"/>
                        <a:pt x="2160" y="4367"/>
                      </a:cubicBezTo>
                      <a:cubicBezTo>
                        <a:pt x="2342" y="4367"/>
                        <a:pt x="2520" y="4341"/>
                        <a:pt x="2698" y="4289"/>
                      </a:cubicBezTo>
                      <a:cubicBezTo>
                        <a:pt x="3000" y="4222"/>
                        <a:pt x="3285" y="4071"/>
                        <a:pt x="3536" y="3887"/>
                      </a:cubicBezTo>
                      <a:cubicBezTo>
                        <a:pt x="4039" y="3518"/>
                        <a:pt x="4340" y="2965"/>
                        <a:pt x="4407" y="2345"/>
                      </a:cubicBezTo>
                      <a:cubicBezTo>
                        <a:pt x="4474" y="1776"/>
                        <a:pt x="4273" y="1189"/>
                        <a:pt x="3888" y="771"/>
                      </a:cubicBezTo>
                      <a:cubicBezTo>
                        <a:pt x="3486" y="335"/>
                        <a:pt x="2966" y="67"/>
                        <a:pt x="2397" y="17"/>
                      </a:cubicBezTo>
                      <a:cubicBezTo>
                        <a:pt x="2311" y="6"/>
                        <a:pt x="2225" y="1"/>
                        <a:pt x="214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22"/>
                <p:cNvSpPr/>
                <p:nvPr/>
              </p:nvSpPr>
              <p:spPr>
                <a:xfrm rot="3504383">
                  <a:off x="1522053" y="5299808"/>
                  <a:ext cx="111027" cy="109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4371" extrusionOk="0">
                      <a:moveTo>
                        <a:pt x="2148" y="1"/>
                      </a:moveTo>
                      <a:cubicBezTo>
                        <a:pt x="2114" y="1"/>
                        <a:pt x="2079" y="2"/>
                        <a:pt x="2044" y="4"/>
                      </a:cubicBezTo>
                      <a:cubicBezTo>
                        <a:pt x="1910" y="4"/>
                        <a:pt x="1776" y="21"/>
                        <a:pt x="1642" y="54"/>
                      </a:cubicBezTo>
                      <a:cubicBezTo>
                        <a:pt x="1508" y="88"/>
                        <a:pt x="1374" y="138"/>
                        <a:pt x="1257" y="188"/>
                      </a:cubicBezTo>
                      <a:cubicBezTo>
                        <a:pt x="754" y="423"/>
                        <a:pt x="369" y="842"/>
                        <a:pt x="168" y="1344"/>
                      </a:cubicBezTo>
                      <a:cubicBezTo>
                        <a:pt x="67" y="1612"/>
                        <a:pt x="17" y="1881"/>
                        <a:pt x="0" y="2165"/>
                      </a:cubicBezTo>
                      <a:cubicBezTo>
                        <a:pt x="0" y="2450"/>
                        <a:pt x="50" y="2735"/>
                        <a:pt x="151" y="3020"/>
                      </a:cubicBezTo>
                      <a:cubicBezTo>
                        <a:pt x="252" y="3288"/>
                        <a:pt x="419" y="3539"/>
                        <a:pt x="620" y="3757"/>
                      </a:cubicBezTo>
                      <a:cubicBezTo>
                        <a:pt x="821" y="3958"/>
                        <a:pt x="1056" y="4109"/>
                        <a:pt x="1324" y="4226"/>
                      </a:cubicBezTo>
                      <a:cubicBezTo>
                        <a:pt x="1578" y="4323"/>
                        <a:pt x="1846" y="4371"/>
                        <a:pt x="2112" y="4371"/>
                      </a:cubicBezTo>
                      <a:cubicBezTo>
                        <a:pt x="2442" y="4371"/>
                        <a:pt x="2770" y="4298"/>
                        <a:pt x="3066" y="4159"/>
                      </a:cubicBezTo>
                      <a:cubicBezTo>
                        <a:pt x="3217" y="4092"/>
                        <a:pt x="3351" y="4008"/>
                        <a:pt x="3485" y="3925"/>
                      </a:cubicBezTo>
                      <a:cubicBezTo>
                        <a:pt x="3602" y="3824"/>
                        <a:pt x="3720" y="3724"/>
                        <a:pt x="3820" y="3623"/>
                      </a:cubicBezTo>
                      <a:cubicBezTo>
                        <a:pt x="4005" y="3405"/>
                        <a:pt x="4155" y="3137"/>
                        <a:pt x="4256" y="2869"/>
                      </a:cubicBezTo>
                      <a:cubicBezTo>
                        <a:pt x="4440" y="2316"/>
                        <a:pt x="4390" y="1713"/>
                        <a:pt x="4105" y="1194"/>
                      </a:cubicBezTo>
                      <a:cubicBezTo>
                        <a:pt x="3837" y="691"/>
                        <a:pt x="3385" y="306"/>
                        <a:pt x="2849" y="121"/>
                      </a:cubicBezTo>
                      <a:cubicBezTo>
                        <a:pt x="2615" y="48"/>
                        <a:pt x="2382" y="1"/>
                        <a:pt x="214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22"/>
                <p:cNvSpPr/>
                <p:nvPr/>
              </p:nvSpPr>
              <p:spPr>
                <a:xfrm rot="3504383">
                  <a:off x="1385467" y="5182648"/>
                  <a:ext cx="112302" cy="10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2" h="4362" extrusionOk="0">
                      <a:moveTo>
                        <a:pt x="2200" y="1"/>
                      </a:moveTo>
                      <a:cubicBezTo>
                        <a:pt x="2076" y="1"/>
                        <a:pt x="1952" y="13"/>
                        <a:pt x="1827" y="37"/>
                      </a:cubicBezTo>
                      <a:cubicBezTo>
                        <a:pt x="1559" y="70"/>
                        <a:pt x="1308" y="171"/>
                        <a:pt x="1090" y="321"/>
                      </a:cubicBezTo>
                      <a:cubicBezTo>
                        <a:pt x="855" y="472"/>
                        <a:pt x="671" y="657"/>
                        <a:pt x="503" y="874"/>
                      </a:cubicBezTo>
                      <a:cubicBezTo>
                        <a:pt x="168" y="1327"/>
                        <a:pt x="1" y="1896"/>
                        <a:pt x="51" y="2466"/>
                      </a:cubicBezTo>
                      <a:cubicBezTo>
                        <a:pt x="101" y="3052"/>
                        <a:pt x="403" y="3589"/>
                        <a:pt x="872" y="3940"/>
                      </a:cubicBezTo>
                      <a:cubicBezTo>
                        <a:pt x="1107" y="4108"/>
                        <a:pt x="1375" y="4242"/>
                        <a:pt x="1660" y="4309"/>
                      </a:cubicBezTo>
                      <a:cubicBezTo>
                        <a:pt x="1830" y="4345"/>
                        <a:pt x="2001" y="4362"/>
                        <a:pt x="2169" y="4362"/>
                      </a:cubicBezTo>
                      <a:cubicBezTo>
                        <a:pt x="2314" y="4362"/>
                        <a:pt x="2458" y="4349"/>
                        <a:pt x="2598" y="4326"/>
                      </a:cubicBezTo>
                      <a:cubicBezTo>
                        <a:pt x="2899" y="4276"/>
                        <a:pt x="3201" y="4158"/>
                        <a:pt x="3469" y="3974"/>
                      </a:cubicBezTo>
                      <a:cubicBezTo>
                        <a:pt x="3586" y="3907"/>
                        <a:pt x="3704" y="3806"/>
                        <a:pt x="3804" y="3706"/>
                      </a:cubicBezTo>
                      <a:cubicBezTo>
                        <a:pt x="3905" y="3589"/>
                        <a:pt x="4005" y="3488"/>
                        <a:pt x="4089" y="3354"/>
                      </a:cubicBezTo>
                      <a:cubicBezTo>
                        <a:pt x="4407" y="2868"/>
                        <a:pt x="4491" y="2265"/>
                        <a:pt x="4340" y="1712"/>
                      </a:cubicBezTo>
                      <a:cubicBezTo>
                        <a:pt x="4189" y="1159"/>
                        <a:pt x="3838" y="673"/>
                        <a:pt x="3369" y="355"/>
                      </a:cubicBezTo>
                      <a:cubicBezTo>
                        <a:pt x="3251" y="288"/>
                        <a:pt x="3134" y="221"/>
                        <a:pt x="3000" y="171"/>
                      </a:cubicBezTo>
                      <a:cubicBezTo>
                        <a:pt x="2883" y="120"/>
                        <a:pt x="2749" y="87"/>
                        <a:pt x="2631" y="53"/>
                      </a:cubicBezTo>
                      <a:cubicBezTo>
                        <a:pt x="2488" y="17"/>
                        <a:pt x="2344" y="1"/>
                        <a:pt x="220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22"/>
                <p:cNvSpPr/>
                <p:nvPr/>
              </p:nvSpPr>
              <p:spPr>
                <a:xfrm rot="3504383">
                  <a:off x="1285881" y="5032815"/>
                  <a:ext cx="111027" cy="108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4345" extrusionOk="0">
                      <a:moveTo>
                        <a:pt x="2270" y="0"/>
                      </a:moveTo>
                      <a:cubicBezTo>
                        <a:pt x="1786" y="0"/>
                        <a:pt x="1323" y="165"/>
                        <a:pt x="938" y="461"/>
                      </a:cubicBezTo>
                      <a:cubicBezTo>
                        <a:pt x="486" y="813"/>
                        <a:pt x="184" y="1333"/>
                        <a:pt x="84" y="1885"/>
                      </a:cubicBezTo>
                      <a:cubicBezTo>
                        <a:pt x="0" y="2472"/>
                        <a:pt x="151" y="3042"/>
                        <a:pt x="503" y="3494"/>
                      </a:cubicBezTo>
                      <a:cubicBezTo>
                        <a:pt x="888" y="3980"/>
                        <a:pt x="1441" y="4281"/>
                        <a:pt x="2044" y="4332"/>
                      </a:cubicBezTo>
                      <a:cubicBezTo>
                        <a:pt x="2124" y="4340"/>
                        <a:pt x="2202" y="4344"/>
                        <a:pt x="2280" y="4344"/>
                      </a:cubicBezTo>
                      <a:cubicBezTo>
                        <a:pt x="2513" y="4344"/>
                        <a:pt x="2739" y="4306"/>
                        <a:pt x="2966" y="4231"/>
                      </a:cubicBezTo>
                      <a:cubicBezTo>
                        <a:pt x="3251" y="4147"/>
                        <a:pt x="3502" y="4013"/>
                        <a:pt x="3736" y="3812"/>
                      </a:cubicBezTo>
                      <a:cubicBezTo>
                        <a:pt x="4172" y="3444"/>
                        <a:pt x="4423" y="2874"/>
                        <a:pt x="4440" y="2304"/>
                      </a:cubicBezTo>
                      <a:cubicBezTo>
                        <a:pt x="4440" y="1718"/>
                        <a:pt x="4239" y="1165"/>
                        <a:pt x="3854" y="746"/>
                      </a:cubicBezTo>
                      <a:cubicBezTo>
                        <a:pt x="3686" y="528"/>
                        <a:pt x="3468" y="361"/>
                        <a:pt x="3234" y="244"/>
                      </a:cubicBezTo>
                      <a:cubicBezTo>
                        <a:pt x="2982" y="109"/>
                        <a:pt x="2731" y="26"/>
                        <a:pt x="2463" y="9"/>
                      </a:cubicBezTo>
                      <a:cubicBezTo>
                        <a:pt x="2398" y="3"/>
                        <a:pt x="2334" y="0"/>
                        <a:pt x="227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22"/>
                <p:cNvSpPr/>
                <p:nvPr/>
              </p:nvSpPr>
              <p:spPr>
                <a:xfrm rot="3504383">
                  <a:off x="1219355" y="4862881"/>
                  <a:ext cx="117727" cy="10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9" h="4368" extrusionOk="0">
                      <a:moveTo>
                        <a:pt x="2471" y="1"/>
                      </a:moveTo>
                      <a:cubicBezTo>
                        <a:pt x="1538" y="1"/>
                        <a:pt x="676" y="596"/>
                        <a:pt x="385" y="1523"/>
                      </a:cubicBezTo>
                      <a:cubicBezTo>
                        <a:pt x="0" y="2696"/>
                        <a:pt x="670" y="3953"/>
                        <a:pt x="1843" y="4271"/>
                      </a:cubicBezTo>
                      <a:cubicBezTo>
                        <a:pt x="2067" y="4333"/>
                        <a:pt x="2290" y="4368"/>
                        <a:pt x="2514" y="4368"/>
                      </a:cubicBezTo>
                      <a:cubicBezTo>
                        <a:pt x="2592" y="4368"/>
                        <a:pt x="2670" y="4364"/>
                        <a:pt x="2748" y="4355"/>
                      </a:cubicBezTo>
                      <a:cubicBezTo>
                        <a:pt x="3033" y="4321"/>
                        <a:pt x="3301" y="4221"/>
                        <a:pt x="3552" y="4087"/>
                      </a:cubicBezTo>
                      <a:cubicBezTo>
                        <a:pt x="4071" y="3802"/>
                        <a:pt x="4423" y="3316"/>
                        <a:pt x="4557" y="2747"/>
                      </a:cubicBezTo>
                      <a:cubicBezTo>
                        <a:pt x="4708" y="2194"/>
                        <a:pt x="4624" y="1590"/>
                        <a:pt x="4340" y="1105"/>
                      </a:cubicBezTo>
                      <a:cubicBezTo>
                        <a:pt x="4206" y="853"/>
                        <a:pt x="4021" y="652"/>
                        <a:pt x="3803" y="468"/>
                      </a:cubicBezTo>
                      <a:cubicBezTo>
                        <a:pt x="3586" y="284"/>
                        <a:pt x="3334" y="166"/>
                        <a:pt x="3066" y="83"/>
                      </a:cubicBezTo>
                      <a:cubicBezTo>
                        <a:pt x="2868" y="27"/>
                        <a:pt x="2668" y="1"/>
                        <a:pt x="247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22"/>
                <p:cNvSpPr/>
                <p:nvPr/>
              </p:nvSpPr>
              <p:spPr>
                <a:xfrm rot="3504383">
                  <a:off x="1176782" y="4692376"/>
                  <a:ext cx="128652" cy="10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6" h="4374" extrusionOk="0">
                      <a:moveTo>
                        <a:pt x="2470" y="0"/>
                      </a:moveTo>
                      <a:cubicBezTo>
                        <a:pt x="1613" y="0"/>
                        <a:pt x="761" y="492"/>
                        <a:pt x="420" y="1454"/>
                      </a:cubicBezTo>
                      <a:cubicBezTo>
                        <a:pt x="1" y="2577"/>
                        <a:pt x="587" y="3833"/>
                        <a:pt x="1726" y="4236"/>
                      </a:cubicBezTo>
                      <a:cubicBezTo>
                        <a:pt x="1984" y="4330"/>
                        <a:pt x="2240" y="4374"/>
                        <a:pt x="2486" y="4374"/>
                      </a:cubicBezTo>
                      <a:cubicBezTo>
                        <a:pt x="3985" y="4374"/>
                        <a:pt x="5146" y="2764"/>
                        <a:pt x="4441" y="1253"/>
                      </a:cubicBezTo>
                      <a:cubicBezTo>
                        <a:pt x="4040" y="413"/>
                        <a:pt x="3253" y="0"/>
                        <a:pt x="247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22"/>
                <p:cNvSpPr/>
                <p:nvPr/>
              </p:nvSpPr>
              <p:spPr>
                <a:xfrm rot="3504383">
                  <a:off x="1143187" y="4515526"/>
                  <a:ext cx="113102" cy="10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4" h="4368" extrusionOk="0">
                      <a:moveTo>
                        <a:pt x="2194" y="0"/>
                      </a:moveTo>
                      <a:cubicBezTo>
                        <a:pt x="2116" y="0"/>
                        <a:pt x="2038" y="4"/>
                        <a:pt x="1960" y="13"/>
                      </a:cubicBezTo>
                      <a:cubicBezTo>
                        <a:pt x="1676" y="47"/>
                        <a:pt x="1391" y="130"/>
                        <a:pt x="1156" y="281"/>
                      </a:cubicBezTo>
                      <a:cubicBezTo>
                        <a:pt x="637" y="566"/>
                        <a:pt x="268" y="1052"/>
                        <a:pt x="134" y="1622"/>
                      </a:cubicBezTo>
                      <a:cubicBezTo>
                        <a:pt x="0" y="2174"/>
                        <a:pt x="84" y="2761"/>
                        <a:pt x="369" y="3263"/>
                      </a:cubicBezTo>
                      <a:cubicBezTo>
                        <a:pt x="503" y="3515"/>
                        <a:pt x="687" y="3716"/>
                        <a:pt x="905" y="3900"/>
                      </a:cubicBezTo>
                      <a:cubicBezTo>
                        <a:pt x="1123" y="4068"/>
                        <a:pt x="1374" y="4202"/>
                        <a:pt x="1642" y="4285"/>
                      </a:cubicBezTo>
                      <a:cubicBezTo>
                        <a:pt x="1840" y="4341"/>
                        <a:pt x="2040" y="4367"/>
                        <a:pt x="2237" y="4367"/>
                      </a:cubicBezTo>
                      <a:cubicBezTo>
                        <a:pt x="3170" y="4367"/>
                        <a:pt x="4032" y="3772"/>
                        <a:pt x="4323" y="2845"/>
                      </a:cubicBezTo>
                      <a:cubicBezTo>
                        <a:pt x="4524" y="2292"/>
                        <a:pt x="4457" y="1672"/>
                        <a:pt x="4189" y="1169"/>
                      </a:cubicBezTo>
                      <a:cubicBezTo>
                        <a:pt x="3904" y="633"/>
                        <a:pt x="3435" y="248"/>
                        <a:pt x="2848" y="97"/>
                      </a:cubicBezTo>
                      <a:cubicBezTo>
                        <a:pt x="2637" y="35"/>
                        <a:pt x="2417" y="0"/>
                        <a:pt x="219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22"/>
                <p:cNvSpPr/>
                <p:nvPr/>
              </p:nvSpPr>
              <p:spPr>
                <a:xfrm rot="3504383">
                  <a:off x="1082431" y="4347831"/>
                  <a:ext cx="111427" cy="10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7" h="4370" extrusionOk="0">
                      <a:moveTo>
                        <a:pt x="2238" y="1"/>
                      </a:moveTo>
                      <a:cubicBezTo>
                        <a:pt x="1977" y="1"/>
                        <a:pt x="1726" y="36"/>
                        <a:pt x="1475" y="105"/>
                      </a:cubicBezTo>
                      <a:cubicBezTo>
                        <a:pt x="1190" y="206"/>
                        <a:pt x="939" y="340"/>
                        <a:pt x="721" y="541"/>
                      </a:cubicBezTo>
                      <a:cubicBezTo>
                        <a:pt x="268" y="926"/>
                        <a:pt x="17" y="1479"/>
                        <a:pt x="17" y="2066"/>
                      </a:cubicBezTo>
                      <a:cubicBezTo>
                        <a:pt x="0" y="2635"/>
                        <a:pt x="218" y="3188"/>
                        <a:pt x="603" y="3624"/>
                      </a:cubicBezTo>
                      <a:cubicBezTo>
                        <a:pt x="771" y="3825"/>
                        <a:pt x="989" y="3993"/>
                        <a:pt x="1223" y="4127"/>
                      </a:cubicBezTo>
                      <a:cubicBezTo>
                        <a:pt x="1458" y="4261"/>
                        <a:pt x="1726" y="4344"/>
                        <a:pt x="1994" y="4361"/>
                      </a:cubicBezTo>
                      <a:cubicBezTo>
                        <a:pt x="2058" y="4367"/>
                        <a:pt x="2123" y="4370"/>
                        <a:pt x="2186" y="4370"/>
                      </a:cubicBezTo>
                      <a:cubicBezTo>
                        <a:pt x="2670" y="4370"/>
                        <a:pt x="3134" y="4203"/>
                        <a:pt x="3519" y="3892"/>
                      </a:cubicBezTo>
                      <a:cubicBezTo>
                        <a:pt x="3954" y="3540"/>
                        <a:pt x="4273" y="3038"/>
                        <a:pt x="4356" y="2468"/>
                      </a:cubicBezTo>
                      <a:cubicBezTo>
                        <a:pt x="4457" y="1898"/>
                        <a:pt x="4306" y="1312"/>
                        <a:pt x="3938" y="843"/>
                      </a:cubicBezTo>
                      <a:cubicBezTo>
                        <a:pt x="3569" y="374"/>
                        <a:pt x="2999" y="72"/>
                        <a:pt x="2396" y="5"/>
                      </a:cubicBezTo>
                      <a:cubicBezTo>
                        <a:pt x="2343" y="2"/>
                        <a:pt x="2291" y="1"/>
                        <a:pt x="223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22"/>
                <p:cNvSpPr/>
                <p:nvPr/>
              </p:nvSpPr>
              <p:spPr>
                <a:xfrm rot="3504383">
                  <a:off x="981651" y="4197755"/>
                  <a:ext cx="112277" cy="108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" h="4359" extrusionOk="0">
                      <a:moveTo>
                        <a:pt x="2257" y="0"/>
                      </a:moveTo>
                      <a:cubicBezTo>
                        <a:pt x="2134" y="0"/>
                        <a:pt x="2012" y="10"/>
                        <a:pt x="1894" y="30"/>
                      </a:cubicBezTo>
                      <a:cubicBezTo>
                        <a:pt x="1592" y="97"/>
                        <a:pt x="1290" y="214"/>
                        <a:pt x="1022" y="381"/>
                      </a:cubicBezTo>
                      <a:cubicBezTo>
                        <a:pt x="905" y="465"/>
                        <a:pt x="788" y="566"/>
                        <a:pt x="687" y="666"/>
                      </a:cubicBezTo>
                      <a:cubicBezTo>
                        <a:pt x="587" y="767"/>
                        <a:pt x="503" y="884"/>
                        <a:pt x="419" y="1018"/>
                      </a:cubicBezTo>
                      <a:cubicBezTo>
                        <a:pt x="101" y="1487"/>
                        <a:pt x="0" y="2090"/>
                        <a:pt x="151" y="2660"/>
                      </a:cubicBezTo>
                      <a:cubicBezTo>
                        <a:pt x="302" y="3213"/>
                        <a:pt x="654" y="3682"/>
                        <a:pt x="1140" y="4000"/>
                      </a:cubicBezTo>
                      <a:cubicBezTo>
                        <a:pt x="1240" y="4067"/>
                        <a:pt x="1357" y="4134"/>
                        <a:pt x="1491" y="4185"/>
                      </a:cubicBezTo>
                      <a:cubicBezTo>
                        <a:pt x="1609" y="4235"/>
                        <a:pt x="1743" y="4285"/>
                        <a:pt x="1860" y="4319"/>
                      </a:cubicBezTo>
                      <a:cubicBezTo>
                        <a:pt x="2008" y="4346"/>
                        <a:pt x="2155" y="4359"/>
                        <a:pt x="2303" y="4359"/>
                      </a:cubicBezTo>
                      <a:cubicBezTo>
                        <a:pt x="2423" y="4359"/>
                        <a:pt x="2544" y="4351"/>
                        <a:pt x="2664" y="4335"/>
                      </a:cubicBezTo>
                      <a:cubicBezTo>
                        <a:pt x="2932" y="4285"/>
                        <a:pt x="3184" y="4185"/>
                        <a:pt x="3401" y="4034"/>
                      </a:cubicBezTo>
                      <a:cubicBezTo>
                        <a:pt x="3636" y="3883"/>
                        <a:pt x="3820" y="3699"/>
                        <a:pt x="3988" y="3481"/>
                      </a:cubicBezTo>
                      <a:cubicBezTo>
                        <a:pt x="4323" y="3029"/>
                        <a:pt x="4490" y="2459"/>
                        <a:pt x="4440" y="1889"/>
                      </a:cubicBezTo>
                      <a:cubicBezTo>
                        <a:pt x="4390" y="1303"/>
                        <a:pt x="4088" y="767"/>
                        <a:pt x="3619" y="432"/>
                      </a:cubicBezTo>
                      <a:cubicBezTo>
                        <a:pt x="3385" y="247"/>
                        <a:pt x="3117" y="130"/>
                        <a:pt x="2832" y="63"/>
                      </a:cubicBezTo>
                      <a:cubicBezTo>
                        <a:pt x="2639" y="22"/>
                        <a:pt x="2446" y="0"/>
                        <a:pt x="225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22"/>
                <p:cNvSpPr/>
                <p:nvPr/>
              </p:nvSpPr>
              <p:spPr>
                <a:xfrm rot="3504383">
                  <a:off x="846042" y="4080243"/>
                  <a:ext cx="111452" cy="109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8" h="4363" extrusionOk="0">
                      <a:moveTo>
                        <a:pt x="2384" y="1"/>
                      </a:moveTo>
                      <a:cubicBezTo>
                        <a:pt x="2355" y="1"/>
                        <a:pt x="2325" y="1"/>
                        <a:pt x="2296" y="3"/>
                      </a:cubicBezTo>
                      <a:cubicBezTo>
                        <a:pt x="1977" y="3"/>
                        <a:pt x="1676" y="70"/>
                        <a:pt x="1391" y="204"/>
                      </a:cubicBezTo>
                      <a:cubicBezTo>
                        <a:pt x="1240" y="271"/>
                        <a:pt x="1106" y="355"/>
                        <a:pt x="972" y="439"/>
                      </a:cubicBezTo>
                      <a:cubicBezTo>
                        <a:pt x="855" y="539"/>
                        <a:pt x="738" y="640"/>
                        <a:pt x="637" y="757"/>
                      </a:cubicBezTo>
                      <a:cubicBezTo>
                        <a:pt x="453" y="958"/>
                        <a:pt x="302" y="1226"/>
                        <a:pt x="201" y="1494"/>
                      </a:cubicBezTo>
                      <a:cubicBezTo>
                        <a:pt x="0" y="2047"/>
                        <a:pt x="67" y="2650"/>
                        <a:pt x="352" y="3170"/>
                      </a:cubicBezTo>
                      <a:cubicBezTo>
                        <a:pt x="620" y="3672"/>
                        <a:pt x="1073" y="4058"/>
                        <a:pt x="1626" y="4242"/>
                      </a:cubicBezTo>
                      <a:cubicBezTo>
                        <a:pt x="1859" y="4315"/>
                        <a:pt x="2092" y="4362"/>
                        <a:pt x="2326" y="4362"/>
                      </a:cubicBezTo>
                      <a:cubicBezTo>
                        <a:pt x="2361" y="4362"/>
                        <a:pt x="2395" y="4361"/>
                        <a:pt x="2430" y="4359"/>
                      </a:cubicBezTo>
                      <a:cubicBezTo>
                        <a:pt x="2564" y="4359"/>
                        <a:pt x="2698" y="4343"/>
                        <a:pt x="2832" y="4309"/>
                      </a:cubicBezTo>
                      <a:cubicBezTo>
                        <a:pt x="2966" y="4276"/>
                        <a:pt x="3100" y="4225"/>
                        <a:pt x="3217" y="4175"/>
                      </a:cubicBezTo>
                      <a:cubicBezTo>
                        <a:pt x="3469" y="4058"/>
                        <a:pt x="3686" y="3890"/>
                        <a:pt x="3871" y="3689"/>
                      </a:cubicBezTo>
                      <a:cubicBezTo>
                        <a:pt x="4055" y="3488"/>
                        <a:pt x="4206" y="3270"/>
                        <a:pt x="4290" y="3019"/>
                      </a:cubicBezTo>
                      <a:cubicBezTo>
                        <a:pt x="4390" y="2751"/>
                        <a:pt x="4457" y="2483"/>
                        <a:pt x="4457" y="2198"/>
                      </a:cubicBezTo>
                      <a:cubicBezTo>
                        <a:pt x="4457" y="1913"/>
                        <a:pt x="4424" y="1628"/>
                        <a:pt x="4323" y="1343"/>
                      </a:cubicBezTo>
                      <a:cubicBezTo>
                        <a:pt x="4206" y="1075"/>
                        <a:pt x="4055" y="824"/>
                        <a:pt x="3854" y="623"/>
                      </a:cubicBezTo>
                      <a:cubicBezTo>
                        <a:pt x="3653" y="422"/>
                        <a:pt x="3418" y="254"/>
                        <a:pt x="3150" y="154"/>
                      </a:cubicBezTo>
                      <a:cubicBezTo>
                        <a:pt x="2895" y="64"/>
                        <a:pt x="2639" y="1"/>
                        <a:pt x="23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22"/>
                <p:cNvSpPr/>
                <p:nvPr/>
              </p:nvSpPr>
              <p:spPr>
                <a:xfrm rot="3504383">
                  <a:off x="687756" y="3998253"/>
                  <a:ext cx="112302" cy="109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2" h="4369" extrusionOk="0">
                      <a:moveTo>
                        <a:pt x="2298" y="1"/>
                      </a:moveTo>
                      <a:cubicBezTo>
                        <a:pt x="2122" y="1"/>
                        <a:pt x="1949" y="23"/>
                        <a:pt x="1777" y="64"/>
                      </a:cubicBezTo>
                      <a:cubicBezTo>
                        <a:pt x="1475" y="147"/>
                        <a:pt x="1191" y="298"/>
                        <a:pt x="939" y="482"/>
                      </a:cubicBezTo>
                      <a:cubicBezTo>
                        <a:pt x="453" y="868"/>
                        <a:pt x="135" y="1421"/>
                        <a:pt x="68" y="2024"/>
                      </a:cubicBezTo>
                      <a:cubicBezTo>
                        <a:pt x="1" y="2610"/>
                        <a:pt x="202" y="3180"/>
                        <a:pt x="604" y="3616"/>
                      </a:cubicBezTo>
                      <a:cubicBezTo>
                        <a:pt x="989" y="4034"/>
                        <a:pt x="1526" y="4302"/>
                        <a:pt x="2095" y="4353"/>
                      </a:cubicBezTo>
                      <a:cubicBezTo>
                        <a:pt x="2179" y="4363"/>
                        <a:pt x="2262" y="4368"/>
                        <a:pt x="2345" y="4368"/>
                      </a:cubicBezTo>
                      <a:cubicBezTo>
                        <a:pt x="2796" y="4368"/>
                        <a:pt x="3235" y="4217"/>
                        <a:pt x="3603" y="3934"/>
                      </a:cubicBezTo>
                      <a:cubicBezTo>
                        <a:pt x="3821" y="3766"/>
                        <a:pt x="4005" y="3565"/>
                        <a:pt x="4139" y="3331"/>
                      </a:cubicBezTo>
                      <a:cubicBezTo>
                        <a:pt x="4273" y="3096"/>
                        <a:pt x="4357" y="2828"/>
                        <a:pt x="4391" y="2560"/>
                      </a:cubicBezTo>
                      <a:cubicBezTo>
                        <a:pt x="4491" y="2007"/>
                        <a:pt x="4357" y="1421"/>
                        <a:pt x="4056" y="935"/>
                      </a:cubicBezTo>
                      <a:cubicBezTo>
                        <a:pt x="3737" y="449"/>
                        <a:pt x="3218" y="114"/>
                        <a:pt x="2648" y="30"/>
                      </a:cubicBezTo>
                      <a:cubicBezTo>
                        <a:pt x="2529" y="10"/>
                        <a:pt x="2413" y="1"/>
                        <a:pt x="22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22"/>
                <p:cNvSpPr/>
                <p:nvPr/>
              </p:nvSpPr>
              <p:spPr>
                <a:xfrm rot="3504383">
                  <a:off x="513802" y="3959434"/>
                  <a:ext cx="112702" cy="108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8" h="4359" extrusionOk="0">
                      <a:moveTo>
                        <a:pt x="2243" y="1"/>
                      </a:moveTo>
                      <a:cubicBezTo>
                        <a:pt x="2166" y="1"/>
                        <a:pt x="2088" y="5"/>
                        <a:pt x="2011" y="14"/>
                      </a:cubicBezTo>
                      <a:cubicBezTo>
                        <a:pt x="1710" y="48"/>
                        <a:pt x="1425" y="132"/>
                        <a:pt x="1174" y="283"/>
                      </a:cubicBezTo>
                      <a:cubicBezTo>
                        <a:pt x="889" y="450"/>
                        <a:pt x="654" y="668"/>
                        <a:pt x="470" y="919"/>
                      </a:cubicBezTo>
                      <a:cubicBezTo>
                        <a:pt x="286" y="1171"/>
                        <a:pt x="152" y="1455"/>
                        <a:pt x="85" y="1757"/>
                      </a:cubicBezTo>
                      <a:cubicBezTo>
                        <a:pt x="18" y="2042"/>
                        <a:pt x="1" y="2343"/>
                        <a:pt x="51" y="2628"/>
                      </a:cubicBezTo>
                      <a:cubicBezTo>
                        <a:pt x="152" y="3198"/>
                        <a:pt x="503" y="3700"/>
                        <a:pt x="1006" y="4019"/>
                      </a:cubicBezTo>
                      <a:cubicBezTo>
                        <a:pt x="1371" y="4245"/>
                        <a:pt x="1791" y="4358"/>
                        <a:pt x="2219" y="4358"/>
                      </a:cubicBezTo>
                      <a:cubicBezTo>
                        <a:pt x="2362" y="4358"/>
                        <a:pt x="2506" y="4346"/>
                        <a:pt x="2648" y="4320"/>
                      </a:cubicBezTo>
                      <a:cubicBezTo>
                        <a:pt x="2899" y="4270"/>
                        <a:pt x="3151" y="4170"/>
                        <a:pt x="3385" y="4036"/>
                      </a:cubicBezTo>
                      <a:cubicBezTo>
                        <a:pt x="3620" y="3902"/>
                        <a:pt x="3821" y="3717"/>
                        <a:pt x="3972" y="3499"/>
                      </a:cubicBezTo>
                      <a:cubicBezTo>
                        <a:pt x="4139" y="3282"/>
                        <a:pt x="4256" y="3047"/>
                        <a:pt x="4324" y="2779"/>
                      </a:cubicBezTo>
                      <a:cubicBezTo>
                        <a:pt x="4508" y="1958"/>
                        <a:pt x="4240" y="1087"/>
                        <a:pt x="3603" y="517"/>
                      </a:cubicBezTo>
                      <a:cubicBezTo>
                        <a:pt x="3226" y="184"/>
                        <a:pt x="2737" y="1"/>
                        <a:pt x="224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22"/>
                <p:cNvSpPr/>
                <p:nvPr/>
              </p:nvSpPr>
              <p:spPr>
                <a:xfrm rot="3504383">
                  <a:off x="335565" y="3966521"/>
                  <a:ext cx="110602" cy="109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4" h="4372" extrusionOk="0">
                      <a:moveTo>
                        <a:pt x="2172" y="1"/>
                      </a:moveTo>
                      <a:cubicBezTo>
                        <a:pt x="1921" y="1"/>
                        <a:pt x="1668" y="48"/>
                        <a:pt x="1425" y="144"/>
                      </a:cubicBezTo>
                      <a:cubicBezTo>
                        <a:pt x="855" y="362"/>
                        <a:pt x="419" y="797"/>
                        <a:pt x="185" y="1350"/>
                      </a:cubicBezTo>
                      <a:cubicBezTo>
                        <a:pt x="68" y="1635"/>
                        <a:pt x="1" y="1937"/>
                        <a:pt x="1" y="2255"/>
                      </a:cubicBezTo>
                      <a:cubicBezTo>
                        <a:pt x="1" y="2540"/>
                        <a:pt x="68" y="2825"/>
                        <a:pt x="168" y="3093"/>
                      </a:cubicBezTo>
                      <a:cubicBezTo>
                        <a:pt x="403" y="3612"/>
                        <a:pt x="838" y="4031"/>
                        <a:pt x="1391" y="4232"/>
                      </a:cubicBezTo>
                      <a:cubicBezTo>
                        <a:pt x="1639" y="4325"/>
                        <a:pt x="1900" y="4371"/>
                        <a:pt x="2163" y="4371"/>
                      </a:cubicBezTo>
                      <a:cubicBezTo>
                        <a:pt x="2470" y="4371"/>
                        <a:pt x="2778" y="4308"/>
                        <a:pt x="3067" y="4182"/>
                      </a:cubicBezTo>
                      <a:cubicBezTo>
                        <a:pt x="3318" y="4081"/>
                        <a:pt x="3536" y="3930"/>
                        <a:pt x="3737" y="3729"/>
                      </a:cubicBezTo>
                      <a:cubicBezTo>
                        <a:pt x="3938" y="3545"/>
                        <a:pt x="4089" y="3311"/>
                        <a:pt x="4206" y="3059"/>
                      </a:cubicBezTo>
                      <a:cubicBezTo>
                        <a:pt x="4407" y="2540"/>
                        <a:pt x="4424" y="1970"/>
                        <a:pt x="4223" y="1451"/>
                      </a:cubicBezTo>
                      <a:cubicBezTo>
                        <a:pt x="4005" y="915"/>
                        <a:pt x="3620" y="479"/>
                        <a:pt x="3100" y="228"/>
                      </a:cubicBezTo>
                      <a:cubicBezTo>
                        <a:pt x="2809" y="78"/>
                        <a:pt x="2492" y="1"/>
                        <a:pt x="217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22"/>
                <p:cNvSpPr/>
                <p:nvPr/>
              </p:nvSpPr>
              <p:spPr>
                <a:xfrm rot="3504383">
                  <a:off x="149195" y="4000278"/>
                  <a:ext cx="125677" cy="10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7" h="4374" extrusionOk="0">
                      <a:moveTo>
                        <a:pt x="2758" y="0"/>
                      </a:moveTo>
                      <a:cubicBezTo>
                        <a:pt x="2403" y="0"/>
                        <a:pt x="2048" y="87"/>
                        <a:pt x="1726" y="264"/>
                      </a:cubicBezTo>
                      <a:cubicBezTo>
                        <a:pt x="0" y="1202"/>
                        <a:pt x="302" y="3765"/>
                        <a:pt x="2195" y="4301"/>
                      </a:cubicBezTo>
                      <a:cubicBezTo>
                        <a:pt x="2382" y="4350"/>
                        <a:pt x="2570" y="4373"/>
                        <a:pt x="2755" y="4373"/>
                      </a:cubicBezTo>
                      <a:cubicBezTo>
                        <a:pt x="3713" y="4373"/>
                        <a:pt x="4595" y="3746"/>
                        <a:pt x="4876" y="2777"/>
                      </a:cubicBezTo>
                      <a:cubicBezTo>
                        <a:pt x="5026" y="2224"/>
                        <a:pt x="4959" y="1637"/>
                        <a:pt x="4691" y="1152"/>
                      </a:cubicBezTo>
                      <a:cubicBezTo>
                        <a:pt x="4407" y="649"/>
                        <a:pt x="3937" y="264"/>
                        <a:pt x="3401" y="96"/>
                      </a:cubicBezTo>
                      <a:cubicBezTo>
                        <a:pt x="3192" y="32"/>
                        <a:pt x="2975" y="0"/>
                        <a:pt x="27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22"/>
                <p:cNvSpPr/>
                <p:nvPr/>
              </p:nvSpPr>
              <p:spPr>
                <a:xfrm rot="3504383">
                  <a:off x="-14724" y="4058147"/>
                  <a:ext cx="117727" cy="109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9" h="4366" extrusionOk="0">
                      <a:moveTo>
                        <a:pt x="2273" y="0"/>
                      </a:moveTo>
                      <a:cubicBezTo>
                        <a:pt x="1323" y="0"/>
                        <a:pt x="446" y="613"/>
                        <a:pt x="168" y="1572"/>
                      </a:cubicBezTo>
                      <a:cubicBezTo>
                        <a:pt x="0" y="2125"/>
                        <a:pt x="67" y="2711"/>
                        <a:pt x="352" y="3197"/>
                      </a:cubicBezTo>
                      <a:cubicBezTo>
                        <a:pt x="620" y="3716"/>
                        <a:pt x="1073" y="4085"/>
                        <a:pt x="1626" y="4269"/>
                      </a:cubicBezTo>
                      <a:cubicBezTo>
                        <a:pt x="1838" y="4334"/>
                        <a:pt x="2061" y="4366"/>
                        <a:pt x="2283" y="4366"/>
                      </a:cubicBezTo>
                      <a:cubicBezTo>
                        <a:pt x="2638" y="4366"/>
                        <a:pt x="2992" y="4283"/>
                        <a:pt x="3301" y="4118"/>
                      </a:cubicBezTo>
                      <a:cubicBezTo>
                        <a:pt x="3820" y="3834"/>
                        <a:pt x="4206" y="3348"/>
                        <a:pt x="4357" y="2778"/>
                      </a:cubicBezTo>
                      <a:cubicBezTo>
                        <a:pt x="4708" y="1622"/>
                        <a:pt x="4022" y="399"/>
                        <a:pt x="2865" y="81"/>
                      </a:cubicBezTo>
                      <a:cubicBezTo>
                        <a:pt x="2668" y="26"/>
                        <a:pt x="2469" y="0"/>
                        <a:pt x="227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22"/>
                <p:cNvSpPr/>
                <p:nvPr/>
              </p:nvSpPr>
              <p:spPr>
                <a:xfrm rot="3504383">
                  <a:off x="-188393" y="4094295"/>
                  <a:ext cx="111027" cy="1090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4361" extrusionOk="0">
                      <a:moveTo>
                        <a:pt x="2261" y="0"/>
                      </a:moveTo>
                      <a:cubicBezTo>
                        <a:pt x="1696" y="0"/>
                        <a:pt x="1138" y="213"/>
                        <a:pt x="704" y="612"/>
                      </a:cubicBezTo>
                      <a:cubicBezTo>
                        <a:pt x="503" y="797"/>
                        <a:pt x="353" y="1031"/>
                        <a:pt x="235" y="1282"/>
                      </a:cubicBezTo>
                      <a:cubicBezTo>
                        <a:pt x="18" y="1785"/>
                        <a:pt x="1" y="2355"/>
                        <a:pt x="202" y="2874"/>
                      </a:cubicBezTo>
                      <a:cubicBezTo>
                        <a:pt x="403" y="3410"/>
                        <a:pt x="788" y="3863"/>
                        <a:pt x="1291" y="4131"/>
                      </a:cubicBezTo>
                      <a:cubicBezTo>
                        <a:pt x="1588" y="4284"/>
                        <a:pt x="1912" y="4361"/>
                        <a:pt x="2238" y="4361"/>
                      </a:cubicBezTo>
                      <a:cubicBezTo>
                        <a:pt x="2483" y="4361"/>
                        <a:pt x="2729" y="4317"/>
                        <a:pt x="2966" y="4231"/>
                      </a:cubicBezTo>
                      <a:cubicBezTo>
                        <a:pt x="3838" y="3896"/>
                        <a:pt x="4407" y="3075"/>
                        <a:pt x="4424" y="2137"/>
                      </a:cubicBezTo>
                      <a:cubicBezTo>
                        <a:pt x="4441" y="1249"/>
                        <a:pt x="3888" y="445"/>
                        <a:pt x="3050" y="143"/>
                      </a:cubicBezTo>
                      <a:cubicBezTo>
                        <a:pt x="2793" y="47"/>
                        <a:pt x="2527" y="0"/>
                        <a:pt x="22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22"/>
                <p:cNvSpPr/>
                <p:nvPr/>
              </p:nvSpPr>
              <p:spPr>
                <a:xfrm rot="3504383">
                  <a:off x="-366975" y="4099328"/>
                  <a:ext cx="110602" cy="108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4" h="4358" extrusionOk="0">
                      <a:moveTo>
                        <a:pt x="2187" y="1"/>
                      </a:moveTo>
                      <a:cubicBezTo>
                        <a:pt x="2067" y="1"/>
                        <a:pt x="1946" y="9"/>
                        <a:pt x="1826" y="27"/>
                      </a:cubicBezTo>
                      <a:cubicBezTo>
                        <a:pt x="1692" y="44"/>
                        <a:pt x="1575" y="77"/>
                        <a:pt x="1441" y="128"/>
                      </a:cubicBezTo>
                      <a:cubicBezTo>
                        <a:pt x="1324" y="161"/>
                        <a:pt x="1190" y="228"/>
                        <a:pt x="1072" y="278"/>
                      </a:cubicBezTo>
                      <a:cubicBezTo>
                        <a:pt x="838" y="429"/>
                        <a:pt x="637" y="597"/>
                        <a:pt x="469" y="815"/>
                      </a:cubicBezTo>
                      <a:cubicBezTo>
                        <a:pt x="151" y="1233"/>
                        <a:pt x="0" y="1786"/>
                        <a:pt x="50" y="2322"/>
                      </a:cubicBezTo>
                      <a:cubicBezTo>
                        <a:pt x="101" y="2892"/>
                        <a:pt x="369" y="3428"/>
                        <a:pt x="788" y="3814"/>
                      </a:cubicBezTo>
                      <a:cubicBezTo>
                        <a:pt x="1176" y="4172"/>
                        <a:pt x="1672" y="4358"/>
                        <a:pt x="2191" y="4358"/>
                      </a:cubicBezTo>
                      <a:cubicBezTo>
                        <a:pt x="2253" y="4358"/>
                        <a:pt x="2316" y="4355"/>
                        <a:pt x="2379" y="4350"/>
                      </a:cubicBezTo>
                      <a:cubicBezTo>
                        <a:pt x="3317" y="4232"/>
                        <a:pt x="4088" y="3562"/>
                        <a:pt x="4339" y="2641"/>
                      </a:cubicBezTo>
                      <a:cubicBezTo>
                        <a:pt x="4407" y="2356"/>
                        <a:pt x="4423" y="2054"/>
                        <a:pt x="4373" y="1770"/>
                      </a:cubicBezTo>
                      <a:cubicBezTo>
                        <a:pt x="4289" y="1183"/>
                        <a:pt x="3954" y="680"/>
                        <a:pt x="3468" y="362"/>
                      </a:cubicBezTo>
                      <a:cubicBezTo>
                        <a:pt x="3084" y="124"/>
                        <a:pt x="2638" y="1"/>
                        <a:pt x="218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22"/>
                <p:cNvSpPr/>
                <p:nvPr/>
              </p:nvSpPr>
              <p:spPr>
                <a:xfrm rot="3504383">
                  <a:off x="-540963" y="4055779"/>
                  <a:ext cx="112277" cy="10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" h="4362" extrusionOk="0">
                      <a:moveTo>
                        <a:pt x="2176" y="0"/>
                      </a:moveTo>
                      <a:cubicBezTo>
                        <a:pt x="1728" y="0"/>
                        <a:pt x="1284" y="138"/>
                        <a:pt x="922" y="403"/>
                      </a:cubicBezTo>
                      <a:cubicBezTo>
                        <a:pt x="805" y="486"/>
                        <a:pt x="704" y="587"/>
                        <a:pt x="620" y="687"/>
                      </a:cubicBezTo>
                      <a:cubicBezTo>
                        <a:pt x="520" y="788"/>
                        <a:pt x="453" y="888"/>
                        <a:pt x="386" y="1006"/>
                      </a:cubicBezTo>
                      <a:cubicBezTo>
                        <a:pt x="235" y="1240"/>
                        <a:pt x="151" y="1492"/>
                        <a:pt x="101" y="1760"/>
                      </a:cubicBezTo>
                      <a:cubicBezTo>
                        <a:pt x="0" y="2329"/>
                        <a:pt x="118" y="2916"/>
                        <a:pt x="419" y="3402"/>
                      </a:cubicBezTo>
                      <a:cubicBezTo>
                        <a:pt x="738" y="3887"/>
                        <a:pt x="1240" y="4223"/>
                        <a:pt x="1810" y="4340"/>
                      </a:cubicBezTo>
                      <a:cubicBezTo>
                        <a:pt x="1928" y="4354"/>
                        <a:pt x="2049" y="4362"/>
                        <a:pt x="2170" y="4362"/>
                      </a:cubicBezTo>
                      <a:cubicBezTo>
                        <a:pt x="2342" y="4362"/>
                        <a:pt x="2514" y="4346"/>
                        <a:pt x="2681" y="4306"/>
                      </a:cubicBezTo>
                      <a:cubicBezTo>
                        <a:pt x="2832" y="4273"/>
                        <a:pt x="2966" y="4223"/>
                        <a:pt x="3117" y="4156"/>
                      </a:cubicBezTo>
                      <a:cubicBezTo>
                        <a:pt x="3251" y="4088"/>
                        <a:pt x="3385" y="4005"/>
                        <a:pt x="3519" y="3904"/>
                      </a:cubicBezTo>
                      <a:cubicBezTo>
                        <a:pt x="4005" y="3552"/>
                        <a:pt x="4340" y="2999"/>
                        <a:pt x="4407" y="2396"/>
                      </a:cubicBezTo>
                      <a:cubicBezTo>
                        <a:pt x="4491" y="1810"/>
                        <a:pt x="4306" y="1223"/>
                        <a:pt x="3904" y="788"/>
                      </a:cubicBezTo>
                      <a:cubicBezTo>
                        <a:pt x="3536" y="369"/>
                        <a:pt x="3016" y="84"/>
                        <a:pt x="2447" y="17"/>
                      </a:cubicBezTo>
                      <a:cubicBezTo>
                        <a:pt x="2357" y="6"/>
                        <a:pt x="2266" y="0"/>
                        <a:pt x="217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CUSTOM_14_1_1_1_1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4"/>
          <p:cNvSpPr txBox="1">
            <a:spLocks noGrp="1"/>
          </p:cNvSpPr>
          <p:nvPr>
            <p:ph type="title"/>
          </p:nvPr>
        </p:nvSpPr>
        <p:spPr>
          <a:xfrm flipH="1">
            <a:off x="2074075" y="959083"/>
            <a:ext cx="4941900" cy="7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5" name="Google Shape;745;p2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254533" y="1073759"/>
            <a:ext cx="1101300" cy="9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46" name="Google Shape;746;p24"/>
          <p:cNvSpPr txBox="1">
            <a:spLocks noGrp="1"/>
          </p:cNvSpPr>
          <p:nvPr>
            <p:ph type="subTitle" idx="1"/>
          </p:nvPr>
        </p:nvSpPr>
        <p:spPr>
          <a:xfrm flipH="1">
            <a:off x="2074075" y="1766104"/>
            <a:ext cx="4941900" cy="3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47" name="Google Shape;747;p24"/>
          <p:cNvGrpSpPr/>
          <p:nvPr/>
        </p:nvGrpSpPr>
        <p:grpSpPr>
          <a:xfrm rot="-7430219" flipH="1">
            <a:off x="-338507" y="-614623"/>
            <a:ext cx="1783989" cy="1890956"/>
            <a:chOff x="3403900" y="3304800"/>
            <a:chExt cx="1556050" cy="1649350"/>
          </a:xfrm>
        </p:grpSpPr>
        <p:sp>
          <p:nvSpPr>
            <p:cNvPr id="748" name="Google Shape;748;p24"/>
            <p:cNvSpPr/>
            <p:nvPr/>
          </p:nvSpPr>
          <p:spPr>
            <a:xfrm>
              <a:off x="3960075" y="3761850"/>
              <a:ext cx="510150" cy="213400"/>
            </a:xfrm>
            <a:custGeom>
              <a:avLst/>
              <a:gdLst/>
              <a:ahLst/>
              <a:cxnLst/>
              <a:rect l="l" t="t" r="r" b="b"/>
              <a:pathLst>
                <a:path w="20406" h="8536" extrusionOk="0">
                  <a:moveTo>
                    <a:pt x="19766" y="0"/>
                  </a:moveTo>
                  <a:cubicBezTo>
                    <a:pt x="19714" y="0"/>
                    <a:pt x="19658" y="10"/>
                    <a:pt x="19599" y="31"/>
                  </a:cubicBezTo>
                  <a:cubicBezTo>
                    <a:pt x="13161" y="2358"/>
                    <a:pt x="6967" y="5198"/>
                    <a:pt x="556" y="7524"/>
                  </a:cubicBezTo>
                  <a:cubicBezTo>
                    <a:pt x="1" y="7717"/>
                    <a:pt x="157" y="8536"/>
                    <a:pt x="640" y="8536"/>
                  </a:cubicBezTo>
                  <a:cubicBezTo>
                    <a:pt x="698" y="8536"/>
                    <a:pt x="760" y="8524"/>
                    <a:pt x="827" y="8498"/>
                  </a:cubicBezTo>
                  <a:cubicBezTo>
                    <a:pt x="7238" y="6171"/>
                    <a:pt x="13459" y="3358"/>
                    <a:pt x="19870" y="1005"/>
                  </a:cubicBezTo>
                  <a:cubicBezTo>
                    <a:pt x="20406" y="810"/>
                    <a:pt x="20239" y="0"/>
                    <a:pt x="197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4"/>
            <p:cNvSpPr/>
            <p:nvPr/>
          </p:nvSpPr>
          <p:spPr>
            <a:xfrm>
              <a:off x="3559675" y="3796150"/>
              <a:ext cx="433700" cy="179100"/>
            </a:xfrm>
            <a:custGeom>
              <a:avLst/>
              <a:gdLst/>
              <a:ahLst/>
              <a:cxnLst/>
              <a:rect l="l" t="t" r="r" b="b"/>
              <a:pathLst>
                <a:path w="17348" h="7164" extrusionOk="0">
                  <a:moveTo>
                    <a:pt x="616" y="1"/>
                  </a:moveTo>
                  <a:cubicBezTo>
                    <a:pt x="138" y="1"/>
                    <a:pt x="1" y="819"/>
                    <a:pt x="532" y="1013"/>
                  </a:cubicBezTo>
                  <a:lnTo>
                    <a:pt x="16545" y="7126"/>
                  </a:lnTo>
                  <a:cubicBezTo>
                    <a:pt x="16612" y="7152"/>
                    <a:pt x="16674" y="7164"/>
                    <a:pt x="16732" y="7164"/>
                  </a:cubicBezTo>
                  <a:cubicBezTo>
                    <a:pt x="17210" y="7164"/>
                    <a:pt x="17347" y="6345"/>
                    <a:pt x="16816" y="6152"/>
                  </a:cubicBezTo>
                  <a:lnTo>
                    <a:pt x="803" y="39"/>
                  </a:lnTo>
                  <a:cubicBezTo>
                    <a:pt x="736" y="13"/>
                    <a:pt x="674" y="1"/>
                    <a:pt x="6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4"/>
            <p:cNvSpPr/>
            <p:nvPr/>
          </p:nvSpPr>
          <p:spPr>
            <a:xfrm>
              <a:off x="3713075" y="3949425"/>
              <a:ext cx="287200" cy="502625"/>
            </a:xfrm>
            <a:custGeom>
              <a:avLst/>
              <a:gdLst/>
              <a:ahLst/>
              <a:cxnLst/>
              <a:rect l="l" t="t" r="r" b="b"/>
              <a:pathLst>
                <a:path w="11488" h="20105" extrusionOk="0">
                  <a:moveTo>
                    <a:pt x="10805" y="0"/>
                  </a:moveTo>
                  <a:cubicBezTo>
                    <a:pt x="10652" y="0"/>
                    <a:pt x="10503" y="78"/>
                    <a:pt x="10409" y="264"/>
                  </a:cubicBezTo>
                  <a:cubicBezTo>
                    <a:pt x="7326" y="6702"/>
                    <a:pt x="4134" y="13356"/>
                    <a:pt x="266" y="19361"/>
                  </a:cubicBezTo>
                  <a:cubicBezTo>
                    <a:pt x="1" y="19740"/>
                    <a:pt x="358" y="20105"/>
                    <a:pt x="717" y="20105"/>
                  </a:cubicBezTo>
                  <a:cubicBezTo>
                    <a:pt x="871" y="20105"/>
                    <a:pt x="1026" y="20038"/>
                    <a:pt x="1132" y="19875"/>
                  </a:cubicBezTo>
                  <a:cubicBezTo>
                    <a:pt x="5027" y="13870"/>
                    <a:pt x="8191" y="7216"/>
                    <a:pt x="11302" y="778"/>
                  </a:cubicBezTo>
                  <a:cubicBezTo>
                    <a:pt x="11488" y="370"/>
                    <a:pt x="11138" y="0"/>
                    <a:pt x="10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4"/>
            <p:cNvSpPr/>
            <p:nvPr/>
          </p:nvSpPr>
          <p:spPr>
            <a:xfrm>
              <a:off x="3735975" y="4426625"/>
              <a:ext cx="646450" cy="82025"/>
            </a:xfrm>
            <a:custGeom>
              <a:avLst/>
              <a:gdLst/>
              <a:ahLst/>
              <a:cxnLst/>
              <a:rect l="l" t="t" r="r" b="b"/>
              <a:pathLst>
                <a:path w="25858" h="3281" extrusionOk="0">
                  <a:moveTo>
                    <a:pt x="625" y="1"/>
                  </a:moveTo>
                  <a:cubicBezTo>
                    <a:pt x="1" y="1"/>
                    <a:pt x="43" y="978"/>
                    <a:pt x="675" y="1030"/>
                  </a:cubicBezTo>
                  <a:cubicBezTo>
                    <a:pt x="8871" y="1626"/>
                    <a:pt x="17067" y="2329"/>
                    <a:pt x="25209" y="3276"/>
                  </a:cubicBezTo>
                  <a:cubicBezTo>
                    <a:pt x="25234" y="3279"/>
                    <a:pt x="25257" y="3280"/>
                    <a:pt x="25280" y="3280"/>
                  </a:cubicBezTo>
                  <a:cubicBezTo>
                    <a:pt x="25857" y="3280"/>
                    <a:pt x="25834" y="2326"/>
                    <a:pt x="25209" y="2248"/>
                  </a:cubicBezTo>
                  <a:cubicBezTo>
                    <a:pt x="17067" y="1328"/>
                    <a:pt x="8871" y="625"/>
                    <a:pt x="675" y="3"/>
                  </a:cubicBezTo>
                  <a:cubicBezTo>
                    <a:pt x="658" y="1"/>
                    <a:pt x="641" y="1"/>
                    <a:pt x="6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3960700" y="3948925"/>
              <a:ext cx="422675" cy="560600"/>
            </a:xfrm>
            <a:custGeom>
              <a:avLst/>
              <a:gdLst/>
              <a:ahLst/>
              <a:cxnLst/>
              <a:rect l="l" t="t" r="r" b="b"/>
              <a:pathLst>
                <a:path w="16907" h="22424" extrusionOk="0">
                  <a:moveTo>
                    <a:pt x="693" y="1"/>
                  </a:moveTo>
                  <a:cubicBezTo>
                    <a:pt x="337" y="1"/>
                    <a:pt x="0" y="516"/>
                    <a:pt x="288" y="907"/>
                  </a:cubicBezTo>
                  <a:cubicBezTo>
                    <a:pt x="5698" y="7858"/>
                    <a:pt x="10404" y="15351"/>
                    <a:pt x="15868" y="22248"/>
                  </a:cubicBezTo>
                  <a:cubicBezTo>
                    <a:pt x="15966" y="22372"/>
                    <a:pt x="16082" y="22424"/>
                    <a:pt x="16197" y="22424"/>
                  </a:cubicBezTo>
                  <a:cubicBezTo>
                    <a:pt x="16560" y="22424"/>
                    <a:pt x="16907" y="21908"/>
                    <a:pt x="16599" y="21518"/>
                  </a:cubicBezTo>
                  <a:cubicBezTo>
                    <a:pt x="11135" y="14620"/>
                    <a:pt x="6428" y="7128"/>
                    <a:pt x="1018" y="176"/>
                  </a:cubicBezTo>
                  <a:cubicBezTo>
                    <a:pt x="921" y="53"/>
                    <a:pt x="806" y="1"/>
                    <a:pt x="6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4353000" y="3762125"/>
              <a:ext cx="113300" cy="745475"/>
            </a:xfrm>
            <a:custGeom>
              <a:avLst/>
              <a:gdLst/>
              <a:ahLst/>
              <a:cxnLst/>
              <a:rect l="l" t="t" r="r" b="b"/>
              <a:pathLst>
                <a:path w="4532" h="29819" extrusionOk="0">
                  <a:moveTo>
                    <a:pt x="4004" y="0"/>
                  </a:moveTo>
                  <a:cubicBezTo>
                    <a:pt x="3754" y="0"/>
                    <a:pt x="3503" y="169"/>
                    <a:pt x="3503" y="507"/>
                  </a:cubicBezTo>
                  <a:cubicBezTo>
                    <a:pt x="3530" y="4673"/>
                    <a:pt x="2773" y="8920"/>
                    <a:pt x="2259" y="13031"/>
                  </a:cubicBezTo>
                  <a:cubicBezTo>
                    <a:pt x="1529" y="18468"/>
                    <a:pt x="744" y="23905"/>
                    <a:pt x="41" y="29342"/>
                  </a:cubicBezTo>
                  <a:cubicBezTo>
                    <a:pt x="1" y="29663"/>
                    <a:pt x="226" y="29818"/>
                    <a:pt x="473" y="29818"/>
                  </a:cubicBezTo>
                  <a:cubicBezTo>
                    <a:pt x="725" y="29818"/>
                    <a:pt x="1001" y="29656"/>
                    <a:pt x="1042" y="29342"/>
                  </a:cubicBezTo>
                  <a:cubicBezTo>
                    <a:pt x="1772" y="23905"/>
                    <a:pt x="2557" y="18468"/>
                    <a:pt x="3260" y="13031"/>
                  </a:cubicBezTo>
                  <a:cubicBezTo>
                    <a:pt x="3801" y="8920"/>
                    <a:pt x="4531" y="4673"/>
                    <a:pt x="4504" y="507"/>
                  </a:cubicBezTo>
                  <a:cubicBezTo>
                    <a:pt x="4504" y="169"/>
                    <a:pt x="4254" y="0"/>
                    <a:pt x="40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4348800" y="4483000"/>
              <a:ext cx="542900" cy="320575"/>
            </a:xfrm>
            <a:custGeom>
              <a:avLst/>
              <a:gdLst/>
              <a:ahLst/>
              <a:cxnLst/>
              <a:rect l="l" t="t" r="r" b="b"/>
              <a:pathLst>
                <a:path w="21716" h="12823" extrusionOk="0">
                  <a:moveTo>
                    <a:pt x="709" y="1"/>
                  </a:moveTo>
                  <a:cubicBezTo>
                    <a:pt x="272" y="1"/>
                    <a:pt x="1" y="643"/>
                    <a:pt x="480" y="939"/>
                  </a:cubicBezTo>
                  <a:lnTo>
                    <a:pt x="20739" y="12760"/>
                  </a:lnTo>
                  <a:cubicBezTo>
                    <a:pt x="20823" y="12804"/>
                    <a:pt x="20904" y="12823"/>
                    <a:pt x="20981" y="12823"/>
                  </a:cubicBezTo>
                  <a:cubicBezTo>
                    <a:pt x="21428" y="12823"/>
                    <a:pt x="21715" y="12171"/>
                    <a:pt x="21253" y="11894"/>
                  </a:cubicBezTo>
                  <a:lnTo>
                    <a:pt x="966" y="74"/>
                  </a:lnTo>
                  <a:cubicBezTo>
                    <a:pt x="877" y="23"/>
                    <a:pt x="790" y="1"/>
                    <a:pt x="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3496325" y="4429725"/>
              <a:ext cx="250725" cy="370050"/>
            </a:xfrm>
            <a:custGeom>
              <a:avLst/>
              <a:gdLst/>
              <a:ahLst/>
              <a:cxnLst/>
              <a:rect l="l" t="t" r="r" b="b"/>
              <a:pathLst>
                <a:path w="10029" h="14802" extrusionOk="0">
                  <a:moveTo>
                    <a:pt x="9319" y="0"/>
                  </a:moveTo>
                  <a:cubicBezTo>
                    <a:pt x="9166" y="0"/>
                    <a:pt x="9015" y="68"/>
                    <a:pt x="8909" y="230"/>
                  </a:cubicBezTo>
                  <a:lnTo>
                    <a:pt x="226" y="14052"/>
                  </a:lnTo>
                  <a:cubicBezTo>
                    <a:pt x="1" y="14446"/>
                    <a:pt x="348" y="14801"/>
                    <a:pt x="700" y="14801"/>
                  </a:cubicBezTo>
                  <a:cubicBezTo>
                    <a:pt x="855" y="14801"/>
                    <a:pt x="1011" y="14732"/>
                    <a:pt x="1119" y="14566"/>
                  </a:cubicBezTo>
                  <a:lnTo>
                    <a:pt x="9802" y="744"/>
                  </a:lnTo>
                  <a:cubicBezTo>
                    <a:pt x="10029" y="366"/>
                    <a:pt x="9673" y="0"/>
                    <a:pt x="93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3940500" y="3400850"/>
              <a:ext cx="49400" cy="573450"/>
            </a:xfrm>
            <a:custGeom>
              <a:avLst/>
              <a:gdLst/>
              <a:ahLst/>
              <a:cxnLst/>
              <a:rect l="l" t="t" r="r" b="b"/>
              <a:pathLst>
                <a:path w="1976" h="22938" extrusionOk="0">
                  <a:moveTo>
                    <a:pt x="508" y="0"/>
                  </a:moveTo>
                  <a:cubicBezTo>
                    <a:pt x="251" y="0"/>
                    <a:pt x="0" y="162"/>
                    <a:pt x="14" y="487"/>
                  </a:cubicBezTo>
                  <a:lnTo>
                    <a:pt x="961" y="22451"/>
                  </a:lnTo>
                  <a:cubicBezTo>
                    <a:pt x="974" y="22775"/>
                    <a:pt x="1231" y="22938"/>
                    <a:pt x="1481" y="22938"/>
                  </a:cubicBezTo>
                  <a:cubicBezTo>
                    <a:pt x="1732" y="22938"/>
                    <a:pt x="1975" y="22775"/>
                    <a:pt x="1962" y="22451"/>
                  </a:cubicBezTo>
                  <a:lnTo>
                    <a:pt x="1042" y="487"/>
                  </a:lnTo>
                  <a:cubicBezTo>
                    <a:pt x="1028" y="162"/>
                    <a:pt x="765" y="0"/>
                    <a:pt x="5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4"/>
            <p:cNvSpPr/>
            <p:nvPr/>
          </p:nvSpPr>
          <p:spPr>
            <a:xfrm>
              <a:off x="4152750" y="4482950"/>
              <a:ext cx="230050" cy="422600"/>
            </a:xfrm>
            <a:custGeom>
              <a:avLst/>
              <a:gdLst/>
              <a:ahLst/>
              <a:cxnLst/>
              <a:rect l="l" t="t" r="r" b="b"/>
              <a:pathLst>
                <a:path w="9202" h="16904" extrusionOk="0">
                  <a:moveTo>
                    <a:pt x="8521" y="0"/>
                  </a:moveTo>
                  <a:cubicBezTo>
                    <a:pt x="8364" y="0"/>
                    <a:pt x="8208" y="77"/>
                    <a:pt x="8105" y="265"/>
                  </a:cubicBezTo>
                  <a:cubicBezTo>
                    <a:pt x="5292" y="5459"/>
                    <a:pt x="3047" y="10950"/>
                    <a:pt x="207" y="16143"/>
                  </a:cubicBezTo>
                  <a:cubicBezTo>
                    <a:pt x="1" y="16537"/>
                    <a:pt x="353" y="16904"/>
                    <a:pt x="696" y="16904"/>
                  </a:cubicBezTo>
                  <a:cubicBezTo>
                    <a:pt x="849" y="16904"/>
                    <a:pt x="1000" y="16832"/>
                    <a:pt x="1099" y="16657"/>
                  </a:cubicBezTo>
                  <a:cubicBezTo>
                    <a:pt x="3913" y="11464"/>
                    <a:pt x="6158" y="5973"/>
                    <a:pt x="8998" y="752"/>
                  </a:cubicBezTo>
                  <a:cubicBezTo>
                    <a:pt x="9201" y="363"/>
                    <a:pt x="8860" y="0"/>
                    <a:pt x="85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3665625" y="4343500"/>
              <a:ext cx="173800" cy="171800"/>
            </a:xfrm>
            <a:custGeom>
              <a:avLst/>
              <a:gdLst/>
              <a:ahLst/>
              <a:cxnLst/>
              <a:rect l="l" t="t" r="r" b="b"/>
              <a:pathLst>
                <a:path w="6952" h="6872" extrusionOk="0">
                  <a:moveTo>
                    <a:pt x="3485" y="0"/>
                  </a:moveTo>
                  <a:cubicBezTo>
                    <a:pt x="3469" y="0"/>
                    <a:pt x="3452" y="0"/>
                    <a:pt x="3435" y="1"/>
                  </a:cubicBezTo>
                  <a:cubicBezTo>
                    <a:pt x="1515" y="28"/>
                    <a:pt x="0" y="1569"/>
                    <a:pt x="27" y="3490"/>
                  </a:cubicBezTo>
                  <a:cubicBezTo>
                    <a:pt x="54" y="5367"/>
                    <a:pt x="1595" y="6871"/>
                    <a:pt x="3466" y="6871"/>
                  </a:cubicBezTo>
                  <a:cubicBezTo>
                    <a:pt x="3483" y="6871"/>
                    <a:pt x="3500" y="6871"/>
                    <a:pt x="3516" y="6871"/>
                  </a:cubicBezTo>
                  <a:cubicBezTo>
                    <a:pt x="5410" y="6844"/>
                    <a:pt x="6952" y="5275"/>
                    <a:pt x="6925" y="3382"/>
                  </a:cubicBezTo>
                  <a:cubicBezTo>
                    <a:pt x="6898" y="1505"/>
                    <a:pt x="5356" y="0"/>
                    <a:pt x="34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4786800" y="4704600"/>
              <a:ext cx="173150" cy="172475"/>
            </a:xfrm>
            <a:custGeom>
              <a:avLst/>
              <a:gdLst/>
              <a:ahLst/>
              <a:cxnLst/>
              <a:rect l="l" t="t" r="r" b="b"/>
              <a:pathLst>
                <a:path w="6926" h="6899" extrusionOk="0">
                  <a:moveTo>
                    <a:pt x="3409" y="1"/>
                  </a:moveTo>
                  <a:cubicBezTo>
                    <a:pt x="1515" y="28"/>
                    <a:pt x="1" y="1597"/>
                    <a:pt x="28" y="3490"/>
                  </a:cubicBezTo>
                  <a:cubicBezTo>
                    <a:pt x="54" y="5394"/>
                    <a:pt x="1569" y="6899"/>
                    <a:pt x="3440" y="6899"/>
                  </a:cubicBezTo>
                  <a:cubicBezTo>
                    <a:pt x="3457" y="6899"/>
                    <a:pt x="3473" y="6899"/>
                    <a:pt x="3490" y="6898"/>
                  </a:cubicBezTo>
                  <a:cubicBezTo>
                    <a:pt x="5410" y="6871"/>
                    <a:pt x="6925" y="5302"/>
                    <a:pt x="6898" y="3409"/>
                  </a:cubicBezTo>
                  <a:cubicBezTo>
                    <a:pt x="6871" y="1516"/>
                    <a:pt x="5302" y="1"/>
                    <a:pt x="34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3890800" y="3876225"/>
              <a:ext cx="173125" cy="171800"/>
            </a:xfrm>
            <a:custGeom>
              <a:avLst/>
              <a:gdLst/>
              <a:ahLst/>
              <a:cxnLst/>
              <a:rect l="l" t="t" r="r" b="b"/>
              <a:pathLst>
                <a:path w="6925" h="6872" extrusionOk="0">
                  <a:moveTo>
                    <a:pt x="3458" y="0"/>
                  </a:moveTo>
                  <a:cubicBezTo>
                    <a:pt x="3442" y="0"/>
                    <a:pt x="3425" y="0"/>
                    <a:pt x="3409" y="1"/>
                  </a:cubicBezTo>
                  <a:cubicBezTo>
                    <a:pt x="1515" y="28"/>
                    <a:pt x="0" y="1596"/>
                    <a:pt x="27" y="3490"/>
                  </a:cubicBezTo>
                  <a:cubicBezTo>
                    <a:pt x="27" y="5367"/>
                    <a:pt x="1569" y="6871"/>
                    <a:pt x="3440" y="6871"/>
                  </a:cubicBezTo>
                  <a:cubicBezTo>
                    <a:pt x="3456" y="6871"/>
                    <a:pt x="3473" y="6871"/>
                    <a:pt x="3490" y="6871"/>
                  </a:cubicBezTo>
                  <a:cubicBezTo>
                    <a:pt x="5410" y="6844"/>
                    <a:pt x="6925" y="5275"/>
                    <a:pt x="6898" y="3382"/>
                  </a:cubicBezTo>
                  <a:cubicBezTo>
                    <a:pt x="6871" y="1505"/>
                    <a:pt x="5330" y="0"/>
                    <a:pt x="3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4343875" y="3666600"/>
              <a:ext cx="218450" cy="216425"/>
            </a:xfrm>
            <a:custGeom>
              <a:avLst/>
              <a:gdLst/>
              <a:ahLst/>
              <a:cxnLst/>
              <a:rect l="l" t="t" r="r" b="b"/>
              <a:pathLst>
                <a:path w="8738" h="8657" extrusionOk="0">
                  <a:moveTo>
                    <a:pt x="4352" y="0"/>
                  </a:moveTo>
                  <a:cubicBezTo>
                    <a:pt x="4335" y="0"/>
                    <a:pt x="4318" y="0"/>
                    <a:pt x="4301" y="0"/>
                  </a:cubicBezTo>
                  <a:cubicBezTo>
                    <a:pt x="1921" y="27"/>
                    <a:pt x="0" y="2002"/>
                    <a:pt x="27" y="4382"/>
                  </a:cubicBezTo>
                  <a:cubicBezTo>
                    <a:pt x="81" y="6773"/>
                    <a:pt x="2002" y="8656"/>
                    <a:pt x="4385" y="8656"/>
                  </a:cubicBezTo>
                  <a:cubicBezTo>
                    <a:pt x="4402" y="8656"/>
                    <a:pt x="4419" y="8656"/>
                    <a:pt x="4436" y="8656"/>
                  </a:cubicBezTo>
                  <a:cubicBezTo>
                    <a:pt x="6817" y="8629"/>
                    <a:pt x="8737" y="6654"/>
                    <a:pt x="8710" y="4274"/>
                  </a:cubicBezTo>
                  <a:cubicBezTo>
                    <a:pt x="8656" y="1884"/>
                    <a:pt x="6736" y="0"/>
                    <a:pt x="43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4"/>
            <p:cNvSpPr/>
            <p:nvPr/>
          </p:nvSpPr>
          <p:spPr>
            <a:xfrm>
              <a:off x="3844825" y="3304800"/>
              <a:ext cx="218425" cy="216450"/>
            </a:xfrm>
            <a:custGeom>
              <a:avLst/>
              <a:gdLst/>
              <a:ahLst/>
              <a:cxnLst/>
              <a:rect l="l" t="t" r="r" b="b"/>
              <a:pathLst>
                <a:path w="8737" h="8658" extrusionOk="0">
                  <a:moveTo>
                    <a:pt x="4351" y="1"/>
                  </a:moveTo>
                  <a:cubicBezTo>
                    <a:pt x="4334" y="1"/>
                    <a:pt x="4318" y="1"/>
                    <a:pt x="4301" y="1"/>
                  </a:cubicBezTo>
                  <a:cubicBezTo>
                    <a:pt x="1921" y="28"/>
                    <a:pt x="0" y="2003"/>
                    <a:pt x="27" y="4383"/>
                  </a:cubicBezTo>
                  <a:cubicBezTo>
                    <a:pt x="54" y="6773"/>
                    <a:pt x="2001" y="8657"/>
                    <a:pt x="4359" y="8657"/>
                  </a:cubicBezTo>
                  <a:cubicBezTo>
                    <a:pt x="4375" y="8657"/>
                    <a:pt x="4392" y="8657"/>
                    <a:pt x="4409" y="8657"/>
                  </a:cubicBezTo>
                  <a:cubicBezTo>
                    <a:pt x="6816" y="8630"/>
                    <a:pt x="8737" y="6655"/>
                    <a:pt x="8683" y="4275"/>
                  </a:cubicBezTo>
                  <a:cubicBezTo>
                    <a:pt x="8656" y="1884"/>
                    <a:pt x="6709" y="1"/>
                    <a:pt x="4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3403900" y="4678900"/>
              <a:ext cx="218450" cy="216450"/>
            </a:xfrm>
            <a:custGeom>
              <a:avLst/>
              <a:gdLst/>
              <a:ahLst/>
              <a:cxnLst/>
              <a:rect l="l" t="t" r="r" b="b"/>
              <a:pathLst>
                <a:path w="8738" h="8658" extrusionOk="0">
                  <a:moveTo>
                    <a:pt x="4352" y="1"/>
                  </a:moveTo>
                  <a:cubicBezTo>
                    <a:pt x="4335" y="1"/>
                    <a:pt x="4319" y="1"/>
                    <a:pt x="4302" y="1"/>
                  </a:cubicBezTo>
                  <a:cubicBezTo>
                    <a:pt x="1921" y="28"/>
                    <a:pt x="1" y="2003"/>
                    <a:pt x="28" y="4410"/>
                  </a:cubicBezTo>
                  <a:cubicBezTo>
                    <a:pt x="81" y="6758"/>
                    <a:pt x="1976" y="8658"/>
                    <a:pt x="4338" y="8658"/>
                  </a:cubicBezTo>
                  <a:cubicBezTo>
                    <a:pt x="4371" y="8658"/>
                    <a:pt x="4404" y="8657"/>
                    <a:pt x="4437" y="8657"/>
                  </a:cubicBezTo>
                  <a:cubicBezTo>
                    <a:pt x="6817" y="8630"/>
                    <a:pt x="8738" y="6682"/>
                    <a:pt x="8711" y="4275"/>
                  </a:cubicBezTo>
                  <a:cubicBezTo>
                    <a:pt x="8657" y="1911"/>
                    <a:pt x="6736" y="1"/>
                    <a:pt x="43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3515500" y="3748400"/>
              <a:ext cx="123100" cy="121775"/>
            </a:xfrm>
            <a:custGeom>
              <a:avLst/>
              <a:gdLst/>
              <a:ahLst/>
              <a:cxnLst/>
              <a:rect l="l" t="t" r="r" b="b"/>
              <a:pathLst>
                <a:path w="4924" h="4871" extrusionOk="0">
                  <a:moveTo>
                    <a:pt x="2457" y="1"/>
                  </a:moveTo>
                  <a:cubicBezTo>
                    <a:pt x="2441" y="1"/>
                    <a:pt x="2424" y="1"/>
                    <a:pt x="2407" y="1"/>
                  </a:cubicBezTo>
                  <a:cubicBezTo>
                    <a:pt x="1082" y="1"/>
                    <a:pt x="0" y="1110"/>
                    <a:pt x="0" y="2463"/>
                  </a:cubicBezTo>
                  <a:cubicBezTo>
                    <a:pt x="27" y="3799"/>
                    <a:pt x="1109" y="4871"/>
                    <a:pt x="2439" y="4871"/>
                  </a:cubicBezTo>
                  <a:cubicBezTo>
                    <a:pt x="2456" y="4871"/>
                    <a:pt x="2472" y="4870"/>
                    <a:pt x="2489" y="4870"/>
                  </a:cubicBezTo>
                  <a:cubicBezTo>
                    <a:pt x="3841" y="4870"/>
                    <a:pt x="4923" y="3761"/>
                    <a:pt x="4896" y="2409"/>
                  </a:cubicBezTo>
                  <a:cubicBezTo>
                    <a:pt x="4869" y="1073"/>
                    <a:pt x="3787" y="1"/>
                    <a:pt x="24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4107875" y="4831725"/>
              <a:ext cx="123100" cy="122425"/>
            </a:xfrm>
            <a:custGeom>
              <a:avLst/>
              <a:gdLst/>
              <a:ahLst/>
              <a:cxnLst/>
              <a:rect l="l" t="t" r="r" b="b"/>
              <a:pathLst>
                <a:path w="4924" h="4897" extrusionOk="0">
                  <a:moveTo>
                    <a:pt x="2457" y="1"/>
                  </a:moveTo>
                  <a:cubicBezTo>
                    <a:pt x="2441" y="1"/>
                    <a:pt x="2424" y="1"/>
                    <a:pt x="2408" y="1"/>
                  </a:cubicBezTo>
                  <a:cubicBezTo>
                    <a:pt x="1055" y="28"/>
                    <a:pt x="0" y="1137"/>
                    <a:pt x="0" y="2490"/>
                  </a:cubicBezTo>
                  <a:cubicBezTo>
                    <a:pt x="27" y="3815"/>
                    <a:pt x="1136" y="4897"/>
                    <a:pt x="2489" y="4897"/>
                  </a:cubicBezTo>
                  <a:cubicBezTo>
                    <a:pt x="3841" y="4870"/>
                    <a:pt x="4923" y="3761"/>
                    <a:pt x="4896" y="2408"/>
                  </a:cubicBezTo>
                  <a:cubicBezTo>
                    <a:pt x="4869" y="1073"/>
                    <a:pt x="3787" y="1"/>
                    <a:pt x="24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4304650" y="4434125"/>
              <a:ext cx="123775" cy="122425"/>
            </a:xfrm>
            <a:custGeom>
              <a:avLst/>
              <a:gdLst/>
              <a:ahLst/>
              <a:cxnLst/>
              <a:rect l="l" t="t" r="r" b="b"/>
              <a:pathLst>
                <a:path w="4951" h="4897" extrusionOk="0">
                  <a:moveTo>
                    <a:pt x="2435" y="0"/>
                  </a:moveTo>
                  <a:cubicBezTo>
                    <a:pt x="1082" y="27"/>
                    <a:pt x="0" y="1136"/>
                    <a:pt x="28" y="2489"/>
                  </a:cubicBezTo>
                  <a:cubicBezTo>
                    <a:pt x="54" y="3825"/>
                    <a:pt x="1137" y="4897"/>
                    <a:pt x="2466" y="4897"/>
                  </a:cubicBezTo>
                  <a:cubicBezTo>
                    <a:pt x="2483" y="4897"/>
                    <a:pt x="2499" y="4896"/>
                    <a:pt x="2516" y="4896"/>
                  </a:cubicBezTo>
                  <a:cubicBezTo>
                    <a:pt x="3869" y="4896"/>
                    <a:pt x="4950" y="3787"/>
                    <a:pt x="4923" y="2435"/>
                  </a:cubicBezTo>
                  <a:cubicBezTo>
                    <a:pt x="4896" y="1082"/>
                    <a:pt x="3787" y="0"/>
                    <a:pt x="24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7" name="Google Shape;767;p24"/>
          <p:cNvGrpSpPr/>
          <p:nvPr/>
        </p:nvGrpSpPr>
        <p:grpSpPr>
          <a:xfrm rot="4179065">
            <a:off x="5883543" y="993804"/>
            <a:ext cx="1837580" cy="7479591"/>
            <a:chOff x="9065175" y="1446600"/>
            <a:chExt cx="682175" cy="2603425"/>
          </a:xfrm>
        </p:grpSpPr>
        <p:sp>
          <p:nvSpPr>
            <p:cNvPr id="768" name="Google Shape;768;p24"/>
            <p:cNvSpPr/>
            <p:nvPr/>
          </p:nvSpPr>
          <p:spPr>
            <a:xfrm>
              <a:off x="9086850" y="1508200"/>
              <a:ext cx="610475" cy="2541825"/>
            </a:xfrm>
            <a:custGeom>
              <a:avLst/>
              <a:gdLst/>
              <a:ahLst/>
              <a:cxnLst/>
              <a:rect l="l" t="t" r="r" b="b"/>
              <a:pathLst>
                <a:path w="24419" h="101673" extrusionOk="0">
                  <a:moveTo>
                    <a:pt x="3036" y="0"/>
                  </a:moveTo>
                  <a:cubicBezTo>
                    <a:pt x="2703" y="0"/>
                    <a:pt x="2402" y="267"/>
                    <a:pt x="2402" y="601"/>
                  </a:cubicBezTo>
                  <a:cubicBezTo>
                    <a:pt x="2102" y="9474"/>
                    <a:pt x="7740" y="14010"/>
                    <a:pt x="13143" y="18380"/>
                  </a:cubicBezTo>
                  <a:cubicBezTo>
                    <a:pt x="18280" y="22550"/>
                    <a:pt x="23151" y="26452"/>
                    <a:pt x="22917" y="33824"/>
                  </a:cubicBezTo>
                  <a:cubicBezTo>
                    <a:pt x="22650" y="41997"/>
                    <a:pt x="17346" y="45633"/>
                    <a:pt x="11709" y="49502"/>
                  </a:cubicBezTo>
                  <a:cubicBezTo>
                    <a:pt x="6205" y="53305"/>
                    <a:pt x="534" y="57208"/>
                    <a:pt x="268" y="65614"/>
                  </a:cubicBezTo>
                  <a:cubicBezTo>
                    <a:pt x="1" y="73553"/>
                    <a:pt x="4804" y="77522"/>
                    <a:pt x="9908" y="81725"/>
                  </a:cubicBezTo>
                  <a:cubicBezTo>
                    <a:pt x="15378" y="86229"/>
                    <a:pt x="21049" y="90899"/>
                    <a:pt x="20715" y="101039"/>
                  </a:cubicBezTo>
                  <a:cubicBezTo>
                    <a:pt x="20715" y="101373"/>
                    <a:pt x="20982" y="101673"/>
                    <a:pt x="21316" y="101673"/>
                  </a:cubicBezTo>
                  <a:cubicBezTo>
                    <a:pt x="21683" y="101673"/>
                    <a:pt x="21950" y="101406"/>
                    <a:pt x="21950" y="101072"/>
                  </a:cubicBezTo>
                  <a:cubicBezTo>
                    <a:pt x="22283" y="90265"/>
                    <a:pt x="16146" y="85194"/>
                    <a:pt x="10708" y="80725"/>
                  </a:cubicBezTo>
                  <a:cubicBezTo>
                    <a:pt x="5838" y="76722"/>
                    <a:pt x="1268" y="72952"/>
                    <a:pt x="1502" y="65647"/>
                  </a:cubicBezTo>
                  <a:cubicBezTo>
                    <a:pt x="1769" y="57875"/>
                    <a:pt x="6939" y="54306"/>
                    <a:pt x="12410" y="50536"/>
                  </a:cubicBezTo>
                  <a:cubicBezTo>
                    <a:pt x="18047" y="46633"/>
                    <a:pt x="23851" y="42631"/>
                    <a:pt x="24151" y="33858"/>
                  </a:cubicBezTo>
                  <a:cubicBezTo>
                    <a:pt x="24418" y="25852"/>
                    <a:pt x="19081" y="21549"/>
                    <a:pt x="13944" y="17413"/>
                  </a:cubicBezTo>
                  <a:cubicBezTo>
                    <a:pt x="8507" y="13043"/>
                    <a:pt x="3370" y="8906"/>
                    <a:pt x="3637" y="634"/>
                  </a:cubicBezTo>
                  <a:cubicBezTo>
                    <a:pt x="3637" y="300"/>
                    <a:pt x="3370" y="0"/>
                    <a:pt x="3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9065175" y="1446600"/>
              <a:ext cx="682175" cy="2586000"/>
            </a:xfrm>
            <a:custGeom>
              <a:avLst/>
              <a:gdLst/>
              <a:ahLst/>
              <a:cxnLst/>
              <a:rect l="l" t="t" r="r" b="b"/>
              <a:pathLst>
                <a:path w="27287" h="103440" extrusionOk="0">
                  <a:moveTo>
                    <a:pt x="25601" y="0"/>
                  </a:moveTo>
                  <a:cubicBezTo>
                    <a:pt x="25266" y="0"/>
                    <a:pt x="24931" y="246"/>
                    <a:pt x="24985" y="696"/>
                  </a:cubicBezTo>
                  <a:cubicBezTo>
                    <a:pt x="25952" y="9969"/>
                    <a:pt x="19948" y="14573"/>
                    <a:pt x="13610" y="19443"/>
                  </a:cubicBezTo>
                  <a:cubicBezTo>
                    <a:pt x="8140" y="23679"/>
                    <a:pt x="2469" y="28016"/>
                    <a:pt x="2202" y="35588"/>
                  </a:cubicBezTo>
                  <a:cubicBezTo>
                    <a:pt x="1902" y="45328"/>
                    <a:pt x="7639" y="49698"/>
                    <a:pt x="13210" y="53901"/>
                  </a:cubicBezTo>
                  <a:cubicBezTo>
                    <a:pt x="18213" y="57704"/>
                    <a:pt x="22983" y="61306"/>
                    <a:pt x="22717" y="68778"/>
                  </a:cubicBezTo>
                  <a:cubicBezTo>
                    <a:pt x="22483" y="76350"/>
                    <a:pt x="17513" y="80020"/>
                    <a:pt x="12242" y="83922"/>
                  </a:cubicBezTo>
                  <a:cubicBezTo>
                    <a:pt x="6405" y="88259"/>
                    <a:pt x="334" y="92762"/>
                    <a:pt x="0" y="102803"/>
                  </a:cubicBezTo>
                  <a:cubicBezTo>
                    <a:pt x="0" y="103136"/>
                    <a:pt x="267" y="103436"/>
                    <a:pt x="601" y="103436"/>
                  </a:cubicBezTo>
                  <a:cubicBezTo>
                    <a:pt x="622" y="103438"/>
                    <a:pt x="642" y="103439"/>
                    <a:pt x="662" y="103439"/>
                  </a:cubicBezTo>
                  <a:cubicBezTo>
                    <a:pt x="997" y="103439"/>
                    <a:pt x="1236" y="103182"/>
                    <a:pt x="1268" y="102836"/>
                  </a:cubicBezTo>
                  <a:cubicBezTo>
                    <a:pt x="1568" y="93429"/>
                    <a:pt x="7372" y="89126"/>
                    <a:pt x="13010" y="84957"/>
                  </a:cubicBezTo>
                  <a:cubicBezTo>
                    <a:pt x="18280" y="81054"/>
                    <a:pt x="23717" y="76951"/>
                    <a:pt x="23984" y="68845"/>
                  </a:cubicBezTo>
                  <a:cubicBezTo>
                    <a:pt x="24251" y="60706"/>
                    <a:pt x="19014" y="56770"/>
                    <a:pt x="13944" y="52934"/>
                  </a:cubicBezTo>
                  <a:cubicBezTo>
                    <a:pt x="8640" y="48897"/>
                    <a:pt x="3169" y="44761"/>
                    <a:pt x="3470" y="35621"/>
                  </a:cubicBezTo>
                  <a:cubicBezTo>
                    <a:pt x="3703" y="28650"/>
                    <a:pt x="8873" y="24680"/>
                    <a:pt x="14377" y="20444"/>
                  </a:cubicBezTo>
                  <a:cubicBezTo>
                    <a:pt x="20715" y="15573"/>
                    <a:pt x="27287" y="10570"/>
                    <a:pt x="26219" y="563"/>
                  </a:cubicBezTo>
                  <a:cubicBezTo>
                    <a:pt x="26173" y="179"/>
                    <a:pt x="25887" y="0"/>
                    <a:pt x="25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9240300" y="3247475"/>
              <a:ext cx="393750" cy="199625"/>
            </a:xfrm>
            <a:custGeom>
              <a:avLst/>
              <a:gdLst/>
              <a:ahLst/>
              <a:cxnLst/>
              <a:rect l="l" t="t" r="r" b="b"/>
              <a:pathLst>
                <a:path w="15750" h="7985" extrusionOk="0">
                  <a:moveTo>
                    <a:pt x="15158" y="0"/>
                  </a:moveTo>
                  <a:cubicBezTo>
                    <a:pt x="15101" y="0"/>
                    <a:pt x="15040" y="14"/>
                    <a:pt x="14978" y="46"/>
                  </a:cubicBezTo>
                  <a:lnTo>
                    <a:pt x="401" y="7184"/>
                  </a:lnTo>
                  <a:cubicBezTo>
                    <a:pt x="0" y="7384"/>
                    <a:pt x="134" y="7985"/>
                    <a:pt x="601" y="7985"/>
                  </a:cubicBezTo>
                  <a:cubicBezTo>
                    <a:pt x="668" y="7951"/>
                    <a:pt x="701" y="7951"/>
                    <a:pt x="768" y="7918"/>
                  </a:cubicBezTo>
                  <a:lnTo>
                    <a:pt x="15345" y="813"/>
                  </a:lnTo>
                  <a:cubicBezTo>
                    <a:pt x="15749" y="582"/>
                    <a:pt x="15528" y="0"/>
                    <a:pt x="15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9142725" y="3083225"/>
              <a:ext cx="497100" cy="243800"/>
            </a:xfrm>
            <a:custGeom>
              <a:avLst/>
              <a:gdLst/>
              <a:ahLst/>
              <a:cxnLst/>
              <a:rect l="l" t="t" r="r" b="b"/>
              <a:pathLst>
                <a:path w="19884" h="9752" extrusionOk="0">
                  <a:moveTo>
                    <a:pt x="19267" y="1"/>
                  </a:moveTo>
                  <a:cubicBezTo>
                    <a:pt x="19208" y="1"/>
                    <a:pt x="19146" y="14"/>
                    <a:pt x="19081" y="44"/>
                  </a:cubicBezTo>
                  <a:lnTo>
                    <a:pt x="401" y="8951"/>
                  </a:lnTo>
                  <a:cubicBezTo>
                    <a:pt x="1" y="9151"/>
                    <a:pt x="167" y="9718"/>
                    <a:pt x="601" y="9751"/>
                  </a:cubicBezTo>
                  <a:cubicBezTo>
                    <a:pt x="668" y="9751"/>
                    <a:pt x="701" y="9718"/>
                    <a:pt x="768" y="9684"/>
                  </a:cubicBezTo>
                  <a:lnTo>
                    <a:pt x="19448" y="811"/>
                  </a:lnTo>
                  <a:cubicBezTo>
                    <a:pt x="19883" y="608"/>
                    <a:pt x="19662" y="1"/>
                    <a:pt x="19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9113550" y="2938925"/>
              <a:ext cx="459600" cy="234650"/>
            </a:xfrm>
            <a:custGeom>
              <a:avLst/>
              <a:gdLst/>
              <a:ahLst/>
              <a:cxnLst/>
              <a:rect l="l" t="t" r="r" b="b"/>
              <a:pathLst>
                <a:path w="18384" h="9386" extrusionOk="0">
                  <a:moveTo>
                    <a:pt x="17794" y="0"/>
                  </a:moveTo>
                  <a:cubicBezTo>
                    <a:pt x="17736" y="0"/>
                    <a:pt x="17675" y="14"/>
                    <a:pt x="17613" y="45"/>
                  </a:cubicBezTo>
                  <a:lnTo>
                    <a:pt x="400" y="8585"/>
                  </a:lnTo>
                  <a:cubicBezTo>
                    <a:pt x="0" y="8785"/>
                    <a:pt x="134" y="9385"/>
                    <a:pt x="601" y="9385"/>
                  </a:cubicBezTo>
                  <a:cubicBezTo>
                    <a:pt x="667" y="9385"/>
                    <a:pt x="734" y="9352"/>
                    <a:pt x="801" y="9319"/>
                  </a:cubicBezTo>
                  <a:lnTo>
                    <a:pt x="17980" y="779"/>
                  </a:lnTo>
                  <a:cubicBezTo>
                    <a:pt x="18384" y="577"/>
                    <a:pt x="18163" y="0"/>
                    <a:pt x="17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9164400" y="2824375"/>
              <a:ext cx="297550" cy="156550"/>
            </a:xfrm>
            <a:custGeom>
              <a:avLst/>
              <a:gdLst/>
              <a:ahLst/>
              <a:cxnLst/>
              <a:rect l="l" t="t" r="r" b="b"/>
              <a:pathLst>
                <a:path w="11902" h="6262" extrusionOk="0">
                  <a:moveTo>
                    <a:pt x="11322" y="0"/>
                  </a:moveTo>
                  <a:cubicBezTo>
                    <a:pt x="11256" y="0"/>
                    <a:pt x="11184" y="18"/>
                    <a:pt x="11109" y="58"/>
                  </a:cubicBezTo>
                  <a:lnTo>
                    <a:pt x="368" y="5461"/>
                  </a:lnTo>
                  <a:cubicBezTo>
                    <a:pt x="1" y="5662"/>
                    <a:pt x="134" y="6262"/>
                    <a:pt x="568" y="6262"/>
                  </a:cubicBezTo>
                  <a:cubicBezTo>
                    <a:pt x="635" y="6262"/>
                    <a:pt x="701" y="6229"/>
                    <a:pt x="768" y="6195"/>
                  </a:cubicBezTo>
                  <a:lnTo>
                    <a:pt x="11476" y="791"/>
                  </a:lnTo>
                  <a:cubicBezTo>
                    <a:pt x="11901" y="564"/>
                    <a:pt x="11700" y="0"/>
                    <a:pt x="11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9388725" y="3076125"/>
              <a:ext cx="261250" cy="134975"/>
            </a:xfrm>
            <a:custGeom>
              <a:avLst/>
              <a:gdLst/>
              <a:ahLst/>
              <a:cxnLst/>
              <a:rect l="l" t="t" r="r" b="b"/>
              <a:pathLst>
                <a:path w="10450" h="5399" extrusionOk="0">
                  <a:moveTo>
                    <a:pt x="9540" y="1"/>
                  </a:moveTo>
                  <a:cubicBezTo>
                    <a:pt x="9456" y="1"/>
                    <a:pt x="9367" y="19"/>
                    <a:pt x="9274" y="61"/>
                  </a:cubicBezTo>
                  <a:lnTo>
                    <a:pt x="601" y="4198"/>
                  </a:lnTo>
                  <a:cubicBezTo>
                    <a:pt x="1" y="4498"/>
                    <a:pt x="201" y="5399"/>
                    <a:pt x="868" y="5399"/>
                  </a:cubicBezTo>
                  <a:cubicBezTo>
                    <a:pt x="968" y="5399"/>
                    <a:pt x="1035" y="5365"/>
                    <a:pt x="1135" y="5332"/>
                  </a:cubicBezTo>
                  <a:lnTo>
                    <a:pt x="9808" y="1196"/>
                  </a:lnTo>
                  <a:cubicBezTo>
                    <a:pt x="10449" y="904"/>
                    <a:pt x="10122" y="1"/>
                    <a:pt x="9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9332025" y="2929875"/>
              <a:ext cx="253475" cy="135300"/>
            </a:xfrm>
            <a:custGeom>
              <a:avLst/>
              <a:gdLst/>
              <a:ahLst/>
              <a:cxnLst/>
              <a:rect l="l" t="t" r="r" b="b"/>
              <a:pathLst>
                <a:path w="10139" h="5412" extrusionOk="0">
                  <a:moveTo>
                    <a:pt x="9245" y="0"/>
                  </a:moveTo>
                  <a:cubicBezTo>
                    <a:pt x="9150" y="0"/>
                    <a:pt x="9048" y="23"/>
                    <a:pt x="8940" y="74"/>
                  </a:cubicBezTo>
                  <a:lnTo>
                    <a:pt x="568" y="4244"/>
                  </a:lnTo>
                  <a:cubicBezTo>
                    <a:pt x="1" y="4544"/>
                    <a:pt x="201" y="5411"/>
                    <a:pt x="868" y="5411"/>
                  </a:cubicBezTo>
                  <a:cubicBezTo>
                    <a:pt x="968" y="5411"/>
                    <a:pt x="1035" y="5411"/>
                    <a:pt x="1135" y="5344"/>
                  </a:cubicBezTo>
                  <a:lnTo>
                    <a:pt x="9507" y="1175"/>
                  </a:lnTo>
                  <a:cubicBezTo>
                    <a:pt x="10139" y="859"/>
                    <a:pt x="9832" y="0"/>
                    <a:pt x="9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9305350" y="2816175"/>
              <a:ext cx="167450" cy="93875"/>
            </a:xfrm>
            <a:custGeom>
              <a:avLst/>
              <a:gdLst/>
              <a:ahLst/>
              <a:cxnLst/>
              <a:rect l="l" t="t" r="r" b="b"/>
              <a:pathLst>
                <a:path w="6698" h="3755" extrusionOk="0">
                  <a:moveTo>
                    <a:pt x="5823" y="1"/>
                  </a:moveTo>
                  <a:cubicBezTo>
                    <a:pt x="5724" y="1"/>
                    <a:pt x="5617" y="27"/>
                    <a:pt x="5504" y="85"/>
                  </a:cubicBezTo>
                  <a:lnTo>
                    <a:pt x="567" y="2587"/>
                  </a:lnTo>
                  <a:cubicBezTo>
                    <a:pt x="0" y="2887"/>
                    <a:pt x="200" y="3755"/>
                    <a:pt x="868" y="3755"/>
                  </a:cubicBezTo>
                  <a:cubicBezTo>
                    <a:pt x="968" y="3755"/>
                    <a:pt x="1068" y="3721"/>
                    <a:pt x="1134" y="3688"/>
                  </a:cubicBezTo>
                  <a:lnTo>
                    <a:pt x="6071" y="1186"/>
                  </a:lnTo>
                  <a:cubicBezTo>
                    <a:pt x="6698" y="873"/>
                    <a:pt x="6401" y="1"/>
                    <a:pt x="5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9427100" y="3236800"/>
              <a:ext cx="221025" cy="117725"/>
            </a:xfrm>
            <a:custGeom>
              <a:avLst/>
              <a:gdLst/>
              <a:ahLst/>
              <a:cxnLst/>
              <a:rect l="l" t="t" r="r" b="b"/>
              <a:pathLst>
                <a:path w="8841" h="4709" extrusionOk="0">
                  <a:moveTo>
                    <a:pt x="7937" y="0"/>
                  </a:moveTo>
                  <a:cubicBezTo>
                    <a:pt x="7844" y="0"/>
                    <a:pt x="7744" y="22"/>
                    <a:pt x="7639" y="72"/>
                  </a:cubicBezTo>
                  <a:lnTo>
                    <a:pt x="601" y="3541"/>
                  </a:lnTo>
                  <a:cubicBezTo>
                    <a:pt x="0" y="3808"/>
                    <a:pt x="201" y="4709"/>
                    <a:pt x="868" y="4709"/>
                  </a:cubicBezTo>
                  <a:cubicBezTo>
                    <a:pt x="968" y="4709"/>
                    <a:pt x="1068" y="4676"/>
                    <a:pt x="1135" y="4642"/>
                  </a:cubicBezTo>
                  <a:lnTo>
                    <a:pt x="8206" y="1206"/>
                  </a:lnTo>
                  <a:cubicBezTo>
                    <a:pt x="8840" y="890"/>
                    <a:pt x="8528" y="0"/>
                    <a:pt x="79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9149925" y="2478050"/>
              <a:ext cx="373100" cy="190150"/>
            </a:xfrm>
            <a:custGeom>
              <a:avLst/>
              <a:gdLst/>
              <a:ahLst/>
              <a:cxnLst/>
              <a:rect l="l" t="t" r="r" b="b"/>
              <a:pathLst>
                <a:path w="14924" h="7606" extrusionOk="0">
                  <a:moveTo>
                    <a:pt x="623" y="1"/>
                  </a:moveTo>
                  <a:cubicBezTo>
                    <a:pt x="236" y="1"/>
                    <a:pt x="0" y="604"/>
                    <a:pt x="480" y="801"/>
                  </a:cubicBezTo>
                  <a:lnTo>
                    <a:pt x="14156" y="7573"/>
                  </a:lnTo>
                  <a:cubicBezTo>
                    <a:pt x="14223" y="7606"/>
                    <a:pt x="14290" y="7606"/>
                    <a:pt x="14356" y="7606"/>
                  </a:cubicBezTo>
                  <a:cubicBezTo>
                    <a:pt x="14790" y="7606"/>
                    <a:pt x="14923" y="7006"/>
                    <a:pt x="14523" y="6805"/>
                  </a:cubicBezTo>
                  <a:lnTo>
                    <a:pt x="847" y="67"/>
                  </a:lnTo>
                  <a:cubicBezTo>
                    <a:pt x="769" y="21"/>
                    <a:pt x="694" y="1"/>
                    <a:pt x="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4"/>
            <p:cNvSpPr/>
            <p:nvPr/>
          </p:nvSpPr>
          <p:spPr>
            <a:xfrm>
              <a:off x="9130475" y="2302375"/>
              <a:ext cx="494300" cy="252425"/>
            </a:xfrm>
            <a:custGeom>
              <a:avLst/>
              <a:gdLst/>
              <a:ahLst/>
              <a:cxnLst/>
              <a:rect l="l" t="t" r="r" b="b"/>
              <a:pathLst>
                <a:path w="19772" h="10097" extrusionOk="0">
                  <a:moveTo>
                    <a:pt x="605" y="0"/>
                  </a:moveTo>
                  <a:cubicBezTo>
                    <a:pt x="203" y="0"/>
                    <a:pt x="1" y="595"/>
                    <a:pt x="457" y="823"/>
                  </a:cubicBezTo>
                  <a:lnTo>
                    <a:pt x="18970" y="10063"/>
                  </a:lnTo>
                  <a:cubicBezTo>
                    <a:pt x="19037" y="10063"/>
                    <a:pt x="19104" y="10096"/>
                    <a:pt x="19171" y="10096"/>
                  </a:cubicBezTo>
                  <a:cubicBezTo>
                    <a:pt x="19604" y="10096"/>
                    <a:pt x="19771" y="9496"/>
                    <a:pt x="19371" y="9296"/>
                  </a:cubicBezTo>
                  <a:lnTo>
                    <a:pt x="824" y="56"/>
                  </a:lnTo>
                  <a:cubicBezTo>
                    <a:pt x="747" y="17"/>
                    <a:pt x="673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4"/>
            <p:cNvSpPr/>
            <p:nvPr/>
          </p:nvSpPr>
          <p:spPr>
            <a:xfrm>
              <a:off x="9197200" y="2152250"/>
              <a:ext cx="473425" cy="241600"/>
            </a:xfrm>
            <a:custGeom>
              <a:avLst/>
              <a:gdLst/>
              <a:ahLst/>
              <a:cxnLst/>
              <a:rect l="l" t="t" r="r" b="b"/>
              <a:pathLst>
                <a:path w="18937" h="9664" extrusionOk="0">
                  <a:moveTo>
                    <a:pt x="615" y="1"/>
                  </a:moveTo>
                  <a:cubicBezTo>
                    <a:pt x="227" y="1"/>
                    <a:pt x="0" y="591"/>
                    <a:pt x="457" y="790"/>
                  </a:cubicBezTo>
                  <a:lnTo>
                    <a:pt x="18169" y="9630"/>
                  </a:lnTo>
                  <a:cubicBezTo>
                    <a:pt x="18203" y="9663"/>
                    <a:pt x="18270" y="9663"/>
                    <a:pt x="18336" y="9663"/>
                  </a:cubicBezTo>
                  <a:cubicBezTo>
                    <a:pt x="18770" y="9663"/>
                    <a:pt x="18937" y="9063"/>
                    <a:pt x="18536" y="8863"/>
                  </a:cubicBezTo>
                  <a:lnTo>
                    <a:pt x="824" y="57"/>
                  </a:lnTo>
                  <a:cubicBezTo>
                    <a:pt x="751" y="18"/>
                    <a:pt x="681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9303950" y="2040525"/>
              <a:ext cx="343275" cy="177375"/>
            </a:xfrm>
            <a:custGeom>
              <a:avLst/>
              <a:gdLst/>
              <a:ahLst/>
              <a:cxnLst/>
              <a:rect l="l" t="t" r="r" b="b"/>
              <a:pathLst>
                <a:path w="13731" h="7095" extrusionOk="0">
                  <a:moveTo>
                    <a:pt x="615" y="0"/>
                  </a:moveTo>
                  <a:cubicBezTo>
                    <a:pt x="227" y="0"/>
                    <a:pt x="0" y="590"/>
                    <a:pt x="457" y="790"/>
                  </a:cubicBezTo>
                  <a:lnTo>
                    <a:pt x="12965" y="7061"/>
                  </a:lnTo>
                  <a:cubicBezTo>
                    <a:pt x="13024" y="7090"/>
                    <a:pt x="13082" y="7094"/>
                    <a:pt x="13141" y="7094"/>
                  </a:cubicBezTo>
                  <a:lnTo>
                    <a:pt x="13141" y="7094"/>
                  </a:lnTo>
                  <a:cubicBezTo>
                    <a:pt x="13601" y="7087"/>
                    <a:pt x="13730" y="6492"/>
                    <a:pt x="13332" y="6294"/>
                  </a:cubicBezTo>
                  <a:lnTo>
                    <a:pt x="823" y="56"/>
                  </a:lnTo>
                  <a:cubicBezTo>
                    <a:pt x="751" y="17"/>
                    <a:pt x="681" y="0"/>
                    <a:pt x="615" y="0"/>
                  </a:cubicBezTo>
                  <a:close/>
                  <a:moveTo>
                    <a:pt x="13141" y="7094"/>
                  </a:moveTo>
                  <a:lnTo>
                    <a:pt x="13141" y="7094"/>
                  </a:lnTo>
                  <a:cubicBezTo>
                    <a:pt x="13138" y="7094"/>
                    <a:pt x="13135" y="7094"/>
                    <a:pt x="13132" y="7094"/>
                  </a:cubicBezTo>
                  <a:lnTo>
                    <a:pt x="13166" y="7094"/>
                  </a:lnTo>
                  <a:cubicBezTo>
                    <a:pt x="13157" y="7094"/>
                    <a:pt x="13149" y="7094"/>
                    <a:pt x="13141" y="70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9290525" y="2032300"/>
              <a:ext cx="207475" cy="112200"/>
            </a:xfrm>
            <a:custGeom>
              <a:avLst/>
              <a:gdLst/>
              <a:ahLst/>
              <a:cxnLst/>
              <a:rect l="l" t="t" r="r" b="b"/>
              <a:pathLst>
                <a:path w="8299" h="4488" extrusionOk="0">
                  <a:moveTo>
                    <a:pt x="885" y="0"/>
                  </a:moveTo>
                  <a:cubicBezTo>
                    <a:pt x="322" y="0"/>
                    <a:pt x="0" y="872"/>
                    <a:pt x="627" y="1185"/>
                  </a:cubicBezTo>
                  <a:lnTo>
                    <a:pt x="7131" y="4421"/>
                  </a:lnTo>
                  <a:cubicBezTo>
                    <a:pt x="7231" y="4454"/>
                    <a:pt x="7331" y="4488"/>
                    <a:pt x="7431" y="4488"/>
                  </a:cubicBezTo>
                  <a:cubicBezTo>
                    <a:pt x="8065" y="4488"/>
                    <a:pt x="8299" y="3587"/>
                    <a:pt x="7698" y="3320"/>
                  </a:cubicBezTo>
                  <a:lnTo>
                    <a:pt x="1194" y="85"/>
                  </a:lnTo>
                  <a:cubicBezTo>
                    <a:pt x="1086" y="26"/>
                    <a:pt x="982" y="0"/>
                    <a:pt x="8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9190250" y="2146850"/>
              <a:ext cx="247725" cy="132750"/>
            </a:xfrm>
            <a:custGeom>
              <a:avLst/>
              <a:gdLst/>
              <a:ahLst/>
              <a:cxnLst/>
              <a:rect l="l" t="t" r="r" b="b"/>
              <a:pathLst>
                <a:path w="9909" h="5310" extrusionOk="0">
                  <a:moveTo>
                    <a:pt x="904" y="0"/>
                  </a:moveTo>
                  <a:cubicBezTo>
                    <a:pt x="313" y="0"/>
                    <a:pt x="1" y="890"/>
                    <a:pt x="635" y="1207"/>
                  </a:cubicBezTo>
                  <a:lnTo>
                    <a:pt x="8741" y="5243"/>
                  </a:lnTo>
                  <a:cubicBezTo>
                    <a:pt x="8841" y="5276"/>
                    <a:pt x="8941" y="5276"/>
                    <a:pt x="9041" y="5310"/>
                  </a:cubicBezTo>
                  <a:cubicBezTo>
                    <a:pt x="9708" y="5310"/>
                    <a:pt x="9908" y="4409"/>
                    <a:pt x="9308" y="4142"/>
                  </a:cubicBezTo>
                  <a:lnTo>
                    <a:pt x="1202" y="72"/>
                  </a:lnTo>
                  <a:cubicBezTo>
                    <a:pt x="1097" y="22"/>
                    <a:pt x="997" y="0"/>
                    <a:pt x="9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9121225" y="2297750"/>
              <a:ext cx="229175" cy="123625"/>
            </a:xfrm>
            <a:custGeom>
              <a:avLst/>
              <a:gdLst/>
              <a:ahLst/>
              <a:cxnLst/>
              <a:rect l="l" t="t" r="r" b="b"/>
              <a:pathLst>
                <a:path w="9167" h="4945" extrusionOk="0">
                  <a:moveTo>
                    <a:pt x="900" y="0"/>
                  </a:moveTo>
                  <a:cubicBezTo>
                    <a:pt x="328" y="0"/>
                    <a:pt x="0" y="864"/>
                    <a:pt x="660" y="1208"/>
                  </a:cubicBezTo>
                  <a:lnTo>
                    <a:pt x="8032" y="4878"/>
                  </a:lnTo>
                  <a:cubicBezTo>
                    <a:pt x="8132" y="4911"/>
                    <a:pt x="8199" y="4944"/>
                    <a:pt x="8299" y="4944"/>
                  </a:cubicBezTo>
                  <a:cubicBezTo>
                    <a:pt x="8966" y="4944"/>
                    <a:pt x="9167" y="4044"/>
                    <a:pt x="8599" y="3743"/>
                  </a:cubicBezTo>
                  <a:lnTo>
                    <a:pt x="1194" y="74"/>
                  </a:lnTo>
                  <a:cubicBezTo>
                    <a:pt x="1092" y="23"/>
                    <a:pt x="993" y="0"/>
                    <a:pt x="9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9143550" y="2472925"/>
              <a:ext cx="201850" cy="109400"/>
            </a:xfrm>
            <a:custGeom>
              <a:avLst/>
              <a:gdLst/>
              <a:ahLst/>
              <a:cxnLst/>
              <a:rect l="l" t="t" r="r" b="b"/>
              <a:pathLst>
                <a:path w="8074" h="4376" extrusionOk="0">
                  <a:moveTo>
                    <a:pt x="914" y="0"/>
                  </a:moveTo>
                  <a:cubicBezTo>
                    <a:pt x="338" y="0"/>
                    <a:pt x="1" y="889"/>
                    <a:pt x="635" y="1206"/>
                  </a:cubicBezTo>
                  <a:lnTo>
                    <a:pt x="6939" y="4308"/>
                  </a:lnTo>
                  <a:cubicBezTo>
                    <a:pt x="7006" y="4342"/>
                    <a:pt x="7106" y="4375"/>
                    <a:pt x="7206" y="4375"/>
                  </a:cubicBezTo>
                  <a:cubicBezTo>
                    <a:pt x="7873" y="4375"/>
                    <a:pt x="8073" y="3475"/>
                    <a:pt x="7473" y="3174"/>
                  </a:cubicBezTo>
                  <a:lnTo>
                    <a:pt x="1202" y="72"/>
                  </a:lnTo>
                  <a:cubicBezTo>
                    <a:pt x="1102" y="22"/>
                    <a:pt x="1005" y="0"/>
                    <a:pt x="9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9222975" y="3691050"/>
              <a:ext cx="352050" cy="104725"/>
            </a:xfrm>
            <a:custGeom>
              <a:avLst/>
              <a:gdLst/>
              <a:ahLst/>
              <a:cxnLst/>
              <a:rect l="l" t="t" r="r" b="b"/>
              <a:pathLst>
                <a:path w="14082" h="4189" extrusionOk="0">
                  <a:moveTo>
                    <a:pt x="577" y="0"/>
                  </a:moveTo>
                  <a:cubicBezTo>
                    <a:pt x="133" y="0"/>
                    <a:pt x="0" y="693"/>
                    <a:pt x="493" y="816"/>
                  </a:cubicBezTo>
                  <a:lnTo>
                    <a:pt x="13336" y="4152"/>
                  </a:lnTo>
                  <a:lnTo>
                    <a:pt x="13436" y="4152"/>
                  </a:lnTo>
                  <a:lnTo>
                    <a:pt x="13436" y="4185"/>
                  </a:lnTo>
                  <a:cubicBezTo>
                    <a:pt x="13458" y="4188"/>
                    <a:pt x="13479" y="4189"/>
                    <a:pt x="13499" y="4189"/>
                  </a:cubicBezTo>
                  <a:cubicBezTo>
                    <a:pt x="14010" y="4189"/>
                    <a:pt x="14081" y="3415"/>
                    <a:pt x="13536" y="3351"/>
                  </a:cubicBezTo>
                  <a:lnTo>
                    <a:pt x="693" y="15"/>
                  </a:lnTo>
                  <a:cubicBezTo>
                    <a:pt x="653" y="5"/>
                    <a:pt x="614" y="0"/>
                    <a:pt x="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9118475" y="3844650"/>
              <a:ext cx="507450" cy="137925"/>
            </a:xfrm>
            <a:custGeom>
              <a:avLst/>
              <a:gdLst/>
              <a:ahLst/>
              <a:cxnLst/>
              <a:rect l="l" t="t" r="r" b="b"/>
              <a:pathLst>
                <a:path w="20298" h="5517" extrusionOk="0">
                  <a:moveTo>
                    <a:pt x="582" y="0"/>
                  </a:moveTo>
                  <a:cubicBezTo>
                    <a:pt x="148" y="0"/>
                    <a:pt x="0" y="684"/>
                    <a:pt x="470" y="810"/>
                  </a:cubicBezTo>
                  <a:lnTo>
                    <a:pt x="19551" y="5513"/>
                  </a:lnTo>
                  <a:lnTo>
                    <a:pt x="19684" y="5513"/>
                  </a:lnTo>
                  <a:cubicBezTo>
                    <a:pt x="19704" y="5516"/>
                    <a:pt x="19724" y="5517"/>
                    <a:pt x="19744" y="5517"/>
                  </a:cubicBezTo>
                  <a:cubicBezTo>
                    <a:pt x="20224" y="5517"/>
                    <a:pt x="20297" y="4743"/>
                    <a:pt x="19784" y="4679"/>
                  </a:cubicBezTo>
                  <a:lnTo>
                    <a:pt x="670" y="9"/>
                  </a:lnTo>
                  <a:cubicBezTo>
                    <a:pt x="640" y="3"/>
                    <a:pt x="611" y="0"/>
                    <a:pt x="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9263900" y="1734800"/>
              <a:ext cx="374250" cy="85325"/>
            </a:xfrm>
            <a:custGeom>
              <a:avLst/>
              <a:gdLst/>
              <a:ahLst/>
              <a:cxnLst/>
              <a:rect l="l" t="t" r="r" b="b"/>
              <a:pathLst>
                <a:path w="14970" h="3413" extrusionOk="0">
                  <a:moveTo>
                    <a:pt x="14387" y="1"/>
                  </a:moveTo>
                  <a:cubicBezTo>
                    <a:pt x="14360" y="1"/>
                    <a:pt x="14331" y="4"/>
                    <a:pt x="14301" y="9"/>
                  </a:cubicBezTo>
                  <a:lnTo>
                    <a:pt x="524" y="2578"/>
                  </a:lnTo>
                  <a:cubicBezTo>
                    <a:pt x="1" y="2610"/>
                    <a:pt x="55" y="3413"/>
                    <a:pt x="591" y="3413"/>
                  </a:cubicBezTo>
                  <a:cubicBezTo>
                    <a:pt x="602" y="3413"/>
                    <a:pt x="613" y="3412"/>
                    <a:pt x="624" y="3412"/>
                  </a:cubicBezTo>
                  <a:lnTo>
                    <a:pt x="691" y="3412"/>
                  </a:lnTo>
                  <a:lnTo>
                    <a:pt x="14434" y="843"/>
                  </a:lnTo>
                  <a:cubicBezTo>
                    <a:pt x="14969" y="749"/>
                    <a:pt x="14851" y="1"/>
                    <a:pt x="14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9169700" y="1534675"/>
              <a:ext cx="528475" cy="119500"/>
            </a:xfrm>
            <a:custGeom>
              <a:avLst/>
              <a:gdLst/>
              <a:ahLst/>
              <a:cxnLst/>
              <a:rect l="l" t="t" r="r" b="b"/>
              <a:pathLst>
                <a:path w="21139" h="4780" extrusionOk="0">
                  <a:moveTo>
                    <a:pt x="20557" y="0"/>
                  </a:moveTo>
                  <a:cubicBezTo>
                    <a:pt x="20529" y="0"/>
                    <a:pt x="20500" y="3"/>
                    <a:pt x="20470" y="9"/>
                  </a:cubicBezTo>
                  <a:lnTo>
                    <a:pt x="556" y="3945"/>
                  </a:lnTo>
                  <a:cubicBezTo>
                    <a:pt x="0" y="3977"/>
                    <a:pt x="53" y="4780"/>
                    <a:pt x="590" y="4780"/>
                  </a:cubicBezTo>
                  <a:cubicBezTo>
                    <a:pt x="601" y="4780"/>
                    <a:pt x="612" y="4779"/>
                    <a:pt x="623" y="4779"/>
                  </a:cubicBezTo>
                  <a:lnTo>
                    <a:pt x="723" y="4779"/>
                  </a:lnTo>
                  <a:lnTo>
                    <a:pt x="20604" y="842"/>
                  </a:lnTo>
                  <a:cubicBezTo>
                    <a:pt x="21139" y="748"/>
                    <a:pt x="21021" y="0"/>
                    <a:pt x="205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9476850" y="1529725"/>
              <a:ext cx="228000" cy="67775"/>
            </a:xfrm>
            <a:custGeom>
              <a:avLst/>
              <a:gdLst/>
              <a:ahLst/>
              <a:cxnLst/>
              <a:rect l="l" t="t" r="r" b="b"/>
              <a:pathLst>
                <a:path w="9120" h="2711" extrusionOk="0">
                  <a:moveTo>
                    <a:pt x="8245" y="0"/>
                  </a:moveTo>
                  <a:cubicBezTo>
                    <a:pt x="8215" y="0"/>
                    <a:pt x="8183" y="2"/>
                    <a:pt x="8151" y="6"/>
                  </a:cubicBezTo>
                  <a:lnTo>
                    <a:pt x="812" y="1441"/>
                  </a:lnTo>
                  <a:cubicBezTo>
                    <a:pt x="0" y="1538"/>
                    <a:pt x="106" y="2711"/>
                    <a:pt x="882" y="2711"/>
                  </a:cubicBezTo>
                  <a:cubicBezTo>
                    <a:pt x="902" y="2711"/>
                    <a:pt x="924" y="2710"/>
                    <a:pt x="946" y="2708"/>
                  </a:cubicBezTo>
                  <a:lnTo>
                    <a:pt x="1046" y="2675"/>
                  </a:lnTo>
                  <a:lnTo>
                    <a:pt x="8384" y="1241"/>
                  </a:lnTo>
                  <a:cubicBezTo>
                    <a:pt x="9119" y="1049"/>
                    <a:pt x="8936" y="0"/>
                    <a:pt x="8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9443500" y="1728925"/>
              <a:ext cx="201925" cy="61225"/>
            </a:xfrm>
            <a:custGeom>
              <a:avLst/>
              <a:gdLst/>
              <a:ahLst/>
              <a:cxnLst/>
              <a:rect l="l" t="t" r="r" b="b"/>
              <a:pathLst>
                <a:path w="8077" h="2449" extrusionOk="0">
                  <a:moveTo>
                    <a:pt x="7202" y="1"/>
                  </a:moveTo>
                  <a:cubicBezTo>
                    <a:pt x="7164" y="1"/>
                    <a:pt x="7124" y="4"/>
                    <a:pt x="7083" y="11"/>
                  </a:cubicBezTo>
                  <a:lnTo>
                    <a:pt x="812" y="1178"/>
                  </a:lnTo>
                  <a:cubicBezTo>
                    <a:pt x="0" y="1276"/>
                    <a:pt x="105" y="2448"/>
                    <a:pt x="881" y="2448"/>
                  </a:cubicBezTo>
                  <a:cubicBezTo>
                    <a:pt x="902" y="2448"/>
                    <a:pt x="924" y="2448"/>
                    <a:pt x="946" y="2446"/>
                  </a:cubicBezTo>
                  <a:lnTo>
                    <a:pt x="1046" y="2412"/>
                  </a:lnTo>
                  <a:lnTo>
                    <a:pt x="7317" y="1245"/>
                  </a:lnTo>
                  <a:cubicBezTo>
                    <a:pt x="8076" y="1118"/>
                    <a:pt x="7905" y="1"/>
                    <a:pt x="7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9206800" y="3682525"/>
              <a:ext cx="200350" cy="70775"/>
            </a:xfrm>
            <a:custGeom>
              <a:avLst/>
              <a:gdLst/>
              <a:ahLst/>
              <a:cxnLst/>
              <a:rect l="l" t="t" r="r" b="b"/>
              <a:pathLst>
                <a:path w="8014" h="2831" extrusionOk="0">
                  <a:moveTo>
                    <a:pt x="866" y="0"/>
                  </a:moveTo>
                  <a:cubicBezTo>
                    <a:pt x="200" y="0"/>
                    <a:pt x="1" y="1039"/>
                    <a:pt x="740" y="1224"/>
                  </a:cubicBezTo>
                  <a:lnTo>
                    <a:pt x="6911" y="2791"/>
                  </a:lnTo>
                  <a:lnTo>
                    <a:pt x="7078" y="2791"/>
                  </a:lnTo>
                  <a:lnTo>
                    <a:pt x="7044" y="2825"/>
                  </a:lnTo>
                  <a:cubicBezTo>
                    <a:pt x="7076" y="2829"/>
                    <a:pt x="7107" y="2830"/>
                    <a:pt x="7136" y="2830"/>
                  </a:cubicBezTo>
                  <a:cubicBezTo>
                    <a:pt x="7890" y="2830"/>
                    <a:pt x="8014" y="1653"/>
                    <a:pt x="7211" y="1557"/>
                  </a:cubicBezTo>
                  <a:lnTo>
                    <a:pt x="1040" y="23"/>
                  </a:lnTo>
                  <a:cubicBezTo>
                    <a:pt x="979" y="7"/>
                    <a:pt x="921" y="0"/>
                    <a:pt x="8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9106700" y="3838475"/>
              <a:ext cx="275425" cy="89950"/>
            </a:xfrm>
            <a:custGeom>
              <a:avLst/>
              <a:gdLst/>
              <a:ahLst/>
              <a:cxnLst/>
              <a:rect l="l" t="t" r="r" b="b"/>
              <a:pathLst>
                <a:path w="11017" h="3598" extrusionOk="0">
                  <a:moveTo>
                    <a:pt x="871" y="1"/>
                  </a:moveTo>
                  <a:cubicBezTo>
                    <a:pt x="202" y="1"/>
                    <a:pt x="0" y="1072"/>
                    <a:pt x="741" y="1257"/>
                  </a:cubicBezTo>
                  <a:lnTo>
                    <a:pt x="9914" y="3558"/>
                  </a:lnTo>
                  <a:lnTo>
                    <a:pt x="10081" y="3558"/>
                  </a:lnTo>
                  <a:lnTo>
                    <a:pt x="10081" y="3592"/>
                  </a:lnTo>
                  <a:cubicBezTo>
                    <a:pt x="10113" y="3596"/>
                    <a:pt x="10143" y="3597"/>
                    <a:pt x="10173" y="3597"/>
                  </a:cubicBezTo>
                  <a:cubicBezTo>
                    <a:pt x="10924" y="3597"/>
                    <a:pt x="11017" y="2420"/>
                    <a:pt x="10215" y="2324"/>
                  </a:cubicBezTo>
                  <a:lnTo>
                    <a:pt x="1041" y="23"/>
                  </a:lnTo>
                  <a:cubicBezTo>
                    <a:pt x="982" y="8"/>
                    <a:pt x="925" y="1"/>
                    <a:pt x="8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24_1_1_1"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33"/>
          <p:cNvSpPr txBox="1">
            <a:spLocks noGrp="1"/>
          </p:cNvSpPr>
          <p:nvPr>
            <p:ph type="title"/>
          </p:nvPr>
        </p:nvSpPr>
        <p:spPr>
          <a:xfrm>
            <a:off x="720975" y="1734120"/>
            <a:ext cx="3977100" cy="29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050" name="Google Shape;1050;p33"/>
          <p:cNvGrpSpPr/>
          <p:nvPr/>
        </p:nvGrpSpPr>
        <p:grpSpPr>
          <a:xfrm rot="-6820268" flipH="1">
            <a:off x="305728" y="-2082501"/>
            <a:ext cx="1420638" cy="5421664"/>
            <a:chOff x="9065175" y="1446600"/>
            <a:chExt cx="682175" cy="2603425"/>
          </a:xfrm>
        </p:grpSpPr>
        <p:sp>
          <p:nvSpPr>
            <p:cNvPr id="1051" name="Google Shape;1051;p33"/>
            <p:cNvSpPr/>
            <p:nvPr/>
          </p:nvSpPr>
          <p:spPr>
            <a:xfrm>
              <a:off x="9086850" y="1508200"/>
              <a:ext cx="610475" cy="2541825"/>
            </a:xfrm>
            <a:custGeom>
              <a:avLst/>
              <a:gdLst/>
              <a:ahLst/>
              <a:cxnLst/>
              <a:rect l="l" t="t" r="r" b="b"/>
              <a:pathLst>
                <a:path w="24419" h="101673" extrusionOk="0">
                  <a:moveTo>
                    <a:pt x="3036" y="0"/>
                  </a:moveTo>
                  <a:cubicBezTo>
                    <a:pt x="2703" y="0"/>
                    <a:pt x="2402" y="267"/>
                    <a:pt x="2402" y="601"/>
                  </a:cubicBezTo>
                  <a:cubicBezTo>
                    <a:pt x="2102" y="9474"/>
                    <a:pt x="7740" y="14010"/>
                    <a:pt x="13143" y="18380"/>
                  </a:cubicBezTo>
                  <a:cubicBezTo>
                    <a:pt x="18280" y="22550"/>
                    <a:pt x="23151" y="26452"/>
                    <a:pt x="22917" y="33824"/>
                  </a:cubicBezTo>
                  <a:cubicBezTo>
                    <a:pt x="22650" y="41997"/>
                    <a:pt x="17346" y="45633"/>
                    <a:pt x="11709" y="49502"/>
                  </a:cubicBezTo>
                  <a:cubicBezTo>
                    <a:pt x="6205" y="53305"/>
                    <a:pt x="534" y="57208"/>
                    <a:pt x="268" y="65614"/>
                  </a:cubicBezTo>
                  <a:cubicBezTo>
                    <a:pt x="1" y="73553"/>
                    <a:pt x="4804" y="77522"/>
                    <a:pt x="9908" y="81725"/>
                  </a:cubicBezTo>
                  <a:cubicBezTo>
                    <a:pt x="15378" y="86229"/>
                    <a:pt x="21049" y="90899"/>
                    <a:pt x="20715" y="101039"/>
                  </a:cubicBezTo>
                  <a:cubicBezTo>
                    <a:pt x="20715" y="101373"/>
                    <a:pt x="20982" y="101673"/>
                    <a:pt x="21316" y="101673"/>
                  </a:cubicBezTo>
                  <a:cubicBezTo>
                    <a:pt x="21683" y="101673"/>
                    <a:pt x="21950" y="101406"/>
                    <a:pt x="21950" y="101072"/>
                  </a:cubicBezTo>
                  <a:cubicBezTo>
                    <a:pt x="22283" y="90265"/>
                    <a:pt x="16146" y="85194"/>
                    <a:pt x="10708" y="80725"/>
                  </a:cubicBezTo>
                  <a:cubicBezTo>
                    <a:pt x="5838" y="76722"/>
                    <a:pt x="1268" y="72952"/>
                    <a:pt x="1502" y="65647"/>
                  </a:cubicBezTo>
                  <a:cubicBezTo>
                    <a:pt x="1769" y="57875"/>
                    <a:pt x="6939" y="54306"/>
                    <a:pt x="12410" y="50536"/>
                  </a:cubicBezTo>
                  <a:cubicBezTo>
                    <a:pt x="18047" y="46633"/>
                    <a:pt x="23851" y="42631"/>
                    <a:pt x="24151" y="33858"/>
                  </a:cubicBezTo>
                  <a:cubicBezTo>
                    <a:pt x="24418" y="25852"/>
                    <a:pt x="19081" y="21549"/>
                    <a:pt x="13944" y="17413"/>
                  </a:cubicBezTo>
                  <a:cubicBezTo>
                    <a:pt x="8507" y="13043"/>
                    <a:pt x="3370" y="8906"/>
                    <a:pt x="3637" y="634"/>
                  </a:cubicBezTo>
                  <a:cubicBezTo>
                    <a:pt x="3637" y="300"/>
                    <a:pt x="3370" y="0"/>
                    <a:pt x="3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3"/>
            <p:cNvSpPr/>
            <p:nvPr/>
          </p:nvSpPr>
          <p:spPr>
            <a:xfrm>
              <a:off x="9065175" y="1446600"/>
              <a:ext cx="682175" cy="2586000"/>
            </a:xfrm>
            <a:custGeom>
              <a:avLst/>
              <a:gdLst/>
              <a:ahLst/>
              <a:cxnLst/>
              <a:rect l="l" t="t" r="r" b="b"/>
              <a:pathLst>
                <a:path w="27287" h="103440" extrusionOk="0">
                  <a:moveTo>
                    <a:pt x="25601" y="0"/>
                  </a:moveTo>
                  <a:cubicBezTo>
                    <a:pt x="25266" y="0"/>
                    <a:pt x="24931" y="246"/>
                    <a:pt x="24985" y="696"/>
                  </a:cubicBezTo>
                  <a:cubicBezTo>
                    <a:pt x="25952" y="9969"/>
                    <a:pt x="19948" y="14573"/>
                    <a:pt x="13610" y="19443"/>
                  </a:cubicBezTo>
                  <a:cubicBezTo>
                    <a:pt x="8140" y="23679"/>
                    <a:pt x="2469" y="28016"/>
                    <a:pt x="2202" y="35588"/>
                  </a:cubicBezTo>
                  <a:cubicBezTo>
                    <a:pt x="1902" y="45328"/>
                    <a:pt x="7639" y="49698"/>
                    <a:pt x="13210" y="53901"/>
                  </a:cubicBezTo>
                  <a:cubicBezTo>
                    <a:pt x="18213" y="57704"/>
                    <a:pt x="22983" y="61306"/>
                    <a:pt x="22717" y="68778"/>
                  </a:cubicBezTo>
                  <a:cubicBezTo>
                    <a:pt x="22483" y="76350"/>
                    <a:pt x="17513" y="80020"/>
                    <a:pt x="12242" y="83922"/>
                  </a:cubicBezTo>
                  <a:cubicBezTo>
                    <a:pt x="6405" y="88259"/>
                    <a:pt x="334" y="92762"/>
                    <a:pt x="0" y="102803"/>
                  </a:cubicBezTo>
                  <a:cubicBezTo>
                    <a:pt x="0" y="103136"/>
                    <a:pt x="267" y="103436"/>
                    <a:pt x="601" y="103436"/>
                  </a:cubicBezTo>
                  <a:cubicBezTo>
                    <a:pt x="622" y="103438"/>
                    <a:pt x="642" y="103439"/>
                    <a:pt x="662" y="103439"/>
                  </a:cubicBezTo>
                  <a:cubicBezTo>
                    <a:pt x="997" y="103439"/>
                    <a:pt x="1236" y="103182"/>
                    <a:pt x="1268" y="102836"/>
                  </a:cubicBezTo>
                  <a:cubicBezTo>
                    <a:pt x="1568" y="93429"/>
                    <a:pt x="7372" y="89126"/>
                    <a:pt x="13010" y="84957"/>
                  </a:cubicBezTo>
                  <a:cubicBezTo>
                    <a:pt x="18280" y="81054"/>
                    <a:pt x="23717" y="76951"/>
                    <a:pt x="23984" y="68845"/>
                  </a:cubicBezTo>
                  <a:cubicBezTo>
                    <a:pt x="24251" y="60706"/>
                    <a:pt x="19014" y="56770"/>
                    <a:pt x="13944" y="52934"/>
                  </a:cubicBezTo>
                  <a:cubicBezTo>
                    <a:pt x="8640" y="48897"/>
                    <a:pt x="3169" y="44761"/>
                    <a:pt x="3470" y="35621"/>
                  </a:cubicBezTo>
                  <a:cubicBezTo>
                    <a:pt x="3703" y="28650"/>
                    <a:pt x="8873" y="24680"/>
                    <a:pt x="14377" y="20444"/>
                  </a:cubicBezTo>
                  <a:cubicBezTo>
                    <a:pt x="20715" y="15573"/>
                    <a:pt x="27287" y="10570"/>
                    <a:pt x="26219" y="563"/>
                  </a:cubicBezTo>
                  <a:cubicBezTo>
                    <a:pt x="26173" y="179"/>
                    <a:pt x="25887" y="0"/>
                    <a:pt x="25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3"/>
            <p:cNvSpPr/>
            <p:nvPr/>
          </p:nvSpPr>
          <p:spPr>
            <a:xfrm>
              <a:off x="9240300" y="3247475"/>
              <a:ext cx="393750" cy="199625"/>
            </a:xfrm>
            <a:custGeom>
              <a:avLst/>
              <a:gdLst/>
              <a:ahLst/>
              <a:cxnLst/>
              <a:rect l="l" t="t" r="r" b="b"/>
              <a:pathLst>
                <a:path w="15750" h="7985" extrusionOk="0">
                  <a:moveTo>
                    <a:pt x="15158" y="0"/>
                  </a:moveTo>
                  <a:cubicBezTo>
                    <a:pt x="15101" y="0"/>
                    <a:pt x="15040" y="14"/>
                    <a:pt x="14978" y="46"/>
                  </a:cubicBezTo>
                  <a:lnTo>
                    <a:pt x="401" y="7184"/>
                  </a:lnTo>
                  <a:cubicBezTo>
                    <a:pt x="0" y="7384"/>
                    <a:pt x="134" y="7985"/>
                    <a:pt x="601" y="7985"/>
                  </a:cubicBezTo>
                  <a:cubicBezTo>
                    <a:pt x="668" y="7951"/>
                    <a:pt x="701" y="7951"/>
                    <a:pt x="768" y="7918"/>
                  </a:cubicBezTo>
                  <a:lnTo>
                    <a:pt x="15345" y="813"/>
                  </a:lnTo>
                  <a:cubicBezTo>
                    <a:pt x="15749" y="582"/>
                    <a:pt x="15528" y="0"/>
                    <a:pt x="15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3"/>
            <p:cNvSpPr/>
            <p:nvPr/>
          </p:nvSpPr>
          <p:spPr>
            <a:xfrm>
              <a:off x="9142725" y="3083225"/>
              <a:ext cx="497100" cy="243800"/>
            </a:xfrm>
            <a:custGeom>
              <a:avLst/>
              <a:gdLst/>
              <a:ahLst/>
              <a:cxnLst/>
              <a:rect l="l" t="t" r="r" b="b"/>
              <a:pathLst>
                <a:path w="19884" h="9752" extrusionOk="0">
                  <a:moveTo>
                    <a:pt x="19267" y="1"/>
                  </a:moveTo>
                  <a:cubicBezTo>
                    <a:pt x="19208" y="1"/>
                    <a:pt x="19146" y="14"/>
                    <a:pt x="19081" y="44"/>
                  </a:cubicBezTo>
                  <a:lnTo>
                    <a:pt x="401" y="8951"/>
                  </a:lnTo>
                  <a:cubicBezTo>
                    <a:pt x="1" y="9151"/>
                    <a:pt x="167" y="9718"/>
                    <a:pt x="601" y="9751"/>
                  </a:cubicBezTo>
                  <a:cubicBezTo>
                    <a:pt x="668" y="9751"/>
                    <a:pt x="701" y="9718"/>
                    <a:pt x="768" y="9684"/>
                  </a:cubicBezTo>
                  <a:lnTo>
                    <a:pt x="19448" y="811"/>
                  </a:lnTo>
                  <a:cubicBezTo>
                    <a:pt x="19883" y="608"/>
                    <a:pt x="19662" y="1"/>
                    <a:pt x="19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3"/>
            <p:cNvSpPr/>
            <p:nvPr/>
          </p:nvSpPr>
          <p:spPr>
            <a:xfrm>
              <a:off x="9113550" y="2938925"/>
              <a:ext cx="459600" cy="234650"/>
            </a:xfrm>
            <a:custGeom>
              <a:avLst/>
              <a:gdLst/>
              <a:ahLst/>
              <a:cxnLst/>
              <a:rect l="l" t="t" r="r" b="b"/>
              <a:pathLst>
                <a:path w="18384" h="9386" extrusionOk="0">
                  <a:moveTo>
                    <a:pt x="17794" y="0"/>
                  </a:moveTo>
                  <a:cubicBezTo>
                    <a:pt x="17736" y="0"/>
                    <a:pt x="17675" y="14"/>
                    <a:pt x="17613" y="45"/>
                  </a:cubicBezTo>
                  <a:lnTo>
                    <a:pt x="400" y="8585"/>
                  </a:lnTo>
                  <a:cubicBezTo>
                    <a:pt x="0" y="8785"/>
                    <a:pt x="134" y="9385"/>
                    <a:pt x="601" y="9385"/>
                  </a:cubicBezTo>
                  <a:cubicBezTo>
                    <a:pt x="667" y="9385"/>
                    <a:pt x="734" y="9352"/>
                    <a:pt x="801" y="9319"/>
                  </a:cubicBezTo>
                  <a:lnTo>
                    <a:pt x="17980" y="779"/>
                  </a:lnTo>
                  <a:cubicBezTo>
                    <a:pt x="18384" y="577"/>
                    <a:pt x="18163" y="0"/>
                    <a:pt x="17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3"/>
            <p:cNvSpPr/>
            <p:nvPr/>
          </p:nvSpPr>
          <p:spPr>
            <a:xfrm>
              <a:off x="9164400" y="2824375"/>
              <a:ext cx="297550" cy="156550"/>
            </a:xfrm>
            <a:custGeom>
              <a:avLst/>
              <a:gdLst/>
              <a:ahLst/>
              <a:cxnLst/>
              <a:rect l="l" t="t" r="r" b="b"/>
              <a:pathLst>
                <a:path w="11902" h="6262" extrusionOk="0">
                  <a:moveTo>
                    <a:pt x="11322" y="0"/>
                  </a:moveTo>
                  <a:cubicBezTo>
                    <a:pt x="11256" y="0"/>
                    <a:pt x="11184" y="18"/>
                    <a:pt x="11109" y="58"/>
                  </a:cubicBezTo>
                  <a:lnTo>
                    <a:pt x="368" y="5461"/>
                  </a:lnTo>
                  <a:cubicBezTo>
                    <a:pt x="1" y="5662"/>
                    <a:pt x="134" y="6262"/>
                    <a:pt x="568" y="6262"/>
                  </a:cubicBezTo>
                  <a:cubicBezTo>
                    <a:pt x="635" y="6262"/>
                    <a:pt x="701" y="6229"/>
                    <a:pt x="768" y="6195"/>
                  </a:cubicBezTo>
                  <a:lnTo>
                    <a:pt x="11476" y="791"/>
                  </a:lnTo>
                  <a:cubicBezTo>
                    <a:pt x="11901" y="564"/>
                    <a:pt x="11700" y="0"/>
                    <a:pt x="11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3"/>
            <p:cNvSpPr/>
            <p:nvPr/>
          </p:nvSpPr>
          <p:spPr>
            <a:xfrm>
              <a:off x="9388725" y="3076125"/>
              <a:ext cx="261250" cy="134975"/>
            </a:xfrm>
            <a:custGeom>
              <a:avLst/>
              <a:gdLst/>
              <a:ahLst/>
              <a:cxnLst/>
              <a:rect l="l" t="t" r="r" b="b"/>
              <a:pathLst>
                <a:path w="10450" h="5399" extrusionOk="0">
                  <a:moveTo>
                    <a:pt x="9540" y="1"/>
                  </a:moveTo>
                  <a:cubicBezTo>
                    <a:pt x="9456" y="1"/>
                    <a:pt x="9367" y="19"/>
                    <a:pt x="9274" y="61"/>
                  </a:cubicBezTo>
                  <a:lnTo>
                    <a:pt x="601" y="4198"/>
                  </a:lnTo>
                  <a:cubicBezTo>
                    <a:pt x="1" y="4498"/>
                    <a:pt x="201" y="5399"/>
                    <a:pt x="868" y="5399"/>
                  </a:cubicBezTo>
                  <a:cubicBezTo>
                    <a:pt x="968" y="5399"/>
                    <a:pt x="1035" y="5365"/>
                    <a:pt x="1135" y="5332"/>
                  </a:cubicBezTo>
                  <a:lnTo>
                    <a:pt x="9808" y="1196"/>
                  </a:lnTo>
                  <a:cubicBezTo>
                    <a:pt x="10449" y="904"/>
                    <a:pt x="10122" y="1"/>
                    <a:pt x="9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3"/>
            <p:cNvSpPr/>
            <p:nvPr/>
          </p:nvSpPr>
          <p:spPr>
            <a:xfrm>
              <a:off x="9332025" y="2929875"/>
              <a:ext cx="253475" cy="135300"/>
            </a:xfrm>
            <a:custGeom>
              <a:avLst/>
              <a:gdLst/>
              <a:ahLst/>
              <a:cxnLst/>
              <a:rect l="l" t="t" r="r" b="b"/>
              <a:pathLst>
                <a:path w="10139" h="5412" extrusionOk="0">
                  <a:moveTo>
                    <a:pt x="9245" y="0"/>
                  </a:moveTo>
                  <a:cubicBezTo>
                    <a:pt x="9150" y="0"/>
                    <a:pt x="9048" y="23"/>
                    <a:pt x="8940" y="74"/>
                  </a:cubicBezTo>
                  <a:lnTo>
                    <a:pt x="568" y="4244"/>
                  </a:lnTo>
                  <a:cubicBezTo>
                    <a:pt x="1" y="4544"/>
                    <a:pt x="201" y="5411"/>
                    <a:pt x="868" y="5411"/>
                  </a:cubicBezTo>
                  <a:cubicBezTo>
                    <a:pt x="968" y="5411"/>
                    <a:pt x="1035" y="5411"/>
                    <a:pt x="1135" y="5344"/>
                  </a:cubicBezTo>
                  <a:lnTo>
                    <a:pt x="9507" y="1175"/>
                  </a:lnTo>
                  <a:cubicBezTo>
                    <a:pt x="10139" y="859"/>
                    <a:pt x="9832" y="0"/>
                    <a:pt x="9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3"/>
            <p:cNvSpPr/>
            <p:nvPr/>
          </p:nvSpPr>
          <p:spPr>
            <a:xfrm>
              <a:off x="9305350" y="2816175"/>
              <a:ext cx="167450" cy="93875"/>
            </a:xfrm>
            <a:custGeom>
              <a:avLst/>
              <a:gdLst/>
              <a:ahLst/>
              <a:cxnLst/>
              <a:rect l="l" t="t" r="r" b="b"/>
              <a:pathLst>
                <a:path w="6698" h="3755" extrusionOk="0">
                  <a:moveTo>
                    <a:pt x="5823" y="1"/>
                  </a:moveTo>
                  <a:cubicBezTo>
                    <a:pt x="5724" y="1"/>
                    <a:pt x="5617" y="27"/>
                    <a:pt x="5504" y="85"/>
                  </a:cubicBezTo>
                  <a:lnTo>
                    <a:pt x="567" y="2587"/>
                  </a:lnTo>
                  <a:cubicBezTo>
                    <a:pt x="0" y="2887"/>
                    <a:pt x="200" y="3755"/>
                    <a:pt x="868" y="3755"/>
                  </a:cubicBezTo>
                  <a:cubicBezTo>
                    <a:pt x="968" y="3755"/>
                    <a:pt x="1068" y="3721"/>
                    <a:pt x="1134" y="3688"/>
                  </a:cubicBezTo>
                  <a:lnTo>
                    <a:pt x="6071" y="1186"/>
                  </a:lnTo>
                  <a:cubicBezTo>
                    <a:pt x="6698" y="873"/>
                    <a:pt x="6401" y="1"/>
                    <a:pt x="5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3"/>
            <p:cNvSpPr/>
            <p:nvPr/>
          </p:nvSpPr>
          <p:spPr>
            <a:xfrm>
              <a:off x="9427100" y="3236800"/>
              <a:ext cx="221025" cy="117725"/>
            </a:xfrm>
            <a:custGeom>
              <a:avLst/>
              <a:gdLst/>
              <a:ahLst/>
              <a:cxnLst/>
              <a:rect l="l" t="t" r="r" b="b"/>
              <a:pathLst>
                <a:path w="8841" h="4709" extrusionOk="0">
                  <a:moveTo>
                    <a:pt x="7937" y="0"/>
                  </a:moveTo>
                  <a:cubicBezTo>
                    <a:pt x="7844" y="0"/>
                    <a:pt x="7744" y="22"/>
                    <a:pt x="7639" y="72"/>
                  </a:cubicBezTo>
                  <a:lnTo>
                    <a:pt x="601" y="3541"/>
                  </a:lnTo>
                  <a:cubicBezTo>
                    <a:pt x="0" y="3808"/>
                    <a:pt x="201" y="4709"/>
                    <a:pt x="868" y="4709"/>
                  </a:cubicBezTo>
                  <a:cubicBezTo>
                    <a:pt x="968" y="4709"/>
                    <a:pt x="1068" y="4676"/>
                    <a:pt x="1135" y="4642"/>
                  </a:cubicBezTo>
                  <a:lnTo>
                    <a:pt x="8206" y="1206"/>
                  </a:lnTo>
                  <a:cubicBezTo>
                    <a:pt x="8840" y="890"/>
                    <a:pt x="8528" y="0"/>
                    <a:pt x="79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3"/>
            <p:cNvSpPr/>
            <p:nvPr/>
          </p:nvSpPr>
          <p:spPr>
            <a:xfrm>
              <a:off x="9149925" y="2478050"/>
              <a:ext cx="373100" cy="190150"/>
            </a:xfrm>
            <a:custGeom>
              <a:avLst/>
              <a:gdLst/>
              <a:ahLst/>
              <a:cxnLst/>
              <a:rect l="l" t="t" r="r" b="b"/>
              <a:pathLst>
                <a:path w="14924" h="7606" extrusionOk="0">
                  <a:moveTo>
                    <a:pt x="623" y="1"/>
                  </a:moveTo>
                  <a:cubicBezTo>
                    <a:pt x="236" y="1"/>
                    <a:pt x="0" y="604"/>
                    <a:pt x="480" y="801"/>
                  </a:cubicBezTo>
                  <a:lnTo>
                    <a:pt x="14156" y="7573"/>
                  </a:lnTo>
                  <a:cubicBezTo>
                    <a:pt x="14223" y="7606"/>
                    <a:pt x="14290" y="7606"/>
                    <a:pt x="14356" y="7606"/>
                  </a:cubicBezTo>
                  <a:cubicBezTo>
                    <a:pt x="14790" y="7606"/>
                    <a:pt x="14923" y="7006"/>
                    <a:pt x="14523" y="6805"/>
                  </a:cubicBezTo>
                  <a:lnTo>
                    <a:pt x="847" y="67"/>
                  </a:lnTo>
                  <a:cubicBezTo>
                    <a:pt x="769" y="21"/>
                    <a:pt x="694" y="1"/>
                    <a:pt x="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3"/>
            <p:cNvSpPr/>
            <p:nvPr/>
          </p:nvSpPr>
          <p:spPr>
            <a:xfrm>
              <a:off x="9130475" y="2302375"/>
              <a:ext cx="494300" cy="252425"/>
            </a:xfrm>
            <a:custGeom>
              <a:avLst/>
              <a:gdLst/>
              <a:ahLst/>
              <a:cxnLst/>
              <a:rect l="l" t="t" r="r" b="b"/>
              <a:pathLst>
                <a:path w="19772" h="10097" extrusionOk="0">
                  <a:moveTo>
                    <a:pt x="605" y="0"/>
                  </a:moveTo>
                  <a:cubicBezTo>
                    <a:pt x="203" y="0"/>
                    <a:pt x="1" y="595"/>
                    <a:pt x="457" y="823"/>
                  </a:cubicBezTo>
                  <a:lnTo>
                    <a:pt x="18970" y="10063"/>
                  </a:lnTo>
                  <a:cubicBezTo>
                    <a:pt x="19037" y="10063"/>
                    <a:pt x="19104" y="10096"/>
                    <a:pt x="19171" y="10096"/>
                  </a:cubicBezTo>
                  <a:cubicBezTo>
                    <a:pt x="19604" y="10096"/>
                    <a:pt x="19771" y="9496"/>
                    <a:pt x="19371" y="9296"/>
                  </a:cubicBezTo>
                  <a:lnTo>
                    <a:pt x="824" y="56"/>
                  </a:lnTo>
                  <a:cubicBezTo>
                    <a:pt x="747" y="17"/>
                    <a:pt x="673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3"/>
            <p:cNvSpPr/>
            <p:nvPr/>
          </p:nvSpPr>
          <p:spPr>
            <a:xfrm>
              <a:off x="9197200" y="2152250"/>
              <a:ext cx="473425" cy="241600"/>
            </a:xfrm>
            <a:custGeom>
              <a:avLst/>
              <a:gdLst/>
              <a:ahLst/>
              <a:cxnLst/>
              <a:rect l="l" t="t" r="r" b="b"/>
              <a:pathLst>
                <a:path w="18937" h="9664" extrusionOk="0">
                  <a:moveTo>
                    <a:pt x="615" y="1"/>
                  </a:moveTo>
                  <a:cubicBezTo>
                    <a:pt x="227" y="1"/>
                    <a:pt x="0" y="591"/>
                    <a:pt x="457" y="790"/>
                  </a:cubicBezTo>
                  <a:lnTo>
                    <a:pt x="18169" y="9630"/>
                  </a:lnTo>
                  <a:cubicBezTo>
                    <a:pt x="18203" y="9663"/>
                    <a:pt x="18270" y="9663"/>
                    <a:pt x="18336" y="9663"/>
                  </a:cubicBezTo>
                  <a:cubicBezTo>
                    <a:pt x="18770" y="9663"/>
                    <a:pt x="18937" y="9063"/>
                    <a:pt x="18536" y="8863"/>
                  </a:cubicBezTo>
                  <a:lnTo>
                    <a:pt x="824" y="57"/>
                  </a:lnTo>
                  <a:cubicBezTo>
                    <a:pt x="751" y="18"/>
                    <a:pt x="681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3"/>
            <p:cNvSpPr/>
            <p:nvPr/>
          </p:nvSpPr>
          <p:spPr>
            <a:xfrm>
              <a:off x="9303950" y="2040525"/>
              <a:ext cx="343275" cy="177375"/>
            </a:xfrm>
            <a:custGeom>
              <a:avLst/>
              <a:gdLst/>
              <a:ahLst/>
              <a:cxnLst/>
              <a:rect l="l" t="t" r="r" b="b"/>
              <a:pathLst>
                <a:path w="13731" h="7095" extrusionOk="0">
                  <a:moveTo>
                    <a:pt x="615" y="0"/>
                  </a:moveTo>
                  <a:cubicBezTo>
                    <a:pt x="227" y="0"/>
                    <a:pt x="0" y="590"/>
                    <a:pt x="457" y="790"/>
                  </a:cubicBezTo>
                  <a:lnTo>
                    <a:pt x="12965" y="7061"/>
                  </a:lnTo>
                  <a:cubicBezTo>
                    <a:pt x="13024" y="7090"/>
                    <a:pt x="13082" y="7094"/>
                    <a:pt x="13141" y="7094"/>
                  </a:cubicBezTo>
                  <a:lnTo>
                    <a:pt x="13141" y="7094"/>
                  </a:lnTo>
                  <a:cubicBezTo>
                    <a:pt x="13601" y="7087"/>
                    <a:pt x="13730" y="6492"/>
                    <a:pt x="13332" y="6294"/>
                  </a:cubicBezTo>
                  <a:lnTo>
                    <a:pt x="823" y="56"/>
                  </a:lnTo>
                  <a:cubicBezTo>
                    <a:pt x="751" y="17"/>
                    <a:pt x="681" y="0"/>
                    <a:pt x="615" y="0"/>
                  </a:cubicBezTo>
                  <a:close/>
                  <a:moveTo>
                    <a:pt x="13141" y="7094"/>
                  </a:moveTo>
                  <a:lnTo>
                    <a:pt x="13141" y="7094"/>
                  </a:lnTo>
                  <a:cubicBezTo>
                    <a:pt x="13138" y="7094"/>
                    <a:pt x="13135" y="7094"/>
                    <a:pt x="13132" y="7094"/>
                  </a:cubicBezTo>
                  <a:lnTo>
                    <a:pt x="13166" y="7094"/>
                  </a:lnTo>
                  <a:cubicBezTo>
                    <a:pt x="13157" y="7094"/>
                    <a:pt x="13149" y="7094"/>
                    <a:pt x="13141" y="70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3"/>
            <p:cNvSpPr/>
            <p:nvPr/>
          </p:nvSpPr>
          <p:spPr>
            <a:xfrm>
              <a:off x="9290525" y="2032300"/>
              <a:ext cx="207475" cy="112200"/>
            </a:xfrm>
            <a:custGeom>
              <a:avLst/>
              <a:gdLst/>
              <a:ahLst/>
              <a:cxnLst/>
              <a:rect l="l" t="t" r="r" b="b"/>
              <a:pathLst>
                <a:path w="8299" h="4488" extrusionOk="0">
                  <a:moveTo>
                    <a:pt x="885" y="0"/>
                  </a:moveTo>
                  <a:cubicBezTo>
                    <a:pt x="322" y="0"/>
                    <a:pt x="0" y="872"/>
                    <a:pt x="627" y="1185"/>
                  </a:cubicBezTo>
                  <a:lnTo>
                    <a:pt x="7131" y="4421"/>
                  </a:lnTo>
                  <a:cubicBezTo>
                    <a:pt x="7231" y="4454"/>
                    <a:pt x="7331" y="4488"/>
                    <a:pt x="7431" y="4488"/>
                  </a:cubicBezTo>
                  <a:cubicBezTo>
                    <a:pt x="8065" y="4488"/>
                    <a:pt x="8299" y="3587"/>
                    <a:pt x="7698" y="3320"/>
                  </a:cubicBezTo>
                  <a:lnTo>
                    <a:pt x="1194" y="85"/>
                  </a:lnTo>
                  <a:cubicBezTo>
                    <a:pt x="1086" y="26"/>
                    <a:pt x="982" y="0"/>
                    <a:pt x="8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3"/>
            <p:cNvSpPr/>
            <p:nvPr/>
          </p:nvSpPr>
          <p:spPr>
            <a:xfrm>
              <a:off x="9190250" y="2146850"/>
              <a:ext cx="247725" cy="132750"/>
            </a:xfrm>
            <a:custGeom>
              <a:avLst/>
              <a:gdLst/>
              <a:ahLst/>
              <a:cxnLst/>
              <a:rect l="l" t="t" r="r" b="b"/>
              <a:pathLst>
                <a:path w="9909" h="5310" extrusionOk="0">
                  <a:moveTo>
                    <a:pt x="904" y="0"/>
                  </a:moveTo>
                  <a:cubicBezTo>
                    <a:pt x="313" y="0"/>
                    <a:pt x="1" y="890"/>
                    <a:pt x="635" y="1207"/>
                  </a:cubicBezTo>
                  <a:lnTo>
                    <a:pt x="8741" y="5243"/>
                  </a:lnTo>
                  <a:cubicBezTo>
                    <a:pt x="8841" y="5276"/>
                    <a:pt x="8941" y="5276"/>
                    <a:pt x="9041" y="5310"/>
                  </a:cubicBezTo>
                  <a:cubicBezTo>
                    <a:pt x="9708" y="5310"/>
                    <a:pt x="9908" y="4409"/>
                    <a:pt x="9308" y="4142"/>
                  </a:cubicBezTo>
                  <a:lnTo>
                    <a:pt x="1202" y="72"/>
                  </a:lnTo>
                  <a:cubicBezTo>
                    <a:pt x="1097" y="22"/>
                    <a:pt x="997" y="0"/>
                    <a:pt x="9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3"/>
            <p:cNvSpPr/>
            <p:nvPr/>
          </p:nvSpPr>
          <p:spPr>
            <a:xfrm>
              <a:off x="9121225" y="2297750"/>
              <a:ext cx="229175" cy="123625"/>
            </a:xfrm>
            <a:custGeom>
              <a:avLst/>
              <a:gdLst/>
              <a:ahLst/>
              <a:cxnLst/>
              <a:rect l="l" t="t" r="r" b="b"/>
              <a:pathLst>
                <a:path w="9167" h="4945" extrusionOk="0">
                  <a:moveTo>
                    <a:pt x="900" y="0"/>
                  </a:moveTo>
                  <a:cubicBezTo>
                    <a:pt x="328" y="0"/>
                    <a:pt x="0" y="864"/>
                    <a:pt x="660" y="1208"/>
                  </a:cubicBezTo>
                  <a:lnTo>
                    <a:pt x="8032" y="4878"/>
                  </a:lnTo>
                  <a:cubicBezTo>
                    <a:pt x="8132" y="4911"/>
                    <a:pt x="8199" y="4944"/>
                    <a:pt x="8299" y="4944"/>
                  </a:cubicBezTo>
                  <a:cubicBezTo>
                    <a:pt x="8966" y="4944"/>
                    <a:pt x="9167" y="4044"/>
                    <a:pt x="8599" y="3743"/>
                  </a:cubicBezTo>
                  <a:lnTo>
                    <a:pt x="1194" y="74"/>
                  </a:lnTo>
                  <a:cubicBezTo>
                    <a:pt x="1092" y="23"/>
                    <a:pt x="993" y="0"/>
                    <a:pt x="9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3"/>
            <p:cNvSpPr/>
            <p:nvPr/>
          </p:nvSpPr>
          <p:spPr>
            <a:xfrm>
              <a:off x="9143550" y="2472925"/>
              <a:ext cx="201850" cy="109400"/>
            </a:xfrm>
            <a:custGeom>
              <a:avLst/>
              <a:gdLst/>
              <a:ahLst/>
              <a:cxnLst/>
              <a:rect l="l" t="t" r="r" b="b"/>
              <a:pathLst>
                <a:path w="8074" h="4376" extrusionOk="0">
                  <a:moveTo>
                    <a:pt x="914" y="0"/>
                  </a:moveTo>
                  <a:cubicBezTo>
                    <a:pt x="338" y="0"/>
                    <a:pt x="1" y="889"/>
                    <a:pt x="635" y="1206"/>
                  </a:cubicBezTo>
                  <a:lnTo>
                    <a:pt x="6939" y="4308"/>
                  </a:lnTo>
                  <a:cubicBezTo>
                    <a:pt x="7006" y="4342"/>
                    <a:pt x="7106" y="4375"/>
                    <a:pt x="7206" y="4375"/>
                  </a:cubicBezTo>
                  <a:cubicBezTo>
                    <a:pt x="7873" y="4375"/>
                    <a:pt x="8073" y="3475"/>
                    <a:pt x="7473" y="3174"/>
                  </a:cubicBezTo>
                  <a:lnTo>
                    <a:pt x="1202" y="72"/>
                  </a:lnTo>
                  <a:cubicBezTo>
                    <a:pt x="1102" y="22"/>
                    <a:pt x="1005" y="0"/>
                    <a:pt x="9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3"/>
            <p:cNvSpPr/>
            <p:nvPr/>
          </p:nvSpPr>
          <p:spPr>
            <a:xfrm>
              <a:off x="9222975" y="3691050"/>
              <a:ext cx="352050" cy="104725"/>
            </a:xfrm>
            <a:custGeom>
              <a:avLst/>
              <a:gdLst/>
              <a:ahLst/>
              <a:cxnLst/>
              <a:rect l="l" t="t" r="r" b="b"/>
              <a:pathLst>
                <a:path w="14082" h="4189" extrusionOk="0">
                  <a:moveTo>
                    <a:pt x="577" y="0"/>
                  </a:moveTo>
                  <a:cubicBezTo>
                    <a:pt x="133" y="0"/>
                    <a:pt x="0" y="693"/>
                    <a:pt x="493" y="816"/>
                  </a:cubicBezTo>
                  <a:lnTo>
                    <a:pt x="13336" y="4152"/>
                  </a:lnTo>
                  <a:lnTo>
                    <a:pt x="13436" y="4152"/>
                  </a:lnTo>
                  <a:lnTo>
                    <a:pt x="13436" y="4185"/>
                  </a:lnTo>
                  <a:cubicBezTo>
                    <a:pt x="13458" y="4188"/>
                    <a:pt x="13479" y="4189"/>
                    <a:pt x="13499" y="4189"/>
                  </a:cubicBezTo>
                  <a:cubicBezTo>
                    <a:pt x="14010" y="4189"/>
                    <a:pt x="14081" y="3415"/>
                    <a:pt x="13536" y="3351"/>
                  </a:cubicBezTo>
                  <a:lnTo>
                    <a:pt x="693" y="15"/>
                  </a:lnTo>
                  <a:cubicBezTo>
                    <a:pt x="653" y="5"/>
                    <a:pt x="614" y="0"/>
                    <a:pt x="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3"/>
            <p:cNvSpPr/>
            <p:nvPr/>
          </p:nvSpPr>
          <p:spPr>
            <a:xfrm>
              <a:off x="9118475" y="3844650"/>
              <a:ext cx="507450" cy="137925"/>
            </a:xfrm>
            <a:custGeom>
              <a:avLst/>
              <a:gdLst/>
              <a:ahLst/>
              <a:cxnLst/>
              <a:rect l="l" t="t" r="r" b="b"/>
              <a:pathLst>
                <a:path w="20298" h="5517" extrusionOk="0">
                  <a:moveTo>
                    <a:pt x="582" y="0"/>
                  </a:moveTo>
                  <a:cubicBezTo>
                    <a:pt x="148" y="0"/>
                    <a:pt x="0" y="684"/>
                    <a:pt x="470" y="810"/>
                  </a:cubicBezTo>
                  <a:lnTo>
                    <a:pt x="19551" y="5513"/>
                  </a:lnTo>
                  <a:lnTo>
                    <a:pt x="19684" y="5513"/>
                  </a:lnTo>
                  <a:cubicBezTo>
                    <a:pt x="19704" y="5516"/>
                    <a:pt x="19724" y="5517"/>
                    <a:pt x="19744" y="5517"/>
                  </a:cubicBezTo>
                  <a:cubicBezTo>
                    <a:pt x="20224" y="5517"/>
                    <a:pt x="20297" y="4743"/>
                    <a:pt x="19784" y="4679"/>
                  </a:cubicBezTo>
                  <a:lnTo>
                    <a:pt x="670" y="9"/>
                  </a:lnTo>
                  <a:cubicBezTo>
                    <a:pt x="640" y="3"/>
                    <a:pt x="611" y="0"/>
                    <a:pt x="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3"/>
            <p:cNvSpPr/>
            <p:nvPr/>
          </p:nvSpPr>
          <p:spPr>
            <a:xfrm>
              <a:off x="9263900" y="1734800"/>
              <a:ext cx="374250" cy="85325"/>
            </a:xfrm>
            <a:custGeom>
              <a:avLst/>
              <a:gdLst/>
              <a:ahLst/>
              <a:cxnLst/>
              <a:rect l="l" t="t" r="r" b="b"/>
              <a:pathLst>
                <a:path w="14970" h="3413" extrusionOk="0">
                  <a:moveTo>
                    <a:pt x="14387" y="1"/>
                  </a:moveTo>
                  <a:cubicBezTo>
                    <a:pt x="14360" y="1"/>
                    <a:pt x="14331" y="4"/>
                    <a:pt x="14301" y="9"/>
                  </a:cubicBezTo>
                  <a:lnTo>
                    <a:pt x="524" y="2578"/>
                  </a:lnTo>
                  <a:cubicBezTo>
                    <a:pt x="1" y="2610"/>
                    <a:pt x="55" y="3413"/>
                    <a:pt x="591" y="3413"/>
                  </a:cubicBezTo>
                  <a:cubicBezTo>
                    <a:pt x="602" y="3413"/>
                    <a:pt x="613" y="3412"/>
                    <a:pt x="624" y="3412"/>
                  </a:cubicBezTo>
                  <a:lnTo>
                    <a:pt x="691" y="3412"/>
                  </a:lnTo>
                  <a:lnTo>
                    <a:pt x="14434" y="843"/>
                  </a:lnTo>
                  <a:cubicBezTo>
                    <a:pt x="14969" y="749"/>
                    <a:pt x="14851" y="1"/>
                    <a:pt x="14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3"/>
            <p:cNvSpPr/>
            <p:nvPr/>
          </p:nvSpPr>
          <p:spPr>
            <a:xfrm>
              <a:off x="9169700" y="1534675"/>
              <a:ext cx="528475" cy="119500"/>
            </a:xfrm>
            <a:custGeom>
              <a:avLst/>
              <a:gdLst/>
              <a:ahLst/>
              <a:cxnLst/>
              <a:rect l="l" t="t" r="r" b="b"/>
              <a:pathLst>
                <a:path w="21139" h="4780" extrusionOk="0">
                  <a:moveTo>
                    <a:pt x="20557" y="0"/>
                  </a:moveTo>
                  <a:cubicBezTo>
                    <a:pt x="20529" y="0"/>
                    <a:pt x="20500" y="3"/>
                    <a:pt x="20470" y="9"/>
                  </a:cubicBezTo>
                  <a:lnTo>
                    <a:pt x="556" y="3945"/>
                  </a:lnTo>
                  <a:cubicBezTo>
                    <a:pt x="0" y="3977"/>
                    <a:pt x="53" y="4780"/>
                    <a:pt x="590" y="4780"/>
                  </a:cubicBezTo>
                  <a:cubicBezTo>
                    <a:pt x="601" y="4780"/>
                    <a:pt x="612" y="4779"/>
                    <a:pt x="623" y="4779"/>
                  </a:cubicBezTo>
                  <a:lnTo>
                    <a:pt x="723" y="4779"/>
                  </a:lnTo>
                  <a:lnTo>
                    <a:pt x="20604" y="842"/>
                  </a:lnTo>
                  <a:cubicBezTo>
                    <a:pt x="21139" y="748"/>
                    <a:pt x="21021" y="0"/>
                    <a:pt x="205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3"/>
            <p:cNvSpPr/>
            <p:nvPr/>
          </p:nvSpPr>
          <p:spPr>
            <a:xfrm>
              <a:off x="9476850" y="1529725"/>
              <a:ext cx="228000" cy="67775"/>
            </a:xfrm>
            <a:custGeom>
              <a:avLst/>
              <a:gdLst/>
              <a:ahLst/>
              <a:cxnLst/>
              <a:rect l="l" t="t" r="r" b="b"/>
              <a:pathLst>
                <a:path w="9120" h="2711" extrusionOk="0">
                  <a:moveTo>
                    <a:pt x="8245" y="0"/>
                  </a:moveTo>
                  <a:cubicBezTo>
                    <a:pt x="8215" y="0"/>
                    <a:pt x="8183" y="2"/>
                    <a:pt x="8151" y="6"/>
                  </a:cubicBezTo>
                  <a:lnTo>
                    <a:pt x="812" y="1441"/>
                  </a:lnTo>
                  <a:cubicBezTo>
                    <a:pt x="0" y="1538"/>
                    <a:pt x="106" y="2711"/>
                    <a:pt x="882" y="2711"/>
                  </a:cubicBezTo>
                  <a:cubicBezTo>
                    <a:pt x="902" y="2711"/>
                    <a:pt x="924" y="2710"/>
                    <a:pt x="946" y="2708"/>
                  </a:cubicBezTo>
                  <a:lnTo>
                    <a:pt x="1046" y="2675"/>
                  </a:lnTo>
                  <a:lnTo>
                    <a:pt x="8384" y="1241"/>
                  </a:lnTo>
                  <a:cubicBezTo>
                    <a:pt x="9119" y="1049"/>
                    <a:pt x="8936" y="0"/>
                    <a:pt x="8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3"/>
            <p:cNvSpPr/>
            <p:nvPr/>
          </p:nvSpPr>
          <p:spPr>
            <a:xfrm>
              <a:off x="9443500" y="1728925"/>
              <a:ext cx="201925" cy="61225"/>
            </a:xfrm>
            <a:custGeom>
              <a:avLst/>
              <a:gdLst/>
              <a:ahLst/>
              <a:cxnLst/>
              <a:rect l="l" t="t" r="r" b="b"/>
              <a:pathLst>
                <a:path w="8077" h="2449" extrusionOk="0">
                  <a:moveTo>
                    <a:pt x="7202" y="1"/>
                  </a:moveTo>
                  <a:cubicBezTo>
                    <a:pt x="7164" y="1"/>
                    <a:pt x="7124" y="4"/>
                    <a:pt x="7083" y="11"/>
                  </a:cubicBezTo>
                  <a:lnTo>
                    <a:pt x="812" y="1178"/>
                  </a:lnTo>
                  <a:cubicBezTo>
                    <a:pt x="0" y="1276"/>
                    <a:pt x="105" y="2448"/>
                    <a:pt x="881" y="2448"/>
                  </a:cubicBezTo>
                  <a:cubicBezTo>
                    <a:pt x="902" y="2448"/>
                    <a:pt x="924" y="2448"/>
                    <a:pt x="946" y="2446"/>
                  </a:cubicBezTo>
                  <a:lnTo>
                    <a:pt x="1046" y="2412"/>
                  </a:lnTo>
                  <a:lnTo>
                    <a:pt x="7317" y="1245"/>
                  </a:lnTo>
                  <a:cubicBezTo>
                    <a:pt x="8076" y="1118"/>
                    <a:pt x="7905" y="1"/>
                    <a:pt x="7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3"/>
            <p:cNvSpPr/>
            <p:nvPr/>
          </p:nvSpPr>
          <p:spPr>
            <a:xfrm>
              <a:off x="9206800" y="3682525"/>
              <a:ext cx="200350" cy="70775"/>
            </a:xfrm>
            <a:custGeom>
              <a:avLst/>
              <a:gdLst/>
              <a:ahLst/>
              <a:cxnLst/>
              <a:rect l="l" t="t" r="r" b="b"/>
              <a:pathLst>
                <a:path w="8014" h="2831" extrusionOk="0">
                  <a:moveTo>
                    <a:pt x="866" y="0"/>
                  </a:moveTo>
                  <a:cubicBezTo>
                    <a:pt x="200" y="0"/>
                    <a:pt x="1" y="1039"/>
                    <a:pt x="740" y="1224"/>
                  </a:cubicBezTo>
                  <a:lnTo>
                    <a:pt x="6911" y="2791"/>
                  </a:lnTo>
                  <a:lnTo>
                    <a:pt x="7078" y="2791"/>
                  </a:lnTo>
                  <a:lnTo>
                    <a:pt x="7044" y="2825"/>
                  </a:lnTo>
                  <a:cubicBezTo>
                    <a:pt x="7076" y="2829"/>
                    <a:pt x="7107" y="2830"/>
                    <a:pt x="7136" y="2830"/>
                  </a:cubicBezTo>
                  <a:cubicBezTo>
                    <a:pt x="7890" y="2830"/>
                    <a:pt x="8014" y="1653"/>
                    <a:pt x="7211" y="1557"/>
                  </a:cubicBezTo>
                  <a:lnTo>
                    <a:pt x="1040" y="23"/>
                  </a:lnTo>
                  <a:cubicBezTo>
                    <a:pt x="979" y="7"/>
                    <a:pt x="921" y="0"/>
                    <a:pt x="8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3"/>
            <p:cNvSpPr/>
            <p:nvPr/>
          </p:nvSpPr>
          <p:spPr>
            <a:xfrm>
              <a:off x="9106700" y="3838475"/>
              <a:ext cx="275425" cy="89950"/>
            </a:xfrm>
            <a:custGeom>
              <a:avLst/>
              <a:gdLst/>
              <a:ahLst/>
              <a:cxnLst/>
              <a:rect l="l" t="t" r="r" b="b"/>
              <a:pathLst>
                <a:path w="11017" h="3598" extrusionOk="0">
                  <a:moveTo>
                    <a:pt x="871" y="1"/>
                  </a:moveTo>
                  <a:cubicBezTo>
                    <a:pt x="202" y="1"/>
                    <a:pt x="0" y="1072"/>
                    <a:pt x="741" y="1257"/>
                  </a:cubicBezTo>
                  <a:lnTo>
                    <a:pt x="9914" y="3558"/>
                  </a:lnTo>
                  <a:lnTo>
                    <a:pt x="10081" y="3558"/>
                  </a:lnTo>
                  <a:lnTo>
                    <a:pt x="10081" y="3592"/>
                  </a:lnTo>
                  <a:cubicBezTo>
                    <a:pt x="10113" y="3596"/>
                    <a:pt x="10143" y="3597"/>
                    <a:pt x="10173" y="3597"/>
                  </a:cubicBezTo>
                  <a:cubicBezTo>
                    <a:pt x="10924" y="3597"/>
                    <a:pt x="11017" y="2420"/>
                    <a:pt x="10215" y="2324"/>
                  </a:cubicBezTo>
                  <a:lnTo>
                    <a:pt x="1041" y="23"/>
                  </a:lnTo>
                  <a:cubicBezTo>
                    <a:pt x="982" y="8"/>
                    <a:pt x="925" y="1"/>
                    <a:pt x="8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11_1_1_1_1_1"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42"/>
          <p:cNvSpPr txBox="1">
            <a:spLocks noGrp="1"/>
          </p:cNvSpPr>
          <p:nvPr>
            <p:ph type="title"/>
          </p:nvPr>
        </p:nvSpPr>
        <p:spPr>
          <a:xfrm>
            <a:off x="5136850" y="1027288"/>
            <a:ext cx="2934900" cy="14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31" name="Google Shape;1331;p42"/>
          <p:cNvSpPr txBox="1">
            <a:spLocks noGrp="1"/>
          </p:cNvSpPr>
          <p:nvPr>
            <p:ph type="subTitle" idx="1"/>
          </p:nvPr>
        </p:nvSpPr>
        <p:spPr>
          <a:xfrm>
            <a:off x="5136850" y="2629413"/>
            <a:ext cx="2934900" cy="14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32" name="Google Shape;1332;p42"/>
          <p:cNvGrpSpPr/>
          <p:nvPr/>
        </p:nvGrpSpPr>
        <p:grpSpPr>
          <a:xfrm rot="4390107">
            <a:off x="6644454" y="-557912"/>
            <a:ext cx="1466373" cy="1381117"/>
            <a:chOff x="1404300" y="937325"/>
            <a:chExt cx="1767700" cy="1664925"/>
          </a:xfrm>
        </p:grpSpPr>
        <p:sp>
          <p:nvSpPr>
            <p:cNvPr id="1333" name="Google Shape;1333;p42"/>
            <p:cNvSpPr/>
            <p:nvPr/>
          </p:nvSpPr>
          <p:spPr>
            <a:xfrm>
              <a:off x="2450775" y="1537550"/>
              <a:ext cx="233975" cy="535475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2"/>
            <p:cNvSpPr/>
            <p:nvPr/>
          </p:nvSpPr>
          <p:spPr>
            <a:xfrm>
              <a:off x="2450150" y="1109250"/>
              <a:ext cx="198025" cy="454125"/>
            </a:xfrm>
            <a:custGeom>
              <a:avLst/>
              <a:gdLst/>
              <a:ahLst/>
              <a:cxnLst/>
              <a:rect l="l" t="t" r="r" b="b"/>
              <a:pathLst>
                <a:path w="7921" h="18165" extrusionOk="0">
                  <a:moveTo>
                    <a:pt x="7266" y="1"/>
                  </a:moveTo>
                  <a:cubicBezTo>
                    <a:pt x="7044" y="1"/>
                    <a:pt x="6817" y="113"/>
                    <a:pt x="6720" y="373"/>
                  </a:cubicBezTo>
                  <a:lnTo>
                    <a:pt x="147" y="17522"/>
                  </a:lnTo>
                  <a:cubicBezTo>
                    <a:pt x="1" y="17912"/>
                    <a:pt x="322" y="18165"/>
                    <a:pt x="655" y="18165"/>
                  </a:cubicBezTo>
                  <a:cubicBezTo>
                    <a:pt x="877" y="18165"/>
                    <a:pt x="1104" y="18052"/>
                    <a:pt x="1202" y="17793"/>
                  </a:cubicBezTo>
                  <a:lnTo>
                    <a:pt x="7775" y="644"/>
                  </a:lnTo>
                  <a:cubicBezTo>
                    <a:pt x="7921" y="254"/>
                    <a:pt x="7599" y="1"/>
                    <a:pt x="72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2"/>
            <p:cNvSpPr/>
            <p:nvPr/>
          </p:nvSpPr>
          <p:spPr>
            <a:xfrm>
              <a:off x="1936875" y="1271900"/>
              <a:ext cx="550725" cy="299850"/>
            </a:xfrm>
            <a:custGeom>
              <a:avLst/>
              <a:gdLst/>
              <a:ahLst/>
              <a:cxnLst/>
              <a:rect l="l" t="t" r="r" b="b"/>
              <a:pathLst>
                <a:path w="22029" h="11994" extrusionOk="0">
                  <a:moveTo>
                    <a:pt x="761" y="1"/>
                  </a:moveTo>
                  <a:cubicBezTo>
                    <a:pt x="300" y="1"/>
                    <a:pt x="0" y="718"/>
                    <a:pt x="499" y="1035"/>
                  </a:cubicBezTo>
                  <a:cubicBezTo>
                    <a:pt x="6910" y="5201"/>
                    <a:pt x="14051" y="8609"/>
                    <a:pt x="20948" y="11936"/>
                  </a:cubicBezTo>
                  <a:cubicBezTo>
                    <a:pt x="21035" y="11975"/>
                    <a:pt x="21119" y="11993"/>
                    <a:pt x="21198" y="11993"/>
                  </a:cubicBezTo>
                  <a:cubicBezTo>
                    <a:pt x="21714" y="11993"/>
                    <a:pt x="22029" y="11247"/>
                    <a:pt x="21489" y="10989"/>
                  </a:cubicBezTo>
                  <a:cubicBezTo>
                    <a:pt x="14592" y="7662"/>
                    <a:pt x="7478" y="4254"/>
                    <a:pt x="1040" y="88"/>
                  </a:cubicBezTo>
                  <a:cubicBezTo>
                    <a:pt x="944" y="27"/>
                    <a:pt x="849" y="1"/>
                    <a:pt x="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2"/>
            <p:cNvSpPr/>
            <p:nvPr/>
          </p:nvSpPr>
          <p:spPr>
            <a:xfrm>
              <a:off x="1880700" y="1297000"/>
              <a:ext cx="89625" cy="682925"/>
            </a:xfrm>
            <a:custGeom>
              <a:avLst/>
              <a:gdLst/>
              <a:ahLst/>
              <a:cxnLst/>
              <a:rect l="l" t="t" r="r" b="b"/>
              <a:pathLst>
                <a:path w="3585" h="27317" extrusionOk="0">
                  <a:moveTo>
                    <a:pt x="3065" y="1"/>
                  </a:moveTo>
                  <a:cubicBezTo>
                    <a:pt x="2792" y="1"/>
                    <a:pt x="2503" y="177"/>
                    <a:pt x="2476" y="518"/>
                  </a:cubicBezTo>
                  <a:cubicBezTo>
                    <a:pt x="1799" y="9309"/>
                    <a:pt x="1069" y="18073"/>
                    <a:pt x="41" y="26810"/>
                  </a:cubicBezTo>
                  <a:cubicBezTo>
                    <a:pt x="1" y="27148"/>
                    <a:pt x="258" y="27317"/>
                    <a:pt x="535" y="27317"/>
                  </a:cubicBezTo>
                  <a:cubicBezTo>
                    <a:pt x="812" y="27317"/>
                    <a:pt x="1110" y="27148"/>
                    <a:pt x="1150" y="26810"/>
                  </a:cubicBezTo>
                  <a:cubicBezTo>
                    <a:pt x="2151" y="18073"/>
                    <a:pt x="2881" y="9282"/>
                    <a:pt x="3558" y="518"/>
                  </a:cubicBezTo>
                  <a:cubicBezTo>
                    <a:pt x="3584" y="170"/>
                    <a:pt x="3333" y="1"/>
                    <a:pt x="30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2"/>
            <p:cNvSpPr/>
            <p:nvPr/>
          </p:nvSpPr>
          <p:spPr>
            <a:xfrm>
              <a:off x="1877975" y="1536400"/>
              <a:ext cx="607800" cy="445550"/>
            </a:xfrm>
            <a:custGeom>
              <a:avLst/>
              <a:gdLst/>
              <a:ahLst/>
              <a:cxnLst/>
              <a:rect l="l" t="t" r="r" b="b"/>
              <a:pathLst>
                <a:path w="24312" h="17822" extrusionOk="0">
                  <a:moveTo>
                    <a:pt x="23591" y="1"/>
                  </a:moveTo>
                  <a:cubicBezTo>
                    <a:pt x="23499" y="1"/>
                    <a:pt x="23401" y="34"/>
                    <a:pt x="23304" y="112"/>
                  </a:cubicBezTo>
                  <a:cubicBezTo>
                    <a:pt x="15866" y="5900"/>
                    <a:pt x="7832" y="10931"/>
                    <a:pt x="448" y="16774"/>
                  </a:cubicBezTo>
                  <a:cubicBezTo>
                    <a:pt x="1" y="17132"/>
                    <a:pt x="293" y="17822"/>
                    <a:pt x="713" y="17822"/>
                  </a:cubicBezTo>
                  <a:cubicBezTo>
                    <a:pt x="801" y="17822"/>
                    <a:pt x="895" y="17791"/>
                    <a:pt x="989" y="17721"/>
                  </a:cubicBezTo>
                  <a:lnTo>
                    <a:pt x="989" y="17694"/>
                  </a:lnTo>
                  <a:cubicBezTo>
                    <a:pt x="8400" y="11851"/>
                    <a:pt x="16407" y="6820"/>
                    <a:pt x="23845" y="1031"/>
                  </a:cubicBezTo>
                  <a:cubicBezTo>
                    <a:pt x="24312" y="698"/>
                    <a:pt x="24012" y="1"/>
                    <a:pt x="235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2"/>
            <p:cNvSpPr/>
            <p:nvPr/>
          </p:nvSpPr>
          <p:spPr>
            <a:xfrm>
              <a:off x="1876275" y="1954275"/>
              <a:ext cx="808150" cy="119850"/>
            </a:xfrm>
            <a:custGeom>
              <a:avLst/>
              <a:gdLst/>
              <a:ahLst/>
              <a:cxnLst/>
              <a:rect l="l" t="t" r="r" b="b"/>
              <a:pathLst>
                <a:path w="32326" h="4794" extrusionOk="0">
                  <a:moveTo>
                    <a:pt x="873" y="0"/>
                  </a:moveTo>
                  <a:cubicBezTo>
                    <a:pt x="251" y="0"/>
                    <a:pt x="0" y="956"/>
                    <a:pt x="651" y="1060"/>
                  </a:cubicBezTo>
                  <a:cubicBezTo>
                    <a:pt x="6548" y="1817"/>
                    <a:pt x="12444" y="2683"/>
                    <a:pt x="18368" y="3467"/>
                  </a:cubicBezTo>
                  <a:cubicBezTo>
                    <a:pt x="22676" y="4026"/>
                    <a:pt x="27089" y="4793"/>
                    <a:pt x="31452" y="4793"/>
                  </a:cubicBezTo>
                  <a:cubicBezTo>
                    <a:pt x="31527" y="4793"/>
                    <a:pt x="31602" y="4793"/>
                    <a:pt x="31676" y="4793"/>
                  </a:cubicBezTo>
                  <a:cubicBezTo>
                    <a:pt x="32326" y="4738"/>
                    <a:pt x="32326" y="3738"/>
                    <a:pt x="31676" y="3684"/>
                  </a:cubicBezTo>
                  <a:cubicBezTo>
                    <a:pt x="31600" y="3684"/>
                    <a:pt x="31524" y="3684"/>
                    <a:pt x="31448" y="3684"/>
                  </a:cubicBezTo>
                  <a:cubicBezTo>
                    <a:pt x="27005" y="3684"/>
                    <a:pt x="22513" y="2916"/>
                    <a:pt x="18152" y="2331"/>
                  </a:cubicBezTo>
                  <a:cubicBezTo>
                    <a:pt x="12390" y="1601"/>
                    <a:pt x="6683" y="762"/>
                    <a:pt x="949" y="5"/>
                  </a:cubicBezTo>
                  <a:cubicBezTo>
                    <a:pt x="923" y="2"/>
                    <a:pt x="898" y="0"/>
                    <a:pt x="8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2"/>
            <p:cNvSpPr/>
            <p:nvPr/>
          </p:nvSpPr>
          <p:spPr>
            <a:xfrm>
              <a:off x="1561650" y="1954025"/>
              <a:ext cx="351875" cy="569450"/>
            </a:xfrm>
            <a:custGeom>
              <a:avLst/>
              <a:gdLst/>
              <a:ahLst/>
              <a:cxnLst/>
              <a:rect l="l" t="t" r="r" b="b"/>
              <a:pathLst>
                <a:path w="14075" h="22778" extrusionOk="0">
                  <a:moveTo>
                    <a:pt x="13321" y="0"/>
                  </a:moveTo>
                  <a:cubicBezTo>
                    <a:pt x="13156" y="0"/>
                    <a:pt x="12992" y="76"/>
                    <a:pt x="12884" y="258"/>
                  </a:cubicBezTo>
                  <a:lnTo>
                    <a:pt x="225" y="21979"/>
                  </a:lnTo>
                  <a:cubicBezTo>
                    <a:pt x="0" y="22391"/>
                    <a:pt x="373" y="22778"/>
                    <a:pt x="741" y="22778"/>
                  </a:cubicBezTo>
                  <a:cubicBezTo>
                    <a:pt x="903" y="22778"/>
                    <a:pt x="1064" y="22702"/>
                    <a:pt x="1172" y="22520"/>
                  </a:cubicBezTo>
                  <a:lnTo>
                    <a:pt x="13831" y="799"/>
                  </a:lnTo>
                  <a:cubicBezTo>
                    <a:pt x="14075" y="387"/>
                    <a:pt x="13695" y="0"/>
                    <a:pt x="133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2"/>
            <p:cNvSpPr/>
            <p:nvPr/>
          </p:nvSpPr>
          <p:spPr>
            <a:xfrm>
              <a:off x="1564275" y="1039275"/>
              <a:ext cx="408375" cy="260700"/>
            </a:xfrm>
            <a:custGeom>
              <a:avLst/>
              <a:gdLst/>
              <a:ahLst/>
              <a:cxnLst/>
              <a:rect l="l" t="t" r="r" b="b"/>
              <a:pathLst>
                <a:path w="16335" h="10428" extrusionOk="0">
                  <a:moveTo>
                    <a:pt x="761" y="1"/>
                  </a:moveTo>
                  <a:cubicBezTo>
                    <a:pt x="300" y="1"/>
                    <a:pt x="0" y="718"/>
                    <a:pt x="499" y="1035"/>
                  </a:cubicBezTo>
                  <a:lnTo>
                    <a:pt x="15295" y="10340"/>
                  </a:lnTo>
                  <a:cubicBezTo>
                    <a:pt x="15391" y="10401"/>
                    <a:pt x="15486" y="10428"/>
                    <a:pt x="15574" y="10428"/>
                  </a:cubicBezTo>
                  <a:cubicBezTo>
                    <a:pt x="16035" y="10428"/>
                    <a:pt x="16335" y="9711"/>
                    <a:pt x="15836" y="9393"/>
                  </a:cubicBezTo>
                  <a:lnTo>
                    <a:pt x="1040" y="88"/>
                  </a:lnTo>
                  <a:cubicBezTo>
                    <a:pt x="944" y="27"/>
                    <a:pt x="849" y="1"/>
                    <a:pt x="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2"/>
            <p:cNvSpPr/>
            <p:nvPr/>
          </p:nvSpPr>
          <p:spPr>
            <a:xfrm>
              <a:off x="2449975" y="1511450"/>
              <a:ext cx="623075" cy="52775"/>
            </a:xfrm>
            <a:custGeom>
              <a:avLst/>
              <a:gdLst/>
              <a:ahLst/>
              <a:cxnLst/>
              <a:rect l="l" t="t" r="r" b="b"/>
              <a:pathLst>
                <a:path w="24923" h="2111" extrusionOk="0">
                  <a:moveTo>
                    <a:pt x="24252" y="0"/>
                  </a:moveTo>
                  <a:cubicBezTo>
                    <a:pt x="24244" y="0"/>
                    <a:pt x="24236" y="0"/>
                    <a:pt x="24228" y="1"/>
                  </a:cubicBezTo>
                  <a:lnTo>
                    <a:pt x="695" y="1028"/>
                  </a:lnTo>
                  <a:cubicBezTo>
                    <a:pt x="0" y="1055"/>
                    <a:pt x="18" y="2111"/>
                    <a:pt x="670" y="2111"/>
                  </a:cubicBezTo>
                  <a:cubicBezTo>
                    <a:pt x="678" y="2111"/>
                    <a:pt x="687" y="2111"/>
                    <a:pt x="695" y="2110"/>
                  </a:cubicBezTo>
                  <a:lnTo>
                    <a:pt x="24228" y="1083"/>
                  </a:lnTo>
                  <a:cubicBezTo>
                    <a:pt x="24922" y="1056"/>
                    <a:pt x="24904" y="0"/>
                    <a:pt x="24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2"/>
            <p:cNvSpPr/>
            <p:nvPr/>
          </p:nvSpPr>
          <p:spPr>
            <a:xfrm>
              <a:off x="1450475" y="1742400"/>
              <a:ext cx="465575" cy="238700"/>
            </a:xfrm>
            <a:custGeom>
              <a:avLst/>
              <a:gdLst/>
              <a:ahLst/>
              <a:cxnLst/>
              <a:rect l="l" t="t" r="r" b="b"/>
              <a:pathLst>
                <a:path w="18623" h="9548" extrusionOk="0">
                  <a:moveTo>
                    <a:pt x="816" y="1"/>
                  </a:moveTo>
                  <a:cubicBezTo>
                    <a:pt x="322" y="1"/>
                    <a:pt x="1" y="736"/>
                    <a:pt x="534" y="1014"/>
                  </a:cubicBezTo>
                  <a:cubicBezTo>
                    <a:pt x="6106" y="4071"/>
                    <a:pt x="11976" y="6451"/>
                    <a:pt x="17548" y="9481"/>
                  </a:cubicBezTo>
                  <a:cubicBezTo>
                    <a:pt x="17637" y="9527"/>
                    <a:pt x="17724" y="9547"/>
                    <a:pt x="17806" y="9547"/>
                  </a:cubicBezTo>
                  <a:cubicBezTo>
                    <a:pt x="18301" y="9547"/>
                    <a:pt x="18622" y="8812"/>
                    <a:pt x="18089" y="8534"/>
                  </a:cubicBezTo>
                  <a:cubicBezTo>
                    <a:pt x="12517" y="5477"/>
                    <a:pt x="6647" y="3097"/>
                    <a:pt x="1075" y="68"/>
                  </a:cubicBezTo>
                  <a:cubicBezTo>
                    <a:pt x="986" y="21"/>
                    <a:pt x="899" y="1"/>
                    <a:pt x="8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2"/>
            <p:cNvSpPr/>
            <p:nvPr/>
          </p:nvSpPr>
          <p:spPr>
            <a:xfrm>
              <a:off x="1874275" y="1217950"/>
              <a:ext cx="185325" cy="183975"/>
            </a:xfrm>
            <a:custGeom>
              <a:avLst/>
              <a:gdLst/>
              <a:ahLst/>
              <a:cxnLst/>
              <a:rect l="l" t="t" r="r" b="b"/>
              <a:pathLst>
                <a:path w="7413" h="7359" extrusionOk="0">
                  <a:moveTo>
                    <a:pt x="3703" y="1"/>
                  </a:moveTo>
                  <a:cubicBezTo>
                    <a:pt x="3686" y="1"/>
                    <a:pt x="3669" y="1"/>
                    <a:pt x="3652" y="1"/>
                  </a:cubicBezTo>
                  <a:cubicBezTo>
                    <a:pt x="1624" y="28"/>
                    <a:pt x="1" y="1678"/>
                    <a:pt x="28" y="3734"/>
                  </a:cubicBezTo>
                  <a:cubicBezTo>
                    <a:pt x="55" y="5746"/>
                    <a:pt x="1704" y="7359"/>
                    <a:pt x="3711" y="7359"/>
                  </a:cubicBezTo>
                  <a:cubicBezTo>
                    <a:pt x="3727" y="7359"/>
                    <a:pt x="3744" y="7359"/>
                    <a:pt x="3761" y="7359"/>
                  </a:cubicBezTo>
                  <a:cubicBezTo>
                    <a:pt x="5789" y="7332"/>
                    <a:pt x="7412" y="5655"/>
                    <a:pt x="7385" y="3626"/>
                  </a:cubicBezTo>
                  <a:cubicBezTo>
                    <a:pt x="7358" y="1614"/>
                    <a:pt x="5735" y="1"/>
                    <a:pt x="3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2"/>
            <p:cNvSpPr/>
            <p:nvPr/>
          </p:nvSpPr>
          <p:spPr>
            <a:xfrm>
              <a:off x="1486800" y="2418275"/>
              <a:ext cx="185325" cy="183975"/>
            </a:xfrm>
            <a:custGeom>
              <a:avLst/>
              <a:gdLst/>
              <a:ahLst/>
              <a:cxnLst/>
              <a:rect l="l" t="t" r="r" b="b"/>
              <a:pathLst>
                <a:path w="7413" h="7359" extrusionOk="0">
                  <a:moveTo>
                    <a:pt x="3702" y="0"/>
                  </a:moveTo>
                  <a:cubicBezTo>
                    <a:pt x="3686" y="0"/>
                    <a:pt x="3669" y="0"/>
                    <a:pt x="3652" y="1"/>
                  </a:cubicBezTo>
                  <a:cubicBezTo>
                    <a:pt x="1623" y="28"/>
                    <a:pt x="1" y="1678"/>
                    <a:pt x="28" y="3733"/>
                  </a:cubicBezTo>
                  <a:cubicBezTo>
                    <a:pt x="54" y="5745"/>
                    <a:pt x="1704" y="7358"/>
                    <a:pt x="3710" y="7358"/>
                  </a:cubicBezTo>
                  <a:cubicBezTo>
                    <a:pt x="3727" y="7358"/>
                    <a:pt x="3744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2"/>
            <p:cNvSpPr/>
            <p:nvPr/>
          </p:nvSpPr>
          <p:spPr>
            <a:xfrm>
              <a:off x="2374700" y="1458700"/>
              <a:ext cx="185300" cy="183975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2"/>
            <p:cNvSpPr/>
            <p:nvPr/>
          </p:nvSpPr>
          <p:spPr>
            <a:xfrm>
              <a:off x="2551175" y="1944225"/>
              <a:ext cx="233325" cy="232000"/>
            </a:xfrm>
            <a:custGeom>
              <a:avLst/>
              <a:gdLst/>
              <a:ahLst/>
              <a:cxnLst/>
              <a:rect l="l" t="t" r="r" b="b"/>
              <a:pathLst>
                <a:path w="9333" h="9280" extrusionOk="0">
                  <a:moveTo>
                    <a:pt x="4649" y="1"/>
                  </a:moveTo>
                  <a:cubicBezTo>
                    <a:pt x="4633" y="1"/>
                    <a:pt x="4616" y="1"/>
                    <a:pt x="4599" y="1"/>
                  </a:cubicBezTo>
                  <a:cubicBezTo>
                    <a:pt x="2030" y="28"/>
                    <a:pt x="1" y="2138"/>
                    <a:pt x="28" y="4708"/>
                  </a:cubicBezTo>
                  <a:cubicBezTo>
                    <a:pt x="55" y="7260"/>
                    <a:pt x="2137" y="9279"/>
                    <a:pt x="4684" y="9279"/>
                  </a:cubicBezTo>
                  <a:cubicBezTo>
                    <a:pt x="4701" y="9279"/>
                    <a:pt x="4718" y="9279"/>
                    <a:pt x="4735" y="9279"/>
                  </a:cubicBezTo>
                  <a:cubicBezTo>
                    <a:pt x="7304" y="9252"/>
                    <a:pt x="9333" y="7142"/>
                    <a:pt x="9306" y="4572"/>
                  </a:cubicBezTo>
                  <a:cubicBezTo>
                    <a:pt x="9279" y="2046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2"/>
            <p:cNvSpPr/>
            <p:nvPr/>
          </p:nvSpPr>
          <p:spPr>
            <a:xfrm>
              <a:off x="2938675" y="1409325"/>
              <a:ext cx="233325" cy="232025"/>
            </a:xfrm>
            <a:custGeom>
              <a:avLst/>
              <a:gdLst/>
              <a:ahLst/>
              <a:cxnLst/>
              <a:rect l="l" t="t" r="r" b="b"/>
              <a:pathLst>
                <a:path w="9333" h="9281" extrusionOk="0">
                  <a:moveTo>
                    <a:pt x="4649" y="1"/>
                  </a:moveTo>
                  <a:cubicBezTo>
                    <a:pt x="4632" y="1"/>
                    <a:pt x="4615" y="1"/>
                    <a:pt x="4598" y="1"/>
                  </a:cubicBezTo>
                  <a:cubicBezTo>
                    <a:pt x="2029" y="55"/>
                    <a:pt x="0" y="2165"/>
                    <a:pt x="27" y="4708"/>
                  </a:cubicBezTo>
                  <a:cubicBezTo>
                    <a:pt x="54" y="7244"/>
                    <a:pt x="2110" y="9280"/>
                    <a:pt x="4635" y="9280"/>
                  </a:cubicBezTo>
                  <a:cubicBezTo>
                    <a:pt x="4668" y="9280"/>
                    <a:pt x="4701" y="9280"/>
                    <a:pt x="4734" y="9279"/>
                  </a:cubicBezTo>
                  <a:cubicBezTo>
                    <a:pt x="7303" y="9252"/>
                    <a:pt x="9332" y="7142"/>
                    <a:pt x="9305" y="4600"/>
                  </a:cubicBezTo>
                  <a:cubicBezTo>
                    <a:pt x="9278" y="2047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2"/>
            <p:cNvSpPr/>
            <p:nvPr/>
          </p:nvSpPr>
          <p:spPr>
            <a:xfrm>
              <a:off x="1466525" y="937325"/>
              <a:ext cx="234000" cy="231975"/>
            </a:xfrm>
            <a:custGeom>
              <a:avLst/>
              <a:gdLst/>
              <a:ahLst/>
              <a:cxnLst/>
              <a:rect l="l" t="t" r="r" b="b"/>
              <a:pathLst>
                <a:path w="9360" h="9279" extrusionOk="0">
                  <a:moveTo>
                    <a:pt x="4675" y="1"/>
                  </a:moveTo>
                  <a:cubicBezTo>
                    <a:pt x="4659" y="1"/>
                    <a:pt x="4642" y="1"/>
                    <a:pt x="4625" y="1"/>
                  </a:cubicBezTo>
                  <a:cubicBezTo>
                    <a:pt x="2056" y="28"/>
                    <a:pt x="0" y="2138"/>
                    <a:pt x="54" y="4707"/>
                  </a:cubicBezTo>
                  <a:cubicBezTo>
                    <a:pt x="81" y="7260"/>
                    <a:pt x="2163" y="9279"/>
                    <a:pt x="4683" y="9279"/>
                  </a:cubicBezTo>
                  <a:cubicBezTo>
                    <a:pt x="4700" y="9279"/>
                    <a:pt x="4717" y="9279"/>
                    <a:pt x="4734" y="9279"/>
                  </a:cubicBezTo>
                  <a:cubicBezTo>
                    <a:pt x="7303" y="9252"/>
                    <a:pt x="9359" y="7142"/>
                    <a:pt x="9332" y="4572"/>
                  </a:cubicBezTo>
                  <a:cubicBezTo>
                    <a:pt x="9278" y="2046"/>
                    <a:pt x="7195" y="1"/>
                    <a:pt x="4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2"/>
            <p:cNvSpPr/>
            <p:nvPr/>
          </p:nvSpPr>
          <p:spPr>
            <a:xfrm>
              <a:off x="2565375" y="10563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2"/>
            <p:cNvSpPr/>
            <p:nvPr/>
          </p:nvSpPr>
          <p:spPr>
            <a:xfrm>
              <a:off x="1404300" y="16906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73" y="0"/>
                  </a:moveTo>
                  <a:cubicBezTo>
                    <a:pt x="2657" y="0"/>
                    <a:pt x="2641" y="0"/>
                    <a:pt x="2624" y="1"/>
                  </a:cubicBezTo>
                  <a:cubicBezTo>
                    <a:pt x="1164" y="1"/>
                    <a:pt x="1" y="1191"/>
                    <a:pt x="28" y="2651"/>
                  </a:cubicBezTo>
                  <a:cubicBezTo>
                    <a:pt x="54" y="4069"/>
                    <a:pt x="1218" y="5222"/>
                    <a:pt x="2629" y="5222"/>
                  </a:cubicBezTo>
                  <a:cubicBezTo>
                    <a:pt x="2646" y="5222"/>
                    <a:pt x="2662" y="5221"/>
                    <a:pt x="2678" y="5221"/>
                  </a:cubicBezTo>
                  <a:cubicBezTo>
                    <a:pt x="4139" y="5194"/>
                    <a:pt x="5275" y="4031"/>
                    <a:pt x="5275" y="2570"/>
                  </a:cubicBezTo>
                  <a:cubicBezTo>
                    <a:pt x="5248" y="1153"/>
                    <a:pt x="4085" y="0"/>
                    <a:pt x="26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2"/>
            <p:cNvSpPr/>
            <p:nvPr/>
          </p:nvSpPr>
          <p:spPr>
            <a:xfrm>
              <a:off x="1829650" y="190230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73" y="1"/>
                  </a:moveTo>
                  <a:cubicBezTo>
                    <a:pt x="2657" y="1"/>
                    <a:pt x="2641" y="1"/>
                    <a:pt x="2624" y="1"/>
                  </a:cubicBezTo>
                  <a:cubicBezTo>
                    <a:pt x="1164" y="1"/>
                    <a:pt x="0" y="1191"/>
                    <a:pt x="28" y="2652"/>
                  </a:cubicBezTo>
                  <a:cubicBezTo>
                    <a:pt x="54" y="4069"/>
                    <a:pt x="1218" y="5222"/>
                    <a:pt x="2629" y="5222"/>
                  </a:cubicBezTo>
                  <a:cubicBezTo>
                    <a:pt x="2646" y="5222"/>
                    <a:pt x="2662" y="5222"/>
                    <a:pt x="2678" y="5222"/>
                  </a:cubicBezTo>
                  <a:cubicBezTo>
                    <a:pt x="4139" y="5194"/>
                    <a:pt x="5275" y="4004"/>
                    <a:pt x="5275" y="2571"/>
                  </a:cubicBezTo>
                  <a:cubicBezTo>
                    <a:pt x="5248" y="1153"/>
                    <a:pt x="4085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2" name="Google Shape;1352;p42"/>
          <p:cNvGrpSpPr/>
          <p:nvPr/>
        </p:nvGrpSpPr>
        <p:grpSpPr>
          <a:xfrm rot="-817609" flipH="1">
            <a:off x="-900543" y="2865950"/>
            <a:ext cx="3253108" cy="3305316"/>
            <a:chOff x="408117" y="2747510"/>
            <a:chExt cx="3282325" cy="3335002"/>
          </a:xfrm>
        </p:grpSpPr>
        <p:sp>
          <p:nvSpPr>
            <p:cNvPr id="1353" name="Google Shape;1353;p42"/>
            <p:cNvSpPr/>
            <p:nvPr/>
          </p:nvSpPr>
          <p:spPr>
            <a:xfrm rot="-370323">
              <a:off x="2372006" y="2874293"/>
              <a:ext cx="892965" cy="712647"/>
            </a:xfrm>
            <a:custGeom>
              <a:avLst/>
              <a:gdLst/>
              <a:ahLst/>
              <a:cxnLst/>
              <a:rect l="l" t="t" r="r" b="b"/>
              <a:pathLst>
                <a:path w="3105" h="2478" fill="none" extrusionOk="0">
                  <a:moveTo>
                    <a:pt x="1" y="0"/>
                  </a:moveTo>
                  <a:lnTo>
                    <a:pt x="3104" y="2478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miter lim="88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2"/>
            <p:cNvSpPr/>
            <p:nvPr/>
          </p:nvSpPr>
          <p:spPr>
            <a:xfrm rot="-370323">
              <a:off x="2041193" y="3764700"/>
              <a:ext cx="588408" cy="469634"/>
            </a:xfrm>
            <a:custGeom>
              <a:avLst/>
              <a:gdLst/>
              <a:ahLst/>
              <a:cxnLst/>
              <a:rect l="l" t="t" r="r" b="b"/>
              <a:pathLst>
                <a:path w="2046" h="1633" fill="none" extrusionOk="0">
                  <a:moveTo>
                    <a:pt x="0" y="1"/>
                  </a:moveTo>
                  <a:lnTo>
                    <a:pt x="2046" y="1632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miter lim="88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2"/>
            <p:cNvSpPr/>
            <p:nvPr/>
          </p:nvSpPr>
          <p:spPr>
            <a:xfrm rot="-370323">
              <a:off x="2243118" y="3405129"/>
              <a:ext cx="613716" cy="486889"/>
            </a:xfrm>
            <a:custGeom>
              <a:avLst/>
              <a:gdLst/>
              <a:ahLst/>
              <a:cxnLst/>
              <a:rect l="l" t="t" r="r" b="b"/>
              <a:pathLst>
                <a:path w="2134" h="1693" fill="none" extrusionOk="0">
                  <a:moveTo>
                    <a:pt x="0" y="0"/>
                  </a:moveTo>
                  <a:lnTo>
                    <a:pt x="2134" y="1693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miter lim="88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2"/>
            <p:cNvSpPr/>
            <p:nvPr/>
          </p:nvSpPr>
          <p:spPr>
            <a:xfrm rot="-370323">
              <a:off x="2237002" y="3090216"/>
              <a:ext cx="892965" cy="710346"/>
            </a:xfrm>
            <a:custGeom>
              <a:avLst/>
              <a:gdLst/>
              <a:ahLst/>
              <a:cxnLst/>
              <a:rect l="l" t="t" r="r" b="b"/>
              <a:pathLst>
                <a:path w="3105" h="2470" fill="none" extrusionOk="0">
                  <a:moveTo>
                    <a:pt x="1" y="1"/>
                  </a:moveTo>
                  <a:lnTo>
                    <a:pt x="3105" y="2469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miter lim="88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2"/>
            <p:cNvSpPr/>
            <p:nvPr/>
          </p:nvSpPr>
          <p:spPr>
            <a:xfrm rot="-370323">
              <a:off x="1751218" y="3856947"/>
              <a:ext cx="892965" cy="710346"/>
            </a:xfrm>
            <a:custGeom>
              <a:avLst/>
              <a:gdLst/>
              <a:ahLst/>
              <a:cxnLst/>
              <a:rect l="l" t="t" r="r" b="b"/>
              <a:pathLst>
                <a:path w="3105" h="2470" fill="none" extrusionOk="0">
                  <a:moveTo>
                    <a:pt x="1" y="0"/>
                  </a:moveTo>
                  <a:lnTo>
                    <a:pt x="3104" y="2469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miter lim="88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2"/>
            <p:cNvSpPr/>
            <p:nvPr/>
          </p:nvSpPr>
          <p:spPr>
            <a:xfrm rot="-370323">
              <a:off x="1485562" y="4275911"/>
              <a:ext cx="892678" cy="710346"/>
            </a:xfrm>
            <a:custGeom>
              <a:avLst/>
              <a:gdLst/>
              <a:ahLst/>
              <a:cxnLst/>
              <a:rect l="l" t="t" r="r" b="b"/>
              <a:pathLst>
                <a:path w="3104" h="2470" fill="none" extrusionOk="0">
                  <a:moveTo>
                    <a:pt x="0" y="0"/>
                  </a:moveTo>
                  <a:lnTo>
                    <a:pt x="3104" y="2469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miter lim="88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2"/>
            <p:cNvSpPr/>
            <p:nvPr/>
          </p:nvSpPr>
          <p:spPr>
            <a:xfrm rot="-370323">
              <a:off x="1551423" y="4024506"/>
              <a:ext cx="979242" cy="778792"/>
            </a:xfrm>
            <a:custGeom>
              <a:avLst/>
              <a:gdLst/>
              <a:ahLst/>
              <a:cxnLst/>
              <a:rect l="l" t="t" r="r" b="b"/>
              <a:pathLst>
                <a:path w="3405" h="2708" fill="none" extrusionOk="0">
                  <a:moveTo>
                    <a:pt x="1" y="1"/>
                  </a:moveTo>
                  <a:lnTo>
                    <a:pt x="3404" y="2707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miter lim="88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2"/>
            <p:cNvSpPr/>
            <p:nvPr/>
          </p:nvSpPr>
          <p:spPr>
            <a:xfrm rot="-370323">
              <a:off x="1226638" y="4875663"/>
              <a:ext cx="733066" cy="583519"/>
            </a:xfrm>
            <a:custGeom>
              <a:avLst/>
              <a:gdLst/>
              <a:ahLst/>
              <a:cxnLst/>
              <a:rect l="l" t="t" r="r" b="b"/>
              <a:pathLst>
                <a:path w="2549" h="2029" fill="none" extrusionOk="0">
                  <a:moveTo>
                    <a:pt x="1" y="1"/>
                  </a:moveTo>
                  <a:lnTo>
                    <a:pt x="2549" y="2029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miter lim="88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2"/>
            <p:cNvSpPr/>
            <p:nvPr/>
          </p:nvSpPr>
          <p:spPr>
            <a:xfrm rot="-370287">
              <a:off x="830370" y="5192554"/>
              <a:ext cx="1007715" cy="781065"/>
            </a:xfrm>
            <a:custGeom>
              <a:avLst/>
              <a:gdLst/>
              <a:ahLst/>
              <a:cxnLst/>
              <a:rect l="l" t="t" r="r" b="b"/>
              <a:pathLst>
                <a:path w="3105" h="2470" fill="none" extrusionOk="0">
                  <a:moveTo>
                    <a:pt x="1" y="1"/>
                  </a:moveTo>
                  <a:lnTo>
                    <a:pt x="3105" y="2469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miter lim="88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2"/>
            <p:cNvSpPr/>
            <p:nvPr/>
          </p:nvSpPr>
          <p:spPr>
            <a:xfrm rot="-370323">
              <a:off x="1010719" y="5026129"/>
              <a:ext cx="892678" cy="710346"/>
            </a:xfrm>
            <a:custGeom>
              <a:avLst/>
              <a:gdLst/>
              <a:ahLst/>
              <a:cxnLst/>
              <a:rect l="l" t="t" r="r" b="b"/>
              <a:pathLst>
                <a:path w="3104" h="2470" fill="none" extrusionOk="0">
                  <a:moveTo>
                    <a:pt x="0" y="0"/>
                  </a:moveTo>
                  <a:lnTo>
                    <a:pt x="3104" y="2469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miter lim="88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2"/>
            <p:cNvSpPr/>
            <p:nvPr/>
          </p:nvSpPr>
          <p:spPr>
            <a:xfrm rot="-370323">
              <a:off x="532900" y="2857335"/>
              <a:ext cx="2174464" cy="2438471"/>
            </a:xfrm>
            <a:custGeom>
              <a:avLst/>
              <a:gdLst/>
              <a:ahLst/>
              <a:cxnLst/>
              <a:rect l="l" t="t" r="r" b="b"/>
              <a:pathLst>
                <a:path w="7561" h="8479" extrusionOk="0">
                  <a:moveTo>
                    <a:pt x="7196" y="0"/>
                  </a:moveTo>
                  <a:cubicBezTo>
                    <a:pt x="7149" y="0"/>
                    <a:pt x="7100" y="16"/>
                    <a:pt x="7058" y="48"/>
                  </a:cubicBezTo>
                  <a:cubicBezTo>
                    <a:pt x="6591" y="374"/>
                    <a:pt x="6238" y="842"/>
                    <a:pt x="6053" y="1388"/>
                  </a:cubicBezTo>
                  <a:cubicBezTo>
                    <a:pt x="5903" y="1873"/>
                    <a:pt x="5921" y="2402"/>
                    <a:pt x="6106" y="2887"/>
                  </a:cubicBezTo>
                  <a:cubicBezTo>
                    <a:pt x="6238" y="3213"/>
                    <a:pt x="6414" y="3522"/>
                    <a:pt x="6617" y="3813"/>
                  </a:cubicBezTo>
                  <a:cubicBezTo>
                    <a:pt x="6829" y="4139"/>
                    <a:pt x="6996" y="4492"/>
                    <a:pt x="7102" y="4871"/>
                  </a:cubicBezTo>
                  <a:cubicBezTo>
                    <a:pt x="7261" y="5444"/>
                    <a:pt x="7261" y="6079"/>
                    <a:pt x="6979" y="6617"/>
                  </a:cubicBezTo>
                  <a:cubicBezTo>
                    <a:pt x="6758" y="7040"/>
                    <a:pt x="6361" y="7348"/>
                    <a:pt x="5885" y="7445"/>
                  </a:cubicBezTo>
                  <a:cubicBezTo>
                    <a:pt x="5793" y="7462"/>
                    <a:pt x="5699" y="7469"/>
                    <a:pt x="5604" y="7469"/>
                  </a:cubicBezTo>
                  <a:cubicBezTo>
                    <a:pt x="5247" y="7469"/>
                    <a:pt x="4878" y="7365"/>
                    <a:pt x="4536" y="7260"/>
                  </a:cubicBezTo>
                  <a:cubicBezTo>
                    <a:pt x="4113" y="7128"/>
                    <a:pt x="3716" y="6961"/>
                    <a:pt x="3284" y="6872"/>
                  </a:cubicBezTo>
                  <a:cubicBezTo>
                    <a:pt x="3077" y="6822"/>
                    <a:pt x="2867" y="6796"/>
                    <a:pt x="2658" y="6796"/>
                  </a:cubicBezTo>
                  <a:cubicBezTo>
                    <a:pt x="2359" y="6796"/>
                    <a:pt x="2062" y="6848"/>
                    <a:pt x="1777" y="6952"/>
                  </a:cubicBezTo>
                  <a:cubicBezTo>
                    <a:pt x="1080" y="7207"/>
                    <a:pt x="533" y="7772"/>
                    <a:pt x="75" y="8336"/>
                  </a:cubicBezTo>
                  <a:cubicBezTo>
                    <a:pt x="1" y="8431"/>
                    <a:pt x="82" y="8479"/>
                    <a:pt x="176" y="8479"/>
                  </a:cubicBezTo>
                  <a:cubicBezTo>
                    <a:pt x="239" y="8479"/>
                    <a:pt x="308" y="8458"/>
                    <a:pt x="339" y="8415"/>
                  </a:cubicBezTo>
                  <a:cubicBezTo>
                    <a:pt x="745" y="7904"/>
                    <a:pt x="1221" y="7393"/>
                    <a:pt x="1838" y="7137"/>
                  </a:cubicBezTo>
                  <a:cubicBezTo>
                    <a:pt x="2079" y="7048"/>
                    <a:pt x="2330" y="7002"/>
                    <a:pt x="2582" y="7002"/>
                  </a:cubicBezTo>
                  <a:cubicBezTo>
                    <a:pt x="2754" y="7002"/>
                    <a:pt x="2928" y="7023"/>
                    <a:pt x="3099" y="7066"/>
                  </a:cubicBezTo>
                  <a:cubicBezTo>
                    <a:pt x="3906" y="7244"/>
                    <a:pt x="4675" y="7687"/>
                    <a:pt x="5509" y="7687"/>
                  </a:cubicBezTo>
                  <a:cubicBezTo>
                    <a:pt x="5587" y="7687"/>
                    <a:pt x="5665" y="7683"/>
                    <a:pt x="5744" y="7675"/>
                  </a:cubicBezTo>
                  <a:cubicBezTo>
                    <a:pt x="6838" y="7560"/>
                    <a:pt x="7561" y="6581"/>
                    <a:pt x="7534" y="5523"/>
                  </a:cubicBezTo>
                  <a:cubicBezTo>
                    <a:pt x="7516" y="4800"/>
                    <a:pt x="7217" y="4139"/>
                    <a:pt x="6820" y="3548"/>
                  </a:cubicBezTo>
                  <a:cubicBezTo>
                    <a:pt x="6476" y="3037"/>
                    <a:pt x="6229" y="2455"/>
                    <a:pt x="6282" y="1829"/>
                  </a:cubicBezTo>
                  <a:cubicBezTo>
                    <a:pt x="6326" y="1371"/>
                    <a:pt x="6511" y="939"/>
                    <a:pt x="6811" y="595"/>
                  </a:cubicBezTo>
                  <a:cubicBezTo>
                    <a:pt x="6943" y="427"/>
                    <a:pt x="7093" y="286"/>
                    <a:pt x="7270" y="171"/>
                  </a:cubicBezTo>
                  <a:cubicBezTo>
                    <a:pt x="7322" y="136"/>
                    <a:pt x="7349" y="57"/>
                    <a:pt x="7287" y="22"/>
                  </a:cubicBezTo>
                  <a:cubicBezTo>
                    <a:pt x="7259" y="7"/>
                    <a:pt x="7228" y="0"/>
                    <a:pt x="7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2"/>
            <p:cNvSpPr/>
            <p:nvPr/>
          </p:nvSpPr>
          <p:spPr>
            <a:xfrm rot="-370323">
              <a:off x="1414262" y="3458259"/>
              <a:ext cx="2147143" cy="2516121"/>
            </a:xfrm>
            <a:custGeom>
              <a:avLst/>
              <a:gdLst/>
              <a:ahLst/>
              <a:cxnLst/>
              <a:rect l="l" t="t" r="r" b="b"/>
              <a:pathLst>
                <a:path w="7466" h="8749" extrusionOk="0">
                  <a:moveTo>
                    <a:pt x="7384" y="0"/>
                  </a:moveTo>
                  <a:cubicBezTo>
                    <a:pt x="7298" y="0"/>
                    <a:pt x="7165" y="29"/>
                    <a:pt x="7142" y="81"/>
                  </a:cubicBezTo>
                  <a:lnTo>
                    <a:pt x="7151" y="81"/>
                  </a:lnTo>
                  <a:cubicBezTo>
                    <a:pt x="6957" y="557"/>
                    <a:pt x="6622" y="962"/>
                    <a:pt x="6190" y="1244"/>
                  </a:cubicBezTo>
                  <a:cubicBezTo>
                    <a:pt x="5897" y="1416"/>
                    <a:pt x="5563" y="1505"/>
                    <a:pt x="5225" y="1505"/>
                  </a:cubicBezTo>
                  <a:cubicBezTo>
                    <a:pt x="5094" y="1505"/>
                    <a:pt x="4962" y="1492"/>
                    <a:pt x="4832" y="1465"/>
                  </a:cubicBezTo>
                  <a:cubicBezTo>
                    <a:pt x="4470" y="1394"/>
                    <a:pt x="4135" y="1244"/>
                    <a:pt x="3783" y="1139"/>
                  </a:cubicBezTo>
                  <a:cubicBezTo>
                    <a:pt x="3448" y="1024"/>
                    <a:pt x="3095" y="971"/>
                    <a:pt x="2733" y="953"/>
                  </a:cubicBezTo>
                  <a:cubicBezTo>
                    <a:pt x="2707" y="953"/>
                    <a:pt x="2681" y="952"/>
                    <a:pt x="2655" y="952"/>
                  </a:cubicBezTo>
                  <a:cubicBezTo>
                    <a:pt x="1632" y="952"/>
                    <a:pt x="461" y="1457"/>
                    <a:pt x="221" y="2540"/>
                  </a:cubicBezTo>
                  <a:cubicBezTo>
                    <a:pt x="0" y="3528"/>
                    <a:pt x="723" y="4383"/>
                    <a:pt x="1182" y="5177"/>
                  </a:cubicBezTo>
                  <a:cubicBezTo>
                    <a:pt x="1402" y="5573"/>
                    <a:pt x="1596" y="6006"/>
                    <a:pt x="1614" y="6473"/>
                  </a:cubicBezTo>
                  <a:cubicBezTo>
                    <a:pt x="1640" y="7090"/>
                    <a:pt x="1367" y="7681"/>
                    <a:pt x="1041" y="8183"/>
                  </a:cubicBezTo>
                  <a:cubicBezTo>
                    <a:pt x="917" y="8368"/>
                    <a:pt x="785" y="8545"/>
                    <a:pt x="653" y="8721"/>
                  </a:cubicBezTo>
                  <a:cubicBezTo>
                    <a:pt x="629" y="8745"/>
                    <a:pt x="688" y="8749"/>
                    <a:pt x="732" y="8749"/>
                  </a:cubicBezTo>
                  <a:cubicBezTo>
                    <a:pt x="754" y="8749"/>
                    <a:pt x="773" y="8748"/>
                    <a:pt x="776" y="8748"/>
                  </a:cubicBezTo>
                  <a:cubicBezTo>
                    <a:pt x="847" y="8739"/>
                    <a:pt x="917" y="8704"/>
                    <a:pt x="970" y="8659"/>
                  </a:cubicBezTo>
                  <a:cubicBezTo>
                    <a:pt x="1393" y="8122"/>
                    <a:pt x="1790" y="7513"/>
                    <a:pt x="1905" y="6826"/>
                  </a:cubicBezTo>
                  <a:cubicBezTo>
                    <a:pt x="1975" y="6349"/>
                    <a:pt x="1896" y="5873"/>
                    <a:pt x="1684" y="5450"/>
                  </a:cubicBezTo>
                  <a:cubicBezTo>
                    <a:pt x="1481" y="5018"/>
                    <a:pt x="1208" y="4639"/>
                    <a:pt x="970" y="4224"/>
                  </a:cubicBezTo>
                  <a:cubicBezTo>
                    <a:pt x="741" y="3819"/>
                    <a:pt x="503" y="3343"/>
                    <a:pt x="494" y="2849"/>
                  </a:cubicBezTo>
                  <a:cubicBezTo>
                    <a:pt x="494" y="2364"/>
                    <a:pt x="706" y="1897"/>
                    <a:pt x="1076" y="1571"/>
                  </a:cubicBezTo>
                  <a:cubicBezTo>
                    <a:pt x="1462" y="1216"/>
                    <a:pt x="1953" y="1080"/>
                    <a:pt x="2455" y="1080"/>
                  </a:cubicBezTo>
                  <a:cubicBezTo>
                    <a:pt x="2516" y="1080"/>
                    <a:pt x="2576" y="1082"/>
                    <a:pt x="2636" y="1086"/>
                  </a:cubicBezTo>
                  <a:cubicBezTo>
                    <a:pt x="3033" y="1112"/>
                    <a:pt x="3430" y="1209"/>
                    <a:pt x="3800" y="1350"/>
                  </a:cubicBezTo>
                  <a:cubicBezTo>
                    <a:pt x="4100" y="1474"/>
                    <a:pt x="4417" y="1562"/>
                    <a:pt x="4744" y="1606"/>
                  </a:cubicBezTo>
                  <a:cubicBezTo>
                    <a:pt x="4850" y="1619"/>
                    <a:pt x="4957" y="1625"/>
                    <a:pt x="5063" y="1625"/>
                  </a:cubicBezTo>
                  <a:cubicBezTo>
                    <a:pt x="5466" y="1625"/>
                    <a:pt x="5864" y="1533"/>
                    <a:pt x="6234" y="1359"/>
                  </a:cubicBezTo>
                  <a:cubicBezTo>
                    <a:pt x="6578" y="1183"/>
                    <a:pt x="6877" y="936"/>
                    <a:pt x="7107" y="627"/>
                  </a:cubicBezTo>
                  <a:cubicBezTo>
                    <a:pt x="7248" y="451"/>
                    <a:pt x="7362" y="266"/>
                    <a:pt x="7451" y="54"/>
                  </a:cubicBezTo>
                  <a:cubicBezTo>
                    <a:pt x="7451" y="45"/>
                    <a:pt x="7459" y="36"/>
                    <a:pt x="7459" y="28"/>
                  </a:cubicBezTo>
                  <a:cubicBezTo>
                    <a:pt x="7466" y="9"/>
                    <a:pt x="7432" y="0"/>
                    <a:pt x="7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0"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4" name="Google Shape;1914;p57"/>
          <p:cNvGrpSpPr/>
          <p:nvPr/>
        </p:nvGrpSpPr>
        <p:grpSpPr>
          <a:xfrm rot="1660742">
            <a:off x="-84718" y="-2155874"/>
            <a:ext cx="1595890" cy="6090489"/>
            <a:chOff x="9065175" y="1446600"/>
            <a:chExt cx="682175" cy="2603425"/>
          </a:xfrm>
        </p:grpSpPr>
        <p:sp>
          <p:nvSpPr>
            <p:cNvPr id="1915" name="Google Shape;1915;p57"/>
            <p:cNvSpPr/>
            <p:nvPr/>
          </p:nvSpPr>
          <p:spPr>
            <a:xfrm>
              <a:off x="9086850" y="1508200"/>
              <a:ext cx="610475" cy="2541825"/>
            </a:xfrm>
            <a:custGeom>
              <a:avLst/>
              <a:gdLst/>
              <a:ahLst/>
              <a:cxnLst/>
              <a:rect l="l" t="t" r="r" b="b"/>
              <a:pathLst>
                <a:path w="24419" h="101673" extrusionOk="0">
                  <a:moveTo>
                    <a:pt x="3036" y="0"/>
                  </a:moveTo>
                  <a:cubicBezTo>
                    <a:pt x="2703" y="0"/>
                    <a:pt x="2402" y="267"/>
                    <a:pt x="2402" y="601"/>
                  </a:cubicBezTo>
                  <a:cubicBezTo>
                    <a:pt x="2102" y="9474"/>
                    <a:pt x="7740" y="14010"/>
                    <a:pt x="13143" y="18380"/>
                  </a:cubicBezTo>
                  <a:cubicBezTo>
                    <a:pt x="18280" y="22550"/>
                    <a:pt x="23151" y="26452"/>
                    <a:pt x="22917" y="33824"/>
                  </a:cubicBezTo>
                  <a:cubicBezTo>
                    <a:pt x="22650" y="41997"/>
                    <a:pt x="17346" y="45633"/>
                    <a:pt x="11709" y="49502"/>
                  </a:cubicBezTo>
                  <a:cubicBezTo>
                    <a:pt x="6205" y="53305"/>
                    <a:pt x="534" y="57208"/>
                    <a:pt x="268" y="65614"/>
                  </a:cubicBezTo>
                  <a:cubicBezTo>
                    <a:pt x="1" y="73553"/>
                    <a:pt x="4804" y="77522"/>
                    <a:pt x="9908" y="81725"/>
                  </a:cubicBezTo>
                  <a:cubicBezTo>
                    <a:pt x="15378" y="86229"/>
                    <a:pt x="21049" y="90899"/>
                    <a:pt x="20715" y="101039"/>
                  </a:cubicBezTo>
                  <a:cubicBezTo>
                    <a:pt x="20715" y="101373"/>
                    <a:pt x="20982" y="101673"/>
                    <a:pt x="21316" y="101673"/>
                  </a:cubicBezTo>
                  <a:cubicBezTo>
                    <a:pt x="21683" y="101673"/>
                    <a:pt x="21950" y="101406"/>
                    <a:pt x="21950" y="101072"/>
                  </a:cubicBezTo>
                  <a:cubicBezTo>
                    <a:pt x="22283" y="90265"/>
                    <a:pt x="16146" y="85194"/>
                    <a:pt x="10708" y="80725"/>
                  </a:cubicBezTo>
                  <a:cubicBezTo>
                    <a:pt x="5838" y="76722"/>
                    <a:pt x="1268" y="72952"/>
                    <a:pt x="1502" y="65647"/>
                  </a:cubicBezTo>
                  <a:cubicBezTo>
                    <a:pt x="1769" y="57875"/>
                    <a:pt x="6939" y="54306"/>
                    <a:pt x="12410" y="50536"/>
                  </a:cubicBezTo>
                  <a:cubicBezTo>
                    <a:pt x="18047" y="46633"/>
                    <a:pt x="23851" y="42631"/>
                    <a:pt x="24151" y="33858"/>
                  </a:cubicBezTo>
                  <a:cubicBezTo>
                    <a:pt x="24418" y="25852"/>
                    <a:pt x="19081" y="21549"/>
                    <a:pt x="13944" y="17413"/>
                  </a:cubicBezTo>
                  <a:cubicBezTo>
                    <a:pt x="8507" y="13043"/>
                    <a:pt x="3370" y="8906"/>
                    <a:pt x="3637" y="634"/>
                  </a:cubicBezTo>
                  <a:cubicBezTo>
                    <a:pt x="3637" y="300"/>
                    <a:pt x="3370" y="0"/>
                    <a:pt x="3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57"/>
            <p:cNvSpPr/>
            <p:nvPr/>
          </p:nvSpPr>
          <p:spPr>
            <a:xfrm>
              <a:off x="9065175" y="1446600"/>
              <a:ext cx="682175" cy="2586000"/>
            </a:xfrm>
            <a:custGeom>
              <a:avLst/>
              <a:gdLst/>
              <a:ahLst/>
              <a:cxnLst/>
              <a:rect l="l" t="t" r="r" b="b"/>
              <a:pathLst>
                <a:path w="27287" h="103440" extrusionOk="0">
                  <a:moveTo>
                    <a:pt x="25601" y="0"/>
                  </a:moveTo>
                  <a:cubicBezTo>
                    <a:pt x="25266" y="0"/>
                    <a:pt x="24931" y="246"/>
                    <a:pt x="24985" y="696"/>
                  </a:cubicBezTo>
                  <a:cubicBezTo>
                    <a:pt x="25952" y="9969"/>
                    <a:pt x="19948" y="14573"/>
                    <a:pt x="13610" y="19443"/>
                  </a:cubicBezTo>
                  <a:cubicBezTo>
                    <a:pt x="8140" y="23679"/>
                    <a:pt x="2469" y="28016"/>
                    <a:pt x="2202" y="35588"/>
                  </a:cubicBezTo>
                  <a:cubicBezTo>
                    <a:pt x="1902" y="45328"/>
                    <a:pt x="7639" y="49698"/>
                    <a:pt x="13210" y="53901"/>
                  </a:cubicBezTo>
                  <a:cubicBezTo>
                    <a:pt x="18213" y="57704"/>
                    <a:pt x="22983" y="61306"/>
                    <a:pt x="22717" y="68778"/>
                  </a:cubicBezTo>
                  <a:cubicBezTo>
                    <a:pt x="22483" y="76350"/>
                    <a:pt x="17513" y="80020"/>
                    <a:pt x="12242" y="83922"/>
                  </a:cubicBezTo>
                  <a:cubicBezTo>
                    <a:pt x="6405" y="88259"/>
                    <a:pt x="334" y="92762"/>
                    <a:pt x="0" y="102803"/>
                  </a:cubicBezTo>
                  <a:cubicBezTo>
                    <a:pt x="0" y="103136"/>
                    <a:pt x="267" y="103436"/>
                    <a:pt x="601" y="103436"/>
                  </a:cubicBezTo>
                  <a:cubicBezTo>
                    <a:pt x="622" y="103438"/>
                    <a:pt x="642" y="103439"/>
                    <a:pt x="662" y="103439"/>
                  </a:cubicBezTo>
                  <a:cubicBezTo>
                    <a:pt x="997" y="103439"/>
                    <a:pt x="1236" y="103182"/>
                    <a:pt x="1268" y="102836"/>
                  </a:cubicBezTo>
                  <a:cubicBezTo>
                    <a:pt x="1568" y="93429"/>
                    <a:pt x="7372" y="89126"/>
                    <a:pt x="13010" y="84957"/>
                  </a:cubicBezTo>
                  <a:cubicBezTo>
                    <a:pt x="18280" y="81054"/>
                    <a:pt x="23717" y="76951"/>
                    <a:pt x="23984" y="68845"/>
                  </a:cubicBezTo>
                  <a:cubicBezTo>
                    <a:pt x="24251" y="60706"/>
                    <a:pt x="19014" y="56770"/>
                    <a:pt x="13944" y="52934"/>
                  </a:cubicBezTo>
                  <a:cubicBezTo>
                    <a:pt x="8640" y="48897"/>
                    <a:pt x="3169" y="44761"/>
                    <a:pt x="3470" y="35621"/>
                  </a:cubicBezTo>
                  <a:cubicBezTo>
                    <a:pt x="3703" y="28650"/>
                    <a:pt x="8873" y="24680"/>
                    <a:pt x="14377" y="20444"/>
                  </a:cubicBezTo>
                  <a:cubicBezTo>
                    <a:pt x="20715" y="15573"/>
                    <a:pt x="27287" y="10570"/>
                    <a:pt x="26219" y="563"/>
                  </a:cubicBezTo>
                  <a:cubicBezTo>
                    <a:pt x="26173" y="179"/>
                    <a:pt x="25887" y="0"/>
                    <a:pt x="25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57"/>
            <p:cNvSpPr/>
            <p:nvPr/>
          </p:nvSpPr>
          <p:spPr>
            <a:xfrm>
              <a:off x="9240300" y="3247475"/>
              <a:ext cx="393750" cy="199625"/>
            </a:xfrm>
            <a:custGeom>
              <a:avLst/>
              <a:gdLst/>
              <a:ahLst/>
              <a:cxnLst/>
              <a:rect l="l" t="t" r="r" b="b"/>
              <a:pathLst>
                <a:path w="15750" h="7985" extrusionOk="0">
                  <a:moveTo>
                    <a:pt x="15158" y="0"/>
                  </a:moveTo>
                  <a:cubicBezTo>
                    <a:pt x="15101" y="0"/>
                    <a:pt x="15040" y="14"/>
                    <a:pt x="14978" y="46"/>
                  </a:cubicBezTo>
                  <a:lnTo>
                    <a:pt x="401" y="7184"/>
                  </a:lnTo>
                  <a:cubicBezTo>
                    <a:pt x="0" y="7384"/>
                    <a:pt x="134" y="7985"/>
                    <a:pt x="601" y="7985"/>
                  </a:cubicBezTo>
                  <a:cubicBezTo>
                    <a:pt x="668" y="7951"/>
                    <a:pt x="701" y="7951"/>
                    <a:pt x="768" y="7918"/>
                  </a:cubicBezTo>
                  <a:lnTo>
                    <a:pt x="15345" y="813"/>
                  </a:lnTo>
                  <a:cubicBezTo>
                    <a:pt x="15749" y="582"/>
                    <a:pt x="15528" y="0"/>
                    <a:pt x="15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57"/>
            <p:cNvSpPr/>
            <p:nvPr/>
          </p:nvSpPr>
          <p:spPr>
            <a:xfrm>
              <a:off x="9142725" y="3083225"/>
              <a:ext cx="497100" cy="243800"/>
            </a:xfrm>
            <a:custGeom>
              <a:avLst/>
              <a:gdLst/>
              <a:ahLst/>
              <a:cxnLst/>
              <a:rect l="l" t="t" r="r" b="b"/>
              <a:pathLst>
                <a:path w="19884" h="9752" extrusionOk="0">
                  <a:moveTo>
                    <a:pt x="19267" y="1"/>
                  </a:moveTo>
                  <a:cubicBezTo>
                    <a:pt x="19208" y="1"/>
                    <a:pt x="19146" y="14"/>
                    <a:pt x="19081" y="44"/>
                  </a:cubicBezTo>
                  <a:lnTo>
                    <a:pt x="401" y="8951"/>
                  </a:lnTo>
                  <a:cubicBezTo>
                    <a:pt x="1" y="9151"/>
                    <a:pt x="167" y="9718"/>
                    <a:pt x="601" y="9751"/>
                  </a:cubicBezTo>
                  <a:cubicBezTo>
                    <a:pt x="668" y="9751"/>
                    <a:pt x="701" y="9718"/>
                    <a:pt x="768" y="9684"/>
                  </a:cubicBezTo>
                  <a:lnTo>
                    <a:pt x="19448" y="811"/>
                  </a:lnTo>
                  <a:cubicBezTo>
                    <a:pt x="19883" y="608"/>
                    <a:pt x="19662" y="1"/>
                    <a:pt x="19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57"/>
            <p:cNvSpPr/>
            <p:nvPr/>
          </p:nvSpPr>
          <p:spPr>
            <a:xfrm>
              <a:off x="9113550" y="2938925"/>
              <a:ext cx="459600" cy="234650"/>
            </a:xfrm>
            <a:custGeom>
              <a:avLst/>
              <a:gdLst/>
              <a:ahLst/>
              <a:cxnLst/>
              <a:rect l="l" t="t" r="r" b="b"/>
              <a:pathLst>
                <a:path w="18384" h="9386" extrusionOk="0">
                  <a:moveTo>
                    <a:pt x="17794" y="0"/>
                  </a:moveTo>
                  <a:cubicBezTo>
                    <a:pt x="17736" y="0"/>
                    <a:pt x="17675" y="14"/>
                    <a:pt x="17613" y="45"/>
                  </a:cubicBezTo>
                  <a:lnTo>
                    <a:pt x="400" y="8585"/>
                  </a:lnTo>
                  <a:cubicBezTo>
                    <a:pt x="0" y="8785"/>
                    <a:pt x="134" y="9385"/>
                    <a:pt x="601" y="9385"/>
                  </a:cubicBezTo>
                  <a:cubicBezTo>
                    <a:pt x="667" y="9385"/>
                    <a:pt x="734" y="9352"/>
                    <a:pt x="801" y="9319"/>
                  </a:cubicBezTo>
                  <a:lnTo>
                    <a:pt x="17980" y="779"/>
                  </a:lnTo>
                  <a:cubicBezTo>
                    <a:pt x="18384" y="577"/>
                    <a:pt x="18163" y="0"/>
                    <a:pt x="17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57"/>
            <p:cNvSpPr/>
            <p:nvPr/>
          </p:nvSpPr>
          <p:spPr>
            <a:xfrm>
              <a:off x="9164400" y="2824375"/>
              <a:ext cx="297550" cy="156550"/>
            </a:xfrm>
            <a:custGeom>
              <a:avLst/>
              <a:gdLst/>
              <a:ahLst/>
              <a:cxnLst/>
              <a:rect l="l" t="t" r="r" b="b"/>
              <a:pathLst>
                <a:path w="11902" h="6262" extrusionOk="0">
                  <a:moveTo>
                    <a:pt x="11322" y="0"/>
                  </a:moveTo>
                  <a:cubicBezTo>
                    <a:pt x="11256" y="0"/>
                    <a:pt x="11184" y="18"/>
                    <a:pt x="11109" y="58"/>
                  </a:cubicBezTo>
                  <a:lnTo>
                    <a:pt x="368" y="5461"/>
                  </a:lnTo>
                  <a:cubicBezTo>
                    <a:pt x="1" y="5662"/>
                    <a:pt x="134" y="6262"/>
                    <a:pt x="568" y="6262"/>
                  </a:cubicBezTo>
                  <a:cubicBezTo>
                    <a:pt x="635" y="6262"/>
                    <a:pt x="701" y="6229"/>
                    <a:pt x="768" y="6195"/>
                  </a:cubicBezTo>
                  <a:lnTo>
                    <a:pt x="11476" y="791"/>
                  </a:lnTo>
                  <a:cubicBezTo>
                    <a:pt x="11901" y="564"/>
                    <a:pt x="11700" y="0"/>
                    <a:pt x="11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57"/>
            <p:cNvSpPr/>
            <p:nvPr/>
          </p:nvSpPr>
          <p:spPr>
            <a:xfrm>
              <a:off x="9388725" y="3076125"/>
              <a:ext cx="261250" cy="134975"/>
            </a:xfrm>
            <a:custGeom>
              <a:avLst/>
              <a:gdLst/>
              <a:ahLst/>
              <a:cxnLst/>
              <a:rect l="l" t="t" r="r" b="b"/>
              <a:pathLst>
                <a:path w="10450" h="5399" extrusionOk="0">
                  <a:moveTo>
                    <a:pt x="9540" y="1"/>
                  </a:moveTo>
                  <a:cubicBezTo>
                    <a:pt x="9456" y="1"/>
                    <a:pt x="9367" y="19"/>
                    <a:pt x="9274" y="61"/>
                  </a:cubicBezTo>
                  <a:lnTo>
                    <a:pt x="601" y="4198"/>
                  </a:lnTo>
                  <a:cubicBezTo>
                    <a:pt x="1" y="4498"/>
                    <a:pt x="201" y="5399"/>
                    <a:pt x="868" y="5399"/>
                  </a:cubicBezTo>
                  <a:cubicBezTo>
                    <a:pt x="968" y="5399"/>
                    <a:pt x="1035" y="5365"/>
                    <a:pt x="1135" y="5332"/>
                  </a:cubicBezTo>
                  <a:lnTo>
                    <a:pt x="9808" y="1196"/>
                  </a:lnTo>
                  <a:cubicBezTo>
                    <a:pt x="10449" y="904"/>
                    <a:pt x="10122" y="1"/>
                    <a:pt x="9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57"/>
            <p:cNvSpPr/>
            <p:nvPr/>
          </p:nvSpPr>
          <p:spPr>
            <a:xfrm>
              <a:off x="9332025" y="2929875"/>
              <a:ext cx="253475" cy="135300"/>
            </a:xfrm>
            <a:custGeom>
              <a:avLst/>
              <a:gdLst/>
              <a:ahLst/>
              <a:cxnLst/>
              <a:rect l="l" t="t" r="r" b="b"/>
              <a:pathLst>
                <a:path w="10139" h="5412" extrusionOk="0">
                  <a:moveTo>
                    <a:pt x="9245" y="0"/>
                  </a:moveTo>
                  <a:cubicBezTo>
                    <a:pt x="9150" y="0"/>
                    <a:pt x="9048" y="23"/>
                    <a:pt x="8940" y="74"/>
                  </a:cubicBezTo>
                  <a:lnTo>
                    <a:pt x="568" y="4244"/>
                  </a:lnTo>
                  <a:cubicBezTo>
                    <a:pt x="1" y="4544"/>
                    <a:pt x="201" y="5411"/>
                    <a:pt x="868" y="5411"/>
                  </a:cubicBezTo>
                  <a:cubicBezTo>
                    <a:pt x="968" y="5411"/>
                    <a:pt x="1035" y="5411"/>
                    <a:pt x="1135" y="5344"/>
                  </a:cubicBezTo>
                  <a:lnTo>
                    <a:pt x="9507" y="1175"/>
                  </a:lnTo>
                  <a:cubicBezTo>
                    <a:pt x="10139" y="859"/>
                    <a:pt x="9832" y="0"/>
                    <a:pt x="9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57"/>
            <p:cNvSpPr/>
            <p:nvPr/>
          </p:nvSpPr>
          <p:spPr>
            <a:xfrm>
              <a:off x="9305350" y="2816175"/>
              <a:ext cx="167450" cy="93875"/>
            </a:xfrm>
            <a:custGeom>
              <a:avLst/>
              <a:gdLst/>
              <a:ahLst/>
              <a:cxnLst/>
              <a:rect l="l" t="t" r="r" b="b"/>
              <a:pathLst>
                <a:path w="6698" h="3755" extrusionOk="0">
                  <a:moveTo>
                    <a:pt x="5823" y="1"/>
                  </a:moveTo>
                  <a:cubicBezTo>
                    <a:pt x="5724" y="1"/>
                    <a:pt x="5617" y="27"/>
                    <a:pt x="5504" y="85"/>
                  </a:cubicBezTo>
                  <a:lnTo>
                    <a:pt x="567" y="2587"/>
                  </a:lnTo>
                  <a:cubicBezTo>
                    <a:pt x="0" y="2887"/>
                    <a:pt x="200" y="3755"/>
                    <a:pt x="868" y="3755"/>
                  </a:cubicBezTo>
                  <a:cubicBezTo>
                    <a:pt x="968" y="3755"/>
                    <a:pt x="1068" y="3721"/>
                    <a:pt x="1134" y="3688"/>
                  </a:cubicBezTo>
                  <a:lnTo>
                    <a:pt x="6071" y="1186"/>
                  </a:lnTo>
                  <a:cubicBezTo>
                    <a:pt x="6698" y="873"/>
                    <a:pt x="6401" y="1"/>
                    <a:pt x="5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57"/>
            <p:cNvSpPr/>
            <p:nvPr/>
          </p:nvSpPr>
          <p:spPr>
            <a:xfrm>
              <a:off x="9427100" y="3236800"/>
              <a:ext cx="221025" cy="117725"/>
            </a:xfrm>
            <a:custGeom>
              <a:avLst/>
              <a:gdLst/>
              <a:ahLst/>
              <a:cxnLst/>
              <a:rect l="l" t="t" r="r" b="b"/>
              <a:pathLst>
                <a:path w="8841" h="4709" extrusionOk="0">
                  <a:moveTo>
                    <a:pt x="7937" y="0"/>
                  </a:moveTo>
                  <a:cubicBezTo>
                    <a:pt x="7844" y="0"/>
                    <a:pt x="7744" y="22"/>
                    <a:pt x="7639" y="72"/>
                  </a:cubicBezTo>
                  <a:lnTo>
                    <a:pt x="601" y="3541"/>
                  </a:lnTo>
                  <a:cubicBezTo>
                    <a:pt x="0" y="3808"/>
                    <a:pt x="201" y="4709"/>
                    <a:pt x="868" y="4709"/>
                  </a:cubicBezTo>
                  <a:cubicBezTo>
                    <a:pt x="968" y="4709"/>
                    <a:pt x="1068" y="4676"/>
                    <a:pt x="1135" y="4642"/>
                  </a:cubicBezTo>
                  <a:lnTo>
                    <a:pt x="8206" y="1206"/>
                  </a:lnTo>
                  <a:cubicBezTo>
                    <a:pt x="8840" y="890"/>
                    <a:pt x="8528" y="0"/>
                    <a:pt x="79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57"/>
            <p:cNvSpPr/>
            <p:nvPr/>
          </p:nvSpPr>
          <p:spPr>
            <a:xfrm>
              <a:off x="9149925" y="2478050"/>
              <a:ext cx="373100" cy="190150"/>
            </a:xfrm>
            <a:custGeom>
              <a:avLst/>
              <a:gdLst/>
              <a:ahLst/>
              <a:cxnLst/>
              <a:rect l="l" t="t" r="r" b="b"/>
              <a:pathLst>
                <a:path w="14924" h="7606" extrusionOk="0">
                  <a:moveTo>
                    <a:pt x="623" y="1"/>
                  </a:moveTo>
                  <a:cubicBezTo>
                    <a:pt x="236" y="1"/>
                    <a:pt x="0" y="604"/>
                    <a:pt x="480" y="801"/>
                  </a:cubicBezTo>
                  <a:lnTo>
                    <a:pt x="14156" y="7573"/>
                  </a:lnTo>
                  <a:cubicBezTo>
                    <a:pt x="14223" y="7606"/>
                    <a:pt x="14290" y="7606"/>
                    <a:pt x="14356" y="7606"/>
                  </a:cubicBezTo>
                  <a:cubicBezTo>
                    <a:pt x="14790" y="7606"/>
                    <a:pt x="14923" y="7006"/>
                    <a:pt x="14523" y="6805"/>
                  </a:cubicBezTo>
                  <a:lnTo>
                    <a:pt x="847" y="67"/>
                  </a:lnTo>
                  <a:cubicBezTo>
                    <a:pt x="769" y="21"/>
                    <a:pt x="694" y="1"/>
                    <a:pt x="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57"/>
            <p:cNvSpPr/>
            <p:nvPr/>
          </p:nvSpPr>
          <p:spPr>
            <a:xfrm>
              <a:off x="9130475" y="2302375"/>
              <a:ext cx="494300" cy="252425"/>
            </a:xfrm>
            <a:custGeom>
              <a:avLst/>
              <a:gdLst/>
              <a:ahLst/>
              <a:cxnLst/>
              <a:rect l="l" t="t" r="r" b="b"/>
              <a:pathLst>
                <a:path w="19772" h="10097" extrusionOk="0">
                  <a:moveTo>
                    <a:pt x="605" y="0"/>
                  </a:moveTo>
                  <a:cubicBezTo>
                    <a:pt x="203" y="0"/>
                    <a:pt x="1" y="595"/>
                    <a:pt x="457" y="823"/>
                  </a:cubicBezTo>
                  <a:lnTo>
                    <a:pt x="18970" y="10063"/>
                  </a:lnTo>
                  <a:cubicBezTo>
                    <a:pt x="19037" y="10063"/>
                    <a:pt x="19104" y="10096"/>
                    <a:pt x="19171" y="10096"/>
                  </a:cubicBezTo>
                  <a:cubicBezTo>
                    <a:pt x="19604" y="10096"/>
                    <a:pt x="19771" y="9496"/>
                    <a:pt x="19371" y="9296"/>
                  </a:cubicBezTo>
                  <a:lnTo>
                    <a:pt x="824" y="56"/>
                  </a:lnTo>
                  <a:cubicBezTo>
                    <a:pt x="747" y="17"/>
                    <a:pt x="673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57"/>
            <p:cNvSpPr/>
            <p:nvPr/>
          </p:nvSpPr>
          <p:spPr>
            <a:xfrm>
              <a:off x="9197200" y="2152250"/>
              <a:ext cx="473425" cy="241600"/>
            </a:xfrm>
            <a:custGeom>
              <a:avLst/>
              <a:gdLst/>
              <a:ahLst/>
              <a:cxnLst/>
              <a:rect l="l" t="t" r="r" b="b"/>
              <a:pathLst>
                <a:path w="18937" h="9664" extrusionOk="0">
                  <a:moveTo>
                    <a:pt x="615" y="1"/>
                  </a:moveTo>
                  <a:cubicBezTo>
                    <a:pt x="227" y="1"/>
                    <a:pt x="0" y="591"/>
                    <a:pt x="457" y="790"/>
                  </a:cubicBezTo>
                  <a:lnTo>
                    <a:pt x="18169" y="9630"/>
                  </a:lnTo>
                  <a:cubicBezTo>
                    <a:pt x="18203" y="9663"/>
                    <a:pt x="18270" y="9663"/>
                    <a:pt x="18336" y="9663"/>
                  </a:cubicBezTo>
                  <a:cubicBezTo>
                    <a:pt x="18770" y="9663"/>
                    <a:pt x="18937" y="9063"/>
                    <a:pt x="18536" y="8863"/>
                  </a:cubicBezTo>
                  <a:lnTo>
                    <a:pt x="824" y="57"/>
                  </a:lnTo>
                  <a:cubicBezTo>
                    <a:pt x="751" y="18"/>
                    <a:pt x="681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57"/>
            <p:cNvSpPr/>
            <p:nvPr/>
          </p:nvSpPr>
          <p:spPr>
            <a:xfrm>
              <a:off x="9303950" y="2040525"/>
              <a:ext cx="343275" cy="177375"/>
            </a:xfrm>
            <a:custGeom>
              <a:avLst/>
              <a:gdLst/>
              <a:ahLst/>
              <a:cxnLst/>
              <a:rect l="l" t="t" r="r" b="b"/>
              <a:pathLst>
                <a:path w="13731" h="7095" extrusionOk="0">
                  <a:moveTo>
                    <a:pt x="615" y="0"/>
                  </a:moveTo>
                  <a:cubicBezTo>
                    <a:pt x="227" y="0"/>
                    <a:pt x="0" y="590"/>
                    <a:pt x="457" y="790"/>
                  </a:cubicBezTo>
                  <a:lnTo>
                    <a:pt x="12965" y="7061"/>
                  </a:lnTo>
                  <a:cubicBezTo>
                    <a:pt x="13024" y="7090"/>
                    <a:pt x="13082" y="7094"/>
                    <a:pt x="13141" y="7094"/>
                  </a:cubicBezTo>
                  <a:lnTo>
                    <a:pt x="13141" y="7094"/>
                  </a:lnTo>
                  <a:cubicBezTo>
                    <a:pt x="13601" y="7087"/>
                    <a:pt x="13730" y="6492"/>
                    <a:pt x="13332" y="6294"/>
                  </a:cubicBezTo>
                  <a:lnTo>
                    <a:pt x="823" y="56"/>
                  </a:lnTo>
                  <a:cubicBezTo>
                    <a:pt x="751" y="17"/>
                    <a:pt x="681" y="0"/>
                    <a:pt x="615" y="0"/>
                  </a:cubicBezTo>
                  <a:close/>
                  <a:moveTo>
                    <a:pt x="13141" y="7094"/>
                  </a:moveTo>
                  <a:lnTo>
                    <a:pt x="13141" y="7094"/>
                  </a:lnTo>
                  <a:cubicBezTo>
                    <a:pt x="13138" y="7094"/>
                    <a:pt x="13135" y="7094"/>
                    <a:pt x="13132" y="7094"/>
                  </a:cubicBezTo>
                  <a:lnTo>
                    <a:pt x="13166" y="7094"/>
                  </a:lnTo>
                  <a:cubicBezTo>
                    <a:pt x="13157" y="7094"/>
                    <a:pt x="13149" y="7094"/>
                    <a:pt x="13141" y="70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57"/>
            <p:cNvSpPr/>
            <p:nvPr/>
          </p:nvSpPr>
          <p:spPr>
            <a:xfrm>
              <a:off x="9290525" y="2032300"/>
              <a:ext cx="207475" cy="112200"/>
            </a:xfrm>
            <a:custGeom>
              <a:avLst/>
              <a:gdLst/>
              <a:ahLst/>
              <a:cxnLst/>
              <a:rect l="l" t="t" r="r" b="b"/>
              <a:pathLst>
                <a:path w="8299" h="4488" extrusionOk="0">
                  <a:moveTo>
                    <a:pt x="885" y="0"/>
                  </a:moveTo>
                  <a:cubicBezTo>
                    <a:pt x="322" y="0"/>
                    <a:pt x="0" y="872"/>
                    <a:pt x="627" y="1185"/>
                  </a:cubicBezTo>
                  <a:lnTo>
                    <a:pt x="7131" y="4421"/>
                  </a:lnTo>
                  <a:cubicBezTo>
                    <a:pt x="7231" y="4454"/>
                    <a:pt x="7331" y="4488"/>
                    <a:pt x="7431" y="4488"/>
                  </a:cubicBezTo>
                  <a:cubicBezTo>
                    <a:pt x="8065" y="4488"/>
                    <a:pt x="8299" y="3587"/>
                    <a:pt x="7698" y="3320"/>
                  </a:cubicBezTo>
                  <a:lnTo>
                    <a:pt x="1194" y="85"/>
                  </a:lnTo>
                  <a:cubicBezTo>
                    <a:pt x="1086" y="26"/>
                    <a:pt x="982" y="0"/>
                    <a:pt x="8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57"/>
            <p:cNvSpPr/>
            <p:nvPr/>
          </p:nvSpPr>
          <p:spPr>
            <a:xfrm>
              <a:off x="9190250" y="2146850"/>
              <a:ext cx="247725" cy="132750"/>
            </a:xfrm>
            <a:custGeom>
              <a:avLst/>
              <a:gdLst/>
              <a:ahLst/>
              <a:cxnLst/>
              <a:rect l="l" t="t" r="r" b="b"/>
              <a:pathLst>
                <a:path w="9909" h="5310" extrusionOk="0">
                  <a:moveTo>
                    <a:pt x="904" y="0"/>
                  </a:moveTo>
                  <a:cubicBezTo>
                    <a:pt x="313" y="0"/>
                    <a:pt x="1" y="890"/>
                    <a:pt x="635" y="1207"/>
                  </a:cubicBezTo>
                  <a:lnTo>
                    <a:pt x="8741" y="5243"/>
                  </a:lnTo>
                  <a:cubicBezTo>
                    <a:pt x="8841" y="5276"/>
                    <a:pt x="8941" y="5276"/>
                    <a:pt x="9041" y="5310"/>
                  </a:cubicBezTo>
                  <a:cubicBezTo>
                    <a:pt x="9708" y="5310"/>
                    <a:pt x="9908" y="4409"/>
                    <a:pt x="9308" y="4142"/>
                  </a:cubicBezTo>
                  <a:lnTo>
                    <a:pt x="1202" y="72"/>
                  </a:lnTo>
                  <a:cubicBezTo>
                    <a:pt x="1097" y="22"/>
                    <a:pt x="997" y="0"/>
                    <a:pt x="9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57"/>
            <p:cNvSpPr/>
            <p:nvPr/>
          </p:nvSpPr>
          <p:spPr>
            <a:xfrm>
              <a:off x="9121225" y="2297750"/>
              <a:ext cx="229175" cy="123625"/>
            </a:xfrm>
            <a:custGeom>
              <a:avLst/>
              <a:gdLst/>
              <a:ahLst/>
              <a:cxnLst/>
              <a:rect l="l" t="t" r="r" b="b"/>
              <a:pathLst>
                <a:path w="9167" h="4945" extrusionOk="0">
                  <a:moveTo>
                    <a:pt x="900" y="0"/>
                  </a:moveTo>
                  <a:cubicBezTo>
                    <a:pt x="328" y="0"/>
                    <a:pt x="0" y="864"/>
                    <a:pt x="660" y="1208"/>
                  </a:cubicBezTo>
                  <a:lnTo>
                    <a:pt x="8032" y="4878"/>
                  </a:lnTo>
                  <a:cubicBezTo>
                    <a:pt x="8132" y="4911"/>
                    <a:pt x="8199" y="4944"/>
                    <a:pt x="8299" y="4944"/>
                  </a:cubicBezTo>
                  <a:cubicBezTo>
                    <a:pt x="8966" y="4944"/>
                    <a:pt x="9167" y="4044"/>
                    <a:pt x="8599" y="3743"/>
                  </a:cubicBezTo>
                  <a:lnTo>
                    <a:pt x="1194" y="74"/>
                  </a:lnTo>
                  <a:cubicBezTo>
                    <a:pt x="1092" y="23"/>
                    <a:pt x="993" y="0"/>
                    <a:pt x="9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57"/>
            <p:cNvSpPr/>
            <p:nvPr/>
          </p:nvSpPr>
          <p:spPr>
            <a:xfrm>
              <a:off x="9143550" y="2472925"/>
              <a:ext cx="201850" cy="109400"/>
            </a:xfrm>
            <a:custGeom>
              <a:avLst/>
              <a:gdLst/>
              <a:ahLst/>
              <a:cxnLst/>
              <a:rect l="l" t="t" r="r" b="b"/>
              <a:pathLst>
                <a:path w="8074" h="4376" extrusionOk="0">
                  <a:moveTo>
                    <a:pt x="914" y="0"/>
                  </a:moveTo>
                  <a:cubicBezTo>
                    <a:pt x="338" y="0"/>
                    <a:pt x="1" y="889"/>
                    <a:pt x="635" y="1206"/>
                  </a:cubicBezTo>
                  <a:lnTo>
                    <a:pt x="6939" y="4308"/>
                  </a:lnTo>
                  <a:cubicBezTo>
                    <a:pt x="7006" y="4342"/>
                    <a:pt x="7106" y="4375"/>
                    <a:pt x="7206" y="4375"/>
                  </a:cubicBezTo>
                  <a:cubicBezTo>
                    <a:pt x="7873" y="4375"/>
                    <a:pt x="8073" y="3475"/>
                    <a:pt x="7473" y="3174"/>
                  </a:cubicBezTo>
                  <a:lnTo>
                    <a:pt x="1202" y="72"/>
                  </a:lnTo>
                  <a:cubicBezTo>
                    <a:pt x="1102" y="22"/>
                    <a:pt x="1005" y="0"/>
                    <a:pt x="9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57"/>
            <p:cNvSpPr/>
            <p:nvPr/>
          </p:nvSpPr>
          <p:spPr>
            <a:xfrm>
              <a:off x="9222975" y="3691050"/>
              <a:ext cx="352050" cy="104725"/>
            </a:xfrm>
            <a:custGeom>
              <a:avLst/>
              <a:gdLst/>
              <a:ahLst/>
              <a:cxnLst/>
              <a:rect l="l" t="t" r="r" b="b"/>
              <a:pathLst>
                <a:path w="14082" h="4189" extrusionOk="0">
                  <a:moveTo>
                    <a:pt x="577" y="0"/>
                  </a:moveTo>
                  <a:cubicBezTo>
                    <a:pt x="133" y="0"/>
                    <a:pt x="0" y="693"/>
                    <a:pt x="493" y="816"/>
                  </a:cubicBezTo>
                  <a:lnTo>
                    <a:pt x="13336" y="4152"/>
                  </a:lnTo>
                  <a:lnTo>
                    <a:pt x="13436" y="4152"/>
                  </a:lnTo>
                  <a:lnTo>
                    <a:pt x="13436" y="4185"/>
                  </a:lnTo>
                  <a:cubicBezTo>
                    <a:pt x="13458" y="4188"/>
                    <a:pt x="13479" y="4189"/>
                    <a:pt x="13499" y="4189"/>
                  </a:cubicBezTo>
                  <a:cubicBezTo>
                    <a:pt x="14010" y="4189"/>
                    <a:pt x="14081" y="3415"/>
                    <a:pt x="13536" y="3351"/>
                  </a:cubicBezTo>
                  <a:lnTo>
                    <a:pt x="693" y="15"/>
                  </a:lnTo>
                  <a:cubicBezTo>
                    <a:pt x="653" y="5"/>
                    <a:pt x="614" y="0"/>
                    <a:pt x="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57"/>
            <p:cNvSpPr/>
            <p:nvPr/>
          </p:nvSpPr>
          <p:spPr>
            <a:xfrm>
              <a:off x="9118475" y="3844650"/>
              <a:ext cx="507450" cy="137925"/>
            </a:xfrm>
            <a:custGeom>
              <a:avLst/>
              <a:gdLst/>
              <a:ahLst/>
              <a:cxnLst/>
              <a:rect l="l" t="t" r="r" b="b"/>
              <a:pathLst>
                <a:path w="20298" h="5517" extrusionOk="0">
                  <a:moveTo>
                    <a:pt x="582" y="0"/>
                  </a:moveTo>
                  <a:cubicBezTo>
                    <a:pt x="148" y="0"/>
                    <a:pt x="0" y="684"/>
                    <a:pt x="470" y="810"/>
                  </a:cubicBezTo>
                  <a:lnTo>
                    <a:pt x="19551" y="5513"/>
                  </a:lnTo>
                  <a:lnTo>
                    <a:pt x="19684" y="5513"/>
                  </a:lnTo>
                  <a:cubicBezTo>
                    <a:pt x="19704" y="5516"/>
                    <a:pt x="19724" y="5517"/>
                    <a:pt x="19744" y="5517"/>
                  </a:cubicBezTo>
                  <a:cubicBezTo>
                    <a:pt x="20224" y="5517"/>
                    <a:pt x="20297" y="4743"/>
                    <a:pt x="19784" y="4679"/>
                  </a:cubicBezTo>
                  <a:lnTo>
                    <a:pt x="670" y="9"/>
                  </a:lnTo>
                  <a:cubicBezTo>
                    <a:pt x="640" y="3"/>
                    <a:pt x="611" y="0"/>
                    <a:pt x="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57"/>
            <p:cNvSpPr/>
            <p:nvPr/>
          </p:nvSpPr>
          <p:spPr>
            <a:xfrm>
              <a:off x="9263900" y="1734800"/>
              <a:ext cx="374250" cy="85325"/>
            </a:xfrm>
            <a:custGeom>
              <a:avLst/>
              <a:gdLst/>
              <a:ahLst/>
              <a:cxnLst/>
              <a:rect l="l" t="t" r="r" b="b"/>
              <a:pathLst>
                <a:path w="14970" h="3413" extrusionOk="0">
                  <a:moveTo>
                    <a:pt x="14387" y="1"/>
                  </a:moveTo>
                  <a:cubicBezTo>
                    <a:pt x="14360" y="1"/>
                    <a:pt x="14331" y="4"/>
                    <a:pt x="14301" y="9"/>
                  </a:cubicBezTo>
                  <a:lnTo>
                    <a:pt x="524" y="2578"/>
                  </a:lnTo>
                  <a:cubicBezTo>
                    <a:pt x="1" y="2610"/>
                    <a:pt x="55" y="3413"/>
                    <a:pt x="591" y="3413"/>
                  </a:cubicBezTo>
                  <a:cubicBezTo>
                    <a:pt x="602" y="3413"/>
                    <a:pt x="613" y="3412"/>
                    <a:pt x="624" y="3412"/>
                  </a:cubicBezTo>
                  <a:lnTo>
                    <a:pt x="691" y="3412"/>
                  </a:lnTo>
                  <a:lnTo>
                    <a:pt x="14434" y="843"/>
                  </a:lnTo>
                  <a:cubicBezTo>
                    <a:pt x="14969" y="749"/>
                    <a:pt x="14851" y="1"/>
                    <a:pt x="14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57"/>
            <p:cNvSpPr/>
            <p:nvPr/>
          </p:nvSpPr>
          <p:spPr>
            <a:xfrm>
              <a:off x="9169700" y="1534675"/>
              <a:ext cx="528475" cy="119500"/>
            </a:xfrm>
            <a:custGeom>
              <a:avLst/>
              <a:gdLst/>
              <a:ahLst/>
              <a:cxnLst/>
              <a:rect l="l" t="t" r="r" b="b"/>
              <a:pathLst>
                <a:path w="21139" h="4780" extrusionOk="0">
                  <a:moveTo>
                    <a:pt x="20557" y="0"/>
                  </a:moveTo>
                  <a:cubicBezTo>
                    <a:pt x="20529" y="0"/>
                    <a:pt x="20500" y="3"/>
                    <a:pt x="20470" y="9"/>
                  </a:cubicBezTo>
                  <a:lnTo>
                    <a:pt x="556" y="3945"/>
                  </a:lnTo>
                  <a:cubicBezTo>
                    <a:pt x="0" y="3977"/>
                    <a:pt x="53" y="4780"/>
                    <a:pt x="590" y="4780"/>
                  </a:cubicBezTo>
                  <a:cubicBezTo>
                    <a:pt x="601" y="4780"/>
                    <a:pt x="612" y="4779"/>
                    <a:pt x="623" y="4779"/>
                  </a:cubicBezTo>
                  <a:lnTo>
                    <a:pt x="723" y="4779"/>
                  </a:lnTo>
                  <a:lnTo>
                    <a:pt x="20604" y="842"/>
                  </a:lnTo>
                  <a:cubicBezTo>
                    <a:pt x="21139" y="748"/>
                    <a:pt x="21021" y="0"/>
                    <a:pt x="205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57"/>
            <p:cNvSpPr/>
            <p:nvPr/>
          </p:nvSpPr>
          <p:spPr>
            <a:xfrm>
              <a:off x="9476850" y="1529725"/>
              <a:ext cx="228000" cy="67775"/>
            </a:xfrm>
            <a:custGeom>
              <a:avLst/>
              <a:gdLst/>
              <a:ahLst/>
              <a:cxnLst/>
              <a:rect l="l" t="t" r="r" b="b"/>
              <a:pathLst>
                <a:path w="9120" h="2711" extrusionOk="0">
                  <a:moveTo>
                    <a:pt x="8245" y="0"/>
                  </a:moveTo>
                  <a:cubicBezTo>
                    <a:pt x="8215" y="0"/>
                    <a:pt x="8183" y="2"/>
                    <a:pt x="8151" y="6"/>
                  </a:cubicBezTo>
                  <a:lnTo>
                    <a:pt x="812" y="1441"/>
                  </a:lnTo>
                  <a:cubicBezTo>
                    <a:pt x="0" y="1538"/>
                    <a:pt x="106" y="2711"/>
                    <a:pt x="882" y="2711"/>
                  </a:cubicBezTo>
                  <a:cubicBezTo>
                    <a:pt x="902" y="2711"/>
                    <a:pt x="924" y="2710"/>
                    <a:pt x="946" y="2708"/>
                  </a:cubicBezTo>
                  <a:lnTo>
                    <a:pt x="1046" y="2675"/>
                  </a:lnTo>
                  <a:lnTo>
                    <a:pt x="8384" y="1241"/>
                  </a:lnTo>
                  <a:cubicBezTo>
                    <a:pt x="9119" y="1049"/>
                    <a:pt x="8936" y="0"/>
                    <a:pt x="8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57"/>
            <p:cNvSpPr/>
            <p:nvPr/>
          </p:nvSpPr>
          <p:spPr>
            <a:xfrm>
              <a:off x="9443500" y="1728925"/>
              <a:ext cx="201925" cy="61225"/>
            </a:xfrm>
            <a:custGeom>
              <a:avLst/>
              <a:gdLst/>
              <a:ahLst/>
              <a:cxnLst/>
              <a:rect l="l" t="t" r="r" b="b"/>
              <a:pathLst>
                <a:path w="8077" h="2449" extrusionOk="0">
                  <a:moveTo>
                    <a:pt x="7202" y="1"/>
                  </a:moveTo>
                  <a:cubicBezTo>
                    <a:pt x="7164" y="1"/>
                    <a:pt x="7124" y="4"/>
                    <a:pt x="7083" y="11"/>
                  </a:cubicBezTo>
                  <a:lnTo>
                    <a:pt x="812" y="1178"/>
                  </a:lnTo>
                  <a:cubicBezTo>
                    <a:pt x="0" y="1276"/>
                    <a:pt x="105" y="2448"/>
                    <a:pt x="881" y="2448"/>
                  </a:cubicBezTo>
                  <a:cubicBezTo>
                    <a:pt x="902" y="2448"/>
                    <a:pt x="924" y="2448"/>
                    <a:pt x="946" y="2446"/>
                  </a:cubicBezTo>
                  <a:lnTo>
                    <a:pt x="1046" y="2412"/>
                  </a:lnTo>
                  <a:lnTo>
                    <a:pt x="7317" y="1245"/>
                  </a:lnTo>
                  <a:cubicBezTo>
                    <a:pt x="8076" y="1118"/>
                    <a:pt x="7905" y="1"/>
                    <a:pt x="7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57"/>
            <p:cNvSpPr/>
            <p:nvPr/>
          </p:nvSpPr>
          <p:spPr>
            <a:xfrm>
              <a:off x="9206800" y="3682525"/>
              <a:ext cx="200350" cy="70775"/>
            </a:xfrm>
            <a:custGeom>
              <a:avLst/>
              <a:gdLst/>
              <a:ahLst/>
              <a:cxnLst/>
              <a:rect l="l" t="t" r="r" b="b"/>
              <a:pathLst>
                <a:path w="8014" h="2831" extrusionOk="0">
                  <a:moveTo>
                    <a:pt x="866" y="0"/>
                  </a:moveTo>
                  <a:cubicBezTo>
                    <a:pt x="200" y="0"/>
                    <a:pt x="1" y="1039"/>
                    <a:pt x="740" y="1224"/>
                  </a:cubicBezTo>
                  <a:lnTo>
                    <a:pt x="6911" y="2791"/>
                  </a:lnTo>
                  <a:lnTo>
                    <a:pt x="7078" y="2791"/>
                  </a:lnTo>
                  <a:lnTo>
                    <a:pt x="7044" y="2825"/>
                  </a:lnTo>
                  <a:cubicBezTo>
                    <a:pt x="7076" y="2829"/>
                    <a:pt x="7107" y="2830"/>
                    <a:pt x="7136" y="2830"/>
                  </a:cubicBezTo>
                  <a:cubicBezTo>
                    <a:pt x="7890" y="2830"/>
                    <a:pt x="8014" y="1653"/>
                    <a:pt x="7211" y="1557"/>
                  </a:cubicBezTo>
                  <a:lnTo>
                    <a:pt x="1040" y="23"/>
                  </a:lnTo>
                  <a:cubicBezTo>
                    <a:pt x="979" y="7"/>
                    <a:pt x="921" y="0"/>
                    <a:pt x="8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57"/>
            <p:cNvSpPr/>
            <p:nvPr/>
          </p:nvSpPr>
          <p:spPr>
            <a:xfrm>
              <a:off x="9106700" y="3838475"/>
              <a:ext cx="275425" cy="89950"/>
            </a:xfrm>
            <a:custGeom>
              <a:avLst/>
              <a:gdLst/>
              <a:ahLst/>
              <a:cxnLst/>
              <a:rect l="l" t="t" r="r" b="b"/>
              <a:pathLst>
                <a:path w="11017" h="3598" extrusionOk="0">
                  <a:moveTo>
                    <a:pt x="871" y="1"/>
                  </a:moveTo>
                  <a:cubicBezTo>
                    <a:pt x="202" y="1"/>
                    <a:pt x="0" y="1072"/>
                    <a:pt x="741" y="1257"/>
                  </a:cubicBezTo>
                  <a:lnTo>
                    <a:pt x="9914" y="3558"/>
                  </a:lnTo>
                  <a:lnTo>
                    <a:pt x="10081" y="3558"/>
                  </a:lnTo>
                  <a:lnTo>
                    <a:pt x="10081" y="3592"/>
                  </a:lnTo>
                  <a:cubicBezTo>
                    <a:pt x="10113" y="3596"/>
                    <a:pt x="10143" y="3597"/>
                    <a:pt x="10173" y="3597"/>
                  </a:cubicBezTo>
                  <a:cubicBezTo>
                    <a:pt x="10924" y="3597"/>
                    <a:pt x="11017" y="2420"/>
                    <a:pt x="10215" y="2324"/>
                  </a:cubicBezTo>
                  <a:lnTo>
                    <a:pt x="1041" y="23"/>
                  </a:lnTo>
                  <a:cubicBezTo>
                    <a:pt x="982" y="8"/>
                    <a:pt x="925" y="1"/>
                    <a:pt x="8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1" name="Google Shape;1941;p57"/>
          <p:cNvGrpSpPr/>
          <p:nvPr/>
        </p:nvGrpSpPr>
        <p:grpSpPr>
          <a:xfrm rot="8100000">
            <a:off x="8237768" y="63758"/>
            <a:ext cx="661422" cy="929023"/>
            <a:chOff x="2374700" y="1056350"/>
            <a:chExt cx="797300" cy="1119875"/>
          </a:xfrm>
        </p:grpSpPr>
        <p:sp>
          <p:nvSpPr>
            <p:cNvPr id="1942" name="Google Shape;1942;p57"/>
            <p:cNvSpPr/>
            <p:nvPr/>
          </p:nvSpPr>
          <p:spPr>
            <a:xfrm>
              <a:off x="2450775" y="1537550"/>
              <a:ext cx="233975" cy="535475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57"/>
            <p:cNvSpPr/>
            <p:nvPr/>
          </p:nvSpPr>
          <p:spPr>
            <a:xfrm>
              <a:off x="2450150" y="1109250"/>
              <a:ext cx="198025" cy="454125"/>
            </a:xfrm>
            <a:custGeom>
              <a:avLst/>
              <a:gdLst/>
              <a:ahLst/>
              <a:cxnLst/>
              <a:rect l="l" t="t" r="r" b="b"/>
              <a:pathLst>
                <a:path w="7921" h="18165" extrusionOk="0">
                  <a:moveTo>
                    <a:pt x="7266" y="1"/>
                  </a:moveTo>
                  <a:cubicBezTo>
                    <a:pt x="7044" y="1"/>
                    <a:pt x="6817" y="113"/>
                    <a:pt x="6720" y="373"/>
                  </a:cubicBezTo>
                  <a:lnTo>
                    <a:pt x="147" y="17522"/>
                  </a:lnTo>
                  <a:cubicBezTo>
                    <a:pt x="1" y="17912"/>
                    <a:pt x="322" y="18165"/>
                    <a:pt x="655" y="18165"/>
                  </a:cubicBezTo>
                  <a:cubicBezTo>
                    <a:pt x="877" y="18165"/>
                    <a:pt x="1104" y="18052"/>
                    <a:pt x="1202" y="17793"/>
                  </a:cubicBezTo>
                  <a:lnTo>
                    <a:pt x="7775" y="644"/>
                  </a:lnTo>
                  <a:cubicBezTo>
                    <a:pt x="7921" y="254"/>
                    <a:pt x="7599" y="1"/>
                    <a:pt x="72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57"/>
            <p:cNvSpPr/>
            <p:nvPr/>
          </p:nvSpPr>
          <p:spPr>
            <a:xfrm>
              <a:off x="2449975" y="1511450"/>
              <a:ext cx="623075" cy="52775"/>
            </a:xfrm>
            <a:custGeom>
              <a:avLst/>
              <a:gdLst/>
              <a:ahLst/>
              <a:cxnLst/>
              <a:rect l="l" t="t" r="r" b="b"/>
              <a:pathLst>
                <a:path w="24923" h="2111" extrusionOk="0">
                  <a:moveTo>
                    <a:pt x="24252" y="0"/>
                  </a:moveTo>
                  <a:cubicBezTo>
                    <a:pt x="24244" y="0"/>
                    <a:pt x="24236" y="0"/>
                    <a:pt x="24228" y="1"/>
                  </a:cubicBezTo>
                  <a:lnTo>
                    <a:pt x="695" y="1028"/>
                  </a:lnTo>
                  <a:cubicBezTo>
                    <a:pt x="0" y="1055"/>
                    <a:pt x="18" y="2111"/>
                    <a:pt x="670" y="2111"/>
                  </a:cubicBezTo>
                  <a:cubicBezTo>
                    <a:pt x="678" y="2111"/>
                    <a:pt x="687" y="2111"/>
                    <a:pt x="695" y="2110"/>
                  </a:cubicBezTo>
                  <a:lnTo>
                    <a:pt x="24228" y="1083"/>
                  </a:lnTo>
                  <a:cubicBezTo>
                    <a:pt x="24922" y="1056"/>
                    <a:pt x="24904" y="0"/>
                    <a:pt x="24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57"/>
            <p:cNvSpPr/>
            <p:nvPr/>
          </p:nvSpPr>
          <p:spPr>
            <a:xfrm>
              <a:off x="2374700" y="1458700"/>
              <a:ext cx="185300" cy="183975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57"/>
            <p:cNvSpPr/>
            <p:nvPr/>
          </p:nvSpPr>
          <p:spPr>
            <a:xfrm>
              <a:off x="2551175" y="1944225"/>
              <a:ext cx="233325" cy="232000"/>
            </a:xfrm>
            <a:custGeom>
              <a:avLst/>
              <a:gdLst/>
              <a:ahLst/>
              <a:cxnLst/>
              <a:rect l="l" t="t" r="r" b="b"/>
              <a:pathLst>
                <a:path w="9333" h="9280" extrusionOk="0">
                  <a:moveTo>
                    <a:pt x="4649" y="1"/>
                  </a:moveTo>
                  <a:cubicBezTo>
                    <a:pt x="4633" y="1"/>
                    <a:pt x="4616" y="1"/>
                    <a:pt x="4599" y="1"/>
                  </a:cubicBezTo>
                  <a:cubicBezTo>
                    <a:pt x="2030" y="28"/>
                    <a:pt x="1" y="2138"/>
                    <a:pt x="28" y="4708"/>
                  </a:cubicBezTo>
                  <a:cubicBezTo>
                    <a:pt x="55" y="7260"/>
                    <a:pt x="2137" y="9279"/>
                    <a:pt x="4684" y="9279"/>
                  </a:cubicBezTo>
                  <a:cubicBezTo>
                    <a:pt x="4701" y="9279"/>
                    <a:pt x="4718" y="9279"/>
                    <a:pt x="4735" y="9279"/>
                  </a:cubicBezTo>
                  <a:cubicBezTo>
                    <a:pt x="7304" y="9252"/>
                    <a:pt x="9333" y="7142"/>
                    <a:pt x="9306" y="4572"/>
                  </a:cubicBezTo>
                  <a:cubicBezTo>
                    <a:pt x="9279" y="2046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57"/>
            <p:cNvSpPr/>
            <p:nvPr/>
          </p:nvSpPr>
          <p:spPr>
            <a:xfrm>
              <a:off x="2938675" y="1409325"/>
              <a:ext cx="233325" cy="232025"/>
            </a:xfrm>
            <a:custGeom>
              <a:avLst/>
              <a:gdLst/>
              <a:ahLst/>
              <a:cxnLst/>
              <a:rect l="l" t="t" r="r" b="b"/>
              <a:pathLst>
                <a:path w="9333" h="9281" extrusionOk="0">
                  <a:moveTo>
                    <a:pt x="4649" y="1"/>
                  </a:moveTo>
                  <a:cubicBezTo>
                    <a:pt x="4632" y="1"/>
                    <a:pt x="4615" y="1"/>
                    <a:pt x="4598" y="1"/>
                  </a:cubicBezTo>
                  <a:cubicBezTo>
                    <a:pt x="2029" y="55"/>
                    <a:pt x="0" y="2165"/>
                    <a:pt x="27" y="4708"/>
                  </a:cubicBezTo>
                  <a:cubicBezTo>
                    <a:pt x="54" y="7244"/>
                    <a:pt x="2110" y="9280"/>
                    <a:pt x="4635" y="9280"/>
                  </a:cubicBezTo>
                  <a:cubicBezTo>
                    <a:pt x="4668" y="9280"/>
                    <a:pt x="4701" y="9280"/>
                    <a:pt x="4734" y="9279"/>
                  </a:cubicBezTo>
                  <a:cubicBezTo>
                    <a:pt x="7303" y="9252"/>
                    <a:pt x="9332" y="7142"/>
                    <a:pt x="9305" y="4600"/>
                  </a:cubicBezTo>
                  <a:cubicBezTo>
                    <a:pt x="9278" y="2047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57"/>
            <p:cNvSpPr/>
            <p:nvPr/>
          </p:nvSpPr>
          <p:spPr>
            <a:xfrm>
              <a:off x="2565375" y="10563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9" name="Google Shape;1949;p57"/>
          <p:cNvGrpSpPr/>
          <p:nvPr/>
        </p:nvGrpSpPr>
        <p:grpSpPr>
          <a:xfrm rot="-5111711">
            <a:off x="7880389" y="3523395"/>
            <a:ext cx="1924598" cy="1364241"/>
            <a:chOff x="193669" y="148127"/>
            <a:chExt cx="1982873" cy="1405549"/>
          </a:xfrm>
        </p:grpSpPr>
        <p:sp>
          <p:nvSpPr>
            <p:cNvPr id="1950" name="Google Shape;1950;p57"/>
            <p:cNvSpPr/>
            <p:nvPr/>
          </p:nvSpPr>
          <p:spPr>
            <a:xfrm rot="2541214">
              <a:off x="375899" y="290031"/>
              <a:ext cx="284505" cy="651194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1" name="Google Shape;1951;p57"/>
            <p:cNvGrpSpPr/>
            <p:nvPr/>
          </p:nvGrpSpPr>
          <p:grpSpPr>
            <a:xfrm rot="-3943890">
              <a:off x="413745" y="559232"/>
              <a:ext cx="579901" cy="745140"/>
              <a:chOff x="234492" y="148127"/>
              <a:chExt cx="579920" cy="745164"/>
            </a:xfrm>
          </p:grpSpPr>
          <p:sp>
            <p:nvSpPr>
              <p:cNvPr id="1952" name="Google Shape;1952;p57"/>
              <p:cNvSpPr/>
              <p:nvPr/>
            </p:nvSpPr>
            <p:spPr>
              <a:xfrm rot="9702664">
                <a:off x="434883" y="213883"/>
                <a:ext cx="284520" cy="651219"/>
              </a:xfrm>
              <a:custGeom>
                <a:avLst/>
                <a:gdLst/>
                <a:ahLst/>
                <a:cxnLst/>
                <a:rect l="l" t="t" r="r" b="b"/>
                <a:pathLst>
                  <a:path w="9359" h="21419" extrusionOk="0">
                    <a:moveTo>
                      <a:pt x="666" y="0"/>
                    </a:moveTo>
                    <a:cubicBezTo>
                      <a:pt x="334" y="0"/>
                      <a:pt x="1" y="265"/>
                      <a:pt x="149" y="661"/>
                    </a:cubicBezTo>
                    <a:cubicBezTo>
                      <a:pt x="2637" y="7531"/>
                      <a:pt x="5667" y="14185"/>
                      <a:pt x="8155" y="21056"/>
                    </a:cubicBezTo>
                    <a:cubicBezTo>
                      <a:pt x="8251" y="21310"/>
                      <a:pt x="8470" y="21419"/>
                      <a:pt x="8687" y="21419"/>
                    </a:cubicBezTo>
                    <a:cubicBezTo>
                      <a:pt x="9025" y="21419"/>
                      <a:pt x="9359" y="21154"/>
                      <a:pt x="9210" y="20758"/>
                    </a:cubicBezTo>
                    <a:cubicBezTo>
                      <a:pt x="6722" y="13888"/>
                      <a:pt x="3692" y="7234"/>
                      <a:pt x="1177" y="363"/>
                    </a:cubicBezTo>
                    <a:cubicBezTo>
                      <a:pt x="1092" y="109"/>
                      <a:pt x="880" y="0"/>
                      <a:pt x="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57"/>
              <p:cNvSpPr/>
              <p:nvPr/>
            </p:nvSpPr>
            <p:spPr>
              <a:xfrm rot="2700279">
                <a:off x="267482" y="181696"/>
                <a:ext cx="161255" cy="160115"/>
              </a:xfrm>
              <a:custGeom>
                <a:avLst/>
                <a:gdLst/>
                <a:ahLst/>
                <a:cxnLst/>
                <a:rect l="l" t="t" r="r" b="b"/>
                <a:pathLst>
                  <a:path w="7412" h="7359" extrusionOk="0">
                    <a:moveTo>
                      <a:pt x="3702" y="0"/>
                    </a:moveTo>
                    <a:cubicBezTo>
                      <a:pt x="3685" y="0"/>
                      <a:pt x="3668" y="1"/>
                      <a:pt x="3652" y="1"/>
                    </a:cubicBezTo>
                    <a:cubicBezTo>
                      <a:pt x="1623" y="28"/>
                      <a:pt x="0" y="1678"/>
                      <a:pt x="27" y="3734"/>
                    </a:cubicBezTo>
                    <a:cubicBezTo>
                      <a:pt x="54" y="5746"/>
                      <a:pt x="1704" y="7358"/>
                      <a:pt x="3710" y="7358"/>
                    </a:cubicBezTo>
                    <a:cubicBezTo>
                      <a:pt x="3727" y="7358"/>
                      <a:pt x="3743" y="7358"/>
                      <a:pt x="3760" y="7358"/>
                    </a:cubicBezTo>
                    <a:cubicBezTo>
                      <a:pt x="5789" y="7331"/>
                      <a:pt x="7412" y="5654"/>
                      <a:pt x="7385" y="3625"/>
                    </a:cubicBezTo>
                    <a:cubicBezTo>
                      <a:pt x="7358" y="1613"/>
                      <a:pt x="5708" y="0"/>
                      <a:pt x="37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54" name="Google Shape;1954;p57"/>
            <p:cNvGrpSpPr/>
            <p:nvPr/>
          </p:nvGrpSpPr>
          <p:grpSpPr>
            <a:xfrm>
              <a:off x="539292" y="148127"/>
              <a:ext cx="1637250" cy="1405549"/>
              <a:chOff x="234492" y="148127"/>
              <a:chExt cx="1637250" cy="1405549"/>
            </a:xfrm>
          </p:grpSpPr>
          <p:sp>
            <p:nvSpPr>
              <p:cNvPr id="1955" name="Google Shape;1955;p57"/>
              <p:cNvSpPr/>
              <p:nvPr/>
            </p:nvSpPr>
            <p:spPr>
              <a:xfrm rot="9702664">
                <a:off x="434883" y="213883"/>
                <a:ext cx="284520" cy="651219"/>
              </a:xfrm>
              <a:custGeom>
                <a:avLst/>
                <a:gdLst/>
                <a:ahLst/>
                <a:cxnLst/>
                <a:rect l="l" t="t" r="r" b="b"/>
                <a:pathLst>
                  <a:path w="9359" h="21419" extrusionOk="0">
                    <a:moveTo>
                      <a:pt x="666" y="0"/>
                    </a:moveTo>
                    <a:cubicBezTo>
                      <a:pt x="334" y="0"/>
                      <a:pt x="1" y="265"/>
                      <a:pt x="149" y="661"/>
                    </a:cubicBezTo>
                    <a:cubicBezTo>
                      <a:pt x="2637" y="7531"/>
                      <a:pt x="5667" y="14185"/>
                      <a:pt x="8155" y="21056"/>
                    </a:cubicBezTo>
                    <a:cubicBezTo>
                      <a:pt x="8251" y="21310"/>
                      <a:pt x="8470" y="21419"/>
                      <a:pt x="8687" y="21419"/>
                    </a:cubicBezTo>
                    <a:cubicBezTo>
                      <a:pt x="9025" y="21419"/>
                      <a:pt x="9359" y="21154"/>
                      <a:pt x="9210" y="20758"/>
                    </a:cubicBezTo>
                    <a:cubicBezTo>
                      <a:pt x="6722" y="13888"/>
                      <a:pt x="3692" y="7234"/>
                      <a:pt x="1177" y="363"/>
                    </a:cubicBezTo>
                    <a:cubicBezTo>
                      <a:pt x="1092" y="109"/>
                      <a:pt x="880" y="0"/>
                      <a:pt x="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57"/>
              <p:cNvSpPr/>
              <p:nvPr/>
            </p:nvSpPr>
            <p:spPr>
              <a:xfrm rot="2700279">
                <a:off x="267482" y="181696"/>
                <a:ext cx="161255" cy="160115"/>
              </a:xfrm>
              <a:custGeom>
                <a:avLst/>
                <a:gdLst/>
                <a:ahLst/>
                <a:cxnLst/>
                <a:rect l="l" t="t" r="r" b="b"/>
                <a:pathLst>
                  <a:path w="7412" h="7359" extrusionOk="0">
                    <a:moveTo>
                      <a:pt x="3702" y="0"/>
                    </a:moveTo>
                    <a:cubicBezTo>
                      <a:pt x="3685" y="0"/>
                      <a:pt x="3668" y="1"/>
                      <a:pt x="3652" y="1"/>
                    </a:cubicBezTo>
                    <a:cubicBezTo>
                      <a:pt x="1623" y="28"/>
                      <a:pt x="0" y="1678"/>
                      <a:pt x="27" y="3734"/>
                    </a:cubicBezTo>
                    <a:cubicBezTo>
                      <a:pt x="54" y="5746"/>
                      <a:pt x="1704" y="7358"/>
                      <a:pt x="3710" y="7358"/>
                    </a:cubicBezTo>
                    <a:cubicBezTo>
                      <a:pt x="3727" y="7358"/>
                      <a:pt x="3743" y="7358"/>
                      <a:pt x="3760" y="7358"/>
                    </a:cubicBezTo>
                    <a:cubicBezTo>
                      <a:pt x="5789" y="7331"/>
                      <a:pt x="7412" y="5654"/>
                      <a:pt x="7385" y="3625"/>
                    </a:cubicBezTo>
                    <a:cubicBezTo>
                      <a:pt x="7358" y="1613"/>
                      <a:pt x="5708" y="0"/>
                      <a:pt x="3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57" name="Google Shape;1957;p57"/>
              <p:cNvGrpSpPr/>
              <p:nvPr/>
            </p:nvGrpSpPr>
            <p:grpSpPr>
              <a:xfrm rot="2700200">
                <a:off x="726654" y="558761"/>
                <a:ext cx="1036634" cy="736202"/>
                <a:chOff x="2374700" y="1045220"/>
                <a:chExt cx="852487" cy="605389"/>
              </a:xfrm>
            </p:grpSpPr>
            <p:sp>
              <p:nvSpPr>
                <p:cNvPr id="1958" name="Google Shape;1958;p57"/>
                <p:cNvSpPr/>
                <p:nvPr/>
              </p:nvSpPr>
              <p:spPr>
                <a:xfrm>
                  <a:off x="2450150" y="1109250"/>
                  <a:ext cx="198025" cy="45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1" h="18165" extrusionOk="0">
                      <a:moveTo>
                        <a:pt x="7266" y="1"/>
                      </a:moveTo>
                      <a:cubicBezTo>
                        <a:pt x="7044" y="1"/>
                        <a:pt x="6817" y="113"/>
                        <a:pt x="6720" y="373"/>
                      </a:cubicBezTo>
                      <a:lnTo>
                        <a:pt x="147" y="17522"/>
                      </a:lnTo>
                      <a:cubicBezTo>
                        <a:pt x="1" y="17912"/>
                        <a:pt x="322" y="18165"/>
                        <a:pt x="655" y="18165"/>
                      </a:cubicBezTo>
                      <a:cubicBezTo>
                        <a:pt x="877" y="18165"/>
                        <a:pt x="1104" y="18052"/>
                        <a:pt x="1202" y="17793"/>
                      </a:cubicBezTo>
                      <a:lnTo>
                        <a:pt x="7775" y="644"/>
                      </a:lnTo>
                      <a:cubicBezTo>
                        <a:pt x="7921" y="254"/>
                        <a:pt x="7599" y="1"/>
                        <a:pt x="726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9" name="Google Shape;1959;p57"/>
                <p:cNvSpPr/>
                <p:nvPr/>
              </p:nvSpPr>
              <p:spPr>
                <a:xfrm>
                  <a:off x="2449975" y="1511450"/>
                  <a:ext cx="623075" cy="5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23" h="2111" extrusionOk="0">
                      <a:moveTo>
                        <a:pt x="24252" y="0"/>
                      </a:moveTo>
                      <a:cubicBezTo>
                        <a:pt x="24244" y="0"/>
                        <a:pt x="24236" y="0"/>
                        <a:pt x="24228" y="1"/>
                      </a:cubicBezTo>
                      <a:lnTo>
                        <a:pt x="695" y="1028"/>
                      </a:lnTo>
                      <a:cubicBezTo>
                        <a:pt x="0" y="1055"/>
                        <a:pt x="18" y="2111"/>
                        <a:pt x="670" y="2111"/>
                      </a:cubicBezTo>
                      <a:cubicBezTo>
                        <a:pt x="678" y="2111"/>
                        <a:pt x="687" y="2111"/>
                        <a:pt x="695" y="2110"/>
                      </a:cubicBezTo>
                      <a:lnTo>
                        <a:pt x="24228" y="1083"/>
                      </a:lnTo>
                      <a:cubicBezTo>
                        <a:pt x="24922" y="1056"/>
                        <a:pt x="24904" y="0"/>
                        <a:pt x="2425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0" name="Google Shape;1960;p57"/>
                <p:cNvSpPr/>
                <p:nvPr/>
              </p:nvSpPr>
              <p:spPr>
                <a:xfrm>
                  <a:off x="2374700" y="1458700"/>
                  <a:ext cx="185300" cy="18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12" h="7359" extrusionOk="0">
                      <a:moveTo>
                        <a:pt x="3702" y="0"/>
                      </a:moveTo>
                      <a:cubicBezTo>
                        <a:pt x="3685" y="0"/>
                        <a:pt x="3668" y="1"/>
                        <a:pt x="3652" y="1"/>
                      </a:cubicBezTo>
                      <a:cubicBezTo>
                        <a:pt x="1623" y="28"/>
                        <a:pt x="0" y="1678"/>
                        <a:pt x="27" y="3734"/>
                      </a:cubicBezTo>
                      <a:cubicBezTo>
                        <a:pt x="54" y="5746"/>
                        <a:pt x="1704" y="7358"/>
                        <a:pt x="3710" y="7358"/>
                      </a:cubicBezTo>
                      <a:cubicBezTo>
                        <a:pt x="3727" y="7358"/>
                        <a:pt x="3743" y="7358"/>
                        <a:pt x="3760" y="7358"/>
                      </a:cubicBezTo>
                      <a:cubicBezTo>
                        <a:pt x="5789" y="7331"/>
                        <a:pt x="7412" y="5654"/>
                        <a:pt x="7385" y="3625"/>
                      </a:cubicBezTo>
                      <a:cubicBezTo>
                        <a:pt x="7358" y="1613"/>
                        <a:pt x="5708" y="0"/>
                        <a:pt x="370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1" name="Google Shape;1961;p57"/>
                <p:cNvSpPr/>
                <p:nvPr/>
              </p:nvSpPr>
              <p:spPr>
                <a:xfrm>
                  <a:off x="2991366" y="1416101"/>
                  <a:ext cx="235822" cy="234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3" h="9281" extrusionOk="0">
                      <a:moveTo>
                        <a:pt x="4649" y="1"/>
                      </a:moveTo>
                      <a:cubicBezTo>
                        <a:pt x="4632" y="1"/>
                        <a:pt x="4615" y="1"/>
                        <a:pt x="4598" y="1"/>
                      </a:cubicBezTo>
                      <a:cubicBezTo>
                        <a:pt x="2029" y="55"/>
                        <a:pt x="0" y="2165"/>
                        <a:pt x="27" y="4708"/>
                      </a:cubicBezTo>
                      <a:cubicBezTo>
                        <a:pt x="54" y="7244"/>
                        <a:pt x="2110" y="9280"/>
                        <a:pt x="4635" y="9280"/>
                      </a:cubicBezTo>
                      <a:cubicBezTo>
                        <a:pt x="4668" y="9280"/>
                        <a:pt x="4701" y="9280"/>
                        <a:pt x="4734" y="9279"/>
                      </a:cubicBezTo>
                      <a:cubicBezTo>
                        <a:pt x="7303" y="9252"/>
                        <a:pt x="9332" y="7142"/>
                        <a:pt x="9305" y="4600"/>
                      </a:cubicBezTo>
                      <a:cubicBezTo>
                        <a:pt x="9278" y="2047"/>
                        <a:pt x="7196" y="1"/>
                        <a:pt x="464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2" name="Google Shape;1962;p57"/>
                <p:cNvSpPr/>
                <p:nvPr/>
              </p:nvSpPr>
              <p:spPr>
                <a:xfrm>
                  <a:off x="2576281" y="1045220"/>
                  <a:ext cx="119040" cy="117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6" h="5222" extrusionOk="0">
                      <a:moveTo>
                        <a:pt x="2647" y="0"/>
                      </a:moveTo>
                      <a:cubicBezTo>
                        <a:pt x="2630" y="0"/>
                        <a:pt x="2614" y="0"/>
                        <a:pt x="2598" y="1"/>
                      </a:cubicBezTo>
                      <a:cubicBezTo>
                        <a:pt x="1137" y="28"/>
                        <a:pt x="1" y="1191"/>
                        <a:pt x="1" y="2651"/>
                      </a:cubicBezTo>
                      <a:cubicBezTo>
                        <a:pt x="28" y="4069"/>
                        <a:pt x="1191" y="5221"/>
                        <a:pt x="2629" y="5221"/>
                      </a:cubicBezTo>
                      <a:cubicBezTo>
                        <a:pt x="2646" y="5221"/>
                        <a:pt x="2662" y="5221"/>
                        <a:pt x="2679" y="5221"/>
                      </a:cubicBezTo>
                      <a:cubicBezTo>
                        <a:pt x="4112" y="5221"/>
                        <a:pt x="5276" y="4031"/>
                        <a:pt x="5249" y="2570"/>
                      </a:cubicBezTo>
                      <a:cubicBezTo>
                        <a:pt x="5222" y="1153"/>
                        <a:pt x="4058" y="0"/>
                        <a:pt x="264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1">
    <p:spTree>
      <p:nvGrpSpPr>
        <p:cNvPr id="1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4" name="Google Shape;1964;p58"/>
          <p:cNvGrpSpPr/>
          <p:nvPr/>
        </p:nvGrpSpPr>
        <p:grpSpPr>
          <a:xfrm rot="-7047972" flipH="1">
            <a:off x="54366" y="-3233109"/>
            <a:ext cx="1902945" cy="7262324"/>
            <a:chOff x="9065175" y="1446600"/>
            <a:chExt cx="682175" cy="2603425"/>
          </a:xfrm>
        </p:grpSpPr>
        <p:sp>
          <p:nvSpPr>
            <p:cNvPr id="1965" name="Google Shape;1965;p58"/>
            <p:cNvSpPr/>
            <p:nvPr/>
          </p:nvSpPr>
          <p:spPr>
            <a:xfrm>
              <a:off x="9086850" y="1508200"/>
              <a:ext cx="610475" cy="2541825"/>
            </a:xfrm>
            <a:custGeom>
              <a:avLst/>
              <a:gdLst/>
              <a:ahLst/>
              <a:cxnLst/>
              <a:rect l="l" t="t" r="r" b="b"/>
              <a:pathLst>
                <a:path w="24419" h="101673" extrusionOk="0">
                  <a:moveTo>
                    <a:pt x="3036" y="0"/>
                  </a:moveTo>
                  <a:cubicBezTo>
                    <a:pt x="2703" y="0"/>
                    <a:pt x="2402" y="267"/>
                    <a:pt x="2402" y="601"/>
                  </a:cubicBezTo>
                  <a:cubicBezTo>
                    <a:pt x="2102" y="9474"/>
                    <a:pt x="7740" y="14010"/>
                    <a:pt x="13143" y="18380"/>
                  </a:cubicBezTo>
                  <a:cubicBezTo>
                    <a:pt x="18280" y="22550"/>
                    <a:pt x="23151" y="26452"/>
                    <a:pt x="22917" y="33824"/>
                  </a:cubicBezTo>
                  <a:cubicBezTo>
                    <a:pt x="22650" y="41997"/>
                    <a:pt x="17346" y="45633"/>
                    <a:pt x="11709" y="49502"/>
                  </a:cubicBezTo>
                  <a:cubicBezTo>
                    <a:pt x="6205" y="53305"/>
                    <a:pt x="534" y="57208"/>
                    <a:pt x="268" y="65614"/>
                  </a:cubicBezTo>
                  <a:cubicBezTo>
                    <a:pt x="1" y="73553"/>
                    <a:pt x="4804" y="77522"/>
                    <a:pt x="9908" y="81725"/>
                  </a:cubicBezTo>
                  <a:cubicBezTo>
                    <a:pt x="15378" y="86229"/>
                    <a:pt x="21049" y="90899"/>
                    <a:pt x="20715" y="101039"/>
                  </a:cubicBezTo>
                  <a:cubicBezTo>
                    <a:pt x="20715" y="101373"/>
                    <a:pt x="20982" y="101673"/>
                    <a:pt x="21316" y="101673"/>
                  </a:cubicBezTo>
                  <a:cubicBezTo>
                    <a:pt x="21683" y="101673"/>
                    <a:pt x="21950" y="101406"/>
                    <a:pt x="21950" y="101072"/>
                  </a:cubicBezTo>
                  <a:cubicBezTo>
                    <a:pt x="22283" y="90265"/>
                    <a:pt x="16146" y="85194"/>
                    <a:pt x="10708" y="80725"/>
                  </a:cubicBezTo>
                  <a:cubicBezTo>
                    <a:pt x="5838" y="76722"/>
                    <a:pt x="1268" y="72952"/>
                    <a:pt x="1502" y="65647"/>
                  </a:cubicBezTo>
                  <a:cubicBezTo>
                    <a:pt x="1769" y="57875"/>
                    <a:pt x="6939" y="54306"/>
                    <a:pt x="12410" y="50536"/>
                  </a:cubicBezTo>
                  <a:cubicBezTo>
                    <a:pt x="18047" y="46633"/>
                    <a:pt x="23851" y="42631"/>
                    <a:pt x="24151" y="33858"/>
                  </a:cubicBezTo>
                  <a:cubicBezTo>
                    <a:pt x="24418" y="25852"/>
                    <a:pt x="19081" y="21549"/>
                    <a:pt x="13944" y="17413"/>
                  </a:cubicBezTo>
                  <a:cubicBezTo>
                    <a:pt x="8507" y="13043"/>
                    <a:pt x="3370" y="8906"/>
                    <a:pt x="3637" y="634"/>
                  </a:cubicBezTo>
                  <a:cubicBezTo>
                    <a:pt x="3637" y="300"/>
                    <a:pt x="3370" y="0"/>
                    <a:pt x="3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58"/>
            <p:cNvSpPr/>
            <p:nvPr/>
          </p:nvSpPr>
          <p:spPr>
            <a:xfrm>
              <a:off x="9065175" y="1446600"/>
              <a:ext cx="682175" cy="2586000"/>
            </a:xfrm>
            <a:custGeom>
              <a:avLst/>
              <a:gdLst/>
              <a:ahLst/>
              <a:cxnLst/>
              <a:rect l="l" t="t" r="r" b="b"/>
              <a:pathLst>
                <a:path w="27287" h="103440" extrusionOk="0">
                  <a:moveTo>
                    <a:pt x="25601" y="0"/>
                  </a:moveTo>
                  <a:cubicBezTo>
                    <a:pt x="25266" y="0"/>
                    <a:pt x="24931" y="246"/>
                    <a:pt x="24985" y="696"/>
                  </a:cubicBezTo>
                  <a:cubicBezTo>
                    <a:pt x="25952" y="9969"/>
                    <a:pt x="19948" y="14573"/>
                    <a:pt x="13610" y="19443"/>
                  </a:cubicBezTo>
                  <a:cubicBezTo>
                    <a:pt x="8140" y="23679"/>
                    <a:pt x="2469" y="28016"/>
                    <a:pt x="2202" y="35588"/>
                  </a:cubicBezTo>
                  <a:cubicBezTo>
                    <a:pt x="1902" y="45328"/>
                    <a:pt x="7639" y="49698"/>
                    <a:pt x="13210" y="53901"/>
                  </a:cubicBezTo>
                  <a:cubicBezTo>
                    <a:pt x="18213" y="57704"/>
                    <a:pt x="22983" y="61306"/>
                    <a:pt x="22717" y="68778"/>
                  </a:cubicBezTo>
                  <a:cubicBezTo>
                    <a:pt x="22483" y="76350"/>
                    <a:pt x="17513" y="80020"/>
                    <a:pt x="12242" y="83922"/>
                  </a:cubicBezTo>
                  <a:cubicBezTo>
                    <a:pt x="6405" y="88259"/>
                    <a:pt x="334" y="92762"/>
                    <a:pt x="0" y="102803"/>
                  </a:cubicBezTo>
                  <a:cubicBezTo>
                    <a:pt x="0" y="103136"/>
                    <a:pt x="267" y="103436"/>
                    <a:pt x="601" y="103436"/>
                  </a:cubicBezTo>
                  <a:cubicBezTo>
                    <a:pt x="622" y="103438"/>
                    <a:pt x="642" y="103439"/>
                    <a:pt x="662" y="103439"/>
                  </a:cubicBezTo>
                  <a:cubicBezTo>
                    <a:pt x="997" y="103439"/>
                    <a:pt x="1236" y="103182"/>
                    <a:pt x="1268" y="102836"/>
                  </a:cubicBezTo>
                  <a:cubicBezTo>
                    <a:pt x="1568" y="93429"/>
                    <a:pt x="7372" y="89126"/>
                    <a:pt x="13010" y="84957"/>
                  </a:cubicBezTo>
                  <a:cubicBezTo>
                    <a:pt x="18280" y="81054"/>
                    <a:pt x="23717" y="76951"/>
                    <a:pt x="23984" y="68845"/>
                  </a:cubicBezTo>
                  <a:cubicBezTo>
                    <a:pt x="24251" y="60706"/>
                    <a:pt x="19014" y="56770"/>
                    <a:pt x="13944" y="52934"/>
                  </a:cubicBezTo>
                  <a:cubicBezTo>
                    <a:pt x="8640" y="48897"/>
                    <a:pt x="3169" y="44761"/>
                    <a:pt x="3470" y="35621"/>
                  </a:cubicBezTo>
                  <a:cubicBezTo>
                    <a:pt x="3703" y="28650"/>
                    <a:pt x="8873" y="24680"/>
                    <a:pt x="14377" y="20444"/>
                  </a:cubicBezTo>
                  <a:cubicBezTo>
                    <a:pt x="20715" y="15573"/>
                    <a:pt x="27287" y="10570"/>
                    <a:pt x="26219" y="563"/>
                  </a:cubicBezTo>
                  <a:cubicBezTo>
                    <a:pt x="26173" y="179"/>
                    <a:pt x="25887" y="0"/>
                    <a:pt x="25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58"/>
            <p:cNvSpPr/>
            <p:nvPr/>
          </p:nvSpPr>
          <p:spPr>
            <a:xfrm>
              <a:off x="9240300" y="3247475"/>
              <a:ext cx="393750" cy="199625"/>
            </a:xfrm>
            <a:custGeom>
              <a:avLst/>
              <a:gdLst/>
              <a:ahLst/>
              <a:cxnLst/>
              <a:rect l="l" t="t" r="r" b="b"/>
              <a:pathLst>
                <a:path w="15750" h="7985" extrusionOk="0">
                  <a:moveTo>
                    <a:pt x="15158" y="0"/>
                  </a:moveTo>
                  <a:cubicBezTo>
                    <a:pt x="15101" y="0"/>
                    <a:pt x="15040" y="14"/>
                    <a:pt x="14978" y="46"/>
                  </a:cubicBezTo>
                  <a:lnTo>
                    <a:pt x="401" y="7184"/>
                  </a:lnTo>
                  <a:cubicBezTo>
                    <a:pt x="0" y="7384"/>
                    <a:pt x="134" y="7985"/>
                    <a:pt x="601" y="7985"/>
                  </a:cubicBezTo>
                  <a:cubicBezTo>
                    <a:pt x="668" y="7951"/>
                    <a:pt x="701" y="7951"/>
                    <a:pt x="768" y="7918"/>
                  </a:cubicBezTo>
                  <a:lnTo>
                    <a:pt x="15345" y="813"/>
                  </a:lnTo>
                  <a:cubicBezTo>
                    <a:pt x="15749" y="582"/>
                    <a:pt x="15528" y="0"/>
                    <a:pt x="15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58"/>
            <p:cNvSpPr/>
            <p:nvPr/>
          </p:nvSpPr>
          <p:spPr>
            <a:xfrm>
              <a:off x="9142725" y="3083225"/>
              <a:ext cx="497100" cy="243800"/>
            </a:xfrm>
            <a:custGeom>
              <a:avLst/>
              <a:gdLst/>
              <a:ahLst/>
              <a:cxnLst/>
              <a:rect l="l" t="t" r="r" b="b"/>
              <a:pathLst>
                <a:path w="19884" h="9752" extrusionOk="0">
                  <a:moveTo>
                    <a:pt x="19267" y="1"/>
                  </a:moveTo>
                  <a:cubicBezTo>
                    <a:pt x="19208" y="1"/>
                    <a:pt x="19146" y="14"/>
                    <a:pt x="19081" y="44"/>
                  </a:cubicBezTo>
                  <a:lnTo>
                    <a:pt x="401" y="8951"/>
                  </a:lnTo>
                  <a:cubicBezTo>
                    <a:pt x="1" y="9151"/>
                    <a:pt x="167" y="9718"/>
                    <a:pt x="601" y="9751"/>
                  </a:cubicBezTo>
                  <a:cubicBezTo>
                    <a:pt x="668" y="9751"/>
                    <a:pt x="701" y="9718"/>
                    <a:pt x="768" y="9684"/>
                  </a:cubicBezTo>
                  <a:lnTo>
                    <a:pt x="19448" y="811"/>
                  </a:lnTo>
                  <a:cubicBezTo>
                    <a:pt x="19883" y="608"/>
                    <a:pt x="19662" y="1"/>
                    <a:pt x="19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58"/>
            <p:cNvSpPr/>
            <p:nvPr/>
          </p:nvSpPr>
          <p:spPr>
            <a:xfrm>
              <a:off x="9113550" y="2938925"/>
              <a:ext cx="459600" cy="234650"/>
            </a:xfrm>
            <a:custGeom>
              <a:avLst/>
              <a:gdLst/>
              <a:ahLst/>
              <a:cxnLst/>
              <a:rect l="l" t="t" r="r" b="b"/>
              <a:pathLst>
                <a:path w="18384" h="9386" extrusionOk="0">
                  <a:moveTo>
                    <a:pt x="17794" y="0"/>
                  </a:moveTo>
                  <a:cubicBezTo>
                    <a:pt x="17736" y="0"/>
                    <a:pt x="17675" y="14"/>
                    <a:pt x="17613" y="45"/>
                  </a:cubicBezTo>
                  <a:lnTo>
                    <a:pt x="400" y="8585"/>
                  </a:lnTo>
                  <a:cubicBezTo>
                    <a:pt x="0" y="8785"/>
                    <a:pt x="134" y="9385"/>
                    <a:pt x="601" y="9385"/>
                  </a:cubicBezTo>
                  <a:cubicBezTo>
                    <a:pt x="667" y="9385"/>
                    <a:pt x="734" y="9352"/>
                    <a:pt x="801" y="9319"/>
                  </a:cubicBezTo>
                  <a:lnTo>
                    <a:pt x="17980" y="779"/>
                  </a:lnTo>
                  <a:cubicBezTo>
                    <a:pt x="18384" y="577"/>
                    <a:pt x="18163" y="0"/>
                    <a:pt x="17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58"/>
            <p:cNvSpPr/>
            <p:nvPr/>
          </p:nvSpPr>
          <p:spPr>
            <a:xfrm>
              <a:off x="9164400" y="2824375"/>
              <a:ext cx="297550" cy="156550"/>
            </a:xfrm>
            <a:custGeom>
              <a:avLst/>
              <a:gdLst/>
              <a:ahLst/>
              <a:cxnLst/>
              <a:rect l="l" t="t" r="r" b="b"/>
              <a:pathLst>
                <a:path w="11902" h="6262" extrusionOk="0">
                  <a:moveTo>
                    <a:pt x="11322" y="0"/>
                  </a:moveTo>
                  <a:cubicBezTo>
                    <a:pt x="11256" y="0"/>
                    <a:pt x="11184" y="18"/>
                    <a:pt x="11109" y="58"/>
                  </a:cubicBezTo>
                  <a:lnTo>
                    <a:pt x="368" y="5461"/>
                  </a:lnTo>
                  <a:cubicBezTo>
                    <a:pt x="1" y="5662"/>
                    <a:pt x="134" y="6262"/>
                    <a:pt x="568" y="6262"/>
                  </a:cubicBezTo>
                  <a:cubicBezTo>
                    <a:pt x="635" y="6262"/>
                    <a:pt x="701" y="6229"/>
                    <a:pt x="768" y="6195"/>
                  </a:cubicBezTo>
                  <a:lnTo>
                    <a:pt x="11476" y="791"/>
                  </a:lnTo>
                  <a:cubicBezTo>
                    <a:pt x="11901" y="564"/>
                    <a:pt x="11700" y="0"/>
                    <a:pt x="11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58"/>
            <p:cNvSpPr/>
            <p:nvPr/>
          </p:nvSpPr>
          <p:spPr>
            <a:xfrm>
              <a:off x="9388725" y="3076125"/>
              <a:ext cx="261250" cy="134975"/>
            </a:xfrm>
            <a:custGeom>
              <a:avLst/>
              <a:gdLst/>
              <a:ahLst/>
              <a:cxnLst/>
              <a:rect l="l" t="t" r="r" b="b"/>
              <a:pathLst>
                <a:path w="10450" h="5399" extrusionOk="0">
                  <a:moveTo>
                    <a:pt x="9540" y="1"/>
                  </a:moveTo>
                  <a:cubicBezTo>
                    <a:pt x="9456" y="1"/>
                    <a:pt x="9367" y="19"/>
                    <a:pt x="9274" y="61"/>
                  </a:cubicBezTo>
                  <a:lnTo>
                    <a:pt x="601" y="4198"/>
                  </a:lnTo>
                  <a:cubicBezTo>
                    <a:pt x="1" y="4498"/>
                    <a:pt x="201" y="5399"/>
                    <a:pt x="868" y="5399"/>
                  </a:cubicBezTo>
                  <a:cubicBezTo>
                    <a:pt x="968" y="5399"/>
                    <a:pt x="1035" y="5365"/>
                    <a:pt x="1135" y="5332"/>
                  </a:cubicBezTo>
                  <a:lnTo>
                    <a:pt x="9808" y="1196"/>
                  </a:lnTo>
                  <a:cubicBezTo>
                    <a:pt x="10449" y="904"/>
                    <a:pt x="10122" y="1"/>
                    <a:pt x="9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58"/>
            <p:cNvSpPr/>
            <p:nvPr/>
          </p:nvSpPr>
          <p:spPr>
            <a:xfrm>
              <a:off x="9332025" y="2929875"/>
              <a:ext cx="253475" cy="135300"/>
            </a:xfrm>
            <a:custGeom>
              <a:avLst/>
              <a:gdLst/>
              <a:ahLst/>
              <a:cxnLst/>
              <a:rect l="l" t="t" r="r" b="b"/>
              <a:pathLst>
                <a:path w="10139" h="5412" extrusionOk="0">
                  <a:moveTo>
                    <a:pt x="9245" y="0"/>
                  </a:moveTo>
                  <a:cubicBezTo>
                    <a:pt x="9150" y="0"/>
                    <a:pt x="9048" y="23"/>
                    <a:pt x="8940" y="74"/>
                  </a:cubicBezTo>
                  <a:lnTo>
                    <a:pt x="568" y="4244"/>
                  </a:lnTo>
                  <a:cubicBezTo>
                    <a:pt x="1" y="4544"/>
                    <a:pt x="201" y="5411"/>
                    <a:pt x="868" y="5411"/>
                  </a:cubicBezTo>
                  <a:cubicBezTo>
                    <a:pt x="968" y="5411"/>
                    <a:pt x="1035" y="5411"/>
                    <a:pt x="1135" y="5344"/>
                  </a:cubicBezTo>
                  <a:lnTo>
                    <a:pt x="9507" y="1175"/>
                  </a:lnTo>
                  <a:cubicBezTo>
                    <a:pt x="10139" y="859"/>
                    <a:pt x="9832" y="0"/>
                    <a:pt x="9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58"/>
            <p:cNvSpPr/>
            <p:nvPr/>
          </p:nvSpPr>
          <p:spPr>
            <a:xfrm>
              <a:off x="9305350" y="2816175"/>
              <a:ext cx="167450" cy="93875"/>
            </a:xfrm>
            <a:custGeom>
              <a:avLst/>
              <a:gdLst/>
              <a:ahLst/>
              <a:cxnLst/>
              <a:rect l="l" t="t" r="r" b="b"/>
              <a:pathLst>
                <a:path w="6698" h="3755" extrusionOk="0">
                  <a:moveTo>
                    <a:pt x="5823" y="1"/>
                  </a:moveTo>
                  <a:cubicBezTo>
                    <a:pt x="5724" y="1"/>
                    <a:pt x="5617" y="27"/>
                    <a:pt x="5504" y="85"/>
                  </a:cubicBezTo>
                  <a:lnTo>
                    <a:pt x="567" y="2587"/>
                  </a:lnTo>
                  <a:cubicBezTo>
                    <a:pt x="0" y="2887"/>
                    <a:pt x="200" y="3755"/>
                    <a:pt x="868" y="3755"/>
                  </a:cubicBezTo>
                  <a:cubicBezTo>
                    <a:pt x="968" y="3755"/>
                    <a:pt x="1068" y="3721"/>
                    <a:pt x="1134" y="3688"/>
                  </a:cubicBezTo>
                  <a:lnTo>
                    <a:pt x="6071" y="1186"/>
                  </a:lnTo>
                  <a:cubicBezTo>
                    <a:pt x="6698" y="873"/>
                    <a:pt x="6401" y="1"/>
                    <a:pt x="5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58"/>
            <p:cNvSpPr/>
            <p:nvPr/>
          </p:nvSpPr>
          <p:spPr>
            <a:xfrm>
              <a:off x="9427100" y="3236800"/>
              <a:ext cx="221025" cy="117725"/>
            </a:xfrm>
            <a:custGeom>
              <a:avLst/>
              <a:gdLst/>
              <a:ahLst/>
              <a:cxnLst/>
              <a:rect l="l" t="t" r="r" b="b"/>
              <a:pathLst>
                <a:path w="8841" h="4709" extrusionOk="0">
                  <a:moveTo>
                    <a:pt x="7937" y="0"/>
                  </a:moveTo>
                  <a:cubicBezTo>
                    <a:pt x="7844" y="0"/>
                    <a:pt x="7744" y="22"/>
                    <a:pt x="7639" y="72"/>
                  </a:cubicBezTo>
                  <a:lnTo>
                    <a:pt x="601" y="3541"/>
                  </a:lnTo>
                  <a:cubicBezTo>
                    <a:pt x="0" y="3808"/>
                    <a:pt x="201" y="4709"/>
                    <a:pt x="868" y="4709"/>
                  </a:cubicBezTo>
                  <a:cubicBezTo>
                    <a:pt x="968" y="4709"/>
                    <a:pt x="1068" y="4676"/>
                    <a:pt x="1135" y="4642"/>
                  </a:cubicBezTo>
                  <a:lnTo>
                    <a:pt x="8206" y="1206"/>
                  </a:lnTo>
                  <a:cubicBezTo>
                    <a:pt x="8840" y="890"/>
                    <a:pt x="8528" y="0"/>
                    <a:pt x="79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58"/>
            <p:cNvSpPr/>
            <p:nvPr/>
          </p:nvSpPr>
          <p:spPr>
            <a:xfrm>
              <a:off x="9149925" y="2478050"/>
              <a:ext cx="373100" cy="190150"/>
            </a:xfrm>
            <a:custGeom>
              <a:avLst/>
              <a:gdLst/>
              <a:ahLst/>
              <a:cxnLst/>
              <a:rect l="l" t="t" r="r" b="b"/>
              <a:pathLst>
                <a:path w="14924" h="7606" extrusionOk="0">
                  <a:moveTo>
                    <a:pt x="623" y="1"/>
                  </a:moveTo>
                  <a:cubicBezTo>
                    <a:pt x="236" y="1"/>
                    <a:pt x="0" y="604"/>
                    <a:pt x="480" y="801"/>
                  </a:cubicBezTo>
                  <a:lnTo>
                    <a:pt x="14156" y="7573"/>
                  </a:lnTo>
                  <a:cubicBezTo>
                    <a:pt x="14223" y="7606"/>
                    <a:pt x="14290" y="7606"/>
                    <a:pt x="14356" y="7606"/>
                  </a:cubicBezTo>
                  <a:cubicBezTo>
                    <a:pt x="14790" y="7606"/>
                    <a:pt x="14923" y="7006"/>
                    <a:pt x="14523" y="6805"/>
                  </a:cubicBezTo>
                  <a:lnTo>
                    <a:pt x="847" y="67"/>
                  </a:lnTo>
                  <a:cubicBezTo>
                    <a:pt x="769" y="21"/>
                    <a:pt x="694" y="1"/>
                    <a:pt x="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58"/>
            <p:cNvSpPr/>
            <p:nvPr/>
          </p:nvSpPr>
          <p:spPr>
            <a:xfrm>
              <a:off x="9130475" y="2302375"/>
              <a:ext cx="494300" cy="252425"/>
            </a:xfrm>
            <a:custGeom>
              <a:avLst/>
              <a:gdLst/>
              <a:ahLst/>
              <a:cxnLst/>
              <a:rect l="l" t="t" r="r" b="b"/>
              <a:pathLst>
                <a:path w="19772" h="10097" extrusionOk="0">
                  <a:moveTo>
                    <a:pt x="605" y="0"/>
                  </a:moveTo>
                  <a:cubicBezTo>
                    <a:pt x="203" y="0"/>
                    <a:pt x="1" y="595"/>
                    <a:pt x="457" y="823"/>
                  </a:cubicBezTo>
                  <a:lnTo>
                    <a:pt x="18970" y="10063"/>
                  </a:lnTo>
                  <a:cubicBezTo>
                    <a:pt x="19037" y="10063"/>
                    <a:pt x="19104" y="10096"/>
                    <a:pt x="19171" y="10096"/>
                  </a:cubicBezTo>
                  <a:cubicBezTo>
                    <a:pt x="19604" y="10096"/>
                    <a:pt x="19771" y="9496"/>
                    <a:pt x="19371" y="9296"/>
                  </a:cubicBezTo>
                  <a:lnTo>
                    <a:pt x="824" y="56"/>
                  </a:lnTo>
                  <a:cubicBezTo>
                    <a:pt x="747" y="17"/>
                    <a:pt x="673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58"/>
            <p:cNvSpPr/>
            <p:nvPr/>
          </p:nvSpPr>
          <p:spPr>
            <a:xfrm>
              <a:off x="9197200" y="2152250"/>
              <a:ext cx="473425" cy="241600"/>
            </a:xfrm>
            <a:custGeom>
              <a:avLst/>
              <a:gdLst/>
              <a:ahLst/>
              <a:cxnLst/>
              <a:rect l="l" t="t" r="r" b="b"/>
              <a:pathLst>
                <a:path w="18937" h="9664" extrusionOk="0">
                  <a:moveTo>
                    <a:pt x="615" y="1"/>
                  </a:moveTo>
                  <a:cubicBezTo>
                    <a:pt x="227" y="1"/>
                    <a:pt x="0" y="591"/>
                    <a:pt x="457" y="790"/>
                  </a:cubicBezTo>
                  <a:lnTo>
                    <a:pt x="18169" y="9630"/>
                  </a:lnTo>
                  <a:cubicBezTo>
                    <a:pt x="18203" y="9663"/>
                    <a:pt x="18270" y="9663"/>
                    <a:pt x="18336" y="9663"/>
                  </a:cubicBezTo>
                  <a:cubicBezTo>
                    <a:pt x="18770" y="9663"/>
                    <a:pt x="18937" y="9063"/>
                    <a:pt x="18536" y="8863"/>
                  </a:cubicBezTo>
                  <a:lnTo>
                    <a:pt x="824" y="57"/>
                  </a:lnTo>
                  <a:cubicBezTo>
                    <a:pt x="751" y="18"/>
                    <a:pt x="681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58"/>
            <p:cNvSpPr/>
            <p:nvPr/>
          </p:nvSpPr>
          <p:spPr>
            <a:xfrm>
              <a:off x="9303950" y="2040525"/>
              <a:ext cx="343275" cy="177375"/>
            </a:xfrm>
            <a:custGeom>
              <a:avLst/>
              <a:gdLst/>
              <a:ahLst/>
              <a:cxnLst/>
              <a:rect l="l" t="t" r="r" b="b"/>
              <a:pathLst>
                <a:path w="13731" h="7095" extrusionOk="0">
                  <a:moveTo>
                    <a:pt x="615" y="0"/>
                  </a:moveTo>
                  <a:cubicBezTo>
                    <a:pt x="227" y="0"/>
                    <a:pt x="0" y="590"/>
                    <a:pt x="457" y="790"/>
                  </a:cubicBezTo>
                  <a:lnTo>
                    <a:pt x="12965" y="7061"/>
                  </a:lnTo>
                  <a:cubicBezTo>
                    <a:pt x="13024" y="7090"/>
                    <a:pt x="13082" y="7094"/>
                    <a:pt x="13141" y="7094"/>
                  </a:cubicBezTo>
                  <a:lnTo>
                    <a:pt x="13141" y="7094"/>
                  </a:lnTo>
                  <a:cubicBezTo>
                    <a:pt x="13601" y="7087"/>
                    <a:pt x="13730" y="6492"/>
                    <a:pt x="13332" y="6294"/>
                  </a:cubicBezTo>
                  <a:lnTo>
                    <a:pt x="823" y="56"/>
                  </a:lnTo>
                  <a:cubicBezTo>
                    <a:pt x="751" y="17"/>
                    <a:pt x="681" y="0"/>
                    <a:pt x="615" y="0"/>
                  </a:cubicBezTo>
                  <a:close/>
                  <a:moveTo>
                    <a:pt x="13141" y="7094"/>
                  </a:moveTo>
                  <a:lnTo>
                    <a:pt x="13141" y="7094"/>
                  </a:lnTo>
                  <a:cubicBezTo>
                    <a:pt x="13138" y="7094"/>
                    <a:pt x="13135" y="7094"/>
                    <a:pt x="13132" y="7094"/>
                  </a:cubicBezTo>
                  <a:lnTo>
                    <a:pt x="13166" y="7094"/>
                  </a:lnTo>
                  <a:cubicBezTo>
                    <a:pt x="13157" y="7094"/>
                    <a:pt x="13149" y="7094"/>
                    <a:pt x="13141" y="70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58"/>
            <p:cNvSpPr/>
            <p:nvPr/>
          </p:nvSpPr>
          <p:spPr>
            <a:xfrm>
              <a:off x="9290525" y="2032300"/>
              <a:ext cx="207475" cy="112200"/>
            </a:xfrm>
            <a:custGeom>
              <a:avLst/>
              <a:gdLst/>
              <a:ahLst/>
              <a:cxnLst/>
              <a:rect l="l" t="t" r="r" b="b"/>
              <a:pathLst>
                <a:path w="8299" h="4488" extrusionOk="0">
                  <a:moveTo>
                    <a:pt x="885" y="0"/>
                  </a:moveTo>
                  <a:cubicBezTo>
                    <a:pt x="322" y="0"/>
                    <a:pt x="0" y="872"/>
                    <a:pt x="627" y="1185"/>
                  </a:cubicBezTo>
                  <a:lnTo>
                    <a:pt x="7131" y="4421"/>
                  </a:lnTo>
                  <a:cubicBezTo>
                    <a:pt x="7231" y="4454"/>
                    <a:pt x="7331" y="4488"/>
                    <a:pt x="7431" y="4488"/>
                  </a:cubicBezTo>
                  <a:cubicBezTo>
                    <a:pt x="8065" y="4488"/>
                    <a:pt x="8299" y="3587"/>
                    <a:pt x="7698" y="3320"/>
                  </a:cubicBezTo>
                  <a:lnTo>
                    <a:pt x="1194" y="85"/>
                  </a:lnTo>
                  <a:cubicBezTo>
                    <a:pt x="1086" y="26"/>
                    <a:pt x="982" y="0"/>
                    <a:pt x="8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58"/>
            <p:cNvSpPr/>
            <p:nvPr/>
          </p:nvSpPr>
          <p:spPr>
            <a:xfrm>
              <a:off x="9190250" y="2146850"/>
              <a:ext cx="247725" cy="132750"/>
            </a:xfrm>
            <a:custGeom>
              <a:avLst/>
              <a:gdLst/>
              <a:ahLst/>
              <a:cxnLst/>
              <a:rect l="l" t="t" r="r" b="b"/>
              <a:pathLst>
                <a:path w="9909" h="5310" extrusionOk="0">
                  <a:moveTo>
                    <a:pt x="904" y="0"/>
                  </a:moveTo>
                  <a:cubicBezTo>
                    <a:pt x="313" y="0"/>
                    <a:pt x="1" y="890"/>
                    <a:pt x="635" y="1207"/>
                  </a:cubicBezTo>
                  <a:lnTo>
                    <a:pt x="8741" y="5243"/>
                  </a:lnTo>
                  <a:cubicBezTo>
                    <a:pt x="8841" y="5276"/>
                    <a:pt x="8941" y="5276"/>
                    <a:pt x="9041" y="5310"/>
                  </a:cubicBezTo>
                  <a:cubicBezTo>
                    <a:pt x="9708" y="5310"/>
                    <a:pt x="9908" y="4409"/>
                    <a:pt x="9308" y="4142"/>
                  </a:cubicBezTo>
                  <a:lnTo>
                    <a:pt x="1202" y="72"/>
                  </a:lnTo>
                  <a:cubicBezTo>
                    <a:pt x="1097" y="22"/>
                    <a:pt x="997" y="0"/>
                    <a:pt x="9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58"/>
            <p:cNvSpPr/>
            <p:nvPr/>
          </p:nvSpPr>
          <p:spPr>
            <a:xfrm>
              <a:off x="9121225" y="2297750"/>
              <a:ext cx="229175" cy="123625"/>
            </a:xfrm>
            <a:custGeom>
              <a:avLst/>
              <a:gdLst/>
              <a:ahLst/>
              <a:cxnLst/>
              <a:rect l="l" t="t" r="r" b="b"/>
              <a:pathLst>
                <a:path w="9167" h="4945" extrusionOk="0">
                  <a:moveTo>
                    <a:pt x="900" y="0"/>
                  </a:moveTo>
                  <a:cubicBezTo>
                    <a:pt x="328" y="0"/>
                    <a:pt x="0" y="864"/>
                    <a:pt x="660" y="1208"/>
                  </a:cubicBezTo>
                  <a:lnTo>
                    <a:pt x="8032" y="4878"/>
                  </a:lnTo>
                  <a:cubicBezTo>
                    <a:pt x="8132" y="4911"/>
                    <a:pt x="8199" y="4944"/>
                    <a:pt x="8299" y="4944"/>
                  </a:cubicBezTo>
                  <a:cubicBezTo>
                    <a:pt x="8966" y="4944"/>
                    <a:pt x="9167" y="4044"/>
                    <a:pt x="8599" y="3743"/>
                  </a:cubicBezTo>
                  <a:lnTo>
                    <a:pt x="1194" y="74"/>
                  </a:lnTo>
                  <a:cubicBezTo>
                    <a:pt x="1092" y="23"/>
                    <a:pt x="993" y="0"/>
                    <a:pt x="9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58"/>
            <p:cNvSpPr/>
            <p:nvPr/>
          </p:nvSpPr>
          <p:spPr>
            <a:xfrm>
              <a:off x="9143550" y="2472925"/>
              <a:ext cx="201850" cy="109400"/>
            </a:xfrm>
            <a:custGeom>
              <a:avLst/>
              <a:gdLst/>
              <a:ahLst/>
              <a:cxnLst/>
              <a:rect l="l" t="t" r="r" b="b"/>
              <a:pathLst>
                <a:path w="8074" h="4376" extrusionOk="0">
                  <a:moveTo>
                    <a:pt x="914" y="0"/>
                  </a:moveTo>
                  <a:cubicBezTo>
                    <a:pt x="338" y="0"/>
                    <a:pt x="1" y="889"/>
                    <a:pt x="635" y="1206"/>
                  </a:cubicBezTo>
                  <a:lnTo>
                    <a:pt x="6939" y="4308"/>
                  </a:lnTo>
                  <a:cubicBezTo>
                    <a:pt x="7006" y="4342"/>
                    <a:pt x="7106" y="4375"/>
                    <a:pt x="7206" y="4375"/>
                  </a:cubicBezTo>
                  <a:cubicBezTo>
                    <a:pt x="7873" y="4375"/>
                    <a:pt x="8073" y="3475"/>
                    <a:pt x="7473" y="3174"/>
                  </a:cubicBezTo>
                  <a:lnTo>
                    <a:pt x="1202" y="72"/>
                  </a:lnTo>
                  <a:cubicBezTo>
                    <a:pt x="1102" y="22"/>
                    <a:pt x="1005" y="0"/>
                    <a:pt x="9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58"/>
            <p:cNvSpPr/>
            <p:nvPr/>
          </p:nvSpPr>
          <p:spPr>
            <a:xfrm>
              <a:off x="9222975" y="3691050"/>
              <a:ext cx="352050" cy="104725"/>
            </a:xfrm>
            <a:custGeom>
              <a:avLst/>
              <a:gdLst/>
              <a:ahLst/>
              <a:cxnLst/>
              <a:rect l="l" t="t" r="r" b="b"/>
              <a:pathLst>
                <a:path w="14082" h="4189" extrusionOk="0">
                  <a:moveTo>
                    <a:pt x="577" y="0"/>
                  </a:moveTo>
                  <a:cubicBezTo>
                    <a:pt x="133" y="0"/>
                    <a:pt x="0" y="693"/>
                    <a:pt x="493" y="816"/>
                  </a:cubicBezTo>
                  <a:lnTo>
                    <a:pt x="13336" y="4152"/>
                  </a:lnTo>
                  <a:lnTo>
                    <a:pt x="13436" y="4152"/>
                  </a:lnTo>
                  <a:lnTo>
                    <a:pt x="13436" y="4185"/>
                  </a:lnTo>
                  <a:cubicBezTo>
                    <a:pt x="13458" y="4188"/>
                    <a:pt x="13479" y="4189"/>
                    <a:pt x="13499" y="4189"/>
                  </a:cubicBezTo>
                  <a:cubicBezTo>
                    <a:pt x="14010" y="4189"/>
                    <a:pt x="14081" y="3415"/>
                    <a:pt x="13536" y="3351"/>
                  </a:cubicBezTo>
                  <a:lnTo>
                    <a:pt x="693" y="15"/>
                  </a:lnTo>
                  <a:cubicBezTo>
                    <a:pt x="653" y="5"/>
                    <a:pt x="614" y="0"/>
                    <a:pt x="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58"/>
            <p:cNvSpPr/>
            <p:nvPr/>
          </p:nvSpPr>
          <p:spPr>
            <a:xfrm>
              <a:off x="9118475" y="3844650"/>
              <a:ext cx="507450" cy="137925"/>
            </a:xfrm>
            <a:custGeom>
              <a:avLst/>
              <a:gdLst/>
              <a:ahLst/>
              <a:cxnLst/>
              <a:rect l="l" t="t" r="r" b="b"/>
              <a:pathLst>
                <a:path w="20298" h="5517" extrusionOk="0">
                  <a:moveTo>
                    <a:pt x="582" y="0"/>
                  </a:moveTo>
                  <a:cubicBezTo>
                    <a:pt x="148" y="0"/>
                    <a:pt x="0" y="684"/>
                    <a:pt x="470" y="810"/>
                  </a:cubicBezTo>
                  <a:lnTo>
                    <a:pt x="19551" y="5513"/>
                  </a:lnTo>
                  <a:lnTo>
                    <a:pt x="19684" y="5513"/>
                  </a:lnTo>
                  <a:cubicBezTo>
                    <a:pt x="19704" y="5516"/>
                    <a:pt x="19724" y="5517"/>
                    <a:pt x="19744" y="5517"/>
                  </a:cubicBezTo>
                  <a:cubicBezTo>
                    <a:pt x="20224" y="5517"/>
                    <a:pt x="20297" y="4743"/>
                    <a:pt x="19784" y="4679"/>
                  </a:cubicBezTo>
                  <a:lnTo>
                    <a:pt x="670" y="9"/>
                  </a:lnTo>
                  <a:cubicBezTo>
                    <a:pt x="640" y="3"/>
                    <a:pt x="611" y="0"/>
                    <a:pt x="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58"/>
            <p:cNvSpPr/>
            <p:nvPr/>
          </p:nvSpPr>
          <p:spPr>
            <a:xfrm>
              <a:off x="9263900" y="1734800"/>
              <a:ext cx="374250" cy="85325"/>
            </a:xfrm>
            <a:custGeom>
              <a:avLst/>
              <a:gdLst/>
              <a:ahLst/>
              <a:cxnLst/>
              <a:rect l="l" t="t" r="r" b="b"/>
              <a:pathLst>
                <a:path w="14970" h="3413" extrusionOk="0">
                  <a:moveTo>
                    <a:pt x="14387" y="1"/>
                  </a:moveTo>
                  <a:cubicBezTo>
                    <a:pt x="14360" y="1"/>
                    <a:pt x="14331" y="4"/>
                    <a:pt x="14301" y="9"/>
                  </a:cubicBezTo>
                  <a:lnTo>
                    <a:pt x="524" y="2578"/>
                  </a:lnTo>
                  <a:cubicBezTo>
                    <a:pt x="1" y="2610"/>
                    <a:pt x="55" y="3413"/>
                    <a:pt x="591" y="3413"/>
                  </a:cubicBezTo>
                  <a:cubicBezTo>
                    <a:pt x="602" y="3413"/>
                    <a:pt x="613" y="3412"/>
                    <a:pt x="624" y="3412"/>
                  </a:cubicBezTo>
                  <a:lnTo>
                    <a:pt x="691" y="3412"/>
                  </a:lnTo>
                  <a:lnTo>
                    <a:pt x="14434" y="843"/>
                  </a:lnTo>
                  <a:cubicBezTo>
                    <a:pt x="14969" y="749"/>
                    <a:pt x="14851" y="1"/>
                    <a:pt x="14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58"/>
            <p:cNvSpPr/>
            <p:nvPr/>
          </p:nvSpPr>
          <p:spPr>
            <a:xfrm>
              <a:off x="9169700" y="1534675"/>
              <a:ext cx="528475" cy="119500"/>
            </a:xfrm>
            <a:custGeom>
              <a:avLst/>
              <a:gdLst/>
              <a:ahLst/>
              <a:cxnLst/>
              <a:rect l="l" t="t" r="r" b="b"/>
              <a:pathLst>
                <a:path w="21139" h="4780" extrusionOk="0">
                  <a:moveTo>
                    <a:pt x="20557" y="0"/>
                  </a:moveTo>
                  <a:cubicBezTo>
                    <a:pt x="20529" y="0"/>
                    <a:pt x="20500" y="3"/>
                    <a:pt x="20470" y="9"/>
                  </a:cubicBezTo>
                  <a:lnTo>
                    <a:pt x="556" y="3945"/>
                  </a:lnTo>
                  <a:cubicBezTo>
                    <a:pt x="0" y="3977"/>
                    <a:pt x="53" y="4780"/>
                    <a:pt x="590" y="4780"/>
                  </a:cubicBezTo>
                  <a:cubicBezTo>
                    <a:pt x="601" y="4780"/>
                    <a:pt x="612" y="4779"/>
                    <a:pt x="623" y="4779"/>
                  </a:cubicBezTo>
                  <a:lnTo>
                    <a:pt x="723" y="4779"/>
                  </a:lnTo>
                  <a:lnTo>
                    <a:pt x="20604" y="842"/>
                  </a:lnTo>
                  <a:cubicBezTo>
                    <a:pt x="21139" y="748"/>
                    <a:pt x="21021" y="0"/>
                    <a:pt x="205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58"/>
            <p:cNvSpPr/>
            <p:nvPr/>
          </p:nvSpPr>
          <p:spPr>
            <a:xfrm>
              <a:off x="9476850" y="1529725"/>
              <a:ext cx="228000" cy="67775"/>
            </a:xfrm>
            <a:custGeom>
              <a:avLst/>
              <a:gdLst/>
              <a:ahLst/>
              <a:cxnLst/>
              <a:rect l="l" t="t" r="r" b="b"/>
              <a:pathLst>
                <a:path w="9120" h="2711" extrusionOk="0">
                  <a:moveTo>
                    <a:pt x="8245" y="0"/>
                  </a:moveTo>
                  <a:cubicBezTo>
                    <a:pt x="8215" y="0"/>
                    <a:pt x="8183" y="2"/>
                    <a:pt x="8151" y="6"/>
                  </a:cubicBezTo>
                  <a:lnTo>
                    <a:pt x="812" y="1441"/>
                  </a:lnTo>
                  <a:cubicBezTo>
                    <a:pt x="0" y="1538"/>
                    <a:pt x="106" y="2711"/>
                    <a:pt x="882" y="2711"/>
                  </a:cubicBezTo>
                  <a:cubicBezTo>
                    <a:pt x="902" y="2711"/>
                    <a:pt x="924" y="2710"/>
                    <a:pt x="946" y="2708"/>
                  </a:cubicBezTo>
                  <a:lnTo>
                    <a:pt x="1046" y="2675"/>
                  </a:lnTo>
                  <a:lnTo>
                    <a:pt x="8384" y="1241"/>
                  </a:lnTo>
                  <a:cubicBezTo>
                    <a:pt x="9119" y="1049"/>
                    <a:pt x="8936" y="0"/>
                    <a:pt x="8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58"/>
            <p:cNvSpPr/>
            <p:nvPr/>
          </p:nvSpPr>
          <p:spPr>
            <a:xfrm>
              <a:off x="9443500" y="1728925"/>
              <a:ext cx="201925" cy="61225"/>
            </a:xfrm>
            <a:custGeom>
              <a:avLst/>
              <a:gdLst/>
              <a:ahLst/>
              <a:cxnLst/>
              <a:rect l="l" t="t" r="r" b="b"/>
              <a:pathLst>
                <a:path w="8077" h="2449" extrusionOk="0">
                  <a:moveTo>
                    <a:pt x="7202" y="1"/>
                  </a:moveTo>
                  <a:cubicBezTo>
                    <a:pt x="7164" y="1"/>
                    <a:pt x="7124" y="4"/>
                    <a:pt x="7083" y="11"/>
                  </a:cubicBezTo>
                  <a:lnTo>
                    <a:pt x="812" y="1178"/>
                  </a:lnTo>
                  <a:cubicBezTo>
                    <a:pt x="0" y="1276"/>
                    <a:pt x="105" y="2448"/>
                    <a:pt x="881" y="2448"/>
                  </a:cubicBezTo>
                  <a:cubicBezTo>
                    <a:pt x="902" y="2448"/>
                    <a:pt x="924" y="2448"/>
                    <a:pt x="946" y="2446"/>
                  </a:cubicBezTo>
                  <a:lnTo>
                    <a:pt x="1046" y="2412"/>
                  </a:lnTo>
                  <a:lnTo>
                    <a:pt x="7317" y="1245"/>
                  </a:lnTo>
                  <a:cubicBezTo>
                    <a:pt x="8076" y="1118"/>
                    <a:pt x="7905" y="1"/>
                    <a:pt x="7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58"/>
            <p:cNvSpPr/>
            <p:nvPr/>
          </p:nvSpPr>
          <p:spPr>
            <a:xfrm>
              <a:off x="9206800" y="3682525"/>
              <a:ext cx="200350" cy="70775"/>
            </a:xfrm>
            <a:custGeom>
              <a:avLst/>
              <a:gdLst/>
              <a:ahLst/>
              <a:cxnLst/>
              <a:rect l="l" t="t" r="r" b="b"/>
              <a:pathLst>
                <a:path w="8014" h="2831" extrusionOk="0">
                  <a:moveTo>
                    <a:pt x="866" y="0"/>
                  </a:moveTo>
                  <a:cubicBezTo>
                    <a:pt x="200" y="0"/>
                    <a:pt x="1" y="1039"/>
                    <a:pt x="740" y="1224"/>
                  </a:cubicBezTo>
                  <a:lnTo>
                    <a:pt x="6911" y="2791"/>
                  </a:lnTo>
                  <a:lnTo>
                    <a:pt x="7078" y="2791"/>
                  </a:lnTo>
                  <a:lnTo>
                    <a:pt x="7044" y="2825"/>
                  </a:lnTo>
                  <a:cubicBezTo>
                    <a:pt x="7076" y="2829"/>
                    <a:pt x="7107" y="2830"/>
                    <a:pt x="7136" y="2830"/>
                  </a:cubicBezTo>
                  <a:cubicBezTo>
                    <a:pt x="7890" y="2830"/>
                    <a:pt x="8014" y="1653"/>
                    <a:pt x="7211" y="1557"/>
                  </a:cubicBezTo>
                  <a:lnTo>
                    <a:pt x="1040" y="23"/>
                  </a:lnTo>
                  <a:cubicBezTo>
                    <a:pt x="979" y="7"/>
                    <a:pt x="921" y="0"/>
                    <a:pt x="8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58"/>
            <p:cNvSpPr/>
            <p:nvPr/>
          </p:nvSpPr>
          <p:spPr>
            <a:xfrm>
              <a:off x="9106700" y="3838475"/>
              <a:ext cx="275425" cy="89950"/>
            </a:xfrm>
            <a:custGeom>
              <a:avLst/>
              <a:gdLst/>
              <a:ahLst/>
              <a:cxnLst/>
              <a:rect l="l" t="t" r="r" b="b"/>
              <a:pathLst>
                <a:path w="11017" h="3598" extrusionOk="0">
                  <a:moveTo>
                    <a:pt x="871" y="1"/>
                  </a:moveTo>
                  <a:cubicBezTo>
                    <a:pt x="202" y="1"/>
                    <a:pt x="0" y="1072"/>
                    <a:pt x="741" y="1257"/>
                  </a:cubicBezTo>
                  <a:lnTo>
                    <a:pt x="9914" y="3558"/>
                  </a:lnTo>
                  <a:lnTo>
                    <a:pt x="10081" y="3558"/>
                  </a:lnTo>
                  <a:lnTo>
                    <a:pt x="10081" y="3592"/>
                  </a:lnTo>
                  <a:cubicBezTo>
                    <a:pt x="10113" y="3596"/>
                    <a:pt x="10143" y="3597"/>
                    <a:pt x="10173" y="3597"/>
                  </a:cubicBezTo>
                  <a:cubicBezTo>
                    <a:pt x="10924" y="3597"/>
                    <a:pt x="11017" y="2420"/>
                    <a:pt x="10215" y="2324"/>
                  </a:cubicBezTo>
                  <a:lnTo>
                    <a:pt x="1041" y="23"/>
                  </a:lnTo>
                  <a:cubicBezTo>
                    <a:pt x="982" y="8"/>
                    <a:pt x="925" y="1"/>
                    <a:pt x="8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1" name="Google Shape;1991;p58"/>
          <p:cNvGrpSpPr/>
          <p:nvPr/>
        </p:nvGrpSpPr>
        <p:grpSpPr>
          <a:xfrm rot="-7047972" flipH="1">
            <a:off x="7662241" y="1302441"/>
            <a:ext cx="1902945" cy="7262324"/>
            <a:chOff x="9065175" y="1446600"/>
            <a:chExt cx="682175" cy="2603425"/>
          </a:xfrm>
        </p:grpSpPr>
        <p:sp>
          <p:nvSpPr>
            <p:cNvPr id="1992" name="Google Shape;1992;p58"/>
            <p:cNvSpPr/>
            <p:nvPr/>
          </p:nvSpPr>
          <p:spPr>
            <a:xfrm>
              <a:off x="9086850" y="1508200"/>
              <a:ext cx="610475" cy="2541825"/>
            </a:xfrm>
            <a:custGeom>
              <a:avLst/>
              <a:gdLst/>
              <a:ahLst/>
              <a:cxnLst/>
              <a:rect l="l" t="t" r="r" b="b"/>
              <a:pathLst>
                <a:path w="24419" h="101673" extrusionOk="0">
                  <a:moveTo>
                    <a:pt x="3036" y="0"/>
                  </a:moveTo>
                  <a:cubicBezTo>
                    <a:pt x="2703" y="0"/>
                    <a:pt x="2402" y="267"/>
                    <a:pt x="2402" y="601"/>
                  </a:cubicBezTo>
                  <a:cubicBezTo>
                    <a:pt x="2102" y="9474"/>
                    <a:pt x="7740" y="14010"/>
                    <a:pt x="13143" y="18380"/>
                  </a:cubicBezTo>
                  <a:cubicBezTo>
                    <a:pt x="18280" y="22550"/>
                    <a:pt x="23151" y="26452"/>
                    <a:pt x="22917" y="33824"/>
                  </a:cubicBezTo>
                  <a:cubicBezTo>
                    <a:pt x="22650" y="41997"/>
                    <a:pt x="17346" y="45633"/>
                    <a:pt x="11709" y="49502"/>
                  </a:cubicBezTo>
                  <a:cubicBezTo>
                    <a:pt x="6205" y="53305"/>
                    <a:pt x="534" y="57208"/>
                    <a:pt x="268" y="65614"/>
                  </a:cubicBezTo>
                  <a:cubicBezTo>
                    <a:pt x="1" y="73553"/>
                    <a:pt x="4804" y="77522"/>
                    <a:pt x="9908" y="81725"/>
                  </a:cubicBezTo>
                  <a:cubicBezTo>
                    <a:pt x="15378" y="86229"/>
                    <a:pt x="21049" y="90899"/>
                    <a:pt x="20715" y="101039"/>
                  </a:cubicBezTo>
                  <a:cubicBezTo>
                    <a:pt x="20715" y="101373"/>
                    <a:pt x="20982" y="101673"/>
                    <a:pt x="21316" y="101673"/>
                  </a:cubicBezTo>
                  <a:cubicBezTo>
                    <a:pt x="21683" y="101673"/>
                    <a:pt x="21950" y="101406"/>
                    <a:pt x="21950" y="101072"/>
                  </a:cubicBezTo>
                  <a:cubicBezTo>
                    <a:pt x="22283" y="90265"/>
                    <a:pt x="16146" y="85194"/>
                    <a:pt x="10708" y="80725"/>
                  </a:cubicBezTo>
                  <a:cubicBezTo>
                    <a:pt x="5838" y="76722"/>
                    <a:pt x="1268" y="72952"/>
                    <a:pt x="1502" y="65647"/>
                  </a:cubicBezTo>
                  <a:cubicBezTo>
                    <a:pt x="1769" y="57875"/>
                    <a:pt x="6939" y="54306"/>
                    <a:pt x="12410" y="50536"/>
                  </a:cubicBezTo>
                  <a:cubicBezTo>
                    <a:pt x="18047" y="46633"/>
                    <a:pt x="23851" y="42631"/>
                    <a:pt x="24151" y="33858"/>
                  </a:cubicBezTo>
                  <a:cubicBezTo>
                    <a:pt x="24418" y="25852"/>
                    <a:pt x="19081" y="21549"/>
                    <a:pt x="13944" y="17413"/>
                  </a:cubicBezTo>
                  <a:cubicBezTo>
                    <a:pt x="8507" y="13043"/>
                    <a:pt x="3370" y="8906"/>
                    <a:pt x="3637" y="634"/>
                  </a:cubicBezTo>
                  <a:cubicBezTo>
                    <a:pt x="3637" y="300"/>
                    <a:pt x="3370" y="0"/>
                    <a:pt x="3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58"/>
            <p:cNvSpPr/>
            <p:nvPr/>
          </p:nvSpPr>
          <p:spPr>
            <a:xfrm>
              <a:off x="9065175" y="1446600"/>
              <a:ext cx="682175" cy="2586000"/>
            </a:xfrm>
            <a:custGeom>
              <a:avLst/>
              <a:gdLst/>
              <a:ahLst/>
              <a:cxnLst/>
              <a:rect l="l" t="t" r="r" b="b"/>
              <a:pathLst>
                <a:path w="27287" h="103440" extrusionOk="0">
                  <a:moveTo>
                    <a:pt x="25601" y="0"/>
                  </a:moveTo>
                  <a:cubicBezTo>
                    <a:pt x="25266" y="0"/>
                    <a:pt x="24931" y="246"/>
                    <a:pt x="24985" y="696"/>
                  </a:cubicBezTo>
                  <a:cubicBezTo>
                    <a:pt x="25952" y="9969"/>
                    <a:pt x="19948" y="14573"/>
                    <a:pt x="13610" y="19443"/>
                  </a:cubicBezTo>
                  <a:cubicBezTo>
                    <a:pt x="8140" y="23679"/>
                    <a:pt x="2469" y="28016"/>
                    <a:pt x="2202" y="35588"/>
                  </a:cubicBezTo>
                  <a:cubicBezTo>
                    <a:pt x="1902" y="45328"/>
                    <a:pt x="7639" y="49698"/>
                    <a:pt x="13210" y="53901"/>
                  </a:cubicBezTo>
                  <a:cubicBezTo>
                    <a:pt x="18213" y="57704"/>
                    <a:pt x="22983" y="61306"/>
                    <a:pt x="22717" y="68778"/>
                  </a:cubicBezTo>
                  <a:cubicBezTo>
                    <a:pt x="22483" y="76350"/>
                    <a:pt x="17513" y="80020"/>
                    <a:pt x="12242" y="83922"/>
                  </a:cubicBezTo>
                  <a:cubicBezTo>
                    <a:pt x="6405" y="88259"/>
                    <a:pt x="334" y="92762"/>
                    <a:pt x="0" y="102803"/>
                  </a:cubicBezTo>
                  <a:cubicBezTo>
                    <a:pt x="0" y="103136"/>
                    <a:pt x="267" y="103436"/>
                    <a:pt x="601" y="103436"/>
                  </a:cubicBezTo>
                  <a:cubicBezTo>
                    <a:pt x="622" y="103438"/>
                    <a:pt x="642" y="103439"/>
                    <a:pt x="662" y="103439"/>
                  </a:cubicBezTo>
                  <a:cubicBezTo>
                    <a:pt x="997" y="103439"/>
                    <a:pt x="1236" y="103182"/>
                    <a:pt x="1268" y="102836"/>
                  </a:cubicBezTo>
                  <a:cubicBezTo>
                    <a:pt x="1568" y="93429"/>
                    <a:pt x="7372" y="89126"/>
                    <a:pt x="13010" y="84957"/>
                  </a:cubicBezTo>
                  <a:cubicBezTo>
                    <a:pt x="18280" y="81054"/>
                    <a:pt x="23717" y="76951"/>
                    <a:pt x="23984" y="68845"/>
                  </a:cubicBezTo>
                  <a:cubicBezTo>
                    <a:pt x="24251" y="60706"/>
                    <a:pt x="19014" y="56770"/>
                    <a:pt x="13944" y="52934"/>
                  </a:cubicBezTo>
                  <a:cubicBezTo>
                    <a:pt x="8640" y="48897"/>
                    <a:pt x="3169" y="44761"/>
                    <a:pt x="3470" y="35621"/>
                  </a:cubicBezTo>
                  <a:cubicBezTo>
                    <a:pt x="3703" y="28650"/>
                    <a:pt x="8873" y="24680"/>
                    <a:pt x="14377" y="20444"/>
                  </a:cubicBezTo>
                  <a:cubicBezTo>
                    <a:pt x="20715" y="15573"/>
                    <a:pt x="27287" y="10570"/>
                    <a:pt x="26219" y="563"/>
                  </a:cubicBezTo>
                  <a:cubicBezTo>
                    <a:pt x="26173" y="179"/>
                    <a:pt x="25887" y="0"/>
                    <a:pt x="25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58"/>
            <p:cNvSpPr/>
            <p:nvPr/>
          </p:nvSpPr>
          <p:spPr>
            <a:xfrm>
              <a:off x="9240300" y="3247475"/>
              <a:ext cx="393750" cy="199625"/>
            </a:xfrm>
            <a:custGeom>
              <a:avLst/>
              <a:gdLst/>
              <a:ahLst/>
              <a:cxnLst/>
              <a:rect l="l" t="t" r="r" b="b"/>
              <a:pathLst>
                <a:path w="15750" h="7985" extrusionOk="0">
                  <a:moveTo>
                    <a:pt x="15158" y="0"/>
                  </a:moveTo>
                  <a:cubicBezTo>
                    <a:pt x="15101" y="0"/>
                    <a:pt x="15040" y="14"/>
                    <a:pt x="14978" y="46"/>
                  </a:cubicBezTo>
                  <a:lnTo>
                    <a:pt x="401" y="7184"/>
                  </a:lnTo>
                  <a:cubicBezTo>
                    <a:pt x="0" y="7384"/>
                    <a:pt x="134" y="7985"/>
                    <a:pt x="601" y="7985"/>
                  </a:cubicBezTo>
                  <a:cubicBezTo>
                    <a:pt x="668" y="7951"/>
                    <a:pt x="701" y="7951"/>
                    <a:pt x="768" y="7918"/>
                  </a:cubicBezTo>
                  <a:lnTo>
                    <a:pt x="15345" y="813"/>
                  </a:lnTo>
                  <a:cubicBezTo>
                    <a:pt x="15749" y="582"/>
                    <a:pt x="15528" y="0"/>
                    <a:pt x="15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58"/>
            <p:cNvSpPr/>
            <p:nvPr/>
          </p:nvSpPr>
          <p:spPr>
            <a:xfrm>
              <a:off x="9142725" y="3083225"/>
              <a:ext cx="497100" cy="243800"/>
            </a:xfrm>
            <a:custGeom>
              <a:avLst/>
              <a:gdLst/>
              <a:ahLst/>
              <a:cxnLst/>
              <a:rect l="l" t="t" r="r" b="b"/>
              <a:pathLst>
                <a:path w="19884" h="9752" extrusionOk="0">
                  <a:moveTo>
                    <a:pt x="19267" y="1"/>
                  </a:moveTo>
                  <a:cubicBezTo>
                    <a:pt x="19208" y="1"/>
                    <a:pt x="19146" y="14"/>
                    <a:pt x="19081" y="44"/>
                  </a:cubicBezTo>
                  <a:lnTo>
                    <a:pt x="401" y="8951"/>
                  </a:lnTo>
                  <a:cubicBezTo>
                    <a:pt x="1" y="9151"/>
                    <a:pt x="167" y="9718"/>
                    <a:pt x="601" y="9751"/>
                  </a:cubicBezTo>
                  <a:cubicBezTo>
                    <a:pt x="668" y="9751"/>
                    <a:pt x="701" y="9718"/>
                    <a:pt x="768" y="9684"/>
                  </a:cubicBezTo>
                  <a:lnTo>
                    <a:pt x="19448" y="811"/>
                  </a:lnTo>
                  <a:cubicBezTo>
                    <a:pt x="19883" y="608"/>
                    <a:pt x="19662" y="1"/>
                    <a:pt x="19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58"/>
            <p:cNvSpPr/>
            <p:nvPr/>
          </p:nvSpPr>
          <p:spPr>
            <a:xfrm>
              <a:off x="9113550" y="2938925"/>
              <a:ext cx="459600" cy="234650"/>
            </a:xfrm>
            <a:custGeom>
              <a:avLst/>
              <a:gdLst/>
              <a:ahLst/>
              <a:cxnLst/>
              <a:rect l="l" t="t" r="r" b="b"/>
              <a:pathLst>
                <a:path w="18384" h="9386" extrusionOk="0">
                  <a:moveTo>
                    <a:pt x="17794" y="0"/>
                  </a:moveTo>
                  <a:cubicBezTo>
                    <a:pt x="17736" y="0"/>
                    <a:pt x="17675" y="14"/>
                    <a:pt x="17613" y="45"/>
                  </a:cubicBezTo>
                  <a:lnTo>
                    <a:pt x="400" y="8585"/>
                  </a:lnTo>
                  <a:cubicBezTo>
                    <a:pt x="0" y="8785"/>
                    <a:pt x="134" y="9385"/>
                    <a:pt x="601" y="9385"/>
                  </a:cubicBezTo>
                  <a:cubicBezTo>
                    <a:pt x="667" y="9385"/>
                    <a:pt x="734" y="9352"/>
                    <a:pt x="801" y="9319"/>
                  </a:cubicBezTo>
                  <a:lnTo>
                    <a:pt x="17980" y="779"/>
                  </a:lnTo>
                  <a:cubicBezTo>
                    <a:pt x="18384" y="577"/>
                    <a:pt x="18163" y="0"/>
                    <a:pt x="17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58"/>
            <p:cNvSpPr/>
            <p:nvPr/>
          </p:nvSpPr>
          <p:spPr>
            <a:xfrm>
              <a:off x="9164400" y="2824375"/>
              <a:ext cx="297550" cy="156550"/>
            </a:xfrm>
            <a:custGeom>
              <a:avLst/>
              <a:gdLst/>
              <a:ahLst/>
              <a:cxnLst/>
              <a:rect l="l" t="t" r="r" b="b"/>
              <a:pathLst>
                <a:path w="11902" h="6262" extrusionOk="0">
                  <a:moveTo>
                    <a:pt x="11322" y="0"/>
                  </a:moveTo>
                  <a:cubicBezTo>
                    <a:pt x="11256" y="0"/>
                    <a:pt x="11184" y="18"/>
                    <a:pt x="11109" y="58"/>
                  </a:cubicBezTo>
                  <a:lnTo>
                    <a:pt x="368" y="5461"/>
                  </a:lnTo>
                  <a:cubicBezTo>
                    <a:pt x="1" y="5662"/>
                    <a:pt x="134" y="6262"/>
                    <a:pt x="568" y="6262"/>
                  </a:cubicBezTo>
                  <a:cubicBezTo>
                    <a:pt x="635" y="6262"/>
                    <a:pt x="701" y="6229"/>
                    <a:pt x="768" y="6195"/>
                  </a:cubicBezTo>
                  <a:lnTo>
                    <a:pt x="11476" y="791"/>
                  </a:lnTo>
                  <a:cubicBezTo>
                    <a:pt x="11901" y="564"/>
                    <a:pt x="11700" y="0"/>
                    <a:pt x="11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58"/>
            <p:cNvSpPr/>
            <p:nvPr/>
          </p:nvSpPr>
          <p:spPr>
            <a:xfrm>
              <a:off x="9388725" y="3076125"/>
              <a:ext cx="261250" cy="134975"/>
            </a:xfrm>
            <a:custGeom>
              <a:avLst/>
              <a:gdLst/>
              <a:ahLst/>
              <a:cxnLst/>
              <a:rect l="l" t="t" r="r" b="b"/>
              <a:pathLst>
                <a:path w="10450" h="5399" extrusionOk="0">
                  <a:moveTo>
                    <a:pt x="9540" y="1"/>
                  </a:moveTo>
                  <a:cubicBezTo>
                    <a:pt x="9456" y="1"/>
                    <a:pt x="9367" y="19"/>
                    <a:pt x="9274" y="61"/>
                  </a:cubicBezTo>
                  <a:lnTo>
                    <a:pt x="601" y="4198"/>
                  </a:lnTo>
                  <a:cubicBezTo>
                    <a:pt x="1" y="4498"/>
                    <a:pt x="201" y="5399"/>
                    <a:pt x="868" y="5399"/>
                  </a:cubicBezTo>
                  <a:cubicBezTo>
                    <a:pt x="968" y="5399"/>
                    <a:pt x="1035" y="5365"/>
                    <a:pt x="1135" y="5332"/>
                  </a:cubicBezTo>
                  <a:lnTo>
                    <a:pt x="9808" y="1196"/>
                  </a:lnTo>
                  <a:cubicBezTo>
                    <a:pt x="10449" y="904"/>
                    <a:pt x="10122" y="1"/>
                    <a:pt x="9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58"/>
            <p:cNvSpPr/>
            <p:nvPr/>
          </p:nvSpPr>
          <p:spPr>
            <a:xfrm>
              <a:off x="9332025" y="2929875"/>
              <a:ext cx="253475" cy="135300"/>
            </a:xfrm>
            <a:custGeom>
              <a:avLst/>
              <a:gdLst/>
              <a:ahLst/>
              <a:cxnLst/>
              <a:rect l="l" t="t" r="r" b="b"/>
              <a:pathLst>
                <a:path w="10139" h="5412" extrusionOk="0">
                  <a:moveTo>
                    <a:pt x="9245" y="0"/>
                  </a:moveTo>
                  <a:cubicBezTo>
                    <a:pt x="9150" y="0"/>
                    <a:pt x="9048" y="23"/>
                    <a:pt x="8940" y="74"/>
                  </a:cubicBezTo>
                  <a:lnTo>
                    <a:pt x="568" y="4244"/>
                  </a:lnTo>
                  <a:cubicBezTo>
                    <a:pt x="1" y="4544"/>
                    <a:pt x="201" y="5411"/>
                    <a:pt x="868" y="5411"/>
                  </a:cubicBezTo>
                  <a:cubicBezTo>
                    <a:pt x="968" y="5411"/>
                    <a:pt x="1035" y="5411"/>
                    <a:pt x="1135" y="5344"/>
                  </a:cubicBezTo>
                  <a:lnTo>
                    <a:pt x="9507" y="1175"/>
                  </a:lnTo>
                  <a:cubicBezTo>
                    <a:pt x="10139" y="859"/>
                    <a:pt x="9832" y="0"/>
                    <a:pt x="9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58"/>
            <p:cNvSpPr/>
            <p:nvPr/>
          </p:nvSpPr>
          <p:spPr>
            <a:xfrm>
              <a:off x="9305350" y="2816175"/>
              <a:ext cx="167450" cy="93875"/>
            </a:xfrm>
            <a:custGeom>
              <a:avLst/>
              <a:gdLst/>
              <a:ahLst/>
              <a:cxnLst/>
              <a:rect l="l" t="t" r="r" b="b"/>
              <a:pathLst>
                <a:path w="6698" h="3755" extrusionOk="0">
                  <a:moveTo>
                    <a:pt x="5823" y="1"/>
                  </a:moveTo>
                  <a:cubicBezTo>
                    <a:pt x="5724" y="1"/>
                    <a:pt x="5617" y="27"/>
                    <a:pt x="5504" y="85"/>
                  </a:cubicBezTo>
                  <a:lnTo>
                    <a:pt x="567" y="2587"/>
                  </a:lnTo>
                  <a:cubicBezTo>
                    <a:pt x="0" y="2887"/>
                    <a:pt x="200" y="3755"/>
                    <a:pt x="868" y="3755"/>
                  </a:cubicBezTo>
                  <a:cubicBezTo>
                    <a:pt x="968" y="3755"/>
                    <a:pt x="1068" y="3721"/>
                    <a:pt x="1134" y="3688"/>
                  </a:cubicBezTo>
                  <a:lnTo>
                    <a:pt x="6071" y="1186"/>
                  </a:lnTo>
                  <a:cubicBezTo>
                    <a:pt x="6698" y="873"/>
                    <a:pt x="6401" y="1"/>
                    <a:pt x="5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58"/>
            <p:cNvSpPr/>
            <p:nvPr/>
          </p:nvSpPr>
          <p:spPr>
            <a:xfrm>
              <a:off x="9427100" y="3236800"/>
              <a:ext cx="221025" cy="117725"/>
            </a:xfrm>
            <a:custGeom>
              <a:avLst/>
              <a:gdLst/>
              <a:ahLst/>
              <a:cxnLst/>
              <a:rect l="l" t="t" r="r" b="b"/>
              <a:pathLst>
                <a:path w="8841" h="4709" extrusionOk="0">
                  <a:moveTo>
                    <a:pt x="7937" y="0"/>
                  </a:moveTo>
                  <a:cubicBezTo>
                    <a:pt x="7844" y="0"/>
                    <a:pt x="7744" y="22"/>
                    <a:pt x="7639" y="72"/>
                  </a:cubicBezTo>
                  <a:lnTo>
                    <a:pt x="601" y="3541"/>
                  </a:lnTo>
                  <a:cubicBezTo>
                    <a:pt x="0" y="3808"/>
                    <a:pt x="201" y="4709"/>
                    <a:pt x="868" y="4709"/>
                  </a:cubicBezTo>
                  <a:cubicBezTo>
                    <a:pt x="968" y="4709"/>
                    <a:pt x="1068" y="4676"/>
                    <a:pt x="1135" y="4642"/>
                  </a:cubicBezTo>
                  <a:lnTo>
                    <a:pt x="8206" y="1206"/>
                  </a:lnTo>
                  <a:cubicBezTo>
                    <a:pt x="8840" y="890"/>
                    <a:pt x="8528" y="0"/>
                    <a:pt x="79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58"/>
            <p:cNvSpPr/>
            <p:nvPr/>
          </p:nvSpPr>
          <p:spPr>
            <a:xfrm>
              <a:off x="9149925" y="2478050"/>
              <a:ext cx="373100" cy="190150"/>
            </a:xfrm>
            <a:custGeom>
              <a:avLst/>
              <a:gdLst/>
              <a:ahLst/>
              <a:cxnLst/>
              <a:rect l="l" t="t" r="r" b="b"/>
              <a:pathLst>
                <a:path w="14924" h="7606" extrusionOk="0">
                  <a:moveTo>
                    <a:pt x="623" y="1"/>
                  </a:moveTo>
                  <a:cubicBezTo>
                    <a:pt x="236" y="1"/>
                    <a:pt x="0" y="604"/>
                    <a:pt x="480" y="801"/>
                  </a:cubicBezTo>
                  <a:lnTo>
                    <a:pt x="14156" y="7573"/>
                  </a:lnTo>
                  <a:cubicBezTo>
                    <a:pt x="14223" y="7606"/>
                    <a:pt x="14290" y="7606"/>
                    <a:pt x="14356" y="7606"/>
                  </a:cubicBezTo>
                  <a:cubicBezTo>
                    <a:pt x="14790" y="7606"/>
                    <a:pt x="14923" y="7006"/>
                    <a:pt x="14523" y="6805"/>
                  </a:cubicBezTo>
                  <a:lnTo>
                    <a:pt x="847" y="67"/>
                  </a:lnTo>
                  <a:cubicBezTo>
                    <a:pt x="769" y="21"/>
                    <a:pt x="694" y="1"/>
                    <a:pt x="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58"/>
            <p:cNvSpPr/>
            <p:nvPr/>
          </p:nvSpPr>
          <p:spPr>
            <a:xfrm>
              <a:off x="9130475" y="2302375"/>
              <a:ext cx="494300" cy="252425"/>
            </a:xfrm>
            <a:custGeom>
              <a:avLst/>
              <a:gdLst/>
              <a:ahLst/>
              <a:cxnLst/>
              <a:rect l="l" t="t" r="r" b="b"/>
              <a:pathLst>
                <a:path w="19772" h="10097" extrusionOk="0">
                  <a:moveTo>
                    <a:pt x="605" y="0"/>
                  </a:moveTo>
                  <a:cubicBezTo>
                    <a:pt x="203" y="0"/>
                    <a:pt x="1" y="595"/>
                    <a:pt x="457" y="823"/>
                  </a:cubicBezTo>
                  <a:lnTo>
                    <a:pt x="18970" y="10063"/>
                  </a:lnTo>
                  <a:cubicBezTo>
                    <a:pt x="19037" y="10063"/>
                    <a:pt x="19104" y="10096"/>
                    <a:pt x="19171" y="10096"/>
                  </a:cubicBezTo>
                  <a:cubicBezTo>
                    <a:pt x="19604" y="10096"/>
                    <a:pt x="19771" y="9496"/>
                    <a:pt x="19371" y="9296"/>
                  </a:cubicBezTo>
                  <a:lnTo>
                    <a:pt x="824" y="56"/>
                  </a:lnTo>
                  <a:cubicBezTo>
                    <a:pt x="747" y="17"/>
                    <a:pt x="673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58"/>
            <p:cNvSpPr/>
            <p:nvPr/>
          </p:nvSpPr>
          <p:spPr>
            <a:xfrm>
              <a:off x="9197200" y="2152250"/>
              <a:ext cx="473425" cy="241600"/>
            </a:xfrm>
            <a:custGeom>
              <a:avLst/>
              <a:gdLst/>
              <a:ahLst/>
              <a:cxnLst/>
              <a:rect l="l" t="t" r="r" b="b"/>
              <a:pathLst>
                <a:path w="18937" h="9664" extrusionOk="0">
                  <a:moveTo>
                    <a:pt x="615" y="1"/>
                  </a:moveTo>
                  <a:cubicBezTo>
                    <a:pt x="227" y="1"/>
                    <a:pt x="0" y="591"/>
                    <a:pt x="457" y="790"/>
                  </a:cubicBezTo>
                  <a:lnTo>
                    <a:pt x="18169" y="9630"/>
                  </a:lnTo>
                  <a:cubicBezTo>
                    <a:pt x="18203" y="9663"/>
                    <a:pt x="18270" y="9663"/>
                    <a:pt x="18336" y="9663"/>
                  </a:cubicBezTo>
                  <a:cubicBezTo>
                    <a:pt x="18770" y="9663"/>
                    <a:pt x="18937" y="9063"/>
                    <a:pt x="18536" y="8863"/>
                  </a:cubicBezTo>
                  <a:lnTo>
                    <a:pt x="824" y="57"/>
                  </a:lnTo>
                  <a:cubicBezTo>
                    <a:pt x="751" y="18"/>
                    <a:pt x="681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58"/>
            <p:cNvSpPr/>
            <p:nvPr/>
          </p:nvSpPr>
          <p:spPr>
            <a:xfrm>
              <a:off x="9303950" y="2040525"/>
              <a:ext cx="343275" cy="177375"/>
            </a:xfrm>
            <a:custGeom>
              <a:avLst/>
              <a:gdLst/>
              <a:ahLst/>
              <a:cxnLst/>
              <a:rect l="l" t="t" r="r" b="b"/>
              <a:pathLst>
                <a:path w="13731" h="7095" extrusionOk="0">
                  <a:moveTo>
                    <a:pt x="615" y="0"/>
                  </a:moveTo>
                  <a:cubicBezTo>
                    <a:pt x="227" y="0"/>
                    <a:pt x="0" y="590"/>
                    <a:pt x="457" y="790"/>
                  </a:cubicBezTo>
                  <a:lnTo>
                    <a:pt x="12965" y="7061"/>
                  </a:lnTo>
                  <a:cubicBezTo>
                    <a:pt x="13024" y="7090"/>
                    <a:pt x="13082" y="7094"/>
                    <a:pt x="13141" y="7094"/>
                  </a:cubicBezTo>
                  <a:lnTo>
                    <a:pt x="13141" y="7094"/>
                  </a:lnTo>
                  <a:cubicBezTo>
                    <a:pt x="13601" y="7087"/>
                    <a:pt x="13730" y="6492"/>
                    <a:pt x="13332" y="6294"/>
                  </a:cubicBezTo>
                  <a:lnTo>
                    <a:pt x="823" y="56"/>
                  </a:lnTo>
                  <a:cubicBezTo>
                    <a:pt x="751" y="17"/>
                    <a:pt x="681" y="0"/>
                    <a:pt x="615" y="0"/>
                  </a:cubicBezTo>
                  <a:close/>
                  <a:moveTo>
                    <a:pt x="13141" y="7094"/>
                  </a:moveTo>
                  <a:lnTo>
                    <a:pt x="13141" y="7094"/>
                  </a:lnTo>
                  <a:cubicBezTo>
                    <a:pt x="13138" y="7094"/>
                    <a:pt x="13135" y="7094"/>
                    <a:pt x="13132" y="7094"/>
                  </a:cubicBezTo>
                  <a:lnTo>
                    <a:pt x="13166" y="7094"/>
                  </a:lnTo>
                  <a:cubicBezTo>
                    <a:pt x="13157" y="7094"/>
                    <a:pt x="13149" y="7094"/>
                    <a:pt x="13141" y="70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58"/>
            <p:cNvSpPr/>
            <p:nvPr/>
          </p:nvSpPr>
          <p:spPr>
            <a:xfrm>
              <a:off x="9290525" y="2032300"/>
              <a:ext cx="207475" cy="112200"/>
            </a:xfrm>
            <a:custGeom>
              <a:avLst/>
              <a:gdLst/>
              <a:ahLst/>
              <a:cxnLst/>
              <a:rect l="l" t="t" r="r" b="b"/>
              <a:pathLst>
                <a:path w="8299" h="4488" extrusionOk="0">
                  <a:moveTo>
                    <a:pt x="885" y="0"/>
                  </a:moveTo>
                  <a:cubicBezTo>
                    <a:pt x="322" y="0"/>
                    <a:pt x="0" y="872"/>
                    <a:pt x="627" y="1185"/>
                  </a:cubicBezTo>
                  <a:lnTo>
                    <a:pt x="7131" y="4421"/>
                  </a:lnTo>
                  <a:cubicBezTo>
                    <a:pt x="7231" y="4454"/>
                    <a:pt x="7331" y="4488"/>
                    <a:pt x="7431" y="4488"/>
                  </a:cubicBezTo>
                  <a:cubicBezTo>
                    <a:pt x="8065" y="4488"/>
                    <a:pt x="8299" y="3587"/>
                    <a:pt x="7698" y="3320"/>
                  </a:cubicBezTo>
                  <a:lnTo>
                    <a:pt x="1194" y="85"/>
                  </a:lnTo>
                  <a:cubicBezTo>
                    <a:pt x="1086" y="26"/>
                    <a:pt x="982" y="0"/>
                    <a:pt x="8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58"/>
            <p:cNvSpPr/>
            <p:nvPr/>
          </p:nvSpPr>
          <p:spPr>
            <a:xfrm>
              <a:off x="9190250" y="2146850"/>
              <a:ext cx="247725" cy="132750"/>
            </a:xfrm>
            <a:custGeom>
              <a:avLst/>
              <a:gdLst/>
              <a:ahLst/>
              <a:cxnLst/>
              <a:rect l="l" t="t" r="r" b="b"/>
              <a:pathLst>
                <a:path w="9909" h="5310" extrusionOk="0">
                  <a:moveTo>
                    <a:pt x="904" y="0"/>
                  </a:moveTo>
                  <a:cubicBezTo>
                    <a:pt x="313" y="0"/>
                    <a:pt x="1" y="890"/>
                    <a:pt x="635" y="1207"/>
                  </a:cubicBezTo>
                  <a:lnTo>
                    <a:pt x="8741" y="5243"/>
                  </a:lnTo>
                  <a:cubicBezTo>
                    <a:pt x="8841" y="5276"/>
                    <a:pt x="8941" y="5276"/>
                    <a:pt x="9041" y="5310"/>
                  </a:cubicBezTo>
                  <a:cubicBezTo>
                    <a:pt x="9708" y="5310"/>
                    <a:pt x="9908" y="4409"/>
                    <a:pt x="9308" y="4142"/>
                  </a:cubicBezTo>
                  <a:lnTo>
                    <a:pt x="1202" y="72"/>
                  </a:lnTo>
                  <a:cubicBezTo>
                    <a:pt x="1097" y="22"/>
                    <a:pt x="997" y="0"/>
                    <a:pt x="9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58"/>
            <p:cNvSpPr/>
            <p:nvPr/>
          </p:nvSpPr>
          <p:spPr>
            <a:xfrm>
              <a:off x="9121225" y="2297750"/>
              <a:ext cx="229175" cy="123625"/>
            </a:xfrm>
            <a:custGeom>
              <a:avLst/>
              <a:gdLst/>
              <a:ahLst/>
              <a:cxnLst/>
              <a:rect l="l" t="t" r="r" b="b"/>
              <a:pathLst>
                <a:path w="9167" h="4945" extrusionOk="0">
                  <a:moveTo>
                    <a:pt x="900" y="0"/>
                  </a:moveTo>
                  <a:cubicBezTo>
                    <a:pt x="328" y="0"/>
                    <a:pt x="0" y="864"/>
                    <a:pt x="660" y="1208"/>
                  </a:cubicBezTo>
                  <a:lnTo>
                    <a:pt x="8032" y="4878"/>
                  </a:lnTo>
                  <a:cubicBezTo>
                    <a:pt x="8132" y="4911"/>
                    <a:pt x="8199" y="4944"/>
                    <a:pt x="8299" y="4944"/>
                  </a:cubicBezTo>
                  <a:cubicBezTo>
                    <a:pt x="8966" y="4944"/>
                    <a:pt x="9167" y="4044"/>
                    <a:pt x="8599" y="3743"/>
                  </a:cubicBezTo>
                  <a:lnTo>
                    <a:pt x="1194" y="74"/>
                  </a:lnTo>
                  <a:cubicBezTo>
                    <a:pt x="1092" y="23"/>
                    <a:pt x="993" y="0"/>
                    <a:pt x="9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58"/>
            <p:cNvSpPr/>
            <p:nvPr/>
          </p:nvSpPr>
          <p:spPr>
            <a:xfrm>
              <a:off x="9143550" y="2472925"/>
              <a:ext cx="201850" cy="109400"/>
            </a:xfrm>
            <a:custGeom>
              <a:avLst/>
              <a:gdLst/>
              <a:ahLst/>
              <a:cxnLst/>
              <a:rect l="l" t="t" r="r" b="b"/>
              <a:pathLst>
                <a:path w="8074" h="4376" extrusionOk="0">
                  <a:moveTo>
                    <a:pt x="914" y="0"/>
                  </a:moveTo>
                  <a:cubicBezTo>
                    <a:pt x="338" y="0"/>
                    <a:pt x="1" y="889"/>
                    <a:pt x="635" y="1206"/>
                  </a:cubicBezTo>
                  <a:lnTo>
                    <a:pt x="6939" y="4308"/>
                  </a:lnTo>
                  <a:cubicBezTo>
                    <a:pt x="7006" y="4342"/>
                    <a:pt x="7106" y="4375"/>
                    <a:pt x="7206" y="4375"/>
                  </a:cubicBezTo>
                  <a:cubicBezTo>
                    <a:pt x="7873" y="4375"/>
                    <a:pt x="8073" y="3475"/>
                    <a:pt x="7473" y="3174"/>
                  </a:cubicBezTo>
                  <a:lnTo>
                    <a:pt x="1202" y="72"/>
                  </a:lnTo>
                  <a:cubicBezTo>
                    <a:pt x="1102" y="22"/>
                    <a:pt x="1005" y="0"/>
                    <a:pt x="9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58"/>
            <p:cNvSpPr/>
            <p:nvPr/>
          </p:nvSpPr>
          <p:spPr>
            <a:xfrm>
              <a:off x="9222975" y="3691050"/>
              <a:ext cx="352050" cy="104725"/>
            </a:xfrm>
            <a:custGeom>
              <a:avLst/>
              <a:gdLst/>
              <a:ahLst/>
              <a:cxnLst/>
              <a:rect l="l" t="t" r="r" b="b"/>
              <a:pathLst>
                <a:path w="14082" h="4189" extrusionOk="0">
                  <a:moveTo>
                    <a:pt x="577" y="0"/>
                  </a:moveTo>
                  <a:cubicBezTo>
                    <a:pt x="133" y="0"/>
                    <a:pt x="0" y="693"/>
                    <a:pt x="493" y="816"/>
                  </a:cubicBezTo>
                  <a:lnTo>
                    <a:pt x="13336" y="4152"/>
                  </a:lnTo>
                  <a:lnTo>
                    <a:pt x="13436" y="4152"/>
                  </a:lnTo>
                  <a:lnTo>
                    <a:pt x="13436" y="4185"/>
                  </a:lnTo>
                  <a:cubicBezTo>
                    <a:pt x="13458" y="4188"/>
                    <a:pt x="13479" y="4189"/>
                    <a:pt x="13499" y="4189"/>
                  </a:cubicBezTo>
                  <a:cubicBezTo>
                    <a:pt x="14010" y="4189"/>
                    <a:pt x="14081" y="3415"/>
                    <a:pt x="13536" y="3351"/>
                  </a:cubicBezTo>
                  <a:lnTo>
                    <a:pt x="693" y="15"/>
                  </a:lnTo>
                  <a:cubicBezTo>
                    <a:pt x="653" y="5"/>
                    <a:pt x="614" y="0"/>
                    <a:pt x="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58"/>
            <p:cNvSpPr/>
            <p:nvPr/>
          </p:nvSpPr>
          <p:spPr>
            <a:xfrm>
              <a:off x="9118475" y="3844650"/>
              <a:ext cx="507450" cy="137925"/>
            </a:xfrm>
            <a:custGeom>
              <a:avLst/>
              <a:gdLst/>
              <a:ahLst/>
              <a:cxnLst/>
              <a:rect l="l" t="t" r="r" b="b"/>
              <a:pathLst>
                <a:path w="20298" h="5517" extrusionOk="0">
                  <a:moveTo>
                    <a:pt x="582" y="0"/>
                  </a:moveTo>
                  <a:cubicBezTo>
                    <a:pt x="148" y="0"/>
                    <a:pt x="0" y="684"/>
                    <a:pt x="470" y="810"/>
                  </a:cubicBezTo>
                  <a:lnTo>
                    <a:pt x="19551" y="5513"/>
                  </a:lnTo>
                  <a:lnTo>
                    <a:pt x="19684" y="5513"/>
                  </a:lnTo>
                  <a:cubicBezTo>
                    <a:pt x="19704" y="5516"/>
                    <a:pt x="19724" y="5517"/>
                    <a:pt x="19744" y="5517"/>
                  </a:cubicBezTo>
                  <a:cubicBezTo>
                    <a:pt x="20224" y="5517"/>
                    <a:pt x="20297" y="4743"/>
                    <a:pt x="19784" y="4679"/>
                  </a:cubicBezTo>
                  <a:lnTo>
                    <a:pt x="670" y="9"/>
                  </a:lnTo>
                  <a:cubicBezTo>
                    <a:pt x="640" y="3"/>
                    <a:pt x="611" y="0"/>
                    <a:pt x="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58"/>
            <p:cNvSpPr/>
            <p:nvPr/>
          </p:nvSpPr>
          <p:spPr>
            <a:xfrm>
              <a:off x="9263900" y="1734800"/>
              <a:ext cx="374250" cy="85325"/>
            </a:xfrm>
            <a:custGeom>
              <a:avLst/>
              <a:gdLst/>
              <a:ahLst/>
              <a:cxnLst/>
              <a:rect l="l" t="t" r="r" b="b"/>
              <a:pathLst>
                <a:path w="14970" h="3413" extrusionOk="0">
                  <a:moveTo>
                    <a:pt x="14387" y="1"/>
                  </a:moveTo>
                  <a:cubicBezTo>
                    <a:pt x="14360" y="1"/>
                    <a:pt x="14331" y="4"/>
                    <a:pt x="14301" y="9"/>
                  </a:cubicBezTo>
                  <a:lnTo>
                    <a:pt x="524" y="2578"/>
                  </a:lnTo>
                  <a:cubicBezTo>
                    <a:pt x="1" y="2610"/>
                    <a:pt x="55" y="3413"/>
                    <a:pt x="591" y="3413"/>
                  </a:cubicBezTo>
                  <a:cubicBezTo>
                    <a:pt x="602" y="3413"/>
                    <a:pt x="613" y="3412"/>
                    <a:pt x="624" y="3412"/>
                  </a:cubicBezTo>
                  <a:lnTo>
                    <a:pt x="691" y="3412"/>
                  </a:lnTo>
                  <a:lnTo>
                    <a:pt x="14434" y="843"/>
                  </a:lnTo>
                  <a:cubicBezTo>
                    <a:pt x="14969" y="749"/>
                    <a:pt x="14851" y="1"/>
                    <a:pt x="14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58"/>
            <p:cNvSpPr/>
            <p:nvPr/>
          </p:nvSpPr>
          <p:spPr>
            <a:xfrm>
              <a:off x="9169700" y="1534675"/>
              <a:ext cx="528475" cy="119500"/>
            </a:xfrm>
            <a:custGeom>
              <a:avLst/>
              <a:gdLst/>
              <a:ahLst/>
              <a:cxnLst/>
              <a:rect l="l" t="t" r="r" b="b"/>
              <a:pathLst>
                <a:path w="21139" h="4780" extrusionOk="0">
                  <a:moveTo>
                    <a:pt x="20557" y="0"/>
                  </a:moveTo>
                  <a:cubicBezTo>
                    <a:pt x="20529" y="0"/>
                    <a:pt x="20500" y="3"/>
                    <a:pt x="20470" y="9"/>
                  </a:cubicBezTo>
                  <a:lnTo>
                    <a:pt x="556" y="3945"/>
                  </a:lnTo>
                  <a:cubicBezTo>
                    <a:pt x="0" y="3977"/>
                    <a:pt x="53" y="4780"/>
                    <a:pt x="590" y="4780"/>
                  </a:cubicBezTo>
                  <a:cubicBezTo>
                    <a:pt x="601" y="4780"/>
                    <a:pt x="612" y="4779"/>
                    <a:pt x="623" y="4779"/>
                  </a:cubicBezTo>
                  <a:lnTo>
                    <a:pt x="723" y="4779"/>
                  </a:lnTo>
                  <a:lnTo>
                    <a:pt x="20604" y="842"/>
                  </a:lnTo>
                  <a:cubicBezTo>
                    <a:pt x="21139" y="748"/>
                    <a:pt x="21021" y="0"/>
                    <a:pt x="205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58"/>
            <p:cNvSpPr/>
            <p:nvPr/>
          </p:nvSpPr>
          <p:spPr>
            <a:xfrm>
              <a:off x="9476850" y="1529725"/>
              <a:ext cx="228000" cy="67775"/>
            </a:xfrm>
            <a:custGeom>
              <a:avLst/>
              <a:gdLst/>
              <a:ahLst/>
              <a:cxnLst/>
              <a:rect l="l" t="t" r="r" b="b"/>
              <a:pathLst>
                <a:path w="9120" h="2711" extrusionOk="0">
                  <a:moveTo>
                    <a:pt x="8245" y="0"/>
                  </a:moveTo>
                  <a:cubicBezTo>
                    <a:pt x="8215" y="0"/>
                    <a:pt x="8183" y="2"/>
                    <a:pt x="8151" y="6"/>
                  </a:cubicBezTo>
                  <a:lnTo>
                    <a:pt x="812" y="1441"/>
                  </a:lnTo>
                  <a:cubicBezTo>
                    <a:pt x="0" y="1538"/>
                    <a:pt x="106" y="2711"/>
                    <a:pt x="882" y="2711"/>
                  </a:cubicBezTo>
                  <a:cubicBezTo>
                    <a:pt x="902" y="2711"/>
                    <a:pt x="924" y="2710"/>
                    <a:pt x="946" y="2708"/>
                  </a:cubicBezTo>
                  <a:lnTo>
                    <a:pt x="1046" y="2675"/>
                  </a:lnTo>
                  <a:lnTo>
                    <a:pt x="8384" y="1241"/>
                  </a:lnTo>
                  <a:cubicBezTo>
                    <a:pt x="9119" y="1049"/>
                    <a:pt x="8936" y="0"/>
                    <a:pt x="8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58"/>
            <p:cNvSpPr/>
            <p:nvPr/>
          </p:nvSpPr>
          <p:spPr>
            <a:xfrm>
              <a:off x="9443500" y="1728925"/>
              <a:ext cx="201925" cy="61225"/>
            </a:xfrm>
            <a:custGeom>
              <a:avLst/>
              <a:gdLst/>
              <a:ahLst/>
              <a:cxnLst/>
              <a:rect l="l" t="t" r="r" b="b"/>
              <a:pathLst>
                <a:path w="8077" h="2449" extrusionOk="0">
                  <a:moveTo>
                    <a:pt x="7202" y="1"/>
                  </a:moveTo>
                  <a:cubicBezTo>
                    <a:pt x="7164" y="1"/>
                    <a:pt x="7124" y="4"/>
                    <a:pt x="7083" y="11"/>
                  </a:cubicBezTo>
                  <a:lnTo>
                    <a:pt x="812" y="1178"/>
                  </a:lnTo>
                  <a:cubicBezTo>
                    <a:pt x="0" y="1276"/>
                    <a:pt x="105" y="2448"/>
                    <a:pt x="881" y="2448"/>
                  </a:cubicBezTo>
                  <a:cubicBezTo>
                    <a:pt x="902" y="2448"/>
                    <a:pt x="924" y="2448"/>
                    <a:pt x="946" y="2446"/>
                  </a:cubicBezTo>
                  <a:lnTo>
                    <a:pt x="1046" y="2412"/>
                  </a:lnTo>
                  <a:lnTo>
                    <a:pt x="7317" y="1245"/>
                  </a:lnTo>
                  <a:cubicBezTo>
                    <a:pt x="8076" y="1118"/>
                    <a:pt x="7905" y="1"/>
                    <a:pt x="7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58"/>
            <p:cNvSpPr/>
            <p:nvPr/>
          </p:nvSpPr>
          <p:spPr>
            <a:xfrm>
              <a:off x="9206800" y="3682525"/>
              <a:ext cx="200350" cy="70775"/>
            </a:xfrm>
            <a:custGeom>
              <a:avLst/>
              <a:gdLst/>
              <a:ahLst/>
              <a:cxnLst/>
              <a:rect l="l" t="t" r="r" b="b"/>
              <a:pathLst>
                <a:path w="8014" h="2831" extrusionOk="0">
                  <a:moveTo>
                    <a:pt x="866" y="0"/>
                  </a:moveTo>
                  <a:cubicBezTo>
                    <a:pt x="200" y="0"/>
                    <a:pt x="1" y="1039"/>
                    <a:pt x="740" y="1224"/>
                  </a:cubicBezTo>
                  <a:lnTo>
                    <a:pt x="6911" y="2791"/>
                  </a:lnTo>
                  <a:lnTo>
                    <a:pt x="7078" y="2791"/>
                  </a:lnTo>
                  <a:lnTo>
                    <a:pt x="7044" y="2825"/>
                  </a:lnTo>
                  <a:cubicBezTo>
                    <a:pt x="7076" y="2829"/>
                    <a:pt x="7107" y="2830"/>
                    <a:pt x="7136" y="2830"/>
                  </a:cubicBezTo>
                  <a:cubicBezTo>
                    <a:pt x="7890" y="2830"/>
                    <a:pt x="8014" y="1653"/>
                    <a:pt x="7211" y="1557"/>
                  </a:cubicBezTo>
                  <a:lnTo>
                    <a:pt x="1040" y="23"/>
                  </a:lnTo>
                  <a:cubicBezTo>
                    <a:pt x="979" y="7"/>
                    <a:pt x="921" y="0"/>
                    <a:pt x="8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58"/>
            <p:cNvSpPr/>
            <p:nvPr/>
          </p:nvSpPr>
          <p:spPr>
            <a:xfrm>
              <a:off x="9106700" y="3838475"/>
              <a:ext cx="275425" cy="89950"/>
            </a:xfrm>
            <a:custGeom>
              <a:avLst/>
              <a:gdLst/>
              <a:ahLst/>
              <a:cxnLst/>
              <a:rect l="l" t="t" r="r" b="b"/>
              <a:pathLst>
                <a:path w="11017" h="3598" extrusionOk="0">
                  <a:moveTo>
                    <a:pt x="871" y="1"/>
                  </a:moveTo>
                  <a:cubicBezTo>
                    <a:pt x="202" y="1"/>
                    <a:pt x="0" y="1072"/>
                    <a:pt x="741" y="1257"/>
                  </a:cubicBezTo>
                  <a:lnTo>
                    <a:pt x="9914" y="3558"/>
                  </a:lnTo>
                  <a:lnTo>
                    <a:pt x="10081" y="3558"/>
                  </a:lnTo>
                  <a:lnTo>
                    <a:pt x="10081" y="3592"/>
                  </a:lnTo>
                  <a:cubicBezTo>
                    <a:pt x="10113" y="3596"/>
                    <a:pt x="10143" y="3597"/>
                    <a:pt x="10173" y="3597"/>
                  </a:cubicBezTo>
                  <a:cubicBezTo>
                    <a:pt x="10924" y="3597"/>
                    <a:pt x="11017" y="2420"/>
                    <a:pt x="10215" y="2324"/>
                  </a:cubicBezTo>
                  <a:lnTo>
                    <a:pt x="1041" y="23"/>
                  </a:lnTo>
                  <a:cubicBezTo>
                    <a:pt x="982" y="8"/>
                    <a:pt x="925" y="1"/>
                    <a:pt x="8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58"/>
          <p:cNvGrpSpPr/>
          <p:nvPr/>
        </p:nvGrpSpPr>
        <p:grpSpPr>
          <a:xfrm rot="7833381" flipH="1">
            <a:off x="285817" y="4017854"/>
            <a:ext cx="661437" cy="929044"/>
            <a:chOff x="2374700" y="1056350"/>
            <a:chExt cx="797300" cy="1119875"/>
          </a:xfrm>
        </p:grpSpPr>
        <p:sp>
          <p:nvSpPr>
            <p:cNvPr id="2019" name="Google Shape;2019;p58"/>
            <p:cNvSpPr/>
            <p:nvPr/>
          </p:nvSpPr>
          <p:spPr>
            <a:xfrm>
              <a:off x="2450775" y="1537550"/>
              <a:ext cx="233975" cy="535475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58"/>
            <p:cNvSpPr/>
            <p:nvPr/>
          </p:nvSpPr>
          <p:spPr>
            <a:xfrm>
              <a:off x="2450150" y="1109250"/>
              <a:ext cx="198025" cy="454125"/>
            </a:xfrm>
            <a:custGeom>
              <a:avLst/>
              <a:gdLst/>
              <a:ahLst/>
              <a:cxnLst/>
              <a:rect l="l" t="t" r="r" b="b"/>
              <a:pathLst>
                <a:path w="7921" h="18165" extrusionOk="0">
                  <a:moveTo>
                    <a:pt x="7266" y="1"/>
                  </a:moveTo>
                  <a:cubicBezTo>
                    <a:pt x="7044" y="1"/>
                    <a:pt x="6817" y="113"/>
                    <a:pt x="6720" y="373"/>
                  </a:cubicBezTo>
                  <a:lnTo>
                    <a:pt x="147" y="17522"/>
                  </a:lnTo>
                  <a:cubicBezTo>
                    <a:pt x="1" y="17912"/>
                    <a:pt x="322" y="18165"/>
                    <a:pt x="655" y="18165"/>
                  </a:cubicBezTo>
                  <a:cubicBezTo>
                    <a:pt x="877" y="18165"/>
                    <a:pt x="1104" y="18052"/>
                    <a:pt x="1202" y="17793"/>
                  </a:cubicBezTo>
                  <a:lnTo>
                    <a:pt x="7775" y="644"/>
                  </a:lnTo>
                  <a:cubicBezTo>
                    <a:pt x="7921" y="254"/>
                    <a:pt x="7599" y="1"/>
                    <a:pt x="7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58"/>
            <p:cNvSpPr/>
            <p:nvPr/>
          </p:nvSpPr>
          <p:spPr>
            <a:xfrm>
              <a:off x="2449975" y="1511450"/>
              <a:ext cx="623075" cy="52775"/>
            </a:xfrm>
            <a:custGeom>
              <a:avLst/>
              <a:gdLst/>
              <a:ahLst/>
              <a:cxnLst/>
              <a:rect l="l" t="t" r="r" b="b"/>
              <a:pathLst>
                <a:path w="24923" h="2111" extrusionOk="0">
                  <a:moveTo>
                    <a:pt x="24252" y="0"/>
                  </a:moveTo>
                  <a:cubicBezTo>
                    <a:pt x="24244" y="0"/>
                    <a:pt x="24236" y="0"/>
                    <a:pt x="24228" y="1"/>
                  </a:cubicBezTo>
                  <a:lnTo>
                    <a:pt x="695" y="1028"/>
                  </a:lnTo>
                  <a:cubicBezTo>
                    <a:pt x="0" y="1055"/>
                    <a:pt x="18" y="2111"/>
                    <a:pt x="670" y="2111"/>
                  </a:cubicBezTo>
                  <a:cubicBezTo>
                    <a:pt x="678" y="2111"/>
                    <a:pt x="687" y="2111"/>
                    <a:pt x="695" y="2110"/>
                  </a:cubicBezTo>
                  <a:lnTo>
                    <a:pt x="24228" y="1083"/>
                  </a:lnTo>
                  <a:cubicBezTo>
                    <a:pt x="24922" y="1056"/>
                    <a:pt x="24904" y="0"/>
                    <a:pt x="242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58"/>
            <p:cNvSpPr/>
            <p:nvPr/>
          </p:nvSpPr>
          <p:spPr>
            <a:xfrm>
              <a:off x="2374700" y="1458700"/>
              <a:ext cx="185300" cy="183975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58"/>
            <p:cNvSpPr/>
            <p:nvPr/>
          </p:nvSpPr>
          <p:spPr>
            <a:xfrm>
              <a:off x="2551175" y="1944225"/>
              <a:ext cx="233325" cy="232000"/>
            </a:xfrm>
            <a:custGeom>
              <a:avLst/>
              <a:gdLst/>
              <a:ahLst/>
              <a:cxnLst/>
              <a:rect l="l" t="t" r="r" b="b"/>
              <a:pathLst>
                <a:path w="9333" h="9280" extrusionOk="0">
                  <a:moveTo>
                    <a:pt x="4649" y="1"/>
                  </a:moveTo>
                  <a:cubicBezTo>
                    <a:pt x="4633" y="1"/>
                    <a:pt x="4616" y="1"/>
                    <a:pt x="4599" y="1"/>
                  </a:cubicBezTo>
                  <a:cubicBezTo>
                    <a:pt x="2030" y="28"/>
                    <a:pt x="1" y="2138"/>
                    <a:pt x="28" y="4708"/>
                  </a:cubicBezTo>
                  <a:cubicBezTo>
                    <a:pt x="55" y="7260"/>
                    <a:pt x="2137" y="9279"/>
                    <a:pt x="4684" y="9279"/>
                  </a:cubicBezTo>
                  <a:cubicBezTo>
                    <a:pt x="4701" y="9279"/>
                    <a:pt x="4718" y="9279"/>
                    <a:pt x="4735" y="9279"/>
                  </a:cubicBezTo>
                  <a:cubicBezTo>
                    <a:pt x="7304" y="9252"/>
                    <a:pt x="9333" y="7142"/>
                    <a:pt x="9306" y="4572"/>
                  </a:cubicBezTo>
                  <a:cubicBezTo>
                    <a:pt x="9279" y="2046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58"/>
            <p:cNvSpPr/>
            <p:nvPr/>
          </p:nvSpPr>
          <p:spPr>
            <a:xfrm>
              <a:off x="2938675" y="1409325"/>
              <a:ext cx="233325" cy="232025"/>
            </a:xfrm>
            <a:custGeom>
              <a:avLst/>
              <a:gdLst/>
              <a:ahLst/>
              <a:cxnLst/>
              <a:rect l="l" t="t" r="r" b="b"/>
              <a:pathLst>
                <a:path w="9333" h="9281" extrusionOk="0">
                  <a:moveTo>
                    <a:pt x="4649" y="1"/>
                  </a:moveTo>
                  <a:cubicBezTo>
                    <a:pt x="4632" y="1"/>
                    <a:pt x="4615" y="1"/>
                    <a:pt x="4598" y="1"/>
                  </a:cubicBezTo>
                  <a:cubicBezTo>
                    <a:pt x="2029" y="55"/>
                    <a:pt x="0" y="2165"/>
                    <a:pt x="27" y="4708"/>
                  </a:cubicBezTo>
                  <a:cubicBezTo>
                    <a:pt x="54" y="7244"/>
                    <a:pt x="2110" y="9280"/>
                    <a:pt x="4635" y="9280"/>
                  </a:cubicBezTo>
                  <a:cubicBezTo>
                    <a:pt x="4668" y="9280"/>
                    <a:pt x="4701" y="9280"/>
                    <a:pt x="4734" y="9279"/>
                  </a:cubicBezTo>
                  <a:cubicBezTo>
                    <a:pt x="7303" y="9252"/>
                    <a:pt x="9332" y="7142"/>
                    <a:pt x="9305" y="4600"/>
                  </a:cubicBezTo>
                  <a:cubicBezTo>
                    <a:pt x="9278" y="2047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58"/>
            <p:cNvSpPr/>
            <p:nvPr/>
          </p:nvSpPr>
          <p:spPr>
            <a:xfrm>
              <a:off x="2565375" y="10563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2">
    <p:spTree>
      <p:nvGrpSpPr>
        <p:cNvPr id="1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7" name="Google Shape;2027;p59"/>
          <p:cNvGrpSpPr/>
          <p:nvPr/>
        </p:nvGrpSpPr>
        <p:grpSpPr>
          <a:xfrm rot="-3752028">
            <a:off x="5940407" y="-3296013"/>
            <a:ext cx="1902945" cy="7262324"/>
            <a:chOff x="9065175" y="1446600"/>
            <a:chExt cx="682175" cy="2603425"/>
          </a:xfrm>
        </p:grpSpPr>
        <p:sp>
          <p:nvSpPr>
            <p:cNvPr id="2028" name="Google Shape;2028;p59"/>
            <p:cNvSpPr/>
            <p:nvPr/>
          </p:nvSpPr>
          <p:spPr>
            <a:xfrm>
              <a:off x="9086850" y="1508200"/>
              <a:ext cx="610475" cy="2541825"/>
            </a:xfrm>
            <a:custGeom>
              <a:avLst/>
              <a:gdLst/>
              <a:ahLst/>
              <a:cxnLst/>
              <a:rect l="l" t="t" r="r" b="b"/>
              <a:pathLst>
                <a:path w="24419" h="101673" extrusionOk="0">
                  <a:moveTo>
                    <a:pt x="3036" y="0"/>
                  </a:moveTo>
                  <a:cubicBezTo>
                    <a:pt x="2703" y="0"/>
                    <a:pt x="2402" y="267"/>
                    <a:pt x="2402" y="601"/>
                  </a:cubicBezTo>
                  <a:cubicBezTo>
                    <a:pt x="2102" y="9474"/>
                    <a:pt x="7740" y="14010"/>
                    <a:pt x="13143" y="18380"/>
                  </a:cubicBezTo>
                  <a:cubicBezTo>
                    <a:pt x="18280" y="22550"/>
                    <a:pt x="23151" y="26452"/>
                    <a:pt x="22917" y="33824"/>
                  </a:cubicBezTo>
                  <a:cubicBezTo>
                    <a:pt x="22650" y="41997"/>
                    <a:pt x="17346" y="45633"/>
                    <a:pt x="11709" y="49502"/>
                  </a:cubicBezTo>
                  <a:cubicBezTo>
                    <a:pt x="6205" y="53305"/>
                    <a:pt x="534" y="57208"/>
                    <a:pt x="268" y="65614"/>
                  </a:cubicBezTo>
                  <a:cubicBezTo>
                    <a:pt x="1" y="73553"/>
                    <a:pt x="4804" y="77522"/>
                    <a:pt x="9908" y="81725"/>
                  </a:cubicBezTo>
                  <a:cubicBezTo>
                    <a:pt x="15378" y="86229"/>
                    <a:pt x="21049" y="90899"/>
                    <a:pt x="20715" y="101039"/>
                  </a:cubicBezTo>
                  <a:cubicBezTo>
                    <a:pt x="20715" y="101373"/>
                    <a:pt x="20982" y="101673"/>
                    <a:pt x="21316" y="101673"/>
                  </a:cubicBezTo>
                  <a:cubicBezTo>
                    <a:pt x="21683" y="101673"/>
                    <a:pt x="21950" y="101406"/>
                    <a:pt x="21950" y="101072"/>
                  </a:cubicBezTo>
                  <a:cubicBezTo>
                    <a:pt x="22283" y="90265"/>
                    <a:pt x="16146" y="85194"/>
                    <a:pt x="10708" y="80725"/>
                  </a:cubicBezTo>
                  <a:cubicBezTo>
                    <a:pt x="5838" y="76722"/>
                    <a:pt x="1268" y="72952"/>
                    <a:pt x="1502" y="65647"/>
                  </a:cubicBezTo>
                  <a:cubicBezTo>
                    <a:pt x="1769" y="57875"/>
                    <a:pt x="6939" y="54306"/>
                    <a:pt x="12410" y="50536"/>
                  </a:cubicBezTo>
                  <a:cubicBezTo>
                    <a:pt x="18047" y="46633"/>
                    <a:pt x="23851" y="42631"/>
                    <a:pt x="24151" y="33858"/>
                  </a:cubicBezTo>
                  <a:cubicBezTo>
                    <a:pt x="24418" y="25852"/>
                    <a:pt x="19081" y="21549"/>
                    <a:pt x="13944" y="17413"/>
                  </a:cubicBezTo>
                  <a:cubicBezTo>
                    <a:pt x="8507" y="13043"/>
                    <a:pt x="3370" y="8906"/>
                    <a:pt x="3637" y="634"/>
                  </a:cubicBezTo>
                  <a:cubicBezTo>
                    <a:pt x="3637" y="300"/>
                    <a:pt x="3370" y="0"/>
                    <a:pt x="3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59"/>
            <p:cNvSpPr/>
            <p:nvPr/>
          </p:nvSpPr>
          <p:spPr>
            <a:xfrm>
              <a:off x="9065175" y="1446600"/>
              <a:ext cx="682175" cy="2586000"/>
            </a:xfrm>
            <a:custGeom>
              <a:avLst/>
              <a:gdLst/>
              <a:ahLst/>
              <a:cxnLst/>
              <a:rect l="l" t="t" r="r" b="b"/>
              <a:pathLst>
                <a:path w="27287" h="103440" extrusionOk="0">
                  <a:moveTo>
                    <a:pt x="25601" y="0"/>
                  </a:moveTo>
                  <a:cubicBezTo>
                    <a:pt x="25266" y="0"/>
                    <a:pt x="24931" y="246"/>
                    <a:pt x="24985" y="696"/>
                  </a:cubicBezTo>
                  <a:cubicBezTo>
                    <a:pt x="25952" y="9969"/>
                    <a:pt x="19948" y="14573"/>
                    <a:pt x="13610" y="19443"/>
                  </a:cubicBezTo>
                  <a:cubicBezTo>
                    <a:pt x="8140" y="23679"/>
                    <a:pt x="2469" y="28016"/>
                    <a:pt x="2202" y="35588"/>
                  </a:cubicBezTo>
                  <a:cubicBezTo>
                    <a:pt x="1902" y="45328"/>
                    <a:pt x="7639" y="49698"/>
                    <a:pt x="13210" y="53901"/>
                  </a:cubicBezTo>
                  <a:cubicBezTo>
                    <a:pt x="18213" y="57704"/>
                    <a:pt x="22983" y="61306"/>
                    <a:pt x="22717" y="68778"/>
                  </a:cubicBezTo>
                  <a:cubicBezTo>
                    <a:pt x="22483" y="76350"/>
                    <a:pt x="17513" y="80020"/>
                    <a:pt x="12242" y="83922"/>
                  </a:cubicBezTo>
                  <a:cubicBezTo>
                    <a:pt x="6405" y="88259"/>
                    <a:pt x="334" y="92762"/>
                    <a:pt x="0" y="102803"/>
                  </a:cubicBezTo>
                  <a:cubicBezTo>
                    <a:pt x="0" y="103136"/>
                    <a:pt x="267" y="103436"/>
                    <a:pt x="601" y="103436"/>
                  </a:cubicBezTo>
                  <a:cubicBezTo>
                    <a:pt x="622" y="103438"/>
                    <a:pt x="642" y="103439"/>
                    <a:pt x="662" y="103439"/>
                  </a:cubicBezTo>
                  <a:cubicBezTo>
                    <a:pt x="997" y="103439"/>
                    <a:pt x="1236" y="103182"/>
                    <a:pt x="1268" y="102836"/>
                  </a:cubicBezTo>
                  <a:cubicBezTo>
                    <a:pt x="1568" y="93429"/>
                    <a:pt x="7372" y="89126"/>
                    <a:pt x="13010" y="84957"/>
                  </a:cubicBezTo>
                  <a:cubicBezTo>
                    <a:pt x="18280" y="81054"/>
                    <a:pt x="23717" y="76951"/>
                    <a:pt x="23984" y="68845"/>
                  </a:cubicBezTo>
                  <a:cubicBezTo>
                    <a:pt x="24251" y="60706"/>
                    <a:pt x="19014" y="56770"/>
                    <a:pt x="13944" y="52934"/>
                  </a:cubicBezTo>
                  <a:cubicBezTo>
                    <a:pt x="8640" y="48897"/>
                    <a:pt x="3169" y="44761"/>
                    <a:pt x="3470" y="35621"/>
                  </a:cubicBezTo>
                  <a:cubicBezTo>
                    <a:pt x="3703" y="28650"/>
                    <a:pt x="8873" y="24680"/>
                    <a:pt x="14377" y="20444"/>
                  </a:cubicBezTo>
                  <a:cubicBezTo>
                    <a:pt x="20715" y="15573"/>
                    <a:pt x="27287" y="10570"/>
                    <a:pt x="26219" y="563"/>
                  </a:cubicBezTo>
                  <a:cubicBezTo>
                    <a:pt x="26173" y="179"/>
                    <a:pt x="25887" y="0"/>
                    <a:pt x="25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59"/>
            <p:cNvSpPr/>
            <p:nvPr/>
          </p:nvSpPr>
          <p:spPr>
            <a:xfrm>
              <a:off x="9240300" y="3247475"/>
              <a:ext cx="393750" cy="199625"/>
            </a:xfrm>
            <a:custGeom>
              <a:avLst/>
              <a:gdLst/>
              <a:ahLst/>
              <a:cxnLst/>
              <a:rect l="l" t="t" r="r" b="b"/>
              <a:pathLst>
                <a:path w="15750" h="7985" extrusionOk="0">
                  <a:moveTo>
                    <a:pt x="15158" y="0"/>
                  </a:moveTo>
                  <a:cubicBezTo>
                    <a:pt x="15101" y="0"/>
                    <a:pt x="15040" y="14"/>
                    <a:pt x="14978" y="46"/>
                  </a:cubicBezTo>
                  <a:lnTo>
                    <a:pt x="401" y="7184"/>
                  </a:lnTo>
                  <a:cubicBezTo>
                    <a:pt x="0" y="7384"/>
                    <a:pt x="134" y="7985"/>
                    <a:pt x="601" y="7985"/>
                  </a:cubicBezTo>
                  <a:cubicBezTo>
                    <a:pt x="668" y="7951"/>
                    <a:pt x="701" y="7951"/>
                    <a:pt x="768" y="7918"/>
                  </a:cubicBezTo>
                  <a:lnTo>
                    <a:pt x="15345" y="813"/>
                  </a:lnTo>
                  <a:cubicBezTo>
                    <a:pt x="15749" y="582"/>
                    <a:pt x="15528" y="0"/>
                    <a:pt x="15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59"/>
            <p:cNvSpPr/>
            <p:nvPr/>
          </p:nvSpPr>
          <p:spPr>
            <a:xfrm>
              <a:off x="9142725" y="3083225"/>
              <a:ext cx="497100" cy="243800"/>
            </a:xfrm>
            <a:custGeom>
              <a:avLst/>
              <a:gdLst/>
              <a:ahLst/>
              <a:cxnLst/>
              <a:rect l="l" t="t" r="r" b="b"/>
              <a:pathLst>
                <a:path w="19884" h="9752" extrusionOk="0">
                  <a:moveTo>
                    <a:pt x="19267" y="1"/>
                  </a:moveTo>
                  <a:cubicBezTo>
                    <a:pt x="19208" y="1"/>
                    <a:pt x="19146" y="14"/>
                    <a:pt x="19081" y="44"/>
                  </a:cubicBezTo>
                  <a:lnTo>
                    <a:pt x="401" y="8951"/>
                  </a:lnTo>
                  <a:cubicBezTo>
                    <a:pt x="1" y="9151"/>
                    <a:pt x="167" y="9718"/>
                    <a:pt x="601" y="9751"/>
                  </a:cubicBezTo>
                  <a:cubicBezTo>
                    <a:pt x="668" y="9751"/>
                    <a:pt x="701" y="9718"/>
                    <a:pt x="768" y="9684"/>
                  </a:cubicBezTo>
                  <a:lnTo>
                    <a:pt x="19448" y="811"/>
                  </a:lnTo>
                  <a:cubicBezTo>
                    <a:pt x="19883" y="608"/>
                    <a:pt x="19662" y="1"/>
                    <a:pt x="19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59"/>
            <p:cNvSpPr/>
            <p:nvPr/>
          </p:nvSpPr>
          <p:spPr>
            <a:xfrm>
              <a:off x="9113550" y="2938925"/>
              <a:ext cx="459600" cy="234650"/>
            </a:xfrm>
            <a:custGeom>
              <a:avLst/>
              <a:gdLst/>
              <a:ahLst/>
              <a:cxnLst/>
              <a:rect l="l" t="t" r="r" b="b"/>
              <a:pathLst>
                <a:path w="18384" h="9386" extrusionOk="0">
                  <a:moveTo>
                    <a:pt x="17794" y="0"/>
                  </a:moveTo>
                  <a:cubicBezTo>
                    <a:pt x="17736" y="0"/>
                    <a:pt x="17675" y="14"/>
                    <a:pt x="17613" y="45"/>
                  </a:cubicBezTo>
                  <a:lnTo>
                    <a:pt x="400" y="8585"/>
                  </a:lnTo>
                  <a:cubicBezTo>
                    <a:pt x="0" y="8785"/>
                    <a:pt x="134" y="9385"/>
                    <a:pt x="601" y="9385"/>
                  </a:cubicBezTo>
                  <a:cubicBezTo>
                    <a:pt x="667" y="9385"/>
                    <a:pt x="734" y="9352"/>
                    <a:pt x="801" y="9319"/>
                  </a:cubicBezTo>
                  <a:lnTo>
                    <a:pt x="17980" y="779"/>
                  </a:lnTo>
                  <a:cubicBezTo>
                    <a:pt x="18384" y="577"/>
                    <a:pt x="18163" y="0"/>
                    <a:pt x="17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59"/>
            <p:cNvSpPr/>
            <p:nvPr/>
          </p:nvSpPr>
          <p:spPr>
            <a:xfrm>
              <a:off x="9164400" y="2824375"/>
              <a:ext cx="297550" cy="156550"/>
            </a:xfrm>
            <a:custGeom>
              <a:avLst/>
              <a:gdLst/>
              <a:ahLst/>
              <a:cxnLst/>
              <a:rect l="l" t="t" r="r" b="b"/>
              <a:pathLst>
                <a:path w="11902" h="6262" extrusionOk="0">
                  <a:moveTo>
                    <a:pt x="11322" y="0"/>
                  </a:moveTo>
                  <a:cubicBezTo>
                    <a:pt x="11256" y="0"/>
                    <a:pt x="11184" y="18"/>
                    <a:pt x="11109" y="58"/>
                  </a:cubicBezTo>
                  <a:lnTo>
                    <a:pt x="368" y="5461"/>
                  </a:lnTo>
                  <a:cubicBezTo>
                    <a:pt x="1" y="5662"/>
                    <a:pt x="134" y="6262"/>
                    <a:pt x="568" y="6262"/>
                  </a:cubicBezTo>
                  <a:cubicBezTo>
                    <a:pt x="635" y="6262"/>
                    <a:pt x="701" y="6229"/>
                    <a:pt x="768" y="6195"/>
                  </a:cubicBezTo>
                  <a:lnTo>
                    <a:pt x="11476" y="791"/>
                  </a:lnTo>
                  <a:cubicBezTo>
                    <a:pt x="11901" y="564"/>
                    <a:pt x="11700" y="0"/>
                    <a:pt x="11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59"/>
            <p:cNvSpPr/>
            <p:nvPr/>
          </p:nvSpPr>
          <p:spPr>
            <a:xfrm>
              <a:off x="9388725" y="3076125"/>
              <a:ext cx="261250" cy="134975"/>
            </a:xfrm>
            <a:custGeom>
              <a:avLst/>
              <a:gdLst/>
              <a:ahLst/>
              <a:cxnLst/>
              <a:rect l="l" t="t" r="r" b="b"/>
              <a:pathLst>
                <a:path w="10450" h="5399" extrusionOk="0">
                  <a:moveTo>
                    <a:pt x="9540" y="1"/>
                  </a:moveTo>
                  <a:cubicBezTo>
                    <a:pt x="9456" y="1"/>
                    <a:pt x="9367" y="19"/>
                    <a:pt x="9274" y="61"/>
                  </a:cubicBezTo>
                  <a:lnTo>
                    <a:pt x="601" y="4198"/>
                  </a:lnTo>
                  <a:cubicBezTo>
                    <a:pt x="1" y="4498"/>
                    <a:pt x="201" y="5399"/>
                    <a:pt x="868" y="5399"/>
                  </a:cubicBezTo>
                  <a:cubicBezTo>
                    <a:pt x="968" y="5399"/>
                    <a:pt x="1035" y="5365"/>
                    <a:pt x="1135" y="5332"/>
                  </a:cubicBezTo>
                  <a:lnTo>
                    <a:pt x="9808" y="1196"/>
                  </a:lnTo>
                  <a:cubicBezTo>
                    <a:pt x="10449" y="904"/>
                    <a:pt x="10122" y="1"/>
                    <a:pt x="9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59"/>
            <p:cNvSpPr/>
            <p:nvPr/>
          </p:nvSpPr>
          <p:spPr>
            <a:xfrm>
              <a:off x="9332025" y="2929875"/>
              <a:ext cx="253475" cy="135300"/>
            </a:xfrm>
            <a:custGeom>
              <a:avLst/>
              <a:gdLst/>
              <a:ahLst/>
              <a:cxnLst/>
              <a:rect l="l" t="t" r="r" b="b"/>
              <a:pathLst>
                <a:path w="10139" h="5412" extrusionOk="0">
                  <a:moveTo>
                    <a:pt x="9245" y="0"/>
                  </a:moveTo>
                  <a:cubicBezTo>
                    <a:pt x="9150" y="0"/>
                    <a:pt x="9048" y="23"/>
                    <a:pt x="8940" y="74"/>
                  </a:cubicBezTo>
                  <a:lnTo>
                    <a:pt x="568" y="4244"/>
                  </a:lnTo>
                  <a:cubicBezTo>
                    <a:pt x="1" y="4544"/>
                    <a:pt x="201" y="5411"/>
                    <a:pt x="868" y="5411"/>
                  </a:cubicBezTo>
                  <a:cubicBezTo>
                    <a:pt x="968" y="5411"/>
                    <a:pt x="1035" y="5411"/>
                    <a:pt x="1135" y="5344"/>
                  </a:cubicBezTo>
                  <a:lnTo>
                    <a:pt x="9507" y="1175"/>
                  </a:lnTo>
                  <a:cubicBezTo>
                    <a:pt x="10139" y="859"/>
                    <a:pt x="9832" y="0"/>
                    <a:pt x="9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59"/>
            <p:cNvSpPr/>
            <p:nvPr/>
          </p:nvSpPr>
          <p:spPr>
            <a:xfrm>
              <a:off x="9305350" y="2816175"/>
              <a:ext cx="167450" cy="93875"/>
            </a:xfrm>
            <a:custGeom>
              <a:avLst/>
              <a:gdLst/>
              <a:ahLst/>
              <a:cxnLst/>
              <a:rect l="l" t="t" r="r" b="b"/>
              <a:pathLst>
                <a:path w="6698" h="3755" extrusionOk="0">
                  <a:moveTo>
                    <a:pt x="5823" y="1"/>
                  </a:moveTo>
                  <a:cubicBezTo>
                    <a:pt x="5724" y="1"/>
                    <a:pt x="5617" y="27"/>
                    <a:pt x="5504" y="85"/>
                  </a:cubicBezTo>
                  <a:lnTo>
                    <a:pt x="567" y="2587"/>
                  </a:lnTo>
                  <a:cubicBezTo>
                    <a:pt x="0" y="2887"/>
                    <a:pt x="200" y="3755"/>
                    <a:pt x="868" y="3755"/>
                  </a:cubicBezTo>
                  <a:cubicBezTo>
                    <a:pt x="968" y="3755"/>
                    <a:pt x="1068" y="3721"/>
                    <a:pt x="1134" y="3688"/>
                  </a:cubicBezTo>
                  <a:lnTo>
                    <a:pt x="6071" y="1186"/>
                  </a:lnTo>
                  <a:cubicBezTo>
                    <a:pt x="6698" y="873"/>
                    <a:pt x="6401" y="1"/>
                    <a:pt x="5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59"/>
            <p:cNvSpPr/>
            <p:nvPr/>
          </p:nvSpPr>
          <p:spPr>
            <a:xfrm>
              <a:off x="9427100" y="3236800"/>
              <a:ext cx="221025" cy="117725"/>
            </a:xfrm>
            <a:custGeom>
              <a:avLst/>
              <a:gdLst/>
              <a:ahLst/>
              <a:cxnLst/>
              <a:rect l="l" t="t" r="r" b="b"/>
              <a:pathLst>
                <a:path w="8841" h="4709" extrusionOk="0">
                  <a:moveTo>
                    <a:pt x="7937" y="0"/>
                  </a:moveTo>
                  <a:cubicBezTo>
                    <a:pt x="7844" y="0"/>
                    <a:pt x="7744" y="22"/>
                    <a:pt x="7639" y="72"/>
                  </a:cubicBezTo>
                  <a:lnTo>
                    <a:pt x="601" y="3541"/>
                  </a:lnTo>
                  <a:cubicBezTo>
                    <a:pt x="0" y="3808"/>
                    <a:pt x="201" y="4709"/>
                    <a:pt x="868" y="4709"/>
                  </a:cubicBezTo>
                  <a:cubicBezTo>
                    <a:pt x="968" y="4709"/>
                    <a:pt x="1068" y="4676"/>
                    <a:pt x="1135" y="4642"/>
                  </a:cubicBezTo>
                  <a:lnTo>
                    <a:pt x="8206" y="1206"/>
                  </a:lnTo>
                  <a:cubicBezTo>
                    <a:pt x="8840" y="890"/>
                    <a:pt x="8528" y="0"/>
                    <a:pt x="79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59"/>
            <p:cNvSpPr/>
            <p:nvPr/>
          </p:nvSpPr>
          <p:spPr>
            <a:xfrm>
              <a:off x="9149925" y="2478050"/>
              <a:ext cx="373100" cy="190150"/>
            </a:xfrm>
            <a:custGeom>
              <a:avLst/>
              <a:gdLst/>
              <a:ahLst/>
              <a:cxnLst/>
              <a:rect l="l" t="t" r="r" b="b"/>
              <a:pathLst>
                <a:path w="14924" h="7606" extrusionOk="0">
                  <a:moveTo>
                    <a:pt x="623" y="1"/>
                  </a:moveTo>
                  <a:cubicBezTo>
                    <a:pt x="236" y="1"/>
                    <a:pt x="0" y="604"/>
                    <a:pt x="480" y="801"/>
                  </a:cubicBezTo>
                  <a:lnTo>
                    <a:pt x="14156" y="7573"/>
                  </a:lnTo>
                  <a:cubicBezTo>
                    <a:pt x="14223" y="7606"/>
                    <a:pt x="14290" y="7606"/>
                    <a:pt x="14356" y="7606"/>
                  </a:cubicBezTo>
                  <a:cubicBezTo>
                    <a:pt x="14790" y="7606"/>
                    <a:pt x="14923" y="7006"/>
                    <a:pt x="14523" y="6805"/>
                  </a:cubicBezTo>
                  <a:lnTo>
                    <a:pt x="847" y="67"/>
                  </a:lnTo>
                  <a:cubicBezTo>
                    <a:pt x="769" y="21"/>
                    <a:pt x="694" y="1"/>
                    <a:pt x="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59"/>
            <p:cNvSpPr/>
            <p:nvPr/>
          </p:nvSpPr>
          <p:spPr>
            <a:xfrm>
              <a:off x="9130475" y="2302375"/>
              <a:ext cx="494300" cy="252425"/>
            </a:xfrm>
            <a:custGeom>
              <a:avLst/>
              <a:gdLst/>
              <a:ahLst/>
              <a:cxnLst/>
              <a:rect l="l" t="t" r="r" b="b"/>
              <a:pathLst>
                <a:path w="19772" h="10097" extrusionOk="0">
                  <a:moveTo>
                    <a:pt x="605" y="0"/>
                  </a:moveTo>
                  <a:cubicBezTo>
                    <a:pt x="203" y="0"/>
                    <a:pt x="1" y="595"/>
                    <a:pt x="457" y="823"/>
                  </a:cubicBezTo>
                  <a:lnTo>
                    <a:pt x="18970" y="10063"/>
                  </a:lnTo>
                  <a:cubicBezTo>
                    <a:pt x="19037" y="10063"/>
                    <a:pt x="19104" y="10096"/>
                    <a:pt x="19171" y="10096"/>
                  </a:cubicBezTo>
                  <a:cubicBezTo>
                    <a:pt x="19604" y="10096"/>
                    <a:pt x="19771" y="9496"/>
                    <a:pt x="19371" y="9296"/>
                  </a:cubicBezTo>
                  <a:lnTo>
                    <a:pt x="824" y="56"/>
                  </a:lnTo>
                  <a:cubicBezTo>
                    <a:pt x="747" y="17"/>
                    <a:pt x="673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59"/>
            <p:cNvSpPr/>
            <p:nvPr/>
          </p:nvSpPr>
          <p:spPr>
            <a:xfrm>
              <a:off x="9197200" y="2152250"/>
              <a:ext cx="473425" cy="241600"/>
            </a:xfrm>
            <a:custGeom>
              <a:avLst/>
              <a:gdLst/>
              <a:ahLst/>
              <a:cxnLst/>
              <a:rect l="l" t="t" r="r" b="b"/>
              <a:pathLst>
                <a:path w="18937" h="9664" extrusionOk="0">
                  <a:moveTo>
                    <a:pt x="615" y="1"/>
                  </a:moveTo>
                  <a:cubicBezTo>
                    <a:pt x="227" y="1"/>
                    <a:pt x="0" y="591"/>
                    <a:pt x="457" y="790"/>
                  </a:cubicBezTo>
                  <a:lnTo>
                    <a:pt x="18169" y="9630"/>
                  </a:lnTo>
                  <a:cubicBezTo>
                    <a:pt x="18203" y="9663"/>
                    <a:pt x="18270" y="9663"/>
                    <a:pt x="18336" y="9663"/>
                  </a:cubicBezTo>
                  <a:cubicBezTo>
                    <a:pt x="18770" y="9663"/>
                    <a:pt x="18937" y="9063"/>
                    <a:pt x="18536" y="8863"/>
                  </a:cubicBezTo>
                  <a:lnTo>
                    <a:pt x="824" y="57"/>
                  </a:lnTo>
                  <a:cubicBezTo>
                    <a:pt x="751" y="18"/>
                    <a:pt x="681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59"/>
            <p:cNvSpPr/>
            <p:nvPr/>
          </p:nvSpPr>
          <p:spPr>
            <a:xfrm>
              <a:off x="9303950" y="2040525"/>
              <a:ext cx="343275" cy="177375"/>
            </a:xfrm>
            <a:custGeom>
              <a:avLst/>
              <a:gdLst/>
              <a:ahLst/>
              <a:cxnLst/>
              <a:rect l="l" t="t" r="r" b="b"/>
              <a:pathLst>
                <a:path w="13731" h="7095" extrusionOk="0">
                  <a:moveTo>
                    <a:pt x="615" y="0"/>
                  </a:moveTo>
                  <a:cubicBezTo>
                    <a:pt x="227" y="0"/>
                    <a:pt x="0" y="590"/>
                    <a:pt x="457" y="790"/>
                  </a:cubicBezTo>
                  <a:lnTo>
                    <a:pt x="12965" y="7061"/>
                  </a:lnTo>
                  <a:cubicBezTo>
                    <a:pt x="13024" y="7090"/>
                    <a:pt x="13082" y="7094"/>
                    <a:pt x="13141" y="7094"/>
                  </a:cubicBezTo>
                  <a:lnTo>
                    <a:pt x="13141" y="7094"/>
                  </a:lnTo>
                  <a:cubicBezTo>
                    <a:pt x="13601" y="7087"/>
                    <a:pt x="13730" y="6492"/>
                    <a:pt x="13332" y="6294"/>
                  </a:cubicBezTo>
                  <a:lnTo>
                    <a:pt x="823" y="56"/>
                  </a:lnTo>
                  <a:cubicBezTo>
                    <a:pt x="751" y="17"/>
                    <a:pt x="681" y="0"/>
                    <a:pt x="615" y="0"/>
                  </a:cubicBezTo>
                  <a:close/>
                  <a:moveTo>
                    <a:pt x="13141" y="7094"/>
                  </a:moveTo>
                  <a:lnTo>
                    <a:pt x="13141" y="7094"/>
                  </a:lnTo>
                  <a:cubicBezTo>
                    <a:pt x="13138" y="7094"/>
                    <a:pt x="13135" y="7094"/>
                    <a:pt x="13132" y="7094"/>
                  </a:cubicBezTo>
                  <a:lnTo>
                    <a:pt x="13166" y="7094"/>
                  </a:lnTo>
                  <a:cubicBezTo>
                    <a:pt x="13157" y="7094"/>
                    <a:pt x="13149" y="7094"/>
                    <a:pt x="13141" y="70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59"/>
            <p:cNvSpPr/>
            <p:nvPr/>
          </p:nvSpPr>
          <p:spPr>
            <a:xfrm>
              <a:off x="9290525" y="2032300"/>
              <a:ext cx="207475" cy="112200"/>
            </a:xfrm>
            <a:custGeom>
              <a:avLst/>
              <a:gdLst/>
              <a:ahLst/>
              <a:cxnLst/>
              <a:rect l="l" t="t" r="r" b="b"/>
              <a:pathLst>
                <a:path w="8299" h="4488" extrusionOk="0">
                  <a:moveTo>
                    <a:pt x="885" y="0"/>
                  </a:moveTo>
                  <a:cubicBezTo>
                    <a:pt x="322" y="0"/>
                    <a:pt x="0" y="872"/>
                    <a:pt x="627" y="1185"/>
                  </a:cubicBezTo>
                  <a:lnTo>
                    <a:pt x="7131" y="4421"/>
                  </a:lnTo>
                  <a:cubicBezTo>
                    <a:pt x="7231" y="4454"/>
                    <a:pt x="7331" y="4488"/>
                    <a:pt x="7431" y="4488"/>
                  </a:cubicBezTo>
                  <a:cubicBezTo>
                    <a:pt x="8065" y="4488"/>
                    <a:pt x="8299" y="3587"/>
                    <a:pt x="7698" y="3320"/>
                  </a:cubicBezTo>
                  <a:lnTo>
                    <a:pt x="1194" y="85"/>
                  </a:lnTo>
                  <a:cubicBezTo>
                    <a:pt x="1086" y="26"/>
                    <a:pt x="982" y="0"/>
                    <a:pt x="8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59"/>
            <p:cNvSpPr/>
            <p:nvPr/>
          </p:nvSpPr>
          <p:spPr>
            <a:xfrm>
              <a:off x="9190250" y="2146850"/>
              <a:ext cx="247725" cy="132750"/>
            </a:xfrm>
            <a:custGeom>
              <a:avLst/>
              <a:gdLst/>
              <a:ahLst/>
              <a:cxnLst/>
              <a:rect l="l" t="t" r="r" b="b"/>
              <a:pathLst>
                <a:path w="9909" h="5310" extrusionOk="0">
                  <a:moveTo>
                    <a:pt x="904" y="0"/>
                  </a:moveTo>
                  <a:cubicBezTo>
                    <a:pt x="313" y="0"/>
                    <a:pt x="1" y="890"/>
                    <a:pt x="635" y="1207"/>
                  </a:cubicBezTo>
                  <a:lnTo>
                    <a:pt x="8741" y="5243"/>
                  </a:lnTo>
                  <a:cubicBezTo>
                    <a:pt x="8841" y="5276"/>
                    <a:pt x="8941" y="5276"/>
                    <a:pt x="9041" y="5310"/>
                  </a:cubicBezTo>
                  <a:cubicBezTo>
                    <a:pt x="9708" y="5310"/>
                    <a:pt x="9908" y="4409"/>
                    <a:pt x="9308" y="4142"/>
                  </a:cubicBezTo>
                  <a:lnTo>
                    <a:pt x="1202" y="72"/>
                  </a:lnTo>
                  <a:cubicBezTo>
                    <a:pt x="1097" y="22"/>
                    <a:pt x="997" y="0"/>
                    <a:pt x="9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59"/>
            <p:cNvSpPr/>
            <p:nvPr/>
          </p:nvSpPr>
          <p:spPr>
            <a:xfrm>
              <a:off x="9121225" y="2297750"/>
              <a:ext cx="229175" cy="123625"/>
            </a:xfrm>
            <a:custGeom>
              <a:avLst/>
              <a:gdLst/>
              <a:ahLst/>
              <a:cxnLst/>
              <a:rect l="l" t="t" r="r" b="b"/>
              <a:pathLst>
                <a:path w="9167" h="4945" extrusionOk="0">
                  <a:moveTo>
                    <a:pt x="900" y="0"/>
                  </a:moveTo>
                  <a:cubicBezTo>
                    <a:pt x="328" y="0"/>
                    <a:pt x="0" y="864"/>
                    <a:pt x="660" y="1208"/>
                  </a:cubicBezTo>
                  <a:lnTo>
                    <a:pt x="8032" y="4878"/>
                  </a:lnTo>
                  <a:cubicBezTo>
                    <a:pt x="8132" y="4911"/>
                    <a:pt x="8199" y="4944"/>
                    <a:pt x="8299" y="4944"/>
                  </a:cubicBezTo>
                  <a:cubicBezTo>
                    <a:pt x="8966" y="4944"/>
                    <a:pt x="9167" y="4044"/>
                    <a:pt x="8599" y="3743"/>
                  </a:cubicBezTo>
                  <a:lnTo>
                    <a:pt x="1194" y="74"/>
                  </a:lnTo>
                  <a:cubicBezTo>
                    <a:pt x="1092" y="23"/>
                    <a:pt x="993" y="0"/>
                    <a:pt x="9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59"/>
            <p:cNvSpPr/>
            <p:nvPr/>
          </p:nvSpPr>
          <p:spPr>
            <a:xfrm>
              <a:off x="9143550" y="2472925"/>
              <a:ext cx="201850" cy="109400"/>
            </a:xfrm>
            <a:custGeom>
              <a:avLst/>
              <a:gdLst/>
              <a:ahLst/>
              <a:cxnLst/>
              <a:rect l="l" t="t" r="r" b="b"/>
              <a:pathLst>
                <a:path w="8074" h="4376" extrusionOk="0">
                  <a:moveTo>
                    <a:pt x="914" y="0"/>
                  </a:moveTo>
                  <a:cubicBezTo>
                    <a:pt x="338" y="0"/>
                    <a:pt x="1" y="889"/>
                    <a:pt x="635" y="1206"/>
                  </a:cubicBezTo>
                  <a:lnTo>
                    <a:pt x="6939" y="4308"/>
                  </a:lnTo>
                  <a:cubicBezTo>
                    <a:pt x="7006" y="4342"/>
                    <a:pt x="7106" y="4375"/>
                    <a:pt x="7206" y="4375"/>
                  </a:cubicBezTo>
                  <a:cubicBezTo>
                    <a:pt x="7873" y="4375"/>
                    <a:pt x="8073" y="3475"/>
                    <a:pt x="7473" y="3174"/>
                  </a:cubicBezTo>
                  <a:lnTo>
                    <a:pt x="1202" y="72"/>
                  </a:lnTo>
                  <a:cubicBezTo>
                    <a:pt x="1102" y="22"/>
                    <a:pt x="1005" y="0"/>
                    <a:pt x="9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59"/>
            <p:cNvSpPr/>
            <p:nvPr/>
          </p:nvSpPr>
          <p:spPr>
            <a:xfrm>
              <a:off x="9222975" y="3691050"/>
              <a:ext cx="352050" cy="104725"/>
            </a:xfrm>
            <a:custGeom>
              <a:avLst/>
              <a:gdLst/>
              <a:ahLst/>
              <a:cxnLst/>
              <a:rect l="l" t="t" r="r" b="b"/>
              <a:pathLst>
                <a:path w="14082" h="4189" extrusionOk="0">
                  <a:moveTo>
                    <a:pt x="577" y="0"/>
                  </a:moveTo>
                  <a:cubicBezTo>
                    <a:pt x="133" y="0"/>
                    <a:pt x="0" y="693"/>
                    <a:pt x="493" y="816"/>
                  </a:cubicBezTo>
                  <a:lnTo>
                    <a:pt x="13336" y="4152"/>
                  </a:lnTo>
                  <a:lnTo>
                    <a:pt x="13436" y="4152"/>
                  </a:lnTo>
                  <a:lnTo>
                    <a:pt x="13436" y="4185"/>
                  </a:lnTo>
                  <a:cubicBezTo>
                    <a:pt x="13458" y="4188"/>
                    <a:pt x="13479" y="4189"/>
                    <a:pt x="13499" y="4189"/>
                  </a:cubicBezTo>
                  <a:cubicBezTo>
                    <a:pt x="14010" y="4189"/>
                    <a:pt x="14081" y="3415"/>
                    <a:pt x="13536" y="3351"/>
                  </a:cubicBezTo>
                  <a:lnTo>
                    <a:pt x="693" y="15"/>
                  </a:lnTo>
                  <a:cubicBezTo>
                    <a:pt x="653" y="5"/>
                    <a:pt x="614" y="0"/>
                    <a:pt x="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59"/>
            <p:cNvSpPr/>
            <p:nvPr/>
          </p:nvSpPr>
          <p:spPr>
            <a:xfrm>
              <a:off x="9118475" y="3844650"/>
              <a:ext cx="507450" cy="137925"/>
            </a:xfrm>
            <a:custGeom>
              <a:avLst/>
              <a:gdLst/>
              <a:ahLst/>
              <a:cxnLst/>
              <a:rect l="l" t="t" r="r" b="b"/>
              <a:pathLst>
                <a:path w="20298" h="5517" extrusionOk="0">
                  <a:moveTo>
                    <a:pt x="582" y="0"/>
                  </a:moveTo>
                  <a:cubicBezTo>
                    <a:pt x="148" y="0"/>
                    <a:pt x="0" y="684"/>
                    <a:pt x="470" y="810"/>
                  </a:cubicBezTo>
                  <a:lnTo>
                    <a:pt x="19551" y="5513"/>
                  </a:lnTo>
                  <a:lnTo>
                    <a:pt x="19684" y="5513"/>
                  </a:lnTo>
                  <a:cubicBezTo>
                    <a:pt x="19704" y="5516"/>
                    <a:pt x="19724" y="5517"/>
                    <a:pt x="19744" y="5517"/>
                  </a:cubicBezTo>
                  <a:cubicBezTo>
                    <a:pt x="20224" y="5517"/>
                    <a:pt x="20297" y="4743"/>
                    <a:pt x="19784" y="4679"/>
                  </a:cubicBezTo>
                  <a:lnTo>
                    <a:pt x="670" y="9"/>
                  </a:lnTo>
                  <a:cubicBezTo>
                    <a:pt x="640" y="3"/>
                    <a:pt x="611" y="0"/>
                    <a:pt x="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59"/>
            <p:cNvSpPr/>
            <p:nvPr/>
          </p:nvSpPr>
          <p:spPr>
            <a:xfrm>
              <a:off x="9263900" y="1734800"/>
              <a:ext cx="374250" cy="85325"/>
            </a:xfrm>
            <a:custGeom>
              <a:avLst/>
              <a:gdLst/>
              <a:ahLst/>
              <a:cxnLst/>
              <a:rect l="l" t="t" r="r" b="b"/>
              <a:pathLst>
                <a:path w="14970" h="3413" extrusionOk="0">
                  <a:moveTo>
                    <a:pt x="14387" y="1"/>
                  </a:moveTo>
                  <a:cubicBezTo>
                    <a:pt x="14360" y="1"/>
                    <a:pt x="14331" y="4"/>
                    <a:pt x="14301" y="9"/>
                  </a:cubicBezTo>
                  <a:lnTo>
                    <a:pt x="524" y="2578"/>
                  </a:lnTo>
                  <a:cubicBezTo>
                    <a:pt x="1" y="2610"/>
                    <a:pt x="55" y="3413"/>
                    <a:pt x="591" y="3413"/>
                  </a:cubicBezTo>
                  <a:cubicBezTo>
                    <a:pt x="602" y="3413"/>
                    <a:pt x="613" y="3412"/>
                    <a:pt x="624" y="3412"/>
                  </a:cubicBezTo>
                  <a:lnTo>
                    <a:pt x="691" y="3412"/>
                  </a:lnTo>
                  <a:lnTo>
                    <a:pt x="14434" y="843"/>
                  </a:lnTo>
                  <a:cubicBezTo>
                    <a:pt x="14969" y="749"/>
                    <a:pt x="14851" y="1"/>
                    <a:pt x="14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59"/>
            <p:cNvSpPr/>
            <p:nvPr/>
          </p:nvSpPr>
          <p:spPr>
            <a:xfrm>
              <a:off x="9169700" y="1534675"/>
              <a:ext cx="528475" cy="119500"/>
            </a:xfrm>
            <a:custGeom>
              <a:avLst/>
              <a:gdLst/>
              <a:ahLst/>
              <a:cxnLst/>
              <a:rect l="l" t="t" r="r" b="b"/>
              <a:pathLst>
                <a:path w="21139" h="4780" extrusionOk="0">
                  <a:moveTo>
                    <a:pt x="20557" y="0"/>
                  </a:moveTo>
                  <a:cubicBezTo>
                    <a:pt x="20529" y="0"/>
                    <a:pt x="20500" y="3"/>
                    <a:pt x="20470" y="9"/>
                  </a:cubicBezTo>
                  <a:lnTo>
                    <a:pt x="556" y="3945"/>
                  </a:lnTo>
                  <a:cubicBezTo>
                    <a:pt x="0" y="3977"/>
                    <a:pt x="53" y="4780"/>
                    <a:pt x="590" y="4780"/>
                  </a:cubicBezTo>
                  <a:cubicBezTo>
                    <a:pt x="601" y="4780"/>
                    <a:pt x="612" y="4779"/>
                    <a:pt x="623" y="4779"/>
                  </a:cubicBezTo>
                  <a:lnTo>
                    <a:pt x="723" y="4779"/>
                  </a:lnTo>
                  <a:lnTo>
                    <a:pt x="20604" y="842"/>
                  </a:lnTo>
                  <a:cubicBezTo>
                    <a:pt x="21139" y="748"/>
                    <a:pt x="21021" y="0"/>
                    <a:pt x="205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59"/>
            <p:cNvSpPr/>
            <p:nvPr/>
          </p:nvSpPr>
          <p:spPr>
            <a:xfrm>
              <a:off x="9476850" y="1529725"/>
              <a:ext cx="228000" cy="67775"/>
            </a:xfrm>
            <a:custGeom>
              <a:avLst/>
              <a:gdLst/>
              <a:ahLst/>
              <a:cxnLst/>
              <a:rect l="l" t="t" r="r" b="b"/>
              <a:pathLst>
                <a:path w="9120" h="2711" extrusionOk="0">
                  <a:moveTo>
                    <a:pt x="8245" y="0"/>
                  </a:moveTo>
                  <a:cubicBezTo>
                    <a:pt x="8215" y="0"/>
                    <a:pt x="8183" y="2"/>
                    <a:pt x="8151" y="6"/>
                  </a:cubicBezTo>
                  <a:lnTo>
                    <a:pt x="812" y="1441"/>
                  </a:lnTo>
                  <a:cubicBezTo>
                    <a:pt x="0" y="1538"/>
                    <a:pt x="106" y="2711"/>
                    <a:pt x="882" y="2711"/>
                  </a:cubicBezTo>
                  <a:cubicBezTo>
                    <a:pt x="902" y="2711"/>
                    <a:pt x="924" y="2710"/>
                    <a:pt x="946" y="2708"/>
                  </a:cubicBezTo>
                  <a:lnTo>
                    <a:pt x="1046" y="2675"/>
                  </a:lnTo>
                  <a:lnTo>
                    <a:pt x="8384" y="1241"/>
                  </a:lnTo>
                  <a:cubicBezTo>
                    <a:pt x="9119" y="1049"/>
                    <a:pt x="8936" y="0"/>
                    <a:pt x="8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59"/>
            <p:cNvSpPr/>
            <p:nvPr/>
          </p:nvSpPr>
          <p:spPr>
            <a:xfrm>
              <a:off x="9443500" y="1728925"/>
              <a:ext cx="201925" cy="61225"/>
            </a:xfrm>
            <a:custGeom>
              <a:avLst/>
              <a:gdLst/>
              <a:ahLst/>
              <a:cxnLst/>
              <a:rect l="l" t="t" r="r" b="b"/>
              <a:pathLst>
                <a:path w="8077" h="2449" extrusionOk="0">
                  <a:moveTo>
                    <a:pt x="7202" y="1"/>
                  </a:moveTo>
                  <a:cubicBezTo>
                    <a:pt x="7164" y="1"/>
                    <a:pt x="7124" y="4"/>
                    <a:pt x="7083" y="11"/>
                  </a:cubicBezTo>
                  <a:lnTo>
                    <a:pt x="812" y="1178"/>
                  </a:lnTo>
                  <a:cubicBezTo>
                    <a:pt x="0" y="1276"/>
                    <a:pt x="105" y="2448"/>
                    <a:pt x="881" y="2448"/>
                  </a:cubicBezTo>
                  <a:cubicBezTo>
                    <a:pt x="902" y="2448"/>
                    <a:pt x="924" y="2448"/>
                    <a:pt x="946" y="2446"/>
                  </a:cubicBezTo>
                  <a:lnTo>
                    <a:pt x="1046" y="2412"/>
                  </a:lnTo>
                  <a:lnTo>
                    <a:pt x="7317" y="1245"/>
                  </a:lnTo>
                  <a:cubicBezTo>
                    <a:pt x="8076" y="1118"/>
                    <a:pt x="7905" y="1"/>
                    <a:pt x="7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59"/>
            <p:cNvSpPr/>
            <p:nvPr/>
          </p:nvSpPr>
          <p:spPr>
            <a:xfrm>
              <a:off x="9206800" y="3682525"/>
              <a:ext cx="200350" cy="70775"/>
            </a:xfrm>
            <a:custGeom>
              <a:avLst/>
              <a:gdLst/>
              <a:ahLst/>
              <a:cxnLst/>
              <a:rect l="l" t="t" r="r" b="b"/>
              <a:pathLst>
                <a:path w="8014" h="2831" extrusionOk="0">
                  <a:moveTo>
                    <a:pt x="866" y="0"/>
                  </a:moveTo>
                  <a:cubicBezTo>
                    <a:pt x="200" y="0"/>
                    <a:pt x="1" y="1039"/>
                    <a:pt x="740" y="1224"/>
                  </a:cubicBezTo>
                  <a:lnTo>
                    <a:pt x="6911" y="2791"/>
                  </a:lnTo>
                  <a:lnTo>
                    <a:pt x="7078" y="2791"/>
                  </a:lnTo>
                  <a:lnTo>
                    <a:pt x="7044" y="2825"/>
                  </a:lnTo>
                  <a:cubicBezTo>
                    <a:pt x="7076" y="2829"/>
                    <a:pt x="7107" y="2830"/>
                    <a:pt x="7136" y="2830"/>
                  </a:cubicBezTo>
                  <a:cubicBezTo>
                    <a:pt x="7890" y="2830"/>
                    <a:pt x="8014" y="1653"/>
                    <a:pt x="7211" y="1557"/>
                  </a:cubicBezTo>
                  <a:lnTo>
                    <a:pt x="1040" y="23"/>
                  </a:lnTo>
                  <a:cubicBezTo>
                    <a:pt x="979" y="7"/>
                    <a:pt x="921" y="0"/>
                    <a:pt x="8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59"/>
            <p:cNvSpPr/>
            <p:nvPr/>
          </p:nvSpPr>
          <p:spPr>
            <a:xfrm>
              <a:off x="9106700" y="3838475"/>
              <a:ext cx="275425" cy="89950"/>
            </a:xfrm>
            <a:custGeom>
              <a:avLst/>
              <a:gdLst/>
              <a:ahLst/>
              <a:cxnLst/>
              <a:rect l="l" t="t" r="r" b="b"/>
              <a:pathLst>
                <a:path w="11017" h="3598" extrusionOk="0">
                  <a:moveTo>
                    <a:pt x="871" y="1"/>
                  </a:moveTo>
                  <a:cubicBezTo>
                    <a:pt x="202" y="1"/>
                    <a:pt x="0" y="1072"/>
                    <a:pt x="741" y="1257"/>
                  </a:cubicBezTo>
                  <a:lnTo>
                    <a:pt x="9914" y="3558"/>
                  </a:lnTo>
                  <a:lnTo>
                    <a:pt x="10081" y="3558"/>
                  </a:lnTo>
                  <a:lnTo>
                    <a:pt x="10081" y="3592"/>
                  </a:lnTo>
                  <a:cubicBezTo>
                    <a:pt x="10113" y="3596"/>
                    <a:pt x="10143" y="3597"/>
                    <a:pt x="10173" y="3597"/>
                  </a:cubicBezTo>
                  <a:cubicBezTo>
                    <a:pt x="10924" y="3597"/>
                    <a:pt x="11017" y="2420"/>
                    <a:pt x="10215" y="2324"/>
                  </a:cubicBezTo>
                  <a:lnTo>
                    <a:pt x="1041" y="23"/>
                  </a:lnTo>
                  <a:cubicBezTo>
                    <a:pt x="982" y="8"/>
                    <a:pt x="925" y="1"/>
                    <a:pt x="8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4" name="Google Shape;2054;p59"/>
          <p:cNvGrpSpPr/>
          <p:nvPr/>
        </p:nvGrpSpPr>
        <p:grpSpPr>
          <a:xfrm rot="-2422775">
            <a:off x="-311774" y="3435869"/>
            <a:ext cx="1783871" cy="1890832"/>
            <a:chOff x="3403900" y="3304800"/>
            <a:chExt cx="1556050" cy="1649350"/>
          </a:xfrm>
        </p:grpSpPr>
        <p:sp>
          <p:nvSpPr>
            <p:cNvPr id="2055" name="Google Shape;2055;p59"/>
            <p:cNvSpPr/>
            <p:nvPr/>
          </p:nvSpPr>
          <p:spPr>
            <a:xfrm>
              <a:off x="3960075" y="3761850"/>
              <a:ext cx="510150" cy="213400"/>
            </a:xfrm>
            <a:custGeom>
              <a:avLst/>
              <a:gdLst/>
              <a:ahLst/>
              <a:cxnLst/>
              <a:rect l="l" t="t" r="r" b="b"/>
              <a:pathLst>
                <a:path w="20406" h="8536" extrusionOk="0">
                  <a:moveTo>
                    <a:pt x="19766" y="0"/>
                  </a:moveTo>
                  <a:cubicBezTo>
                    <a:pt x="19714" y="0"/>
                    <a:pt x="19658" y="10"/>
                    <a:pt x="19599" y="31"/>
                  </a:cubicBezTo>
                  <a:cubicBezTo>
                    <a:pt x="13161" y="2358"/>
                    <a:pt x="6967" y="5198"/>
                    <a:pt x="556" y="7524"/>
                  </a:cubicBezTo>
                  <a:cubicBezTo>
                    <a:pt x="1" y="7717"/>
                    <a:pt x="157" y="8536"/>
                    <a:pt x="640" y="8536"/>
                  </a:cubicBezTo>
                  <a:cubicBezTo>
                    <a:pt x="698" y="8536"/>
                    <a:pt x="760" y="8524"/>
                    <a:pt x="827" y="8498"/>
                  </a:cubicBezTo>
                  <a:cubicBezTo>
                    <a:pt x="7238" y="6171"/>
                    <a:pt x="13459" y="3358"/>
                    <a:pt x="19870" y="1005"/>
                  </a:cubicBezTo>
                  <a:cubicBezTo>
                    <a:pt x="20406" y="810"/>
                    <a:pt x="20239" y="0"/>
                    <a:pt x="197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59"/>
            <p:cNvSpPr/>
            <p:nvPr/>
          </p:nvSpPr>
          <p:spPr>
            <a:xfrm>
              <a:off x="3559675" y="3796150"/>
              <a:ext cx="433700" cy="179100"/>
            </a:xfrm>
            <a:custGeom>
              <a:avLst/>
              <a:gdLst/>
              <a:ahLst/>
              <a:cxnLst/>
              <a:rect l="l" t="t" r="r" b="b"/>
              <a:pathLst>
                <a:path w="17348" h="7164" extrusionOk="0">
                  <a:moveTo>
                    <a:pt x="616" y="1"/>
                  </a:moveTo>
                  <a:cubicBezTo>
                    <a:pt x="138" y="1"/>
                    <a:pt x="1" y="819"/>
                    <a:pt x="532" y="1013"/>
                  </a:cubicBezTo>
                  <a:lnTo>
                    <a:pt x="16545" y="7126"/>
                  </a:lnTo>
                  <a:cubicBezTo>
                    <a:pt x="16612" y="7152"/>
                    <a:pt x="16674" y="7164"/>
                    <a:pt x="16732" y="7164"/>
                  </a:cubicBezTo>
                  <a:cubicBezTo>
                    <a:pt x="17210" y="7164"/>
                    <a:pt x="17347" y="6345"/>
                    <a:pt x="16816" y="6152"/>
                  </a:cubicBezTo>
                  <a:lnTo>
                    <a:pt x="803" y="39"/>
                  </a:lnTo>
                  <a:cubicBezTo>
                    <a:pt x="736" y="13"/>
                    <a:pt x="674" y="1"/>
                    <a:pt x="6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59"/>
            <p:cNvSpPr/>
            <p:nvPr/>
          </p:nvSpPr>
          <p:spPr>
            <a:xfrm>
              <a:off x="3713075" y="3949425"/>
              <a:ext cx="287200" cy="502625"/>
            </a:xfrm>
            <a:custGeom>
              <a:avLst/>
              <a:gdLst/>
              <a:ahLst/>
              <a:cxnLst/>
              <a:rect l="l" t="t" r="r" b="b"/>
              <a:pathLst>
                <a:path w="11488" h="20105" extrusionOk="0">
                  <a:moveTo>
                    <a:pt x="10805" y="0"/>
                  </a:moveTo>
                  <a:cubicBezTo>
                    <a:pt x="10652" y="0"/>
                    <a:pt x="10503" y="78"/>
                    <a:pt x="10409" y="264"/>
                  </a:cubicBezTo>
                  <a:cubicBezTo>
                    <a:pt x="7326" y="6702"/>
                    <a:pt x="4134" y="13356"/>
                    <a:pt x="266" y="19361"/>
                  </a:cubicBezTo>
                  <a:cubicBezTo>
                    <a:pt x="1" y="19740"/>
                    <a:pt x="358" y="20105"/>
                    <a:pt x="717" y="20105"/>
                  </a:cubicBezTo>
                  <a:cubicBezTo>
                    <a:pt x="871" y="20105"/>
                    <a:pt x="1026" y="20038"/>
                    <a:pt x="1132" y="19875"/>
                  </a:cubicBezTo>
                  <a:cubicBezTo>
                    <a:pt x="5027" y="13870"/>
                    <a:pt x="8191" y="7216"/>
                    <a:pt x="11302" y="778"/>
                  </a:cubicBezTo>
                  <a:cubicBezTo>
                    <a:pt x="11488" y="370"/>
                    <a:pt x="11138" y="0"/>
                    <a:pt x="10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59"/>
            <p:cNvSpPr/>
            <p:nvPr/>
          </p:nvSpPr>
          <p:spPr>
            <a:xfrm>
              <a:off x="3735975" y="4426625"/>
              <a:ext cx="646450" cy="82025"/>
            </a:xfrm>
            <a:custGeom>
              <a:avLst/>
              <a:gdLst/>
              <a:ahLst/>
              <a:cxnLst/>
              <a:rect l="l" t="t" r="r" b="b"/>
              <a:pathLst>
                <a:path w="25858" h="3281" extrusionOk="0">
                  <a:moveTo>
                    <a:pt x="625" y="1"/>
                  </a:moveTo>
                  <a:cubicBezTo>
                    <a:pt x="1" y="1"/>
                    <a:pt x="43" y="978"/>
                    <a:pt x="675" y="1030"/>
                  </a:cubicBezTo>
                  <a:cubicBezTo>
                    <a:pt x="8871" y="1626"/>
                    <a:pt x="17067" y="2329"/>
                    <a:pt x="25209" y="3276"/>
                  </a:cubicBezTo>
                  <a:cubicBezTo>
                    <a:pt x="25234" y="3279"/>
                    <a:pt x="25257" y="3280"/>
                    <a:pt x="25280" y="3280"/>
                  </a:cubicBezTo>
                  <a:cubicBezTo>
                    <a:pt x="25857" y="3280"/>
                    <a:pt x="25834" y="2326"/>
                    <a:pt x="25209" y="2248"/>
                  </a:cubicBezTo>
                  <a:cubicBezTo>
                    <a:pt x="17067" y="1328"/>
                    <a:pt x="8871" y="625"/>
                    <a:pt x="675" y="3"/>
                  </a:cubicBezTo>
                  <a:cubicBezTo>
                    <a:pt x="658" y="1"/>
                    <a:pt x="641" y="1"/>
                    <a:pt x="6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59"/>
            <p:cNvSpPr/>
            <p:nvPr/>
          </p:nvSpPr>
          <p:spPr>
            <a:xfrm>
              <a:off x="3960700" y="3948925"/>
              <a:ext cx="422675" cy="560600"/>
            </a:xfrm>
            <a:custGeom>
              <a:avLst/>
              <a:gdLst/>
              <a:ahLst/>
              <a:cxnLst/>
              <a:rect l="l" t="t" r="r" b="b"/>
              <a:pathLst>
                <a:path w="16907" h="22424" extrusionOk="0">
                  <a:moveTo>
                    <a:pt x="693" y="1"/>
                  </a:moveTo>
                  <a:cubicBezTo>
                    <a:pt x="337" y="1"/>
                    <a:pt x="0" y="516"/>
                    <a:pt x="288" y="907"/>
                  </a:cubicBezTo>
                  <a:cubicBezTo>
                    <a:pt x="5698" y="7858"/>
                    <a:pt x="10404" y="15351"/>
                    <a:pt x="15868" y="22248"/>
                  </a:cubicBezTo>
                  <a:cubicBezTo>
                    <a:pt x="15966" y="22372"/>
                    <a:pt x="16082" y="22424"/>
                    <a:pt x="16197" y="22424"/>
                  </a:cubicBezTo>
                  <a:cubicBezTo>
                    <a:pt x="16560" y="22424"/>
                    <a:pt x="16907" y="21908"/>
                    <a:pt x="16599" y="21518"/>
                  </a:cubicBezTo>
                  <a:cubicBezTo>
                    <a:pt x="11135" y="14620"/>
                    <a:pt x="6428" y="7128"/>
                    <a:pt x="1018" y="176"/>
                  </a:cubicBezTo>
                  <a:cubicBezTo>
                    <a:pt x="921" y="53"/>
                    <a:pt x="806" y="1"/>
                    <a:pt x="6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59"/>
            <p:cNvSpPr/>
            <p:nvPr/>
          </p:nvSpPr>
          <p:spPr>
            <a:xfrm>
              <a:off x="4353000" y="3762125"/>
              <a:ext cx="113300" cy="745475"/>
            </a:xfrm>
            <a:custGeom>
              <a:avLst/>
              <a:gdLst/>
              <a:ahLst/>
              <a:cxnLst/>
              <a:rect l="l" t="t" r="r" b="b"/>
              <a:pathLst>
                <a:path w="4532" h="29819" extrusionOk="0">
                  <a:moveTo>
                    <a:pt x="4004" y="0"/>
                  </a:moveTo>
                  <a:cubicBezTo>
                    <a:pt x="3754" y="0"/>
                    <a:pt x="3503" y="169"/>
                    <a:pt x="3503" y="507"/>
                  </a:cubicBezTo>
                  <a:cubicBezTo>
                    <a:pt x="3530" y="4673"/>
                    <a:pt x="2773" y="8920"/>
                    <a:pt x="2259" y="13031"/>
                  </a:cubicBezTo>
                  <a:cubicBezTo>
                    <a:pt x="1529" y="18468"/>
                    <a:pt x="744" y="23905"/>
                    <a:pt x="41" y="29342"/>
                  </a:cubicBezTo>
                  <a:cubicBezTo>
                    <a:pt x="1" y="29663"/>
                    <a:pt x="226" y="29818"/>
                    <a:pt x="473" y="29818"/>
                  </a:cubicBezTo>
                  <a:cubicBezTo>
                    <a:pt x="725" y="29818"/>
                    <a:pt x="1001" y="29656"/>
                    <a:pt x="1042" y="29342"/>
                  </a:cubicBezTo>
                  <a:cubicBezTo>
                    <a:pt x="1772" y="23905"/>
                    <a:pt x="2557" y="18468"/>
                    <a:pt x="3260" y="13031"/>
                  </a:cubicBezTo>
                  <a:cubicBezTo>
                    <a:pt x="3801" y="8920"/>
                    <a:pt x="4531" y="4673"/>
                    <a:pt x="4504" y="507"/>
                  </a:cubicBezTo>
                  <a:cubicBezTo>
                    <a:pt x="4504" y="169"/>
                    <a:pt x="4254" y="0"/>
                    <a:pt x="40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59"/>
            <p:cNvSpPr/>
            <p:nvPr/>
          </p:nvSpPr>
          <p:spPr>
            <a:xfrm>
              <a:off x="4348800" y="4483000"/>
              <a:ext cx="542900" cy="320575"/>
            </a:xfrm>
            <a:custGeom>
              <a:avLst/>
              <a:gdLst/>
              <a:ahLst/>
              <a:cxnLst/>
              <a:rect l="l" t="t" r="r" b="b"/>
              <a:pathLst>
                <a:path w="21716" h="12823" extrusionOk="0">
                  <a:moveTo>
                    <a:pt x="709" y="1"/>
                  </a:moveTo>
                  <a:cubicBezTo>
                    <a:pt x="272" y="1"/>
                    <a:pt x="1" y="643"/>
                    <a:pt x="480" y="939"/>
                  </a:cubicBezTo>
                  <a:lnTo>
                    <a:pt x="20739" y="12760"/>
                  </a:lnTo>
                  <a:cubicBezTo>
                    <a:pt x="20823" y="12804"/>
                    <a:pt x="20904" y="12823"/>
                    <a:pt x="20981" y="12823"/>
                  </a:cubicBezTo>
                  <a:cubicBezTo>
                    <a:pt x="21428" y="12823"/>
                    <a:pt x="21715" y="12171"/>
                    <a:pt x="21253" y="11894"/>
                  </a:cubicBezTo>
                  <a:lnTo>
                    <a:pt x="966" y="74"/>
                  </a:lnTo>
                  <a:cubicBezTo>
                    <a:pt x="877" y="23"/>
                    <a:pt x="790" y="1"/>
                    <a:pt x="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59"/>
            <p:cNvSpPr/>
            <p:nvPr/>
          </p:nvSpPr>
          <p:spPr>
            <a:xfrm>
              <a:off x="3496325" y="4429725"/>
              <a:ext cx="250725" cy="370050"/>
            </a:xfrm>
            <a:custGeom>
              <a:avLst/>
              <a:gdLst/>
              <a:ahLst/>
              <a:cxnLst/>
              <a:rect l="l" t="t" r="r" b="b"/>
              <a:pathLst>
                <a:path w="10029" h="14802" extrusionOk="0">
                  <a:moveTo>
                    <a:pt x="9319" y="0"/>
                  </a:moveTo>
                  <a:cubicBezTo>
                    <a:pt x="9166" y="0"/>
                    <a:pt x="9015" y="68"/>
                    <a:pt x="8909" y="230"/>
                  </a:cubicBezTo>
                  <a:lnTo>
                    <a:pt x="226" y="14052"/>
                  </a:lnTo>
                  <a:cubicBezTo>
                    <a:pt x="1" y="14446"/>
                    <a:pt x="348" y="14801"/>
                    <a:pt x="700" y="14801"/>
                  </a:cubicBezTo>
                  <a:cubicBezTo>
                    <a:pt x="855" y="14801"/>
                    <a:pt x="1011" y="14732"/>
                    <a:pt x="1119" y="14566"/>
                  </a:cubicBezTo>
                  <a:lnTo>
                    <a:pt x="9802" y="744"/>
                  </a:lnTo>
                  <a:cubicBezTo>
                    <a:pt x="10029" y="366"/>
                    <a:pt x="9673" y="0"/>
                    <a:pt x="93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59"/>
            <p:cNvSpPr/>
            <p:nvPr/>
          </p:nvSpPr>
          <p:spPr>
            <a:xfrm>
              <a:off x="3940500" y="3400850"/>
              <a:ext cx="49400" cy="573450"/>
            </a:xfrm>
            <a:custGeom>
              <a:avLst/>
              <a:gdLst/>
              <a:ahLst/>
              <a:cxnLst/>
              <a:rect l="l" t="t" r="r" b="b"/>
              <a:pathLst>
                <a:path w="1976" h="22938" extrusionOk="0">
                  <a:moveTo>
                    <a:pt x="508" y="0"/>
                  </a:moveTo>
                  <a:cubicBezTo>
                    <a:pt x="251" y="0"/>
                    <a:pt x="0" y="162"/>
                    <a:pt x="14" y="487"/>
                  </a:cubicBezTo>
                  <a:lnTo>
                    <a:pt x="961" y="22451"/>
                  </a:lnTo>
                  <a:cubicBezTo>
                    <a:pt x="974" y="22775"/>
                    <a:pt x="1231" y="22938"/>
                    <a:pt x="1481" y="22938"/>
                  </a:cubicBezTo>
                  <a:cubicBezTo>
                    <a:pt x="1732" y="22938"/>
                    <a:pt x="1975" y="22775"/>
                    <a:pt x="1962" y="22451"/>
                  </a:cubicBezTo>
                  <a:lnTo>
                    <a:pt x="1042" y="487"/>
                  </a:lnTo>
                  <a:cubicBezTo>
                    <a:pt x="1028" y="162"/>
                    <a:pt x="765" y="0"/>
                    <a:pt x="5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59"/>
            <p:cNvSpPr/>
            <p:nvPr/>
          </p:nvSpPr>
          <p:spPr>
            <a:xfrm>
              <a:off x="4152750" y="4482950"/>
              <a:ext cx="230050" cy="422600"/>
            </a:xfrm>
            <a:custGeom>
              <a:avLst/>
              <a:gdLst/>
              <a:ahLst/>
              <a:cxnLst/>
              <a:rect l="l" t="t" r="r" b="b"/>
              <a:pathLst>
                <a:path w="9202" h="16904" extrusionOk="0">
                  <a:moveTo>
                    <a:pt x="8521" y="0"/>
                  </a:moveTo>
                  <a:cubicBezTo>
                    <a:pt x="8364" y="0"/>
                    <a:pt x="8208" y="77"/>
                    <a:pt x="8105" y="265"/>
                  </a:cubicBezTo>
                  <a:cubicBezTo>
                    <a:pt x="5292" y="5459"/>
                    <a:pt x="3047" y="10950"/>
                    <a:pt x="207" y="16143"/>
                  </a:cubicBezTo>
                  <a:cubicBezTo>
                    <a:pt x="1" y="16537"/>
                    <a:pt x="353" y="16904"/>
                    <a:pt x="696" y="16904"/>
                  </a:cubicBezTo>
                  <a:cubicBezTo>
                    <a:pt x="849" y="16904"/>
                    <a:pt x="1000" y="16832"/>
                    <a:pt x="1099" y="16657"/>
                  </a:cubicBezTo>
                  <a:cubicBezTo>
                    <a:pt x="3913" y="11464"/>
                    <a:pt x="6158" y="5973"/>
                    <a:pt x="8998" y="752"/>
                  </a:cubicBezTo>
                  <a:cubicBezTo>
                    <a:pt x="9201" y="363"/>
                    <a:pt x="8860" y="0"/>
                    <a:pt x="85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59"/>
            <p:cNvSpPr/>
            <p:nvPr/>
          </p:nvSpPr>
          <p:spPr>
            <a:xfrm>
              <a:off x="3665625" y="4343500"/>
              <a:ext cx="173800" cy="171800"/>
            </a:xfrm>
            <a:custGeom>
              <a:avLst/>
              <a:gdLst/>
              <a:ahLst/>
              <a:cxnLst/>
              <a:rect l="l" t="t" r="r" b="b"/>
              <a:pathLst>
                <a:path w="6952" h="6872" extrusionOk="0">
                  <a:moveTo>
                    <a:pt x="3485" y="0"/>
                  </a:moveTo>
                  <a:cubicBezTo>
                    <a:pt x="3469" y="0"/>
                    <a:pt x="3452" y="0"/>
                    <a:pt x="3435" y="1"/>
                  </a:cubicBezTo>
                  <a:cubicBezTo>
                    <a:pt x="1515" y="28"/>
                    <a:pt x="0" y="1569"/>
                    <a:pt x="27" y="3490"/>
                  </a:cubicBezTo>
                  <a:cubicBezTo>
                    <a:pt x="54" y="5367"/>
                    <a:pt x="1595" y="6871"/>
                    <a:pt x="3466" y="6871"/>
                  </a:cubicBezTo>
                  <a:cubicBezTo>
                    <a:pt x="3483" y="6871"/>
                    <a:pt x="3500" y="6871"/>
                    <a:pt x="3516" y="6871"/>
                  </a:cubicBezTo>
                  <a:cubicBezTo>
                    <a:pt x="5410" y="6844"/>
                    <a:pt x="6952" y="5275"/>
                    <a:pt x="6925" y="3382"/>
                  </a:cubicBezTo>
                  <a:cubicBezTo>
                    <a:pt x="6898" y="1505"/>
                    <a:pt x="5356" y="0"/>
                    <a:pt x="34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59"/>
            <p:cNvSpPr/>
            <p:nvPr/>
          </p:nvSpPr>
          <p:spPr>
            <a:xfrm>
              <a:off x="4786800" y="4704600"/>
              <a:ext cx="173150" cy="172475"/>
            </a:xfrm>
            <a:custGeom>
              <a:avLst/>
              <a:gdLst/>
              <a:ahLst/>
              <a:cxnLst/>
              <a:rect l="l" t="t" r="r" b="b"/>
              <a:pathLst>
                <a:path w="6926" h="6899" extrusionOk="0">
                  <a:moveTo>
                    <a:pt x="3409" y="1"/>
                  </a:moveTo>
                  <a:cubicBezTo>
                    <a:pt x="1515" y="28"/>
                    <a:pt x="1" y="1597"/>
                    <a:pt x="28" y="3490"/>
                  </a:cubicBezTo>
                  <a:cubicBezTo>
                    <a:pt x="54" y="5394"/>
                    <a:pt x="1569" y="6899"/>
                    <a:pt x="3440" y="6899"/>
                  </a:cubicBezTo>
                  <a:cubicBezTo>
                    <a:pt x="3457" y="6899"/>
                    <a:pt x="3473" y="6899"/>
                    <a:pt x="3490" y="6898"/>
                  </a:cubicBezTo>
                  <a:cubicBezTo>
                    <a:pt x="5410" y="6871"/>
                    <a:pt x="6925" y="5302"/>
                    <a:pt x="6898" y="3409"/>
                  </a:cubicBezTo>
                  <a:cubicBezTo>
                    <a:pt x="6871" y="1516"/>
                    <a:pt x="5302" y="1"/>
                    <a:pt x="34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59"/>
            <p:cNvSpPr/>
            <p:nvPr/>
          </p:nvSpPr>
          <p:spPr>
            <a:xfrm>
              <a:off x="3890800" y="3876225"/>
              <a:ext cx="173125" cy="171800"/>
            </a:xfrm>
            <a:custGeom>
              <a:avLst/>
              <a:gdLst/>
              <a:ahLst/>
              <a:cxnLst/>
              <a:rect l="l" t="t" r="r" b="b"/>
              <a:pathLst>
                <a:path w="6925" h="6872" extrusionOk="0">
                  <a:moveTo>
                    <a:pt x="3458" y="0"/>
                  </a:moveTo>
                  <a:cubicBezTo>
                    <a:pt x="3442" y="0"/>
                    <a:pt x="3425" y="0"/>
                    <a:pt x="3409" y="1"/>
                  </a:cubicBezTo>
                  <a:cubicBezTo>
                    <a:pt x="1515" y="28"/>
                    <a:pt x="0" y="1596"/>
                    <a:pt x="27" y="3490"/>
                  </a:cubicBezTo>
                  <a:cubicBezTo>
                    <a:pt x="27" y="5367"/>
                    <a:pt x="1569" y="6871"/>
                    <a:pt x="3440" y="6871"/>
                  </a:cubicBezTo>
                  <a:cubicBezTo>
                    <a:pt x="3456" y="6871"/>
                    <a:pt x="3473" y="6871"/>
                    <a:pt x="3490" y="6871"/>
                  </a:cubicBezTo>
                  <a:cubicBezTo>
                    <a:pt x="5410" y="6844"/>
                    <a:pt x="6925" y="5275"/>
                    <a:pt x="6898" y="3382"/>
                  </a:cubicBezTo>
                  <a:cubicBezTo>
                    <a:pt x="6871" y="1505"/>
                    <a:pt x="5330" y="0"/>
                    <a:pt x="3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59"/>
            <p:cNvSpPr/>
            <p:nvPr/>
          </p:nvSpPr>
          <p:spPr>
            <a:xfrm>
              <a:off x="4343875" y="3666600"/>
              <a:ext cx="218450" cy="216425"/>
            </a:xfrm>
            <a:custGeom>
              <a:avLst/>
              <a:gdLst/>
              <a:ahLst/>
              <a:cxnLst/>
              <a:rect l="l" t="t" r="r" b="b"/>
              <a:pathLst>
                <a:path w="8738" h="8657" extrusionOk="0">
                  <a:moveTo>
                    <a:pt x="4352" y="0"/>
                  </a:moveTo>
                  <a:cubicBezTo>
                    <a:pt x="4335" y="0"/>
                    <a:pt x="4318" y="0"/>
                    <a:pt x="4301" y="0"/>
                  </a:cubicBezTo>
                  <a:cubicBezTo>
                    <a:pt x="1921" y="27"/>
                    <a:pt x="0" y="2002"/>
                    <a:pt x="27" y="4382"/>
                  </a:cubicBezTo>
                  <a:cubicBezTo>
                    <a:pt x="81" y="6773"/>
                    <a:pt x="2002" y="8656"/>
                    <a:pt x="4385" y="8656"/>
                  </a:cubicBezTo>
                  <a:cubicBezTo>
                    <a:pt x="4402" y="8656"/>
                    <a:pt x="4419" y="8656"/>
                    <a:pt x="4436" y="8656"/>
                  </a:cubicBezTo>
                  <a:cubicBezTo>
                    <a:pt x="6817" y="8629"/>
                    <a:pt x="8737" y="6654"/>
                    <a:pt x="8710" y="4274"/>
                  </a:cubicBezTo>
                  <a:cubicBezTo>
                    <a:pt x="8656" y="1884"/>
                    <a:pt x="6736" y="0"/>
                    <a:pt x="43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59"/>
            <p:cNvSpPr/>
            <p:nvPr/>
          </p:nvSpPr>
          <p:spPr>
            <a:xfrm>
              <a:off x="3844825" y="3304800"/>
              <a:ext cx="218425" cy="216450"/>
            </a:xfrm>
            <a:custGeom>
              <a:avLst/>
              <a:gdLst/>
              <a:ahLst/>
              <a:cxnLst/>
              <a:rect l="l" t="t" r="r" b="b"/>
              <a:pathLst>
                <a:path w="8737" h="8658" extrusionOk="0">
                  <a:moveTo>
                    <a:pt x="4351" y="1"/>
                  </a:moveTo>
                  <a:cubicBezTo>
                    <a:pt x="4334" y="1"/>
                    <a:pt x="4318" y="1"/>
                    <a:pt x="4301" y="1"/>
                  </a:cubicBezTo>
                  <a:cubicBezTo>
                    <a:pt x="1921" y="28"/>
                    <a:pt x="0" y="2003"/>
                    <a:pt x="27" y="4383"/>
                  </a:cubicBezTo>
                  <a:cubicBezTo>
                    <a:pt x="54" y="6773"/>
                    <a:pt x="2001" y="8657"/>
                    <a:pt x="4359" y="8657"/>
                  </a:cubicBezTo>
                  <a:cubicBezTo>
                    <a:pt x="4375" y="8657"/>
                    <a:pt x="4392" y="8657"/>
                    <a:pt x="4409" y="8657"/>
                  </a:cubicBezTo>
                  <a:cubicBezTo>
                    <a:pt x="6816" y="8630"/>
                    <a:pt x="8737" y="6655"/>
                    <a:pt x="8683" y="4275"/>
                  </a:cubicBezTo>
                  <a:cubicBezTo>
                    <a:pt x="8656" y="1884"/>
                    <a:pt x="6709" y="1"/>
                    <a:pt x="4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59"/>
            <p:cNvSpPr/>
            <p:nvPr/>
          </p:nvSpPr>
          <p:spPr>
            <a:xfrm>
              <a:off x="3403900" y="4678900"/>
              <a:ext cx="218450" cy="216450"/>
            </a:xfrm>
            <a:custGeom>
              <a:avLst/>
              <a:gdLst/>
              <a:ahLst/>
              <a:cxnLst/>
              <a:rect l="l" t="t" r="r" b="b"/>
              <a:pathLst>
                <a:path w="8738" h="8658" extrusionOk="0">
                  <a:moveTo>
                    <a:pt x="4352" y="1"/>
                  </a:moveTo>
                  <a:cubicBezTo>
                    <a:pt x="4335" y="1"/>
                    <a:pt x="4319" y="1"/>
                    <a:pt x="4302" y="1"/>
                  </a:cubicBezTo>
                  <a:cubicBezTo>
                    <a:pt x="1921" y="28"/>
                    <a:pt x="1" y="2003"/>
                    <a:pt x="28" y="4410"/>
                  </a:cubicBezTo>
                  <a:cubicBezTo>
                    <a:pt x="81" y="6758"/>
                    <a:pt x="1976" y="8658"/>
                    <a:pt x="4338" y="8658"/>
                  </a:cubicBezTo>
                  <a:cubicBezTo>
                    <a:pt x="4371" y="8658"/>
                    <a:pt x="4404" y="8657"/>
                    <a:pt x="4437" y="8657"/>
                  </a:cubicBezTo>
                  <a:cubicBezTo>
                    <a:pt x="6817" y="8630"/>
                    <a:pt x="8738" y="6682"/>
                    <a:pt x="8711" y="4275"/>
                  </a:cubicBezTo>
                  <a:cubicBezTo>
                    <a:pt x="8657" y="1911"/>
                    <a:pt x="6736" y="1"/>
                    <a:pt x="43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59"/>
            <p:cNvSpPr/>
            <p:nvPr/>
          </p:nvSpPr>
          <p:spPr>
            <a:xfrm>
              <a:off x="3515500" y="3748400"/>
              <a:ext cx="123100" cy="121775"/>
            </a:xfrm>
            <a:custGeom>
              <a:avLst/>
              <a:gdLst/>
              <a:ahLst/>
              <a:cxnLst/>
              <a:rect l="l" t="t" r="r" b="b"/>
              <a:pathLst>
                <a:path w="4924" h="4871" extrusionOk="0">
                  <a:moveTo>
                    <a:pt x="2457" y="1"/>
                  </a:moveTo>
                  <a:cubicBezTo>
                    <a:pt x="2441" y="1"/>
                    <a:pt x="2424" y="1"/>
                    <a:pt x="2407" y="1"/>
                  </a:cubicBezTo>
                  <a:cubicBezTo>
                    <a:pt x="1082" y="1"/>
                    <a:pt x="0" y="1110"/>
                    <a:pt x="0" y="2463"/>
                  </a:cubicBezTo>
                  <a:cubicBezTo>
                    <a:pt x="27" y="3799"/>
                    <a:pt x="1109" y="4871"/>
                    <a:pt x="2439" y="4871"/>
                  </a:cubicBezTo>
                  <a:cubicBezTo>
                    <a:pt x="2456" y="4871"/>
                    <a:pt x="2472" y="4870"/>
                    <a:pt x="2489" y="4870"/>
                  </a:cubicBezTo>
                  <a:cubicBezTo>
                    <a:pt x="3841" y="4870"/>
                    <a:pt x="4923" y="3761"/>
                    <a:pt x="4896" y="2409"/>
                  </a:cubicBezTo>
                  <a:cubicBezTo>
                    <a:pt x="4869" y="1073"/>
                    <a:pt x="3787" y="1"/>
                    <a:pt x="24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59"/>
            <p:cNvSpPr/>
            <p:nvPr/>
          </p:nvSpPr>
          <p:spPr>
            <a:xfrm>
              <a:off x="4107875" y="4831725"/>
              <a:ext cx="123100" cy="122425"/>
            </a:xfrm>
            <a:custGeom>
              <a:avLst/>
              <a:gdLst/>
              <a:ahLst/>
              <a:cxnLst/>
              <a:rect l="l" t="t" r="r" b="b"/>
              <a:pathLst>
                <a:path w="4924" h="4897" extrusionOk="0">
                  <a:moveTo>
                    <a:pt x="2457" y="1"/>
                  </a:moveTo>
                  <a:cubicBezTo>
                    <a:pt x="2441" y="1"/>
                    <a:pt x="2424" y="1"/>
                    <a:pt x="2408" y="1"/>
                  </a:cubicBezTo>
                  <a:cubicBezTo>
                    <a:pt x="1055" y="28"/>
                    <a:pt x="0" y="1137"/>
                    <a:pt x="0" y="2490"/>
                  </a:cubicBezTo>
                  <a:cubicBezTo>
                    <a:pt x="27" y="3815"/>
                    <a:pt x="1136" y="4897"/>
                    <a:pt x="2489" y="4897"/>
                  </a:cubicBezTo>
                  <a:cubicBezTo>
                    <a:pt x="3841" y="4870"/>
                    <a:pt x="4923" y="3761"/>
                    <a:pt x="4896" y="2408"/>
                  </a:cubicBezTo>
                  <a:cubicBezTo>
                    <a:pt x="4869" y="1073"/>
                    <a:pt x="3787" y="1"/>
                    <a:pt x="24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59"/>
            <p:cNvSpPr/>
            <p:nvPr/>
          </p:nvSpPr>
          <p:spPr>
            <a:xfrm>
              <a:off x="4304650" y="4434125"/>
              <a:ext cx="123775" cy="122425"/>
            </a:xfrm>
            <a:custGeom>
              <a:avLst/>
              <a:gdLst/>
              <a:ahLst/>
              <a:cxnLst/>
              <a:rect l="l" t="t" r="r" b="b"/>
              <a:pathLst>
                <a:path w="4951" h="4897" extrusionOk="0">
                  <a:moveTo>
                    <a:pt x="2435" y="0"/>
                  </a:moveTo>
                  <a:cubicBezTo>
                    <a:pt x="1082" y="27"/>
                    <a:pt x="0" y="1136"/>
                    <a:pt x="28" y="2489"/>
                  </a:cubicBezTo>
                  <a:cubicBezTo>
                    <a:pt x="54" y="3825"/>
                    <a:pt x="1137" y="4897"/>
                    <a:pt x="2466" y="4897"/>
                  </a:cubicBezTo>
                  <a:cubicBezTo>
                    <a:pt x="2483" y="4897"/>
                    <a:pt x="2499" y="4896"/>
                    <a:pt x="2516" y="4896"/>
                  </a:cubicBezTo>
                  <a:cubicBezTo>
                    <a:pt x="3869" y="4896"/>
                    <a:pt x="4950" y="3787"/>
                    <a:pt x="4923" y="2435"/>
                  </a:cubicBezTo>
                  <a:cubicBezTo>
                    <a:pt x="4896" y="1082"/>
                    <a:pt x="3787" y="0"/>
                    <a:pt x="24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3"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5" name="Google Shape;2075;p60"/>
          <p:cNvGrpSpPr/>
          <p:nvPr/>
        </p:nvGrpSpPr>
        <p:grpSpPr>
          <a:xfrm rot="-5121615">
            <a:off x="7566119" y="3523597"/>
            <a:ext cx="1466340" cy="1381086"/>
            <a:chOff x="1404300" y="937325"/>
            <a:chExt cx="1767700" cy="1664925"/>
          </a:xfrm>
        </p:grpSpPr>
        <p:sp>
          <p:nvSpPr>
            <p:cNvPr id="2076" name="Google Shape;2076;p60"/>
            <p:cNvSpPr/>
            <p:nvPr/>
          </p:nvSpPr>
          <p:spPr>
            <a:xfrm>
              <a:off x="2450775" y="1537550"/>
              <a:ext cx="233975" cy="535475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60"/>
            <p:cNvSpPr/>
            <p:nvPr/>
          </p:nvSpPr>
          <p:spPr>
            <a:xfrm>
              <a:off x="2450150" y="1109250"/>
              <a:ext cx="198025" cy="454125"/>
            </a:xfrm>
            <a:custGeom>
              <a:avLst/>
              <a:gdLst/>
              <a:ahLst/>
              <a:cxnLst/>
              <a:rect l="l" t="t" r="r" b="b"/>
              <a:pathLst>
                <a:path w="7921" h="18165" extrusionOk="0">
                  <a:moveTo>
                    <a:pt x="7266" y="1"/>
                  </a:moveTo>
                  <a:cubicBezTo>
                    <a:pt x="7044" y="1"/>
                    <a:pt x="6817" y="113"/>
                    <a:pt x="6720" y="373"/>
                  </a:cubicBezTo>
                  <a:lnTo>
                    <a:pt x="147" y="17522"/>
                  </a:lnTo>
                  <a:cubicBezTo>
                    <a:pt x="1" y="17912"/>
                    <a:pt x="322" y="18165"/>
                    <a:pt x="655" y="18165"/>
                  </a:cubicBezTo>
                  <a:cubicBezTo>
                    <a:pt x="877" y="18165"/>
                    <a:pt x="1104" y="18052"/>
                    <a:pt x="1202" y="17793"/>
                  </a:cubicBezTo>
                  <a:lnTo>
                    <a:pt x="7775" y="644"/>
                  </a:lnTo>
                  <a:cubicBezTo>
                    <a:pt x="7921" y="254"/>
                    <a:pt x="7599" y="1"/>
                    <a:pt x="72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60"/>
            <p:cNvSpPr/>
            <p:nvPr/>
          </p:nvSpPr>
          <p:spPr>
            <a:xfrm>
              <a:off x="1936875" y="1271900"/>
              <a:ext cx="550725" cy="299850"/>
            </a:xfrm>
            <a:custGeom>
              <a:avLst/>
              <a:gdLst/>
              <a:ahLst/>
              <a:cxnLst/>
              <a:rect l="l" t="t" r="r" b="b"/>
              <a:pathLst>
                <a:path w="22029" h="11994" extrusionOk="0">
                  <a:moveTo>
                    <a:pt x="761" y="1"/>
                  </a:moveTo>
                  <a:cubicBezTo>
                    <a:pt x="300" y="1"/>
                    <a:pt x="0" y="718"/>
                    <a:pt x="499" y="1035"/>
                  </a:cubicBezTo>
                  <a:cubicBezTo>
                    <a:pt x="6910" y="5201"/>
                    <a:pt x="14051" y="8609"/>
                    <a:pt x="20948" y="11936"/>
                  </a:cubicBezTo>
                  <a:cubicBezTo>
                    <a:pt x="21035" y="11975"/>
                    <a:pt x="21119" y="11993"/>
                    <a:pt x="21198" y="11993"/>
                  </a:cubicBezTo>
                  <a:cubicBezTo>
                    <a:pt x="21714" y="11993"/>
                    <a:pt x="22029" y="11247"/>
                    <a:pt x="21489" y="10989"/>
                  </a:cubicBezTo>
                  <a:cubicBezTo>
                    <a:pt x="14592" y="7662"/>
                    <a:pt x="7478" y="4254"/>
                    <a:pt x="1040" y="88"/>
                  </a:cubicBezTo>
                  <a:cubicBezTo>
                    <a:pt x="944" y="27"/>
                    <a:pt x="849" y="1"/>
                    <a:pt x="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60"/>
            <p:cNvSpPr/>
            <p:nvPr/>
          </p:nvSpPr>
          <p:spPr>
            <a:xfrm>
              <a:off x="1880700" y="1297000"/>
              <a:ext cx="89625" cy="682925"/>
            </a:xfrm>
            <a:custGeom>
              <a:avLst/>
              <a:gdLst/>
              <a:ahLst/>
              <a:cxnLst/>
              <a:rect l="l" t="t" r="r" b="b"/>
              <a:pathLst>
                <a:path w="3585" h="27317" extrusionOk="0">
                  <a:moveTo>
                    <a:pt x="3065" y="1"/>
                  </a:moveTo>
                  <a:cubicBezTo>
                    <a:pt x="2792" y="1"/>
                    <a:pt x="2503" y="177"/>
                    <a:pt x="2476" y="518"/>
                  </a:cubicBezTo>
                  <a:cubicBezTo>
                    <a:pt x="1799" y="9309"/>
                    <a:pt x="1069" y="18073"/>
                    <a:pt x="41" y="26810"/>
                  </a:cubicBezTo>
                  <a:cubicBezTo>
                    <a:pt x="1" y="27148"/>
                    <a:pt x="258" y="27317"/>
                    <a:pt x="535" y="27317"/>
                  </a:cubicBezTo>
                  <a:cubicBezTo>
                    <a:pt x="812" y="27317"/>
                    <a:pt x="1110" y="27148"/>
                    <a:pt x="1150" y="26810"/>
                  </a:cubicBezTo>
                  <a:cubicBezTo>
                    <a:pt x="2151" y="18073"/>
                    <a:pt x="2881" y="9282"/>
                    <a:pt x="3558" y="518"/>
                  </a:cubicBezTo>
                  <a:cubicBezTo>
                    <a:pt x="3584" y="170"/>
                    <a:pt x="3333" y="1"/>
                    <a:pt x="30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60"/>
            <p:cNvSpPr/>
            <p:nvPr/>
          </p:nvSpPr>
          <p:spPr>
            <a:xfrm>
              <a:off x="1877975" y="1536400"/>
              <a:ext cx="607800" cy="445550"/>
            </a:xfrm>
            <a:custGeom>
              <a:avLst/>
              <a:gdLst/>
              <a:ahLst/>
              <a:cxnLst/>
              <a:rect l="l" t="t" r="r" b="b"/>
              <a:pathLst>
                <a:path w="24312" h="17822" extrusionOk="0">
                  <a:moveTo>
                    <a:pt x="23591" y="1"/>
                  </a:moveTo>
                  <a:cubicBezTo>
                    <a:pt x="23499" y="1"/>
                    <a:pt x="23401" y="34"/>
                    <a:pt x="23304" y="112"/>
                  </a:cubicBezTo>
                  <a:cubicBezTo>
                    <a:pt x="15866" y="5900"/>
                    <a:pt x="7832" y="10931"/>
                    <a:pt x="448" y="16774"/>
                  </a:cubicBezTo>
                  <a:cubicBezTo>
                    <a:pt x="1" y="17132"/>
                    <a:pt x="293" y="17822"/>
                    <a:pt x="713" y="17822"/>
                  </a:cubicBezTo>
                  <a:cubicBezTo>
                    <a:pt x="801" y="17822"/>
                    <a:pt x="895" y="17791"/>
                    <a:pt x="989" y="17721"/>
                  </a:cubicBezTo>
                  <a:lnTo>
                    <a:pt x="989" y="17694"/>
                  </a:lnTo>
                  <a:cubicBezTo>
                    <a:pt x="8400" y="11851"/>
                    <a:pt x="16407" y="6820"/>
                    <a:pt x="23845" y="1031"/>
                  </a:cubicBezTo>
                  <a:cubicBezTo>
                    <a:pt x="24312" y="698"/>
                    <a:pt x="24012" y="1"/>
                    <a:pt x="235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60"/>
            <p:cNvSpPr/>
            <p:nvPr/>
          </p:nvSpPr>
          <p:spPr>
            <a:xfrm>
              <a:off x="1876275" y="1954275"/>
              <a:ext cx="808150" cy="119850"/>
            </a:xfrm>
            <a:custGeom>
              <a:avLst/>
              <a:gdLst/>
              <a:ahLst/>
              <a:cxnLst/>
              <a:rect l="l" t="t" r="r" b="b"/>
              <a:pathLst>
                <a:path w="32326" h="4794" extrusionOk="0">
                  <a:moveTo>
                    <a:pt x="873" y="0"/>
                  </a:moveTo>
                  <a:cubicBezTo>
                    <a:pt x="251" y="0"/>
                    <a:pt x="0" y="956"/>
                    <a:pt x="651" y="1060"/>
                  </a:cubicBezTo>
                  <a:cubicBezTo>
                    <a:pt x="6548" y="1817"/>
                    <a:pt x="12444" y="2683"/>
                    <a:pt x="18368" y="3467"/>
                  </a:cubicBezTo>
                  <a:cubicBezTo>
                    <a:pt x="22676" y="4026"/>
                    <a:pt x="27089" y="4793"/>
                    <a:pt x="31452" y="4793"/>
                  </a:cubicBezTo>
                  <a:cubicBezTo>
                    <a:pt x="31527" y="4793"/>
                    <a:pt x="31602" y="4793"/>
                    <a:pt x="31676" y="4793"/>
                  </a:cubicBezTo>
                  <a:cubicBezTo>
                    <a:pt x="32326" y="4738"/>
                    <a:pt x="32326" y="3738"/>
                    <a:pt x="31676" y="3684"/>
                  </a:cubicBezTo>
                  <a:cubicBezTo>
                    <a:pt x="31600" y="3684"/>
                    <a:pt x="31524" y="3684"/>
                    <a:pt x="31448" y="3684"/>
                  </a:cubicBezTo>
                  <a:cubicBezTo>
                    <a:pt x="27005" y="3684"/>
                    <a:pt x="22513" y="2916"/>
                    <a:pt x="18152" y="2331"/>
                  </a:cubicBezTo>
                  <a:cubicBezTo>
                    <a:pt x="12390" y="1601"/>
                    <a:pt x="6683" y="762"/>
                    <a:pt x="949" y="5"/>
                  </a:cubicBezTo>
                  <a:cubicBezTo>
                    <a:pt x="923" y="2"/>
                    <a:pt x="898" y="0"/>
                    <a:pt x="8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60"/>
            <p:cNvSpPr/>
            <p:nvPr/>
          </p:nvSpPr>
          <p:spPr>
            <a:xfrm>
              <a:off x="1561650" y="1954025"/>
              <a:ext cx="351875" cy="569450"/>
            </a:xfrm>
            <a:custGeom>
              <a:avLst/>
              <a:gdLst/>
              <a:ahLst/>
              <a:cxnLst/>
              <a:rect l="l" t="t" r="r" b="b"/>
              <a:pathLst>
                <a:path w="14075" h="22778" extrusionOk="0">
                  <a:moveTo>
                    <a:pt x="13321" y="0"/>
                  </a:moveTo>
                  <a:cubicBezTo>
                    <a:pt x="13156" y="0"/>
                    <a:pt x="12992" y="76"/>
                    <a:pt x="12884" y="258"/>
                  </a:cubicBezTo>
                  <a:lnTo>
                    <a:pt x="225" y="21979"/>
                  </a:lnTo>
                  <a:cubicBezTo>
                    <a:pt x="0" y="22391"/>
                    <a:pt x="373" y="22778"/>
                    <a:pt x="741" y="22778"/>
                  </a:cubicBezTo>
                  <a:cubicBezTo>
                    <a:pt x="903" y="22778"/>
                    <a:pt x="1064" y="22702"/>
                    <a:pt x="1172" y="22520"/>
                  </a:cubicBezTo>
                  <a:lnTo>
                    <a:pt x="13831" y="799"/>
                  </a:lnTo>
                  <a:cubicBezTo>
                    <a:pt x="14075" y="387"/>
                    <a:pt x="13695" y="0"/>
                    <a:pt x="133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60"/>
            <p:cNvSpPr/>
            <p:nvPr/>
          </p:nvSpPr>
          <p:spPr>
            <a:xfrm>
              <a:off x="1564275" y="1039275"/>
              <a:ext cx="408375" cy="260700"/>
            </a:xfrm>
            <a:custGeom>
              <a:avLst/>
              <a:gdLst/>
              <a:ahLst/>
              <a:cxnLst/>
              <a:rect l="l" t="t" r="r" b="b"/>
              <a:pathLst>
                <a:path w="16335" h="10428" extrusionOk="0">
                  <a:moveTo>
                    <a:pt x="761" y="1"/>
                  </a:moveTo>
                  <a:cubicBezTo>
                    <a:pt x="300" y="1"/>
                    <a:pt x="0" y="718"/>
                    <a:pt x="499" y="1035"/>
                  </a:cubicBezTo>
                  <a:lnTo>
                    <a:pt x="15295" y="10340"/>
                  </a:lnTo>
                  <a:cubicBezTo>
                    <a:pt x="15391" y="10401"/>
                    <a:pt x="15486" y="10428"/>
                    <a:pt x="15574" y="10428"/>
                  </a:cubicBezTo>
                  <a:cubicBezTo>
                    <a:pt x="16035" y="10428"/>
                    <a:pt x="16335" y="9711"/>
                    <a:pt x="15836" y="9393"/>
                  </a:cubicBezTo>
                  <a:lnTo>
                    <a:pt x="1040" y="88"/>
                  </a:lnTo>
                  <a:cubicBezTo>
                    <a:pt x="944" y="27"/>
                    <a:pt x="849" y="1"/>
                    <a:pt x="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60"/>
            <p:cNvSpPr/>
            <p:nvPr/>
          </p:nvSpPr>
          <p:spPr>
            <a:xfrm>
              <a:off x="2449975" y="1511450"/>
              <a:ext cx="623075" cy="52775"/>
            </a:xfrm>
            <a:custGeom>
              <a:avLst/>
              <a:gdLst/>
              <a:ahLst/>
              <a:cxnLst/>
              <a:rect l="l" t="t" r="r" b="b"/>
              <a:pathLst>
                <a:path w="24923" h="2111" extrusionOk="0">
                  <a:moveTo>
                    <a:pt x="24252" y="0"/>
                  </a:moveTo>
                  <a:cubicBezTo>
                    <a:pt x="24244" y="0"/>
                    <a:pt x="24236" y="0"/>
                    <a:pt x="24228" y="1"/>
                  </a:cubicBezTo>
                  <a:lnTo>
                    <a:pt x="695" y="1028"/>
                  </a:lnTo>
                  <a:cubicBezTo>
                    <a:pt x="0" y="1055"/>
                    <a:pt x="18" y="2111"/>
                    <a:pt x="670" y="2111"/>
                  </a:cubicBezTo>
                  <a:cubicBezTo>
                    <a:pt x="678" y="2111"/>
                    <a:pt x="687" y="2111"/>
                    <a:pt x="695" y="2110"/>
                  </a:cubicBezTo>
                  <a:lnTo>
                    <a:pt x="24228" y="1083"/>
                  </a:lnTo>
                  <a:cubicBezTo>
                    <a:pt x="24922" y="1056"/>
                    <a:pt x="24904" y="0"/>
                    <a:pt x="24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60"/>
            <p:cNvSpPr/>
            <p:nvPr/>
          </p:nvSpPr>
          <p:spPr>
            <a:xfrm>
              <a:off x="1450475" y="1742400"/>
              <a:ext cx="465575" cy="238700"/>
            </a:xfrm>
            <a:custGeom>
              <a:avLst/>
              <a:gdLst/>
              <a:ahLst/>
              <a:cxnLst/>
              <a:rect l="l" t="t" r="r" b="b"/>
              <a:pathLst>
                <a:path w="18623" h="9548" extrusionOk="0">
                  <a:moveTo>
                    <a:pt x="816" y="1"/>
                  </a:moveTo>
                  <a:cubicBezTo>
                    <a:pt x="322" y="1"/>
                    <a:pt x="1" y="736"/>
                    <a:pt x="534" y="1014"/>
                  </a:cubicBezTo>
                  <a:cubicBezTo>
                    <a:pt x="6106" y="4071"/>
                    <a:pt x="11976" y="6451"/>
                    <a:pt x="17548" y="9481"/>
                  </a:cubicBezTo>
                  <a:cubicBezTo>
                    <a:pt x="17637" y="9527"/>
                    <a:pt x="17724" y="9547"/>
                    <a:pt x="17806" y="9547"/>
                  </a:cubicBezTo>
                  <a:cubicBezTo>
                    <a:pt x="18301" y="9547"/>
                    <a:pt x="18622" y="8812"/>
                    <a:pt x="18089" y="8534"/>
                  </a:cubicBezTo>
                  <a:cubicBezTo>
                    <a:pt x="12517" y="5477"/>
                    <a:pt x="6647" y="3097"/>
                    <a:pt x="1075" y="68"/>
                  </a:cubicBezTo>
                  <a:cubicBezTo>
                    <a:pt x="986" y="21"/>
                    <a:pt x="899" y="1"/>
                    <a:pt x="8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60"/>
            <p:cNvSpPr/>
            <p:nvPr/>
          </p:nvSpPr>
          <p:spPr>
            <a:xfrm>
              <a:off x="1874275" y="1217950"/>
              <a:ext cx="185325" cy="183975"/>
            </a:xfrm>
            <a:custGeom>
              <a:avLst/>
              <a:gdLst/>
              <a:ahLst/>
              <a:cxnLst/>
              <a:rect l="l" t="t" r="r" b="b"/>
              <a:pathLst>
                <a:path w="7413" h="7359" extrusionOk="0">
                  <a:moveTo>
                    <a:pt x="3703" y="1"/>
                  </a:moveTo>
                  <a:cubicBezTo>
                    <a:pt x="3686" y="1"/>
                    <a:pt x="3669" y="1"/>
                    <a:pt x="3652" y="1"/>
                  </a:cubicBezTo>
                  <a:cubicBezTo>
                    <a:pt x="1624" y="28"/>
                    <a:pt x="1" y="1678"/>
                    <a:pt x="28" y="3734"/>
                  </a:cubicBezTo>
                  <a:cubicBezTo>
                    <a:pt x="55" y="5746"/>
                    <a:pt x="1704" y="7359"/>
                    <a:pt x="3711" y="7359"/>
                  </a:cubicBezTo>
                  <a:cubicBezTo>
                    <a:pt x="3727" y="7359"/>
                    <a:pt x="3744" y="7359"/>
                    <a:pt x="3761" y="7359"/>
                  </a:cubicBezTo>
                  <a:cubicBezTo>
                    <a:pt x="5789" y="7332"/>
                    <a:pt x="7412" y="5655"/>
                    <a:pt x="7385" y="3626"/>
                  </a:cubicBezTo>
                  <a:cubicBezTo>
                    <a:pt x="7358" y="1614"/>
                    <a:pt x="5735" y="1"/>
                    <a:pt x="3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60"/>
            <p:cNvSpPr/>
            <p:nvPr/>
          </p:nvSpPr>
          <p:spPr>
            <a:xfrm>
              <a:off x="1486800" y="2418275"/>
              <a:ext cx="185325" cy="183975"/>
            </a:xfrm>
            <a:custGeom>
              <a:avLst/>
              <a:gdLst/>
              <a:ahLst/>
              <a:cxnLst/>
              <a:rect l="l" t="t" r="r" b="b"/>
              <a:pathLst>
                <a:path w="7413" h="7359" extrusionOk="0">
                  <a:moveTo>
                    <a:pt x="3702" y="0"/>
                  </a:moveTo>
                  <a:cubicBezTo>
                    <a:pt x="3686" y="0"/>
                    <a:pt x="3669" y="0"/>
                    <a:pt x="3652" y="1"/>
                  </a:cubicBezTo>
                  <a:cubicBezTo>
                    <a:pt x="1623" y="28"/>
                    <a:pt x="1" y="1678"/>
                    <a:pt x="28" y="3733"/>
                  </a:cubicBezTo>
                  <a:cubicBezTo>
                    <a:pt x="54" y="5745"/>
                    <a:pt x="1704" y="7358"/>
                    <a:pt x="3710" y="7358"/>
                  </a:cubicBezTo>
                  <a:cubicBezTo>
                    <a:pt x="3727" y="7358"/>
                    <a:pt x="3744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60"/>
            <p:cNvSpPr/>
            <p:nvPr/>
          </p:nvSpPr>
          <p:spPr>
            <a:xfrm>
              <a:off x="2374700" y="1458700"/>
              <a:ext cx="185300" cy="183975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60"/>
            <p:cNvSpPr/>
            <p:nvPr/>
          </p:nvSpPr>
          <p:spPr>
            <a:xfrm>
              <a:off x="2551175" y="1944225"/>
              <a:ext cx="233325" cy="232000"/>
            </a:xfrm>
            <a:custGeom>
              <a:avLst/>
              <a:gdLst/>
              <a:ahLst/>
              <a:cxnLst/>
              <a:rect l="l" t="t" r="r" b="b"/>
              <a:pathLst>
                <a:path w="9333" h="9280" extrusionOk="0">
                  <a:moveTo>
                    <a:pt x="4649" y="1"/>
                  </a:moveTo>
                  <a:cubicBezTo>
                    <a:pt x="4633" y="1"/>
                    <a:pt x="4616" y="1"/>
                    <a:pt x="4599" y="1"/>
                  </a:cubicBezTo>
                  <a:cubicBezTo>
                    <a:pt x="2030" y="28"/>
                    <a:pt x="1" y="2138"/>
                    <a:pt x="28" y="4708"/>
                  </a:cubicBezTo>
                  <a:cubicBezTo>
                    <a:pt x="55" y="7260"/>
                    <a:pt x="2137" y="9279"/>
                    <a:pt x="4684" y="9279"/>
                  </a:cubicBezTo>
                  <a:cubicBezTo>
                    <a:pt x="4701" y="9279"/>
                    <a:pt x="4718" y="9279"/>
                    <a:pt x="4735" y="9279"/>
                  </a:cubicBezTo>
                  <a:cubicBezTo>
                    <a:pt x="7304" y="9252"/>
                    <a:pt x="9333" y="7142"/>
                    <a:pt x="9306" y="4572"/>
                  </a:cubicBezTo>
                  <a:cubicBezTo>
                    <a:pt x="9279" y="2046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60"/>
            <p:cNvSpPr/>
            <p:nvPr/>
          </p:nvSpPr>
          <p:spPr>
            <a:xfrm>
              <a:off x="2938675" y="1409325"/>
              <a:ext cx="233325" cy="232025"/>
            </a:xfrm>
            <a:custGeom>
              <a:avLst/>
              <a:gdLst/>
              <a:ahLst/>
              <a:cxnLst/>
              <a:rect l="l" t="t" r="r" b="b"/>
              <a:pathLst>
                <a:path w="9333" h="9281" extrusionOk="0">
                  <a:moveTo>
                    <a:pt x="4649" y="1"/>
                  </a:moveTo>
                  <a:cubicBezTo>
                    <a:pt x="4632" y="1"/>
                    <a:pt x="4615" y="1"/>
                    <a:pt x="4598" y="1"/>
                  </a:cubicBezTo>
                  <a:cubicBezTo>
                    <a:pt x="2029" y="55"/>
                    <a:pt x="0" y="2165"/>
                    <a:pt x="27" y="4708"/>
                  </a:cubicBezTo>
                  <a:cubicBezTo>
                    <a:pt x="54" y="7244"/>
                    <a:pt x="2110" y="9280"/>
                    <a:pt x="4635" y="9280"/>
                  </a:cubicBezTo>
                  <a:cubicBezTo>
                    <a:pt x="4668" y="9280"/>
                    <a:pt x="4701" y="9280"/>
                    <a:pt x="4734" y="9279"/>
                  </a:cubicBezTo>
                  <a:cubicBezTo>
                    <a:pt x="7303" y="9252"/>
                    <a:pt x="9332" y="7142"/>
                    <a:pt x="9305" y="4600"/>
                  </a:cubicBezTo>
                  <a:cubicBezTo>
                    <a:pt x="9278" y="2047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60"/>
            <p:cNvSpPr/>
            <p:nvPr/>
          </p:nvSpPr>
          <p:spPr>
            <a:xfrm>
              <a:off x="1466525" y="937325"/>
              <a:ext cx="234000" cy="231975"/>
            </a:xfrm>
            <a:custGeom>
              <a:avLst/>
              <a:gdLst/>
              <a:ahLst/>
              <a:cxnLst/>
              <a:rect l="l" t="t" r="r" b="b"/>
              <a:pathLst>
                <a:path w="9360" h="9279" extrusionOk="0">
                  <a:moveTo>
                    <a:pt x="4675" y="1"/>
                  </a:moveTo>
                  <a:cubicBezTo>
                    <a:pt x="4659" y="1"/>
                    <a:pt x="4642" y="1"/>
                    <a:pt x="4625" y="1"/>
                  </a:cubicBezTo>
                  <a:cubicBezTo>
                    <a:pt x="2056" y="28"/>
                    <a:pt x="0" y="2138"/>
                    <a:pt x="54" y="4707"/>
                  </a:cubicBezTo>
                  <a:cubicBezTo>
                    <a:pt x="81" y="7260"/>
                    <a:pt x="2163" y="9279"/>
                    <a:pt x="4683" y="9279"/>
                  </a:cubicBezTo>
                  <a:cubicBezTo>
                    <a:pt x="4700" y="9279"/>
                    <a:pt x="4717" y="9279"/>
                    <a:pt x="4734" y="9279"/>
                  </a:cubicBezTo>
                  <a:cubicBezTo>
                    <a:pt x="7303" y="9252"/>
                    <a:pt x="9359" y="7142"/>
                    <a:pt x="9332" y="4572"/>
                  </a:cubicBezTo>
                  <a:cubicBezTo>
                    <a:pt x="9278" y="2046"/>
                    <a:pt x="7195" y="1"/>
                    <a:pt x="4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60"/>
            <p:cNvSpPr/>
            <p:nvPr/>
          </p:nvSpPr>
          <p:spPr>
            <a:xfrm>
              <a:off x="2565375" y="10563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60"/>
            <p:cNvSpPr/>
            <p:nvPr/>
          </p:nvSpPr>
          <p:spPr>
            <a:xfrm>
              <a:off x="1404300" y="16906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73" y="0"/>
                  </a:moveTo>
                  <a:cubicBezTo>
                    <a:pt x="2657" y="0"/>
                    <a:pt x="2641" y="0"/>
                    <a:pt x="2624" y="1"/>
                  </a:cubicBezTo>
                  <a:cubicBezTo>
                    <a:pt x="1164" y="1"/>
                    <a:pt x="1" y="1191"/>
                    <a:pt x="28" y="2651"/>
                  </a:cubicBezTo>
                  <a:cubicBezTo>
                    <a:pt x="54" y="4069"/>
                    <a:pt x="1218" y="5222"/>
                    <a:pt x="2629" y="5222"/>
                  </a:cubicBezTo>
                  <a:cubicBezTo>
                    <a:pt x="2646" y="5222"/>
                    <a:pt x="2662" y="5221"/>
                    <a:pt x="2678" y="5221"/>
                  </a:cubicBezTo>
                  <a:cubicBezTo>
                    <a:pt x="4139" y="5194"/>
                    <a:pt x="5275" y="4031"/>
                    <a:pt x="5275" y="2570"/>
                  </a:cubicBezTo>
                  <a:cubicBezTo>
                    <a:pt x="5248" y="1153"/>
                    <a:pt x="4085" y="0"/>
                    <a:pt x="26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60"/>
            <p:cNvSpPr/>
            <p:nvPr/>
          </p:nvSpPr>
          <p:spPr>
            <a:xfrm>
              <a:off x="1829650" y="190230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73" y="1"/>
                  </a:moveTo>
                  <a:cubicBezTo>
                    <a:pt x="2657" y="1"/>
                    <a:pt x="2641" y="1"/>
                    <a:pt x="2624" y="1"/>
                  </a:cubicBezTo>
                  <a:cubicBezTo>
                    <a:pt x="1164" y="1"/>
                    <a:pt x="0" y="1191"/>
                    <a:pt x="28" y="2652"/>
                  </a:cubicBezTo>
                  <a:cubicBezTo>
                    <a:pt x="54" y="4069"/>
                    <a:pt x="1218" y="5222"/>
                    <a:pt x="2629" y="5222"/>
                  </a:cubicBezTo>
                  <a:cubicBezTo>
                    <a:pt x="2646" y="5222"/>
                    <a:pt x="2662" y="5222"/>
                    <a:pt x="2678" y="5222"/>
                  </a:cubicBezTo>
                  <a:cubicBezTo>
                    <a:pt x="4139" y="5194"/>
                    <a:pt x="5275" y="4004"/>
                    <a:pt x="5275" y="2571"/>
                  </a:cubicBezTo>
                  <a:cubicBezTo>
                    <a:pt x="5248" y="1153"/>
                    <a:pt x="4085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5" name="Google Shape;2095;p60"/>
          <p:cNvGrpSpPr/>
          <p:nvPr/>
        </p:nvGrpSpPr>
        <p:grpSpPr>
          <a:xfrm rot="5400000">
            <a:off x="431559" y="192912"/>
            <a:ext cx="1533332" cy="1625269"/>
            <a:chOff x="3403900" y="3304800"/>
            <a:chExt cx="1556050" cy="1649350"/>
          </a:xfrm>
        </p:grpSpPr>
        <p:sp>
          <p:nvSpPr>
            <p:cNvPr id="2096" name="Google Shape;2096;p60"/>
            <p:cNvSpPr/>
            <p:nvPr/>
          </p:nvSpPr>
          <p:spPr>
            <a:xfrm>
              <a:off x="3960075" y="3761850"/>
              <a:ext cx="510150" cy="213400"/>
            </a:xfrm>
            <a:custGeom>
              <a:avLst/>
              <a:gdLst/>
              <a:ahLst/>
              <a:cxnLst/>
              <a:rect l="l" t="t" r="r" b="b"/>
              <a:pathLst>
                <a:path w="20406" h="8536" extrusionOk="0">
                  <a:moveTo>
                    <a:pt x="19766" y="0"/>
                  </a:moveTo>
                  <a:cubicBezTo>
                    <a:pt x="19714" y="0"/>
                    <a:pt x="19658" y="10"/>
                    <a:pt x="19599" y="31"/>
                  </a:cubicBezTo>
                  <a:cubicBezTo>
                    <a:pt x="13161" y="2358"/>
                    <a:pt x="6967" y="5198"/>
                    <a:pt x="556" y="7524"/>
                  </a:cubicBezTo>
                  <a:cubicBezTo>
                    <a:pt x="1" y="7717"/>
                    <a:pt x="157" y="8536"/>
                    <a:pt x="640" y="8536"/>
                  </a:cubicBezTo>
                  <a:cubicBezTo>
                    <a:pt x="698" y="8536"/>
                    <a:pt x="760" y="8524"/>
                    <a:pt x="827" y="8498"/>
                  </a:cubicBezTo>
                  <a:cubicBezTo>
                    <a:pt x="7238" y="6171"/>
                    <a:pt x="13459" y="3358"/>
                    <a:pt x="19870" y="1005"/>
                  </a:cubicBezTo>
                  <a:cubicBezTo>
                    <a:pt x="20406" y="810"/>
                    <a:pt x="20239" y="0"/>
                    <a:pt x="197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60"/>
            <p:cNvSpPr/>
            <p:nvPr/>
          </p:nvSpPr>
          <p:spPr>
            <a:xfrm>
              <a:off x="3559675" y="3796150"/>
              <a:ext cx="433700" cy="179100"/>
            </a:xfrm>
            <a:custGeom>
              <a:avLst/>
              <a:gdLst/>
              <a:ahLst/>
              <a:cxnLst/>
              <a:rect l="l" t="t" r="r" b="b"/>
              <a:pathLst>
                <a:path w="17348" h="7164" extrusionOk="0">
                  <a:moveTo>
                    <a:pt x="616" y="1"/>
                  </a:moveTo>
                  <a:cubicBezTo>
                    <a:pt x="138" y="1"/>
                    <a:pt x="1" y="819"/>
                    <a:pt x="532" y="1013"/>
                  </a:cubicBezTo>
                  <a:lnTo>
                    <a:pt x="16545" y="7126"/>
                  </a:lnTo>
                  <a:cubicBezTo>
                    <a:pt x="16612" y="7152"/>
                    <a:pt x="16674" y="7164"/>
                    <a:pt x="16732" y="7164"/>
                  </a:cubicBezTo>
                  <a:cubicBezTo>
                    <a:pt x="17210" y="7164"/>
                    <a:pt x="17347" y="6345"/>
                    <a:pt x="16816" y="6152"/>
                  </a:cubicBezTo>
                  <a:lnTo>
                    <a:pt x="803" y="39"/>
                  </a:lnTo>
                  <a:cubicBezTo>
                    <a:pt x="736" y="13"/>
                    <a:pt x="674" y="1"/>
                    <a:pt x="6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60"/>
            <p:cNvSpPr/>
            <p:nvPr/>
          </p:nvSpPr>
          <p:spPr>
            <a:xfrm>
              <a:off x="3713075" y="3949425"/>
              <a:ext cx="287200" cy="502625"/>
            </a:xfrm>
            <a:custGeom>
              <a:avLst/>
              <a:gdLst/>
              <a:ahLst/>
              <a:cxnLst/>
              <a:rect l="l" t="t" r="r" b="b"/>
              <a:pathLst>
                <a:path w="11488" h="20105" extrusionOk="0">
                  <a:moveTo>
                    <a:pt x="10805" y="0"/>
                  </a:moveTo>
                  <a:cubicBezTo>
                    <a:pt x="10652" y="0"/>
                    <a:pt x="10503" y="78"/>
                    <a:pt x="10409" y="264"/>
                  </a:cubicBezTo>
                  <a:cubicBezTo>
                    <a:pt x="7326" y="6702"/>
                    <a:pt x="4134" y="13356"/>
                    <a:pt x="266" y="19361"/>
                  </a:cubicBezTo>
                  <a:cubicBezTo>
                    <a:pt x="1" y="19740"/>
                    <a:pt x="358" y="20105"/>
                    <a:pt x="717" y="20105"/>
                  </a:cubicBezTo>
                  <a:cubicBezTo>
                    <a:pt x="871" y="20105"/>
                    <a:pt x="1026" y="20038"/>
                    <a:pt x="1132" y="19875"/>
                  </a:cubicBezTo>
                  <a:cubicBezTo>
                    <a:pt x="5027" y="13870"/>
                    <a:pt x="8191" y="7216"/>
                    <a:pt x="11302" y="778"/>
                  </a:cubicBezTo>
                  <a:cubicBezTo>
                    <a:pt x="11488" y="370"/>
                    <a:pt x="11138" y="0"/>
                    <a:pt x="10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60"/>
            <p:cNvSpPr/>
            <p:nvPr/>
          </p:nvSpPr>
          <p:spPr>
            <a:xfrm>
              <a:off x="3735975" y="4426625"/>
              <a:ext cx="646450" cy="82025"/>
            </a:xfrm>
            <a:custGeom>
              <a:avLst/>
              <a:gdLst/>
              <a:ahLst/>
              <a:cxnLst/>
              <a:rect l="l" t="t" r="r" b="b"/>
              <a:pathLst>
                <a:path w="25858" h="3281" extrusionOk="0">
                  <a:moveTo>
                    <a:pt x="625" y="1"/>
                  </a:moveTo>
                  <a:cubicBezTo>
                    <a:pt x="1" y="1"/>
                    <a:pt x="43" y="978"/>
                    <a:pt x="675" y="1030"/>
                  </a:cubicBezTo>
                  <a:cubicBezTo>
                    <a:pt x="8871" y="1626"/>
                    <a:pt x="17067" y="2329"/>
                    <a:pt x="25209" y="3276"/>
                  </a:cubicBezTo>
                  <a:cubicBezTo>
                    <a:pt x="25234" y="3279"/>
                    <a:pt x="25257" y="3280"/>
                    <a:pt x="25280" y="3280"/>
                  </a:cubicBezTo>
                  <a:cubicBezTo>
                    <a:pt x="25857" y="3280"/>
                    <a:pt x="25834" y="2326"/>
                    <a:pt x="25209" y="2248"/>
                  </a:cubicBezTo>
                  <a:cubicBezTo>
                    <a:pt x="17067" y="1328"/>
                    <a:pt x="8871" y="625"/>
                    <a:pt x="675" y="3"/>
                  </a:cubicBezTo>
                  <a:cubicBezTo>
                    <a:pt x="658" y="1"/>
                    <a:pt x="641" y="1"/>
                    <a:pt x="6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60"/>
            <p:cNvSpPr/>
            <p:nvPr/>
          </p:nvSpPr>
          <p:spPr>
            <a:xfrm>
              <a:off x="3960700" y="3948925"/>
              <a:ext cx="422675" cy="560600"/>
            </a:xfrm>
            <a:custGeom>
              <a:avLst/>
              <a:gdLst/>
              <a:ahLst/>
              <a:cxnLst/>
              <a:rect l="l" t="t" r="r" b="b"/>
              <a:pathLst>
                <a:path w="16907" h="22424" extrusionOk="0">
                  <a:moveTo>
                    <a:pt x="693" y="1"/>
                  </a:moveTo>
                  <a:cubicBezTo>
                    <a:pt x="337" y="1"/>
                    <a:pt x="0" y="516"/>
                    <a:pt x="288" y="907"/>
                  </a:cubicBezTo>
                  <a:cubicBezTo>
                    <a:pt x="5698" y="7858"/>
                    <a:pt x="10404" y="15351"/>
                    <a:pt x="15868" y="22248"/>
                  </a:cubicBezTo>
                  <a:cubicBezTo>
                    <a:pt x="15966" y="22372"/>
                    <a:pt x="16082" y="22424"/>
                    <a:pt x="16197" y="22424"/>
                  </a:cubicBezTo>
                  <a:cubicBezTo>
                    <a:pt x="16560" y="22424"/>
                    <a:pt x="16907" y="21908"/>
                    <a:pt x="16599" y="21518"/>
                  </a:cubicBezTo>
                  <a:cubicBezTo>
                    <a:pt x="11135" y="14620"/>
                    <a:pt x="6428" y="7128"/>
                    <a:pt x="1018" y="176"/>
                  </a:cubicBezTo>
                  <a:cubicBezTo>
                    <a:pt x="921" y="53"/>
                    <a:pt x="806" y="1"/>
                    <a:pt x="6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60"/>
            <p:cNvSpPr/>
            <p:nvPr/>
          </p:nvSpPr>
          <p:spPr>
            <a:xfrm>
              <a:off x="4353000" y="3762125"/>
              <a:ext cx="113300" cy="745475"/>
            </a:xfrm>
            <a:custGeom>
              <a:avLst/>
              <a:gdLst/>
              <a:ahLst/>
              <a:cxnLst/>
              <a:rect l="l" t="t" r="r" b="b"/>
              <a:pathLst>
                <a:path w="4532" h="29819" extrusionOk="0">
                  <a:moveTo>
                    <a:pt x="4004" y="0"/>
                  </a:moveTo>
                  <a:cubicBezTo>
                    <a:pt x="3754" y="0"/>
                    <a:pt x="3503" y="169"/>
                    <a:pt x="3503" y="507"/>
                  </a:cubicBezTo>
                  <a:cubicBezTo>
                    <a:pt x="3530" y="4673"/>
                    <a:pt x="2773" y="8920"/>
                    <a:pt x="2259" y="13031"/>
                  </a:cubicBezTo>
                  <a:cubicBezTo>
                    <a:pt x="1529" y="18468"/>
                    <a:pt x="744" y="23905"/>
                    <a:pt x="41" y="29342"/>
                  </a:cubicBezTo>
                  <a:cubicBezTo>
                    <a:pt x="1" y="29663"/>
                    <a:pt x="226" y="29818"/>
                    <a:pt x="473" y="29818"/>
                  </a:cubicBezTo>
                  <a:cubicBezTo>
                    <a:pt x="725" y="29818"/>
                    <a:pt x="1001" y="29656"/>
                    <a:pt x="1042" y="29342"/>
                  </a:cubicBezTo>
                  <a:cubicBezTo>
                    <a:pt x="1772" y="23905"/>
                    <a:pt x="2557" y="18468"/>
                    <a:pt x="3260" y="13031"/>
                  </a:cubicBezTo>
                  <a:cubicBezTo>
                    <a:pt x="3801" y="8920"/>
                    <a:pt x="4531" y="4673"/>
                    <a:pt x="4504" y="507"/>
                  </a:cubicBezTo>
                  <a:cubicBezTo>
                    <a:pt x="4504" y="169"/>
                    <a:pt x="4254" y="0"/>
                    <a:pt x="40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60"/>
            <p:cNvSpPr/>
            <p:nvPr/>
          </p:nvSpPr>
          <p:spPr>
            <a:xfrm>
              <a:off x="4348800" y="4483000"/>
              <a:ext cx="542900" cy="320575"/>
            </a:xfrm>
            <a:custGeom>
              <a:avLst/>
              <a:gdLst/>
              <a:ahLst/>
              <a:cxnLst/>
              <a:rect l="l" t="t" r="r" b="b"/>
              <a:pathLst>
                <a:path w="21716" h="12823" extrusionOk="0">
                  <a:moveTo>
                    <a:pt x="709" y="1"/>
                  </a:moveTo>
                  <a:cubicBezTo>
                    <a:pt x="272" y="1"/>
                    <a:pt x="1" y="643"/>
                    <a:pt x="480" y="939"/>
                  </a:cubicBezTo>
                  <a:lnTo>
                    <a:pt x="20739" y="12760"/>
                  </a:lnTo>
                  <a:cubicBezTo>
                    <a:pt x="20823" y="12804"/>
                    <a:pt x="20904" y="12823"/>
                    <a:pt x="20981" y="12823"/>
                  </a:cubicBezTo>
                  <a:cubicBezTo>
                    <a:pt x="21428" y="12823"/>
                    <a:pt x="21715" y="12171"/>
                    <a:pt x="21253" y="11894"/>
                  </a:cubicBezTo>
                  <a:lnTo>
                    <a:pt x="966" y="74"/>
                  </a:lnTo>
                  <a:cubicBezTo>
                    <a:pt x="877" y="23"/>
                    <a:pt x="790" y="1"/>
                    <a:pt x="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60"/>
            <p:cNvSpPr/>
            <p:nvPr/>
          </p:nvSpPr>
          <p:spPr>
            <a:xfrm>
              <a:off x="3496325" y="4429725"/>
              <a:ext cx="250725" cy="370050"/>
            </a:xfrm>
            <a:custGeom>
              <a:avLst/>
              <a:gdLst/>
              <a:ahLst/>
              <a:cxnLst/>
              <a:rect l="l" t="t" r="r" b="b"/>
              <a:pathLst>
                <a:path w="10029" h="14802" extrusionOk="0">
                  <a:moveTo>
                    <a:pt x="9319" y="0"/>
                  </a:moveTo>
                  <a:cubicBezTo>
                    <a:pt x="9166" y="0"/>
                    <a:pt x="9015" y="68"/>
                    <a:pt x="8909" y="230"/>
                  </a:cubicBezTo>
                  <a:lnTo>
                    <a:pt x="226" y="14052"/>
                  </a:lnTo>
                  <a:cubicBezTo>
                    <a:pt x="1" y="14446"/>
                    <a:pt x="348" y="14801"/>
                    <a:pt x="700" y="14801"/>
                  </a:cubicBezTo>
                  <a:cubicBezTo>
                    <a:pt x="855" y="14801"/>
                    <a:pt x="1011" y="14732"/>
                    <a:pt x="1119" y="14566"/>
                  </a:cubicBezTo>
                  <a:lnTo>
                    <a:pt x="9802" y="744"/>
                  </a:lnTo>
                  <a:cubicBezTo>
                    <a:pt x="10029" y="366"/>
                    <a:pt x="9673" y="0"/>
                    <a:pt x="93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60"/>
            <p:cNvSpPr/>
            <p:nvPr/>
          </p:nvSpPr>
          <p:spPr>
            <a:xfrm>
              <a:off x="3940500" y="3400850"/>
              <a:ext cx="49400" cy="573450"/>
            </a:xfrm>
            <a:custGeom>
              <a:avLst/>
              <a:gdLst/>
              <a:ahLst/>
              <a:cxnLst/>
              <a:rect l="l" t="t" r="r" b="b"/>
              <a:pathLst>
                <a:path w="1976" h="22938" extrusionOk="0">
                  <a:moveTo>
                    <a:pt x="508" y="0"/>
                  </a:moveTo>
                  <a:cubicBezTo>
                    <a:pt x="251" y="0"/>
                    <a:pt x="0" y="162"/>
                    <a:pt x="14" y="487"/>
                  </a:cubicBezTo>
                  <a:lnTo>
                    <a:pt x="961" y="22451"/>
                  </a:lnTo>
                  <a:cubicBezTo>
                    <a:pt x="974" y="22775"/>
                    <a:pt x="1231" y="22938"/>
                    <a:pt x="1481" y="22938"/>
                  </a:cubicBezTo>
                  <a:cubicBezTo>
                    <a:pt x="1732" y="22938"/>
                    <a:pt x="1975" y="22775"/>
                    <a:pt x="1962" y="22451"/>
                  </a:cubicBezTo>
                  <a:lnTo>
                    <a:pt x="1042" y="487"/>
                  </a:lnTo>
                  <a:cubicBezTo>
                    <a:pt x="1028" y="162"/>
                    <a:pt x="765" y="0"/>
                    <a:pt x="5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60"/>
            <p:cNvSpPr/>
            <p:nvPr/>
          </p:nvSpPr>
          <p:spPr>
            <a:xfrm>
              <a:off x="4152750" y="4482950"/>
              <a:ext cx="230050" cy="422600"/>
            </a:xfrm>
            <a:custGeom>
              <a:avLst/>
              <a:gdLst/>
              <a:ahLst/>
              <a:cxnLst/>
              <a:rect l="l" t="t" r="r" b="b"/>
              <a:pathLst>
                <a:path w="9202" h="16904" extrusionOk="0">
                  <a:moveTo>
                    <a:pt x="8521" y="0"/>
                  </a:moveTo>
                  <a:cubicBezTo>
                    <a:pt x="8364" y="0"/>
                    <a:pt x="8208" y="77"/>
                    <a:pt x="8105" y="265"/>
                  </a:cubicBezTo>
                  <a:cubicBezTo>
                    <a:pt x="5292" y="5459"/>
                    <a:pt x="3047" y="10950"/>
                    <a:pt x="207" y="16143"/>
                  </a:cubicBezTo>
                  <a:cubicBezTo>
                    <a:pt x="1" y="16537"/>
                    <a:pt x="353" y="16904"/>
                    <a:pt x="696" y="16904"/>
                  </a:cubicBezTo>
                  <a:cubicBezTo>
                    <a:pt x="849" y="16904"/>
                    <a:pt x="1000" y="16832"/>
                    <a:pt x="1099" y="16657"/>
                  </a:cubicBezTo>
                  <a:cubicBezTo>
                    <a:pt x="3913" y="11464"/>
                    <a:pt x="6158" y="5973"/>
                    <a:pt x="8998" y="752"/>
                  </a:cubicBezTo>
                  <a:cubicBezTo>
                    <a:pt x="9201" y="363"/>
                    <a:pt x="8860" y="0"/>
                    <a:pt x="85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60"/>
            <p:cNvSpPr/>
            <p:nvPr/>
          </p:nvSpPr>
          <p:spPr>
            <a:xfrm>
              <a:off x="3665625" y="4343500"/>
              <a:ext cx="173800" cy="171800"/>
            </a:xfrm>
            <a:custGeom>
              <a:avLst/>
              <a:gdLst/>
              <a:ahLst/>
              <a:cxnLst/>
              <a:rect l="l" t="t" r="r" b="b"/>
              <a:pathLst>
                <a:path w="6952" h="6872" extrusionOk="0">
                  <a:moveTo>
                    <a:pt x="3485" y="0"/>
                  </a:moveTo>
                  <a:cubicBezTo>
                    <a:pt x="3469" y="0"/>
                    <a:pt x="3452" y="0"/>
                    <a:pt x="3435" y="1"/>
                  </a:cubicBezTo>
                  <a:cubicBezTo>
                    <a:pt x="1515" y="28"/>
                    <a:pt x="0" y="1569"/>
                    <a:pt x="27" y="3490"/>
                  </a:cubicBezTo>
                  <a:cubicBezTo>
                    <a:pt x="54" y="5367"/>
                    <a:pt x="1595" y="6871"/>
                    <a:pt x="3466" y="6871"/>
                  </a:cubicBezTo>
                  <a:cubicBezTo>
                    <a:pt x="3483" y="6871"/>
                    <a:pt x="3500" y="6871"/>
                    <a:pt x="3516" y="6871"/>
                  </a:cubicBezTo>
                  <a:cubicBezTo>
                    <a:pt x="5410" y="6844"/>
                    <a:pt x="6952" y="5275"/>
                    <a:pt x="6925" y="3382"/>
                  </a:cubicBezTo>
                  <a:cubicBezTo>
                    <a:pt x="6898" y="1505"/>
                    <a:pt x="5356" y="0"/>
                    <a:pt x="34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60"/>
            <p:cNvSpPr/>
            <p:nvPr/>
          </p:nvSpPr>
          <p:spPr>
            <a:xfrm>
              <a:off x="4786800" y="4704600"/>
              <a:ext cx="173150" cy="172475"/>
            </a:xfrm>
            <a:custGeom>
              <a:avLst/>
              <a:gdLst/>
              <a:ahLst/>
              <a:cxnLst/>
              <a:rect l="l" t="t" r="r" b="b"/>
              <a:pathLst>
                <a:path w="6926" h="6899" extrusionOk="0">
                  <a:moveTo>
                    <a:pt x="3409" y="1"/>
                  </a:moveTo>
                  <a:cubicBezTo>
                    <a:pt x="1515" y="28"/>
                    <a:pt x="1" y="1597"/>
                    <a:pt x="28" y="3490"/>
                  </a:cubicBezTo>
                  <a:cubicBezTo>
                    <a:pt x="54" y="5394"/>
                    <a:pt x="1569" y="6899"/>
                    <a:pt x="3440" y="6899"/>
                  </a:cubicBezTo>
                  <a:cubicBezTo>
                    <a:pt x="3457" y="6899"/>
                    <a:pt x="3473" y="6899"/>
                    <a:pt x="3490" y="6898"/>
                  </a:cubicBezTo>
                  <a:cubicBezTo>
                    <a:pt x="5410" y="6871"/>
                    <a:pt x="6925" y="5302"/>
                    <a:pt x="6898" y="3409"/>
                  </a:cubicBezTo>
                  <a:cubicBezTo>
                    <a:pt x="6871" y="1516"/>
                    <a:pt x="5302" y="1"/>
                    <a:pt x="34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60"/>
            <p:cNvSpPr/>
            <p:nvPr/>
          </p:nvSpPr>
          <p:spPr>
            <a:xfrm>
              <a:off x="3890800" y="3876225"/>
              <a:ext cx="173125" cy="171800"/>
            </a:xfrm>
            <a:custGeom>
              <a:avLst/>
              <a:gdLst/>
              <a:ahLst/>
              <a:cxnLst/>
              <a:rect l="l" t="t" r="r" b="b"/>
              <a:pathLst>
                <a:path w="6925" h="6872" extrusionOk="0">
                  <a:moveTo>
                    <a:pt x="3458" y="0"/>
                  </a:moveTo>
                  <a:cubicBezTo>
                    <a:pt x="3442" y="0"/>
                    <a:pt x="3425" y="0"/>
                    <a:pt x="3409" y="1"/>
                  </a:cubicBezTo>
                  <a:cubicBezTo>
                    <a:pt x="1515" y="28"/>
                    <a:pt x="0" y="1596"/>
                    <a:pt x="27" y="3490"/>
                  </a:cubicBezTo>
                  <a:cubicBezTo>
                    <a:pt x="27" y="5367"/>
                    <a:pt x="1569" y="6871"/>
                    <a:pt x="3440" y="6871"/>
                  </a:cubicBezTo>
                  <a:cubicBezTo>
                    <a:pt x="3456" y="6871"/>
                    <a:pt x="3473" y="6871"/>
                    <a:pt x="3490" y="6871"/>
                  </a:cubicBezTo>
                  <a:cubicBezTo>
                    <a:pt x="5410" y="6844"/>
                    <a:pt x="6925" y="5275"/>
                    <a:pt x="6898" y="3382"/>
                  </a:cubicBezTo>
                  <a:cubicBezTo>
                    <a:pt x="6871" y="1505"/>
                    <a:pt x="5330" y="0"/>
                    <a:pt x="3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60"/>
            <p:cNvSpPr/>
            <p:nvPr/>
          </p:nvSpPr>
          <p:spPr>
            <a:xfrm>
              <a:off x="4343875" y="3666600"/>
              <a:ext cx="218450" cy="216425"/>
            </a:xfrm>
            <a:custGeom>
              <a:avLst/>
              <a:gdLst/>
              <a:ahLst/>
              <a:cxnLst/>
              <a:rect l="l" t="t" r="r" b="b"/>
              <a:pathLst>
                <a:path w="8738" h="8657" extrusionOk="0">
                  <a:moveTo>
                    <a:pt x="4352" y="0"/>
                  </a:moveTo>
                  <a:cubicBezTo>
                    <a:pt x="4335" y="0"/>
                    <a:pt x="4318" y="0"/>
                    <a:pt x="4301" y="0"/>
                  </a:cubicBezTo>
                  <a:cubicBezTo>
                    <a:pt x="1921" y="27"/>
                    <a:pt x="0" y="2002"/>
                    <a:pt x="27" y="4382"/>
                  </a:cubicBezTo>
                  <a:cubicBezTo>
                    <a:pt x="81" y="6773"/>
                    <a:pt x="2002" y="8656"/>
                    <a:pt x="4385" y="8656"/>
                  </a:cubicBezTo>
                  <a:cubicBezTo>
                    <a:pt x="4402" y="8656"/>
                    <a:pt x="4419" y="8656"/>
                    <a:pt x="4436" y="8656"/>
                  </a:cubicBezTo>
                  <a:cubicBezTo>
                    <a:pt x="6817" y="8629"/>
                    <a:pt x="8737" y="6654"/>
                    <a:pt x="8710" y="4274"/>
                  </a:cubicBezTo>
                  <a:cubicBezTo>
                    <a:pt x="8656" y="1884"/>
                    <a:pt x="6736" y="0"/>
                    <a:pt x="43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60"/>
            <p:cNvSpPr/>
            <p:nvPr/>
          </p:nvSpPr>
          <p:spPr>
            <a:xfrm>
              <a:off x="3844825" y="3304800"/>
              <a:ext cx="218425" cy="216450"/>
            </a:xfrm>
            <a:custGeom>
              <a:avLst/>
              <a:gdLst/>
              <a:ahLst/>
              <a:cxnLst/>
              <a:rect l="l" t="t" r="r" b="b"/>
              <a:pathLst>
                <a:path w="8737" h="8658" extrusionOk="0">
                  <a:moveTo>
                    <a:pt x="4351" y="1"/>
                  </a:moveTo>
                  <a:cubicBezTo>
                    <a:pt x="4334" y="1"/>
                    <a:pt x="4318" y="1"/>
                    <a:pt x="4301" y="1"/>
                  </a:cubicBezTo>
                  <a:cubicBezTo>
                    <a:pt x="1921" y="28"/>
                    <a:pt x="0" y="2003"/>
                    <a:pt x="27" y="4383"/>
                  </a:cubicBezTo>
                  <a:cubicBezTo>
                    <a:pt x="54" y="6773"/>
                    <a:pt x="2001" y="8657"/>
                    <a:pt x="4359" y="8657"/>
                  </a:cubicBezTo>
                  <a:cubicBezTo>
                    <a:pt x="4375" y="8657"/>
                    <a:pt x="4392" y="8657"/>
                    <a:pt x="4409" y="8657"/>
                  </a:cubicBezTo>
                  <a:cubicBezTo>
                    <a:pt x="6816" y="8630"/>
                    <a:pt x="8737" y="6655"/>
                    <a:pt x="8683" y="4275"/>
                  </a:cubicBezTo>
                  <a:cubicBezTo>
                    <a:pt x="8656" y="1884"/>
                    <a:pt x="6709" y="1"/>
                    <a:pt x="4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60"/>
            <p:cNvSpPr/>
            <p:nvPr/>
          </p:nvSpPr>
          <p:spPr>
            <a:xfrm>
              <a:off x="3403900" y="4678900"/>
              <a:ext cx="218450" cy="216450"/>
            </a:xfrm>
            <a:custGeom>
              <a:avLst/>
              <a:gdLst/>
              <a:ahLst/>
              <a:cxnLst/>
              <a:rect l="l" t="t" r="r" b="b"/>
              <a:pathLst>
                <a:path w="8738" h="8658" extrusionOk="0">
                  <a:moveTo>
                    <a:pt x="4352" y="1"/>
                  </a:moveTo>
                  <a:cubicBezTo>
                    <a:pt x="4335" y="1"/>
                    <a:pt x="4319" y="1"/>
                    <a:pt x="4302" y="1"/>
                  </a:cubicBezTo>
                  <a:cubicBezTo>
                    <a:pt x="1921" y="28"/>
                    <a:pt x="1" y="2003"/>
                    <a:pt x="28" y="4410"/>
                  </a:cubicBezTo>
                  <a:cubicBezTo>
                    <a:pt x="81" y="6758"/>
                    <a:pt x="1976" y="8658"/>
                    <a:pt x="4338" y="8658"/>
                  </a:cubicBezTo>
                  <a:cubicBezTo>
                    <a:pt x="4371" y="8658"/>
                    <a:pt x="4404" y="8657"/>
                    <a:pt x="4437" y="8657"/>
                  </a:cubicBezTo>
                  <a:cubicBezTo>
                    <a:pt x="6817" y="8630"/>
                    <a:pt x="8738" y="6682"/>
                    <a:pt x="8711" y="4275"/>
                  </a:cubicBezTo>
                  <a:cubicBezTo>
                    <a:pt x="8657" y="1911"/>
                    <a:pt x="6736" y="1"/>
                    <a:pt x="43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60"/>
            <p:cNvSpPr/>
            <p:nvPr/>
          </p:nvSpPr>
          <p:spPr>
            <a:xfrm>
              <a:off x="3515500" y="3748400"/>
              <a:ext cx="123100" cy="121775"/>
            </a:xfrm>
            <a:custGeom>
              <a:avLst/>
              <a:gdLst/>
              <a:ahLst/>
              <a:cxnLst/>
              <a:rect l="l" t="t" r="r" b="b"/>
              <a:pathLst>
                <a:path w="4924" h="4871" extrusionOk="0">
                  <a:moveTo>
                    <a:pt x="2457" y="1"/>
                  </a:moveTo>
                  <a:cubicBezTo>
                    <a:pt x="2441" y="1"/>
                    <a:pt x="2424" y="1"/>
                    <a:pt x="2407" y="1"/>
                  </a:cubicBezTo>
                  <a:cubicBezTo>
                    <a:pt x="1082" y="1"/>
                    <a:pt x="0" y="1110"/>
                    <a:pt x="0" y="2463"/>
                  </a:cubicBezTo>
                  <a:cubicBezTo>
                    <a:pt x="27" y="3799"/>
                    <a:pt x="1109" y="4871"/>
                    <a:pt x="2439" y="4871"/>
                  </a:cubicBezTo>
                  <a:cubicBezTo>
                    <a:pt x="2456" y="4871"/>
                    <a:pt x="2472" y="4870"/>
                    <a:pt x="2489" y="4870"/>
                  </a:cubicBezTo>
                  <a:cubicBezTo>
                    <a:pt x="3841" y="4870"/>
                    <a:pt x="4923" y="3761"/>
                    <a:pt x="4896" y="2409"/>
                  </a:cubicBezTo>
                  <a:cubicBezTo>
                    <a:pt x="4869" y="1073"/>
                    <a:pt x="3787" y="1"/>
                    <a:pt x="24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60"/>
            <p:cNvSpPr/>
            <p:nvPr/>
          </p:nvSpPr>
          <p:spPr>
            <a:xfrm>
              <a:off x="4107875" y="4831725"/>
              <a:ext cx="123100" cy="122425"/>
            </a:xfrm>
            <a:custGeom>
              <a:avLst/>
              <a:gdLst/>
              <a:ahLst/>
              <a:cxnLst/>
              <a:rect l="l" t="t" r="r" b="b"/>
              <a:pathLst>
                <a:path w="4924" h="4897" extrusionOk="0">
                  <a:moveTo>
                    <a:pt x="2457" y="1"/>
                  </a:moveTo>
                  <a:cubicBezTo>
                    <a:pt x="2441" y="1"/>
                    <a:pt x="2424" y="1"/>
                    <a:pt x="2408" y="1"/>
                  </a:cubicBezTo>
                  <a:cubicBezTo>
                    <a:pt x="1055" y="28"/>
                    <a:pt x="0" y="1137"/>
                    <a:pt x="0" y="2490"/>
                  </a:cubicBezTo>
                  <a:cubicBezTo>
                    <a:pt x="27" y="3815"/>
                    <a:pt x="1136" y="4897"/>
                    <a:pt x="2489" y="4897"/>
                  </a:cubicBezTo>
                  <a:cubicBezTo>
                    <a:pt x="3841" y="4870"/>
                    <a:pt x="4923" y="3761"/>
                    <a:pt x="4896" y="2408"/>
                  </a:cubicBezTo>
                  <a:cubicBezTo>
                    <a:pt x="4869" y="1073"/>
                    <a:pt x="3787" y="1"/>
                    <a:pt x="24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60"/>
            <p:cNvSpPr/>
            <p:nvPr/>
          </p:nvSpPr>
          <p:spPr>
            <a:xfrm>
              <a:off x="4304650" y="4434125"/>
              <a:ext cx="123775" cy="122425"/>
            </a:xfrm>
            <a:custGeom>
              <a:avLst/>
              <a:gdLst/>
              <a:ahLst/>
              <a:cxnLst/>
              <a:rect l="l" t="t" r="r" b="b"/>
              <a:pathLst>
                <a:path w="4951" h="4897" extrusionOk="0">
                  <a:moveTo>
                    <a:pt x="2435" y="0"/>
                  </a:moveTo>
                  <a:cubicBezTo>
                    <a:pt x="1082" y="27"/>
                    <a:pt x="0" y="1136"/>
                    <a:pt x="28" y="2489"/>
                  </a:cubicBezTo>
                  <a:cubicBezTo>
                    <a:pt x="54" y="3825"/>
                    <a:pt x="1137" y="4897"/>
                    <a:pt x="2466" y="4897"/>
                  </a:cubicBezTo>
                  <a:cubicBezTo>
                    <a:pt x="2483" y="4897"/>
                    <a:pt x="2499" y="4896"/>
                    <a:pt x="2516" y="4896"/>
                  </a:cubicBezTo>
                  <a:cubicBezTo>
                    <a:pt x="3869" y="4896"/>
                    <a:pt x="4950" y="3787"/>
                    <a:pt x="4923" y="2435"/>
                  </a:cubicBezTo>
                  <a:cubicBezTo>
                    <a:pt x="4896" y="1082"/>
                    <a:pt x="3787" y="0"/>
                    <a:pt x="24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3"/>
          <p:cNvSpPr txBox="1">
            <a:spLocks noGrp="1"/>
          </p:cNvSpPr>
          <p:nvPr>
            <p:ph type="title"/>
          </p:nvPr>
        </p:nvSpPr>
        <p:spPr>
          <a:xfrm>
            <a:off x="776075" y="1888350"/>
            <a:ext cx="36393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0" name="Google Shape;650;p23"/>
          <p:cNvSpPr txBox="1">
            <a:spLocks noGrp="1"/>
          </p:cNvSpPr>
          <p:nvPr>
            <p:ph type="title" idx="2" hasCustomPrompt="1"/>
          </p:nvPr>
        </p:nvSpPr>
        <p:spPr>
          <a:xfrm>
            <a:off x="981600" y="689653"/>
            <a:ext cx="11013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51" name="Google Shape;651;p23"/>
          <p:cNvSpPr txBox="1">
            <a:spLocks noGrp="1"/>
          </p:cNvSpPr>
          <p:nvPr>
            <p:ph type="subTitle" idx="1"/>
          </p:nvPr>
        </p:nvSpPr>
        <p:spPr>
          <a:xfrm>
            <a:off x="776075" y="3449725"/>
            <a:ext cx="2815200" cy="5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52" name="Google Shape;652;p23"/>
          <p:cNvGrpSpPr/>
          <p:nvPr/>
        </p:nvGrpSpPr>
        <p:grpSpPr>
          <a:xfrm rot="-356998">
            <a:off x="4275665" y="-2199997"/>
            <a:ext cx="5453237" cy="5485195"/>
            <a:chOff x="-741470" y="2755466"/>
            <a:chExt cx="3961335" cy="3984550"/>
          </a:xfrm>
        </p:grpSpPr>
        <p:sp>
          <p:nvSpPr>
            <p:cNvPr id="653" name="Google Shape;653;p23"/>
            <p:cNvSpPr/>
            <p:nvPr/>
          </p:nvSpPr>
          <p:spPr>
            <a:xfrm rot="3504383">
              <a:off x="2120535" y="5166032"/>
              <a:ext cx="186903" cy="322656"/>
            </a:xfrm>
            <a:custGeom>
              <a:avLst/>
              <a:gdLst/>
              <a:ahLst/>
              <a:cxnLst/>
              <a:rect l="l" t="t" r="r" b="b"/>
              <a:pathLst>
                <a:path w="7476" h="12906" extrusionOk="0">
                  <a:moveTo>
                    <a:pt x="651" y="0"/>
                  </a:moveTo>
                  <a:cubicBezTo>
                    <a:pt x="323" y="0"/>
                    <a:pt x="1" y="331"/>
                    <a:pt x="213" y="721"/>
                  </a:cubicBezTo>
                  <a:lnTo>
                    <a:pt x="6412" y="12650"/>
                  </a:lnTo>
                  <a:cubicBezTo>
                    <a:pt x="6515" y="12830"/>
                    <a:pt x="6674" y="12905"/>
                    <a:pt x="6831" y="12905"/>
                  </a:cubicBezTo>
                  <a:cubicBezTo>
                    <a:pt x="7156" y="12905"/>
                    <a:pt x="7475" y="12582"/>
                    <a:pt x="7283" y="12198"/>
                  </a:cubicBezTo>
                  <a:lnTo>
                    <a:pt x="1084" y="286"/>
                  </a:lnTo>
                  <a:cubicBezTo>
                    <a:pt x="983" y="84"/>
                    <a:pt x="816" y="0"/>
                    <a:pt x="6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3"/>
            <p:cNvSpPr/>
            <p:nvPr/>
          </p:nvSpPr>
          <p:spPr>
            <a:xfrm rot="3504383">
              <a:off x="2014927" y="5064932"/>
              <a:ext cx="246104" cy="435032"/>
            </a:xfrm>
            <a:custGeom>
              <a:avLst/>
              <a:gdLst/>
              <a:ahLst/>
              <a:cxnLst/>
              <a:rect l="l" t="t" r="r" b="b"/>
              <a:pathLst>
                <a:path w="9844" h="17401" extrusionOk="0">
                  <a:moveTo>
                    <a:pt x="660" y="0"/>
                  </a:moveTo>
                  <a:cubicBezTo>
                    <a:pt x="329" y="0"/>
                    <a:pt x="0" y="341"/>
                    <a:pt x="214" y="734"/>
                  </a:cubicBezTo>
                  <a:lnTo>
                    <a:pt x="8758" y="17120"/>
                  </a:lnTo>
                  <a:cubicBezTo>
                    <a:pt x="8852" y="17318"/>
                    <a:pt x="9014" y="17401"/>
                    <a:pt x="9176" y="17401"/>
                  </a:cubicBezTo>
                  <a:cubicBezTo>
                    <a:pt x="9507" y="17401"/>
                    <a:pt x="9843" y="17060"/>
                    <a:pt x="9630" y="16667"/>
                  </a:cubicBezTo>
                  <a:lnTo>
                    <a:pt x="1085" y="281"/>
                  </a:lnTo>
                  <a:cubicBezTo>
                    <a:pt x="985" y="83"/>
                    <a:pt x="822" y="0"/>
                    <a:pt x="6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3"/>
            <p:cNvSpPr/>
            <p:nvPr/>
          </p:nvSpPr>
          <p:spPr>
            <a:xfrm rot="3504383">
              <a:off x="1915198" y="4972895"/>
              <a:ext cx="293705" cy="527484"/>
            </a:xfrm>
            <a:custGeom>
              <a:avLst/>
              <a:gdLst/>
              <a:ahLst/>
              <a:cxnLst/>
              <a:rect l="l" t="t" r="r" b="b"/>
              <a:pathLst>
                <a:path w="11748" h="21099" extrusionOk="0">
                  <a:moveTo>
                    <a:pt x="661" y="1"/>
                  </a:moveTo>
                  <a:cubicBezTo>
                    <a:pt x="332" y="1"/>
                    <a:pt x="1" y="336"/>
                    <a:pt x="213" y="738"/>
                  </a:cubicBezTo>
                  <a:lnTo>
                    <a:pt x="10684" y="20843"/>
                  </a:lnTo>
                  <a:cubicBezTo>
                    <a:pt x="10788" y="21023"/>
                    <a:pt x="10947" y="21098"/>
                    <a:pt x="11104" y="21098"/>
                  </a:cubicBezTo>
                  <a:cubicBezTo>
                    <a:pt x="11429" y="21098"/>
                    <a:pt x="11748" y="20775"/>
                    <a:pt x="11556" y="20391"/>
                  </a:cubicBezTo>
                  <a:lnTo>
                    <a:pt x="1084" y="286"/>
                  </a:lnTo>
                  <a:cubicBezTo>
                    <a:pt x="989" y="84"/>
                    <a:pt x="825" y="1"/>
                    <a:pt x="6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3"/>
            <p:cNvSpPr/>
            <p:nvPr/>
          </p:nvSpPr>
          <p:spPr>
            <a:xfrm rot="3504383">
              <a:off x="1823402" y="4896076"/>
              <a:ext cx="326131" cy="589810"/>
            </a:xfrm>
            <a:custGeom>
              <a:avLst/>
              <a:gdLst/>
              <a:ahLst/>
              <a:cxnLst/>
              <a:rect l="l" t="t" r="r" b="b"/>
              <a:pathLst>
                <a:path w="13045" h="23592" extrusionOk="0">
                  <a:moveTo>
                    <a:pt x="660" y="1"/>
                  </a:moveTo>
                  <a:cubicBezTo>
                    <a:pt x="329" y="1"/>
                    <a:pt x="1" y="341"/>
                    <a:pt x="214" y="735"/>
                  </a:cubicBezTo>
                  <a:lnTo>
                    <a:pt x="11993" y="23336"/>
                  </a:lnTo>
                  <a:cubicBezTo>
                    <a:pt x="12091" y="23516"/>
                    <a:pt x="12246" y="23591"/>
                    <a:pt x="12401" y="23591"/>
                  </a:cubicBezTo>
                  <a:cubicBezTo>
                    <a:pt x="12722" y="23591"/>
                    <a:pt x="13045" y="23268"/>
                    <a:pt x="12864" y="22884"/>
                  </a:cubicBezTo>
                  <a:lnTo>
                    <a:pt x="1085" y="282"/>
                  </a:lnTo>
                  <a:cubicBezTo>
                    <a:pt x="986" y="83"/>
                    <a:pt x="823" y="1"/>
                    <a:pt x="6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3"/>
            <p:cNvSpPr/>
            <p:nvPr/>
          </p:nvSpPr>
          <p:spPr>
            <a:xfrm rot="3504383">
              <a:off x="1734978" y="4827723"/>
              <a:ext cx="351106" cy="637161"/>
            </a:xfrm>
            <a:custGeom>
              <a:avLst/>
              <a:gdLst/>
              <a:ahLst/>
              <a:cxnLst/>
              <a:rect l="l" t="t" r="r" b="b"/>
              <a:pathLst>
                <a:path w="14044" h="25486" extrusionOk="0">
                  <a:moveTo>
                    <a:pt x="662" y="1"/>
                  </a:moveTo>
                  <a:cubicBezTo>
                    <a:pt x="333" y="1"/>
                    <a:pt x="0" y="341"/>
                    <a:pt x="225" y="734"/>
                  </a:cubicBezTo>
                  <a:lnTo>
                    <a:pt x="12958" y="25213"/>
                  </a:lnTo>
                  <a:cubicBezTo>
                    <a:pt x="13057" y="25405"/>
                    <a:pt x="13220" y="25486"/>
                    <a:pt x="13382" y="25486"/>
                  </a:cubicBezTo>
                  <a:cubicBezTo>
                    <a:pt x="13713" y="25486"/>
                    <a:pt x="14044" y="25149"/>
                    <a:pt x="13830" y="24743"/>
                  </a:cubicBezTo>
                  <a:lnTo>
                    <a:pt x="1079" y="282"/>
                  </a:lnTo>
                  <a:cubicBezTo>
                    <a:pt x="986" y="83"/>
                    <a:pt x="824" y="1"/>
                    <a:pt x="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3"/>
            <p:cNvSpPr/>
            <p:nvPr/>
          </p:nvSpPr>
          <p:spPr>
            <a:xfrm rot="3504383">
              <a:off x="1659028" y="4782426"/>
              <a:ext cx="351206" cy="637036"/>
            </a:xfrm>
            <a:custGeom>
              <a:avLst/>
              <a:gdLst/>
              <a:ahLst/>
              <a:cxnLst/>
              <a:rect l="l" t="t" r="r" b="b"/>
              <a:pathLst>
                <a:path w="14048" h="25481" extrusionOk="0">
                  <a:moveTo>
                    <a:pt x="654" y="1"/>
                  </a:moveTo>
                  <a:cubicBezTo>
                    <a:pt x="325" y="1"/>
                    <a:pt x="1" y="336"/>
                    <a:pt x="213" y="738"/>
                  </a:cubicBezTo>
                  <a:lnTo>
                    <a:pt x="12947" y="25200"/>
                  </a:lnTo>
                  <a:lnTo>
                    <a:pt x="12963" y="25200"/>
                  </a:lnTo>
                  <a:cubicBezTo>
                    <a:pt x="13057" y="25399"/>
                    <a:pt x="13218" y="25481"/>
                    <a:pt x="13381" y="25481"/>
                  </a:cubicBezTo>
                  <a:cubicBezTo>
                    <a:pt x="13712" y="25481"/>
                    <a:pt x="14048" y="25140"/>
                    <a:pt x="13835" y="24747"/>
                  </a:cubicBezTo>
                  <a:lnTo>
                    <a:pt x="1084" y="286"/>
                  </a:lnTo>
                  <a:cubicBezTo>
                    <a:pt x="984" y="85"/>
                    <a:pt x="818" y="1"/>
                    <a:pt x="6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3"/>
            <p:cNvSpPr/>
            <p:nvPr/>
          </p:nvSpPr>
          <p:spPr>
            <a:xfrm rot="3504383">
              <a:off x="1583109" y="4736711"/>
              <a:ext cx="351106" cy="637186"/>
            </a:xfrm>
            <a:custGeom>
              <a:avLst/>
              <a:gdLst/>
              <a:ahLst/>
              <a:cxnLst/>
              <a:rect l="l" t="t" r="r" b="b"/>
              <a:pathLst>
                <a:path w="14044" h="25487" extrusionOk="0">
                  <a:moveTo>
                    <a:pt x="662" y="1"/>
                  </a:moveTo>
                  <a:cubicBezTo>
                    <a:pt x="333" y="1"/>
                    <a:pt x="0" y="341"/>
                    <a:pt x="225" y="734"/>
                  </a:cubicBezTo>
                  <a:lnTo>
                    <a:pt x="12958" y="25213"/>
                  </a:lnTo>
                  <a:cubicBezTo>
                    <a:pt x="13058" y="25406"/>
                    <a:pt x="13221" y="25486"/>
                    <a:pt x="13384" y="25486"/>
                  </a:cubicBezTo>
                  <a:cubicBezTo>
                    <a:pt x="13714" y="25486"/>
                    <a:pt x="14043" y="25153"/>
                    <a:pt x="13830" y="24760"/>
                  </a:cubicBezTo>
                  <a:lnTo>
                    <a:pt x="1079" y="282"/>
                  </a:lnTo>
                  <a:cubicBezTo>
                    <a:pt x="986" y="83"/>
                    <a:pt x="824" y="1"/>
                    <a:pt x="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3"/>
            <p:cNvSpPr/>
            <p:nvPr/>
          </p:nvSpPr>
          <p:spPr>
            <a:xfrm rot="3504383">
              <a:off x="1507526" y="4691940"/>
              <a:ext cx="350381" cy="636386"/>
            </a:xfrm>
            <a:custGeom>
              <a:avLst/>
              <a:gdLst/>
              <a:ahLst/>
              <a:cxnLst/>
              <a:rect l="l" t="t" r="r" b="b"/>
              <a:pathLst>
                <a:path w="14015" h="25455" extrusionOk="0">
                  <a:moveTo>
                    <a:pt x="637" y="1"/>
                  </a:moveTo>
                  <a:cubicBezTo>
                    <a:pt x="314" y="1"/>
                    <a:pt x="0" y="326"/>
                    <a:pt x="191" y="719"/>
                  </a:cubicBezTo>
                  <a:lnTo>
                    <a:pt x="12941" y="25198"/>
                  </a:lnTo>
                  <a:lnTo>
                    <a:pt x="12941" y="25181"/>
                  </a:lnTo>
                  <a:cubicBezTo>
                    <a:pt x="13041" y="25374"/>
                    <a:pt x="13202" y="25455"/>
                    <a:pt x="13363" y="25455"/>
                  </a:cubicBezTo>
                  <a:cubicBezTo>
                    <a:pt x="13690" y="25455"/>
                    <a:pt x="14015" y="25122"/>
                    <a:pt x="13813" y="24728"/>
                  </a:cubicBezTo>
                  <a:lnTo>
                    <a:pt x="1062" y="267"/>
                  </a:lnTo>
                  <a:cubicBezTo>
                    <a:pt x="957" y="79"/>
                    <a:pt x="796" y="1"/>
                    <a:pt x="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3"/>
            <p:cNvSpPr/>
            <p:nvPr/>
          </p:nvSpPr>
          <p:spPr>
            <a:xfrm rot="3504383">
              <a:off x="1443459" y="4669366"/>
              <a:ext cx="326806" cy="590435"/>
            </a:xfrm>
            <a:custGeom>
              <a:avLst/>
              <a:gdLst/>
              <a:ahLst/>
              <a:cxnLst/>
              <a:rect l="l" t="t" r="r" b="b"/>
              <a:pathLst>
                <a:path w="13072" h="23617" extrusionOk="0">
                  <a:moveTo>
                    <a:pt x="660" y="0"/>
                  </a:moveTo>
                  <a:cubicBezTo>
                    <a:pt x="329" y="0"/>
                    <a:pt x="0" y="341"/>
                    <a:pt x="214" y="734"/>
                  </a:cubicBezTo>
                  <a:lnTo>
                    <a:pt x="11976" y="23336"/>
                  </a:lnTo>
                  <a:cubicBezTo>
                    <a:pt x="12075" y="23534"/>
                    <a:pt x="12240" y="23617"/>
                    <a:pt x="12404" y="23617"/>
                  </a:cubicBezTo>
                  <a:cubicBezTo>
                    <a:pt x="12739" y="23617"/>
                    <a:pt x="13071" y="23276"/>
                    <a:pt x="12847" y="22883"/>
                  </a:cubicBezTo>
                  <a:lnTo>
                    <a:pt x="1085" y="281"/>
                  </a:lnTo>
                  <a:cubicBezTo>
                    <a:pt x="986" y="83"/>
                    <a:pt x="823" y="0"/>
                    <a:pt x="6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3"/>
            <p:cNvSpPr/>
            <p:nvPr/>
          </p:nvSpPr>
          <p:spPr>
            <a:xfrm rot="3504383">
              <a:off x="1383979" y="4654916"/>
              <a:ext cx="293855" cy="527859"/>
            </a:xfrm>
            <a:custGeom>
              <a:avLst/>
              <a:gdLst/>
              <a:ahLst/>
              <a:cxnLst/>
              <a:rect l="l" t="t" r="r" b="b"/>
              <a:pathLst>
                <a:path w="11754" h="21114" extrusionOk="0">
                  <a:moveTo>
                    <a:pt x="663" y="1"/>
                  </a:moveTo>
                  <a:cubicBezTo>
                    <a:pt x="333" y="1"/>
                    <a:pt x="1" y="341"/>
                    <a:pt x="225" y="734"/>
                  </a:cubicBezTo>
                  <a:lnTo>
                    <a:pt x="10697" y="20840"/>
                  </a:lnTo>
                  <a:cubicBezTo>
                    <a:pt x="10796" y="21033"/>
                    <a:pt x="10956" y="21114"/>
                    <a:pt x="11114" y="21114"/>
                  </a:cubicBezTo>
                  <a:cubicBezTo>
                    <a:pt x="11436" y="21114"/>
                    <a:pt x="11753" y="20781"/>
                    <a:pt x="11551" y="20387"/>
                  </a:cubicBezTo>
                  <a:lnTo>
                    <a:pt x="1080" y="282"/>
                  </a:lnTo>
                  <a:cubicBezTo>
                    <a:pt x="986" y="83"/>
                    <a:pt x="825" y="1"/>
                    <a:pt x="6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3"/>
            <p:cNvSpPr/>
            <p:nvPr/>
          </p:nvSpPr>
          <p:spPr>
            <a:xfrm rot="3504383">
              <a:off x="1332500" y="4656707"/>
              <a:ext cx="245154" cy="434407"/>
            </a:xfrm>
            <a:custGeom>
              <a:avLst/>
              <a:gdLst/>
              <a:ahLst/>
              <a:cxnLst/>
              <a:rect l="l" t="t" r="r" b="b"/>
              <a:pathLst>
                <a:path w="9806" h="17376" extrusionOk="0">
                  <a:moveTo>
                    <a:pt x="645" y="1"/>
                  </a:moveTo>
                  <a:cubicBezTo>
                    <a:pt x="320" y="1"/>
                    <a:pt x="1" y="324"/>
                    <a:pt x="193" y="708"/>
                  </a:cubicBezTo>
                  <a:lnTo>
                    <a:pt x="8721" y="17094"/>
                  </a:lnTo>
                  <a:cubicBezTo>
                    <a:pt x="8821" y="17293"/>
                    <a:pt x="8984" y="17375"/>
                    <a:pt x="9146" y="17375"/>
                  </a:cubicBezTo>
                  <a:cubicBezTo>
                    <a:pt x="9477" y="17375"/>
                    <a:pt x="9806" y="17035"/>
                    <a:pt x="9592" y="16642"/>
                  </a:cubicBezTo>
                  <a:lnTo>
                    <a:pt x="1064" y="256"/>
                  </a:lnTo>
                  <a:cubicBezTo>
                    <a:pt x="961" y="76"/>
                    <a:pt x="802" y="1"/>
                    <a:pt x="6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3"/>
            <p:cNvSpPr/>
            <p:nvPr/>
          </p:nvSpPr>
          <p:spPr>
            <a:xfrm rot="3504383">
              <a:off x="1285801" y="4667444"/>
              <a:ext cx="187053" cy="322556"/>
            </a:xfrm>
            <a:custGeom>
              <a:avLst/>
              <a:gdLst/>
              <a:ahLst/>
              <a:cxnLst/>
              <a:rect l="l" t="t" r="r" b="b"/>
              <a:pathLst>
                <a:path w="7482" h="12902" extrusionOk="0">
                  <a:moveTo>
                    <a:pt x="644" y="0"/>
                  </a:moveTo>
                  <a:cubicBezTo>
                    <a:pt x="323" y="0"/>
                    <a:pt x="0" y="323"/>
                    <a:pt x="181" y="708"/>
                  </a:cubicBezTo>
                  <a:lnTo>
                    <a:pt x="6397" y="12637"/>
                  </a:lnTo>
                  <a:lnTo>
                    <a:pt x="6397" y="12620"/>
                  </a:lnTo>
                  <a:cubicBezTo>
                    <a:pt x="6491" y="12819"/>
                    <a:pt x="6652" y="12901"/>
                    <a:pt x="6815" y="12901"/>
                  </a:cubicBezTo>
                  <a:cubicBezTo>
                    <a:pt x="7145" y="12901"/>
                    <a:pt x="7482" y="12561"/>
                    <a:pt x="7268" y="12168"/>
                  </a:cubicBezTo>
                  <a:lnTo>
                    <a:pt x="1052" y="255"/>
                  </a:lnTo>
                  <a:cubicBezTo>
                    <a:pt x="954" y="75"/>
                    <a:pt x="799" y="0"/>
                    <a:pt x="6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3"/>
            <p:cNvSpPr/>
            <p:nvPr/>
          </p:nvSpPr>
          <p:spPr>
            <a:xfrm rot="3504383">
              <a:off x="1012227" y="4503646"/>
              <a:ext cx="187053" cy="322831"/>
            </a:xfrm>
            <a:custGeom>
              <a:avLst/>
              <a:gdLst/>
              <a:ahLst/>
              <a:cxnLst/>
              <a:rect l="l" t="t" r="r" b="b"/>
              <a:pathLst>
                <a:path w="7482" h="12913" extrusionOk="0">
                  <a:moveTo>
                    <a:pt x="638" y="1"/>
                  </a:moveTo>
                  <a:cubicBezTo>
                    <a:pt x="318" y="1"/>
                    <a:pt x="1" y="326"/>
                    <a:pt x="181" y="719"/>
                  </a:cubicBezTo>
                  <a:lnTo>
                    <a:pt x="6397" y="12632"/>
                  </a:lnTo>
                  <a:cubicBezTo>
                    <a:pt x="6491" y="12831"/>
                    <a:pt x="6652" y="12913"/>
                    <a:pt x="6814" y="12913"/>
                  </a:cubicBezTo>
                  <a:cubicBezTo>
                    <a:pt x="7145" y="12913"/>
                    <a:pt x="7481" y="12572"/>
                    <a:pt x="7268" y="12179"/>
                  </a:cubicBezTo>
                  <a:lnTo>
                    <a:pt x="1052" y="267"/>
                  </a:lnTo>
                  <a:cubicBezTo>
                    <a:pt x="953" y="79"/>
                    <a:pt x="795" y="1"/>
                    <a:pt x="6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3"/>
            <p:cNvSpPr/>
            <p:nvPr/>
          </p:nvSpPr>
          <p:spPr>
            <a:xfrm rot="3504383">
              <a:off x="907227" y="4402354"/>
              <a:ext cx="245154" cy="434582"/>
            </a:xfrm>
            <a:custGeom>
              <a:avLst/>
              <a:gdLst/>
              <a:ahLst/>
              <a:cxnLst/>
              <a:rect l="l" t="t" r="r" b="b"/>
              <a:pathLst>
                <a:path w="9806" h="17383" extrusionOk="0">
                  <a:moveTo>
                    <a:pt x="644" y="0"/>
                  </a:moveTo>
                  <a:cubicBezTo>
                    <a:pt x="319" y="0"/>
                    <a:pt x="0" y="331"/>
                    <a:pt x="192" y="715"/>
                  </a:cubicBezTo>
                  <a:lnTo>
                    <a:pt x="8721" y="17101"/>
                  </a:lnTo>
                  <a:cubicBezTo>
                    <a:pt x="8820" y="17300"/>
                    <a:pt x="8983" y="17382"/>
                    <a:pt x="9146" y="17382"/>
                  </a:cubicBezTo>
                  <a:cubicBezTo>
                    <a:pt x="9477" y="17382"/>
                    <a:pt x="9805" y="17042"/>
                    <a:pt x="9592" y="16649"/>
                  </a:cubicBezTo>
                  <a:lnTo>
                    <a:pt x="1064" y="263"/>
                  </a:lnTo>
                  <a:cubicBezTo>
                    <a:pt x="960" y="77"/>
                    <a:pt x="801" y="0"/>
                    <a:pt x="6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3"/>
            <p:cNvSpPr/>
            <p:nvPr/>
          </p:nvSpPr>
          <p:spPr>
            <a:xfrm rot="3504383">
              <a:off x="806985" y="4309739"/>
              <a:ext cx="293755" cy="527384"/>
            </a:xfrm>
            <a:custGeom>
              <a:avLst/>
              <a:gdLst/>
              <a:ahLst/>
              <a:cxnLst/>
              <a:rect l="l" t="t" r="r" b="b"/>
              <a:pathLst>
                <a:path w="11750" h="21095" extrusionOk="0">
                  <a:moveTo>
                    <a:pt x="668" y="1"/>
                  </a:moveTo>
                  <a:cubicBezTo>
                    <a:pt x="334" y="1"/>
                    <a:pt x="1" y="341"/>
                    <a:pt x="226" y="734"/>
                  </a:cubicBezTo>
                  <a:lnTo>
                    <a:pt x="10697" y="20840"/>
                  </a:lnTo>
                  <a:cubicBezTo>
                    <a:pt x="10795" y="21020"/>
                    <a:pt x="10950" y="21095"/>
                    <a:pt x="11105" y="21095"/>
                  </a:cubicBezTo>
                  <a:cubicBezTo>
                    <a:pt x="11427" y="21095"/>
                    <a:pt x="11749" y="20772"/>
                    <a:pt x="11568" y="20387"/>
                  </a:cubicBezTo>
                  <a:lnTo>
                    <a:pt x="1097" y="282"/>
                  </a:lnTo>
                  <a:cubicBezTo>
                    <a:pt x="997" y="83"/>
                    <a:pt x="832" y="1"/>
                    <a:pt x="6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3"/>
            <p:cNvSpPr/>
            <p:nvPr/>
          </p:nvSpPr>
          <p:spPr>
            <a:xfrm rot="3504383">
              <a:off x="715444" y="4233871"/>
              <a:ext cx="325431" cy="589185"/>
            </a:xfrm>
            <a:custGeom>
              <a:avLst/>
              <a:gdLst/>
              <a:ahLst/>
              <a:cxnLst/>
              <a:rect l="l" t="t" r="r" b="b"/>
              <a:pathLst>
                <a:path w="13017" h="23567" extrusionOk="0">
                  <a:moveTo>
                    <a:pt x="637" y="0"/>
                  </a:moveTo>
                  <a:cubicBezTo>
                    <a:pt x="314" y="0"/>
                    <a:pt x="0" y="325"/>
                    <a:pt x="191" y="719"/>
                  </a:cubicBezTo>
                  <a:lnTo>
                    <a:pt x="11953" y="23304"/>
                  </a:lnTo>
                  <a:cubicBezTo>
                    <a:pt x="12051" y="23489"/>
                    <a:pt x="12208" y="23566"/>
                    <a:pt x="12365" y="23566"/>
                  </a:cubicBezTo>
                  <a:cubicBezTo>
                    <a:pt x="12690" y="23566"/>
                    <a:pt x="13016" y="23236"/>
                    <a:pt x="12824" y="22851"/>
                  </a:cubicBezTo>
                  <a:lnTo>
                    <a:pt x="1062" y="266"/>
                  </a:lnTo>
                  <a:cubicBezTo>
                    <a:pt x="957" y="79"/>
                    <a:pt x="796" y="0"/>
                    <a:pt x="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3"/>
            <p:cNvSpPr/>
            <p:nvPr/>
          </p:nvSpPr>
          <p:spPr>
            <a:xfrm rot="3504383">
              <a:off x="626546" y="4164285"/>
              <a:ext cx="351256" cy="637361"/>
            </a:xfrm>
            <a:custGeom>
              <a:avLst/>
              <a:gdLst/>
              <a:ahLst/>
              <a:cxnLst/>
              <a:rect l="l" t="t" r="r" b="b"/>
              <a:pathLst>
                <a:path w="14050" h="25494" extrusionOk="0">
                  <a:moveTo>
                    <a:pt x="668" y="0"/>
                  </a:moveTo>
                  <a:cubicBezTo>
                    <a:pt x="337" y="0"/>
                    <a:pt x="1" y="340"/>
                    <a:pt x="214" y="734"/>
                  </a:cubicBezTo>
                  <a:lnTo>
                    <a:pt x="12965" y="25212"/>
                  </a:lnTo>
                  <a:cubicBezTo>
                    <a:pt x="13058" y="25411"/>
                    <a:pt x="13220" y="25493"/>
                    <a:pt x="13382" y="25493"/>
                  </a:cubicBezTo>
                  <a:cubicBezTo>
                    <a:pt x="13713" y="25493"/>
                    <a:pt x="14049" y="25153"/>
                    <a:pt x="13836" y="24760"/>
                  </a:cubicBezTo>
                  <a:lnTo>
                    <a:pt x="1086" y="281"/>
                  </a:lnTo>
                  <a:cubicBezTo>
                    <a:pt x="992" y="82"/>
                    <a:pt x="830" y="0"/>
                    <a:pt x="6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3"/>
            <p:cNvSpPr/>
            <p:nvPr/>
          </p:nvSpPr>
          <p:spPr>
            <a:xfrm rot="3504383">
              <a:off x="551174" y="4119607"/>
              <a:ext cx="350381" cy="636386"/>
            </a:xfrm>
            <a:custGeom>
              <a:avLst/>
              <a:gdLst/>
              <a:ahLst/>
              <a:cxnLst/>
              <a:rect l="l" t="t" r="r" b="b"/>
              <a:pathLst>
                <a:path w="14015" h="25455" extrusionOk="0">
                  <a:moveTo>
                    <a:pt x="637" y="1"/>
                  </a:moveTo>
                  <a:cubicBezTo>
                    <a:pt x="314" y="1"/>
                    <a:pt x="0" y="326"/>
                    <a:pt x="191" y="720"/>
                  </a:cubicBezTo>
                  <a:lnTo>
                    <a:pt x="12941" y="25181"/>
                  </a:lnTo>
                  <a:cubicBezTo>
                    <a:pt x="13041" y="25374"/>
                    <a:pt x="13202" y="25455"/>
                    <a:pt x="13363" y="25455"/>
                  </a:cubicBezTo>
                  <a:cubicBezTo>
                    <a:pt x="13690" y="25455"/>
                    <a:pt x="14015" y="25122"/>
                    <a:pt x="13813" y="24729"/>
                  </a:cubicBezTo>
                  <a:lnTo>
                    <a:pt x="1062" y="267"/>
                  </a:lnTo>
                  <a:cubicBezTo>
                    <a:pt x="958" y="79"/>
                    <a:pt x="796" y="1"/>
                    <a:pt x="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3"/>
            <p:cNvSpPr/>
            <p:nvPr/>
          </p:nvSpPr>
          <p:spPr>
            <a:xfrm rot="3504383">
              <a:off x="475396" y="4074185"/>
              <a:ext cx="350056" cy="636236"/>
            </a:xfrm>
            <a:custGeom>
              <a:avLst/>
              <a:gdLst/>
              <a:ahLst/>
              <a:cxnLst/>
              <a:rect l="l" t="t" r="r" b="b"/>
              <a:pathLst>
                <a:path w="14002" h="25449" extrusionOk="0">
                  <a:moveTo>
                    <a:pt x="645" y="0"/>
                  </a:moveTo>
                  <a:cubicBezTo>
                    <a:pt x="320" y="0"/>
                    <a:pt x="1" y="323"/>
                    <a:pt x="193" y="708"/>
                  </a:cubicBezTo>
                  <a:lnTo>
                    <a:pt x="12943" y="25186"/>
                  </a:lnTo>
                  <a:cubicBezTo>
                    <a:pt x="13036" y="25372"/>
                    <a:pt x="13191" y="25449"/>
                    <a:pt x="13347" y="25449"/>
                  </a:cubicBezTo>
                  <a:cubicBezTo>
                    <a:pt x="13671" y="25449"/>
                    <a:pt x="14001" y="25118"/>
                    <a:pt x="13798" y="24734"/>
                  </a:cubicBezTo>
                  <a:lnTo>
                    <a:pt x="1064" y="255"/>
                  </a:lnTo>
                  <a:cubicBezTo>
                    <a:pt x="961" y="75"/>
                    <a:pt x="802" y="0"/>
                    <a:pt x="6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3"/>
            <p:cNvSpPr/>
            <p:nvPr/>
          </p:nvSpPr>
          <p:spPr>
            <a:xfrm rot="3504383">
              <a:off x="399785" y="4028749"/>
              <a:ext cx="349731" cy="636086"/>
            </a:xfrm>
            <a:custGeom>
              <a:avLst/>
              <a:gdLst/>
              <a:ahLst/>
              <a:cxnLst/>
              <a:rect l="l" t="t" r="r" b="b"/>
              <a:pathLst>
                <a:path w="13989" h="25443" extrusionOk="0">
                  <a:moveTo>
                    <a:pt x="633" y="0"/>
                  </a:moveTo>
                  <a:cubicBezTo>
                    <a:pt x="315" y="0"/>
                    <a:pt x="1" y="325"/>
                    <a:pt x="192" y="719"/>
                  </a:cubicBezTo>
                  <a:lnTo>
                    <a:pt x="12925" y="25180"/>
                  </a:lnTo>
                  <a:cubicBezTo>
                    <a:pt x="13029" y="25366"/>
                    <a:pt x="13188" y="25443"/>
                    <a:pt x="13345" y="25443"/>
                  </a:cubicBezTo>
                  <a:cubicBezTo>
                    <a:pt x="13670" y="25443"/>
                    <a:pt x="13989" y="25112"/>
                    <a:pt x="13797" y="24728"/>
                  </a:cubicBezTo>
                  <a:lnTo>
                    <a:pt x="1046" y="266"/>
                  </a:lnTo>
                  <a:cubicBezTo>
                    <a:pt x="947" y="79"/>
                    <a:pt x="790" y="0"/>
                    <a:pt x="6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3"/>
            <p:cNvSpPr/>
            <p:nvPr/>
          </p:nvSpPr>
          <p:spPr>
            <a:xfrm rot="3504383">
              <a:off x="335463" y="4006091"/>
              <a:ext cx="326706" cy="589985"/>
            </a:xfrm>
            <a:custGeom>
              <a:avLst/>
              <a:gdLst/>
              <a:ahLst/>
              <a:cxnLst/>
              <a:rect l="l" t="t" r="r" b="b"/>
              <a:pathLst>
                <a:path w="13068" h="23599" extrusionOk="0">
                  <a:moveTo>
                    <a:pt x="667" y="1"/>
                  </a:moveTo>
                  <a:cubicBezTo>
                    <a:pt x="337" y="1"/>
                    <a:pt x="1" y="341"/>
                    <a:pt x="214" y="734"/>
                  </a:cubicBezTo>
                  <a:lnTo>
                    <a:pt x="11992" y="23336"/>
                  </a:lnTo>
                  <a:cubicBezTo>
                    <a:pt x="12091" y="23521"/>
                    <a:pt x="12249" y="23599"/>
                    <a:pt x="12408" y="23599"/>
                  </a:cubicBezTo>
                  <a:cubicBezTo>
                    <a:pt x="12737" y="23599"/>
                    <a:pt x="13067" y="23268"/>
                    <a:pt x="12864" y="22884"/>
                  </a:cubicBezTo>
                  <a:lnTo>
                    <a:pt x="1085" y="282"/>
                  </a:lnTo>
                  <a:cubicBezTo>
                    <a:pt x="991" y="83"/>
                    <a:pt x="830" y="1"/>
                    <a:pt x="6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3"/>
            <p:cNvSpPr/>
            <p:nvPr/>
          </p:nvSpPr>
          <p:spPr>
            <a:xfrm rot="3504383">
              <a:off x="276041" y="3991853"/>
              <a:ext cx="293755" cy="527559"/>
            </a:xfrm>
            <a:custGeom>
              <a:avLst/>
              <a:gdLst/>
              <a:ahLst/>
              <a:cxnLst/>
              <a:rect l="l" t="t" r="r" b="b"/>
              <a:pathLst>
                <a:path w="11750" h="21102" extrusionOk="0">
                  <a:moveTo>
                    <a:pt x="660" y="0"/>
                  </a:moveTo>
                  <a:cubicBezTo>
                    <a:pt x="330" y="0"/>
                    <a:pt x="1" y="341"/>
                    <a:pt x="214" y="734"/>
                  </a:cubicBezTo>
                  <a:lnTo>
                    <a:pt x="10686" y="20839"/>
                  </a:lnTo>
                  <a:cubicBezTo>
                    <a:pt x="10784" y="21025"/>
                    <a:pt x="10941" y="21102"/>
                    <a:pt x="11098" y="21102"/>
                  </a:cubicBezTo>
                  <a:cubicBezTo>
                    <a:pt x="11423" y="21102"/>
                    <a:pt x="11749" y="20771"/>
                    <a:pt x="11557" y="20387"/>
                  </a:cubicBezTo>
                  <a:lnTo>
                    <a:pt x="1086" y="281"/>
                  </a:lnTo>
                  <a:cubicBezTo>
                    <a:pt x="986" y="83"/>
                    <a:pt x="823" y="0"/>
                    <a:pt x="6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3"/>
            <p:cNvSpPr/>
            <p:nvPr/>
          </p:nvSpPr>
          <p:spPr>
            <a:xfrm rot="3504383">
              <a:off x="224692" y="3993408"/>
              <a:ext cx="244479" cy="434157"/>
            </a:xfrm>
            <a:custGeom>
              <a:avLst/>
              <a:gdLst/>
              <a:ahLst/>
              <a:cxnLst/>
              <a:rect l="l" t="t" r="r" b="b"/>
              <a:pathLst>
                <a:path w="9779" h="17366" extrusionOk="0">
                  <a:moveTo>
                    <a:pt x="644" y="0"/>
                  </a:moveTo>
                  <a:cubicBezTo>
                    <a:pt x="323" y="0"/>
                    <a:pt x="0" y="324"/>
                    <a:pt x="181" y="708"/>
                  </a:cubicBezTo>
                  <a:lnTo>
                    <a:pt x="8726" y="17110"/>
                  </a:lnTo>
                  <a:cubicBezTo>
                    <a:pt x="8824" y="17290"/>
                    <a:pt x="8979" y="17366"/>
                    <a:pt x="9134" y="17366"/>
                  </a:cubicBezTo>
                  <a:cubicBezTo>
                    <a:pt x="9456" y="17366"/>
                    <a:pt x="9778" y="17042"/>
                    <a:pt x="9597" y="16658"/>
                  </a:cubicBezTo>
                  <a:lnTo>
                    <a:pt x="1052" y="255"/>
                  </a:lnTo>
                  <a:cubicBezTo>
                    <a:pt x="954" y="76"/>
                    <a:pt x="799" y="0"/>
                    <a:pt x="6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3"/>
            <p:cNvSpPr/>
            <p:nvPr/>
          </p:nvSpPr>
          <p:spPr>
            <a:xfrm rot="3504383">
              <a:off x="177770" y="4003737"/>
              <a:ext cx="186678" cy="322506"/>
            </a:xfrm>
            <a:custGeom>
              <a:avLst/>
              <a:gdLst/>
              <a:ahLst/>
              <a:cxnLst/>
              <a:rect l="l" t="t" r="r" b="b"/>
              <a:pathLst>
                <a:path w="7467" h="12900" extrusionOk="0">
                  <a:moveTo>
                    <a:pt x="652" y="0"/>
                  </a:moveTo>
                  <a:cubicBezTo>
                    <a:pt x="323" y="0"/>
                    <a:pt x="1" y="331"/>
                    <a:pt x="204" y="715"/>
                  </a:cubicBezTo>
                  <a:lnTo>
                    <a:pt x="6403" y="12644"/>
                  </a:lnTo>
                  <a:cubicBezTo>
                    <a:pt x="6507" y="12824"/>
                    <a:pt x="6665" y="12899"/>
                    <a:pt x="6822" y="12899"/>
                  </a:cubicBezTo>
                  <a:cubicBezTo>
                    <a:pt x="7148" y="12899"/>
                    <a:pt x="7466" y="12576"/>
                    <a:pt x="7274" y="12192"/>
                  </a:cubicBezTo>
                  <a:lnTo>
                    <a:pt x="1075" y="263"/>
                  </a:lnTo>
                  <a:cubicBezTo>
                    <a:pt x="971" y="77"/>
                    <a:pt x="811" y="0"/>
                    <a:pt x="6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3"/>
            <p:cNvSpPr/>
            <p:nvPr/>
          </p:nvSpPr>
          <p:spPr>
            <a:xfrm rot="3504383">
              <a:off x="-92805" y="3842306"/>
              <a:ext cx="187028" cy="322831"/>
            </a:xfrm>
            <a:custGeom>
              <a:avLst/>
              <a:gdLst/>
              <a:ahLst/>
              <a:cxnLst/>
              <a:rect l="l" t="t" r="r" b="b"/>
              <a:pathLst>
                <a:path w="7481" h="12913" extrusionOk="0">
                  <a:moveTo>
                    <a:pt x="637" y="0"/>
                  </a:moveTo>
                  <a:cubicBezTo>
                    <a:pt x="318" y="0"/>
                    <a:pt x="0" y="325"/>
                    <a:pt x="180" y="719"/>
                  </a:cubicBezTo>
                  <a:lnTo>
                    <a:pt x="6396" y="12631"/>
                  </a:lnTo>
                  <a:cubicBezTo>
                    <a:pt x="6490" y="12830"/>
                    <a:pt x="6651" y="12912"/>
                    <a:pt x="6814" y="12912"/>
                  </a:cubicBezTo>
                  <a:cubicBezTo>
                    <a:pt x="7144" y="12912"/>
                    <a:pt x="7480" y="12572"/>
                    <a:pt x="7267" y="12179"/>
                  </a:cubicBezTo>
                  <a:lnTo>
                    <a:pt x="1051" y="266"/>
                  </a:lnTo>
                  <a:cubicBezTo>
                    <a:pt x="952" y="79"/>
                    <a:pt x="794" y="0"/>
                    <a:pt x="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3"/>
            <p:cNvSpPr/>
            <p:nvPr/>
          </p:nvSpPr>
          <p:spPr>
            <a:xfrm rot="3504383">
              <a:off x="-197479" y="3740885"/>
              <a:ext cx="244329" cy="433932"/>
            </a:xfrm>
            <a:custGeom>
              <a:avLst/>
              <a:gdLst/>
              <a:ahLst/>
              <a:cxnLst/>
              <a:rect l="l" t="t" r="r" b="b"/>
              <a:pathLst>
                <a:path w="9773" h="17357" extrusionOk="0">
                  <a:moveTo>
                    <a:pt x="640" y="1"/>
                  </a:moveTo>
                  <a:cubicBezTo>
                    <a:pt x="319" y="1"/>
                    <a:pt x="1" y="324"/>
                    <a:pt x="193" y="708"/>
                  </a:cubicBezTo>
                  <a:lnTo>
                    <a:pt x="8721" y="17094"/>
                  </a:lnTo>
                  <a:cubicBezTo>
                    <a:pt x="8819" y="17280"/>
                    <a:pt x="8974" y="17357"/>
                    <a:pt x="9129" y="17357"/>
                  </a:cubicBezTo>
                  <a:cubicBezTo>
                    <a:pt x="9451" y="17357"/>
                    <a:pt x="9773" y="17026"/>
                    <a:pt x="9592" y="16642"/>
                  </a:cubicBezTo>
                  <a:lnTo>
                    <a:pt x="1047" y="256"/>
                  </a:lnTo>
                  <a:cubicBezTo>
                    <a:pt x="949" y="76"/>
                    <a:pt x="794" y="1"/>
                    <a:pt x="6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3"/>
            <p:cNvSpPr/>
            <p:nvPr/>
          </p:nvSpPr>
          <p:spPr>
            <a:xfrm rot="3504383">
              <a:off x="-298188" y="3649432"/>
              <a:ext cx="293755" cy="527384"/>
            </a:xfrm>
            <a:custGeom>
              <a:avLst/>
              <a:gdLst/>
              <a:ahLst/>
              <a:cxnLst/>
              <a:rect l="l" t="t" r="r" b="b"/>
              <a:pathLst>
                <a:path w="11750" h="21095" extrusionOk="0">
                  <a:moveTo>
                    <a:pt x="645" y="0"/>
                  </a:moveTo>
                  <a:cubicBezTo>
                    <a:pt x="319" y="0"/>
                    <a:pt x="1" y="323"/>
                    <a:pt x="193" y="708"/>
                  </a:cubicBezTo>
                  <a:lnTo>
                    <a:pt x="10664" y="20813"/>
                  </a:lnTo>
                  <a:cubicBezTo>
                    <a:pt x="10758" y="21012"/>
                    <a:pt x="10920" y="21094"/>
                    <a:pt x="11082" y="21094"/>
                  </a:cubicBezTo>
                  <a:cubicBezTo>
                    <a:pt x="11413" y="21094"/>
                    <a:pt x="11749" y="20754"/>
                    <a:pt x="11536" y="20361"/>
                  </a:cubicBezTo>
                  <a:lnTo>
                    <a:pt x="1064" y="255"/>
                  </a:lnTo>
                  <a:cubicBezTo>
                    <a:pt x="960" y="75"/>
                    <a:pt x="802" y="0"/>
                    <a:pt x="6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3"/>
            <p:cNvSpPr/>
            <p:nvPr/>
          </p:nvSpPr>
          <p:spPr>
            <a:xfrm rot="3504383">
              <a:off x="-390583" y="3572344"/>
              <a:ext cx="326556" cy="589960"/>
            </a:xfrm>
            <a:custGeom>
              <a:avLst/>
              <a:gdLst/>
              <a:ahLst/>
              <a:cxnLst/>
              <a:rect l="l" t="t" r="r" b="b"/>
              <a:pathLst>
                <a:path w="13062" h="23598" extrusionOk="0">
                  <a:moveTo>
                    <a:pt x="656" y="1"/>
                  </a:moveTo>
                  <a:cubicBezTo>
                    <a:pt x="328" y="1"/>
                    <a:pt x="0" y="336"/>
                    <a:pt x="215" y="732"/>
                  </a:cubicBezTo>
                  <a:lnTo>
                    <a:pt x="11977" y="23317"/>
                  </a:lnTo>
                  <a:cubicBezTo>
                    <a:pt x="12071" y="23516"/>
                    <a:pt x="12232" y="23598"/>
                    <a:pt x="12395" y="23598"/>
                  </a:cubicBezTo>
                  <a:cubicBezTo>
                    <a:pt x="12725" y="23598"/>
                    <a:pt x="13062" y="23258"/>
                    <a:pt x="12848" y="22864"/>
                  </a:cubicBezTo>
                  <a:lnTo>
                    <a:pt x="1070" y="263"/>
                  </a:lnTo>
                  <a:cubicBezTo>
                    <a:pt x="972" y="78"/>
                    <a:pt x="814" y="1"/>
                    <a:pt x="6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3"/>
            <p:cNvSpPr/>
            <p:nvPr/>
          </p:nvSpPr>
          <p:spPr>
            <a:xfrm rot="3504383">
              <a:off x="-478049" y="3503354"/>
              <a:ext cx="349881" cy="636486"/>
            </a:xfrm>
            <a:custGeom>
              <a:avLst/>
              <a:gdLst/>
              <a:ahLst/>
              <a:cxnLst/>
              <a:rect l="l" t="t" r="r" b="b"/>
              <a:pathLst>
                <a:path w="13995" h="25459" extrusionOk="0">
                  <a:moveTo>
                    <a:pt x="644" y="0"/>
                  </a:moveTo>
                  <a:cubicBezTo>
                    <a:pt x="319" y="0"/>
                    <a:pt x="0" y="324"/>
                    <a:pt x="192" y="708"/>
                  </a:cubicBezTo>
                  <a:lnTo>
                    <a:pt x="12943" y="25186"/>
                  </a:lnTo>
                  <a:lnTo>
                    <a:pt x="12943" y="25203"/>
                  </a:lnTo>
                  <a:cubicBezTo>
                    <a:pt x="13041" y="25383"/>
                    <a:pt x="13196" y="25458"/>
                    <a:pt x="13351" y="25458"/>
                  </a:cubicBezTo>
                  <a:cubicBezTo>
                    <a:pt x="13672" y="25458"/>
                    <a:pt x="13995" y="25135"/>
                    <a:pt x="13814" y="24751"/>
                  </a:cubicBezTo>
                  <a:lnTo>
                    <a:pt x="1064" y="256"/>
                  </a:lnTo>
                  <a:cubicBezTo>
                    <a:pt x="960" y="76"/>
                    <a:pt x="802" y="0"/>
                    <a:pt x="6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3"/>
            <p:cNvSpPr/>
            <p:nvPr/>
          </p:nvSpPr>
          <p:spPr>
            <a:xfrm rot="3504383">
              <a:off x="-553838" y="3458191"/>
              <a:ext cx="349756" cy="636061"/>
            </a:xfrm>
            <a:custGeom>
              <a:avLst/>
              <a:gdLst/>
              <a:ahLst/>
              <a:cxnLst/>
              <a:rect l="l" t="t" r="r" b="b"/>
              <a:pathLst>
                <a:path w="13990" h="25442" extrusionOk="0">
                  <a:moveTo>
                    <a:pt x="639" y="0"/>
                  </a:moveTo>
                  <a:cubicBezTo>
                    <a:pt x="319" y="0"/>
                    <a:pt x="0" y="324"/>
                    <a:pt x="192" y="708"/>
                  </a:cubicBezTo>
                  <a:lnTo>
                    <a:pt x="12943" y="25186"/>
                  </a:lnTo>
                  <a:lnTo>
                    <a:pt x="12926" y="25186"/>
                  </a:lnTo>
                  <a:cubicBezTo>
                    <a:pt x="13029" y="25366"/>
                    <a:pt x="13188" y="25441"/>
                    <a:pt x="13345" y="25441"/>
                  </a:cubicBezTo>
                  <a:cubicBezTo>
                    <a:pt x="13671" y="25441"/>
                    <a:pt x="13989" y="25118"/>
                    <a:pt x="13797" y="24734"/>
                  </a:cubicBezTo>
                  <a:lnTo>
                    <a:pt x="1047" y="256"/>
                  </a:lnTo>
                  <a:cubicBezTo>
                    <a:pt x="949" y="76"/>
                    <a:pt x="794" y="0"/>
                    <a:pt x="6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3"/>
            <p:cNvSpPr/>
            <p:nvPr/>
          </p:nvSpPr>
          <p:spPr>
            <a:xfrm rot="3504383">
              <a:off x="2383500" y="5324239"/>
              <a:ext cx="187053" cy="322981"/>
            </a:xfrm>
            <a:custGeom>
              <a:avLst/>
              <a:gdLst/>
              <a:ahLst/>
              <a:cxnLst/>
              <a:rect l="l" t="t" r="r" b="b"/>
              <a:pathLst>
                <a:path w="7482" h="12919" extrusionOk="0">
                  <a:moveTo>
                    <a:pt x="644" y="1"/>
                  </a:moveTo>
                  <a:cubicBezTo>
                    <a:pt x="323" y="1"/>
                    <a:pt x="0" y="324"/>
                    <a:pt x="181" y="708"/>
                  </a:cubicBezTo>
                  <a:lnTo>
                    <a:pt x="6397" y="12637"/>
                  </a:lnTo>
                  <a:cubicBezTo>
                    <a:pt x="6491" y="12836"/>
                    <a:pt x="6652" y="12918"/>
                    <a:pt x="6815" y="12918"/>
                  </a:cubicBezTo>
                  <a:cubicBezTo>
                    <a:pt x="7146" y="12918"/>
                    <a:pt x="7482" y="12578"/>
                    <a:pt x="7269" y="12185"/>
                  </a:cubicBezTo>
                  <a:lnTo>
                    <a:pt x="1053" y="256"/>
                  </a:lnTo>
                  <a:cubicBezTo>
                    <a:pt x="954" y="76"/>
                    <a:pt x="799" y="1"/>
                    <a:pt x="6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3"/>
            <p:cNvSpPr/>
            <p:nvPr/>
          </p:nvSpPr>
          <p:spPr>
            <a:xfrm rot="3504383">
              <a:off x="2429994" y="5313356"/>
              <a:ext cx="245979" cy="434607"/>
            </a:xfrm>
            <a:custGeom>
              <a:avLst/>
              <a:gdLst/>
              <a:ahLst/>
              <a:cxnLst/>
              <a:rect l="l" t="t" r="r" b="b"/>
              <a:pathLst>
                <a:path w="9839" h="17384" extrusionOk="0">
                  <a:moveTo>
                    <a:pt x="660" y="0"/>
                  </a:moveTo>
                  <a:cubicBezTo>
                    <a:pt x="330" y="0"/>
                    <a:pt x="1" y="340"/>
                    <a:pt x="214" y="734"/>
                  </a:cubicBezTo>
                  <a:lnTo>
                    <a:pt x="8742" y="17119"/>
                  </a:lnTo>
                  <a:lnTo>
                    <a:pt x="8742" y="17103"/>
                  </a:lnTo>
                  <a:cubicBezTo>
                    <a:pt x="8842" y="17302"/>
                    <a:pt x="9007" y="17384"/>
                    <a:pt x="9171" y="17384"/>
                  </a:cubicBezTo>
                  <a:cubicBezTo>
                    <a:pt x="9506" y="17384"/>
                    <a:pt x="9838" y="17043"/>
                    <a:pt x="9614" y="16650"/>
                  </a:cubicBezTo>
                  <a:lnTo>
                    <a:pt x="1086" y="281"/>
                  </a:lnTo>
                  <a:cubicBezTo>
                    <a:pt x="986" y="82"/>
                    <a:pt x="823" y="0"/>
                    <a:pt x="6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3"/>
            <p:cNvSpPr/>
            <p:nvPr/>
          </p:nvSpPr>
          <p:spPr>
            <a:xfrm rot="3504383">
              <a:off x="2481948" y="5312929"/>
              <a:ext cx="293730" cy="527384"/>
            </a:xfrm>
            <a:custGeom>
              <a:avLst/>
              <a:gdLst/>
              <a:ahLst/>
              <a:cxnLst/>
              <a:rect l="l" t="t" r="r" b="b"/>
              <a:pathLst>
                <a:path w="11749" h="21095" extrusionOk="0">
                  <a:moveTo>
                    <a:pt x="644" y="0"/>
                  </a:moveTo>
                  <a:cubicBezTo>
                    <a:pt x="319" y="0"/>
                    <a:pt x="0" y="324"/>
                    <a:pt x="192" y="708"/>
                  </a:cubicBezTo>
                  <a:lnTo>
                    <a:pt x="10664" y="20813"/>
                  </a:lnTo>
                  <a:cubicBezTo>
                    <a:pt x="10758" y="21012"/>
                    <a:pt x="10919" y="21094"/>
                    <a:pt x="11082" y="21094"/>
                  </a:cubicBezTo>
                  <a:cubicBezTo>
                    <a:pt x="11412" y="21094"/>
                    <a:pt x="11749" y="20754"/>
                    <a:pt x="11535" y="20361"/>
                  </a:cubicBezTo>
                  <a:lnTo>
                    <a:pt x="1064" y="256"/>
                  </a:lnTo>
                  <a:cubicBezTo>
                    <a:pt x="960" y="76"/>
                    <a:pt x="801" y="0"/>
                    <a:pt x="6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3"/>
            <p:cNvSpPr/>
            <p:nvPr/>
          </p:nvSpPr>
          <p:spPr>
            <a:xfrm rot="3504383">
              <a:off x="2541452" y="5326975"/>
              <a:ext cx="326281" cy="589810"/>
            </a:xfrm>
            <a:custGeom>
              <a:avLst/>
              <a:gdLst/>
              <a:ahLst/>
              <a:cxnLst/>
              <a:rect l="l" t="t" r="r" b="b"/>
              <a:pathLst>
                <a:path w="13051" h="23592" extrusionOk="0">
                  <a:moveTo>
                    <a:pt x="653" y="1"/>
                  </a:moveTo>
                  <a:cubicBezTo>
                    <a:pt x="327" y="1"/>
                    <a:pt x="1" y="324"/>
                    <a:pt x="193" y="708"/>
                  </a:cubicBezTo>
                  <a:lnTo>
                    <a:pt x="11972" y="23310"/>
                  </a:lnTo>
                  <a:cubicBezTo>
                    <a:pt x="12066" y="23509"/>
                    <a:pt x="12227" y="23591"/>
                    <a:pt x="12389" y="23591"/>
                  </a:cubicBezTo>
                  <a:cubicBezTo>
                    <a:pt x="12718" y="23591"/>
                    <a:pt x="13051" y="23251"/>
                    <a:pt x="12826" y="22858"/>
                  </a:cubicBezTo>
                  <a:lnTo>
                    <a:pt x="1064" y="256"/>
                  </a:lnTo>
                  <a:cubicBezTo>
                    <a:pt x="966" y="76"/>
                    <a:pt x="810" y="1"/>
                    <a:pt x="6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3"/>
            <p:cNvSpPr/>
            <p:nvPr/>
          </p:nvSpPr>
          <p:spPr>
            <a:xfrm rot="3504383">
              <a:off x="2604961" y="5348405"/>
              <a:ext cx="351256" cy="636936"/>
            </a:xfrm>
            <a:custGeom>
              <a:avLst/>
              <a:gdLst/>
              <a:ahLst/>
              <a:cxnLst/>
              <a:rect l="l" t="t" r="r" b="b"/>
              <a:pathLst>
                <a:path w="14050" h="25477" extrusionOk="0">
                  <a:moveTo>
                    <a:pt x="668" y="0"/>
                  </a:moveTo>
                  <a:cubicBezTo>
                    <a:pt x="337" y="0"/>
                    <a:pt x="1" y="341"/>
                    <a:pt x="214" y="734"/>
                  </a:cubicBezTo>
                  <a:lnTo>
                    <a:pt x="12965" y="25195"/>
                  </a:lnTo>
                  <a:cubicBezTo>
                    <a:pt x="13059" y="25394"/>
                    <a:pt x="13220" y="25476"/>
                    <a:pt x="13382" y="25476"/>
                  </a:cubicBezTo>
                  <a:cubicBezTo>
                    <a:pt x="13713" y="25476"/>
                    <a:pt x="14049" y="25136"/>
                    <a:pt x="13836" y="24743"/>
                  </a:cubicBezTo>
                  <a:lnTo>
                    <a:pt x="1086" y="281"/>
                  </a:lnTo>
                  <a:cubicBezTo>
                    <a:pt x="992" y="82"/>
                    <a:pt x="830" y="0"/>
                    <a:pt x="6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3"/>
            <p:cNvSpPr/>
            <p:nvPr/>
          </p:nvSpPr>
          <p:spPr>
            <a:xfrm rot="3504383">
              <a:off x="2680893" y="5393579"/>
              <a:ext cx="351106" cy="637361"/>
            </a:xfrm>
            <a:custGeom>
              <a:avLst/>
              <a:gdLst/>
              <a:ahLst/>
              <a:cxnLst/>
              <a:rect l="l" t="t" r="r" b="b"/>
              <a:pathLst>
                <a:path w="14044" h="25494" extrusionOk="0">
                  <a:moveTo>
                    <a:pt x="663" y="0"/>
                  </a:moveTo>
                  <a:cubicBezTo>
                    <a:pt x="333" y="0"/>
                    <a:pt x="1" y="341"/>
                    <a:pt x="225" y="734"/>
                  </a:cubicBezTo>
                  <a:lnTo>
                    <a:pt x="12959" y="25212"/>
                  </a:lnTo>
                  <a:cubicBezTo>
                    <a:pt x="13058" y="25411"/>
                    <a:pt x="13221" y="25493"/>
                    <a:pt x="13384" y="25493"/>
                  </a:cubicBezTo>
                  <a:cubicBezTo>
                    <a:pt x="13715" y="25493"/>
                    <a:pt x="14043" y="25153"/>
                    <a:pt x="13830" y="24760"/>
                  </a:cubicBezTo>
                  <a:lnTo>
                    <a:pt x="1080" y="281"/>
                  </a:lnTo>
                  <a:cubicBezTo>
                    <a:pt x="986" y="83"/>
                    <a:pt x="825" y="0"/>
                    <a:pt x="6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3"/>
            <p:cNvSpPr/>
            <p:nvPr/>
          </p:nvSpPr>
          <p:spPr>
            <a:xfrm rot="3504383">
              <a:off x="1172190" y="4687378"/>
              <a:ext cx="131827" cy="109102"/>
            </a:xfrm>
            <a:custGeom>
              <a:avLst/>
              <a:gdLst/>
              <a:ahLst/>
              <a:cxnLst/>
              <a:rect l="l" t="t" r="r" b="b"/>
              <a:pathLst>
                <a:path w="5273" h="4364" extrusionOk="0">
                  <a:moveTo>
                    <a:pt x="2766" y="0"/>
                  </a:moveTo>
                  <a:cubicBezTo>
                    <a:pt x="2406" y="0"/>
                    <a:pt x="2034" y="93"/>
                    <a:pt x="1676" y="298"/>
                  </a:cubicBezTo>
                  <a:cubicBezTo>
                    <a:pt x="0" y="1270"/>
                    <a:pt x="318" y="3783"/>
                    <a:pt x="2195" y="4286"/>
                  </a:cubicBezTo>
                  <a:cubicBezTo>
                    <a:pt x="2387" y="4339"/>
                    <a:pt x="2579" y="4364"/>
                    <a:pt x="2769" y="4364"/>
                  </a:cubicBezTo>
                  <a:cubicBezTo>
                    <a:pt x="3726" y="4364"/>
                    <a:pt x="4610" y="3726"/>
                    <a:pt x="4876" y="2761"/>
                  </a:cubicBezTo>
                  <a:cubicBezTo>
                    <a:pt x="5272" y="1282"/>
                    <a:pt x="4106" y="0"/>
                    <a:pt x="27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0" name="Google Shape;690;p23"/>
            <p:cNvGrpSpPr/>
            <p:nvPr/>
          </p:nvGrpSpPr>
          <p:grpSpPr>
            <a:xfrm>
              <a:off x="-360684" y="2755466"/>
              <a:ext cx="3204205" cy="3984550"/>
              <a:chOff x="-360684" y="2755466"/>
              <a:chExt cx="3204205" cy="3984550"/>
            </a:xfrm>
          </p:grpSpPr>
          <p:sp>
            <p:nvSpPr>
              <p:cNvPr id="691" name="Google Shape;691;p23"/>
              <p:cNvSpPr/>
              <p:nvPr/>
            </p:nvSpPr>
            <p:spPr>
              <a:xfrm rot="3504383">
                <a:off x="-659952" y="4036303"/>
                <a:ext cx="3802741" cy="1422875"/>
              </a:xfrm>
              <a:custGeom>
                <a:avLst/>
                <a:gdLst/>
                <a:ahLst/>
                <a:cxnLst/>
                <a:rect l="l" t="t" r="r" b="b"/>
                <a:pathLst>
                  <a:path w="152107" h="56914" extrusionOk="0">
                    <a:moveTo>
                      <a:pt x="105131" y="1"/>
                    </a:moveTo>
                    <a:cubicBezTo>
                      <a:pt x="101027" y="1"/>
                      <a:pt x="96660" y="922"/>
                      <a:pt x="91883" y="3410"/>
                    </a:cubicBezTo>
                    <a:cubicBezTo>
                      <a:pt x="80155" y="9508"/>
                      <a:pt x="77591" y="19025"/>
                      <a:pt x="75111" y="28240"/>
                    </a:cubicBezTo>
                    <a:cubicBezTo>
                      <a:pt x="72615" y="37488"/>
                      <a:pt x="70253" y="46234"/>
                      <a:pt x="59161" y="52014"/>
                    </a:cubicBezTo>
                    <a:cubicBezTo>
                      <a:pt x="54656" y="54366"/>
                      <a:pt x="50572" y="55248"/>
                      <a:pt x="46705" y="55248"/>
                    </a:cubicBezTo>
                    <a:cubicBezTo>
                      <a:pt x="41067" y="55248"/>
                      <a:pt x="35891" y="53373"/>
                      <a:pt x="30544" y="51445"/>
                    </a:cubicBezTo>
                    <a:cubicBezTo>
                      <a:pt x="25224" y="49516"/>
                      <a:pt x="19798" y="47551"/>
                      <a:pt x="13814" y="47551"/>
                    </a:cubicBezTo>
                    <a:cubicBezTo>
                      <a:pt x="9715" y="47551"/>
                      <a:pt x="5355" y="48473"/>
                      <a:pt x="587" y="50959"/>
                    </a:cubicBezTo>
                    <a:cubicBezTo>
                      <a:pt x="168" y="51177"/>
                      <a:pt x="0" y="51679"/>
                      <a:pt x="218" y="52098"/>
                    </a:cubicBezTo>
                    <a:cubicBezTo>
                      <a:pt x="371" y="52380"/>
                      <a:pt x="663" y="52546"/>
                      <a:pt x="968" y="52546"/>
                    </a:cubicBezTo>
                    <a:cubicBezTo>
                      <a:pt x="1099" y="52546"/>
                      <a:pt x="1232" y="52515"/>
                      <a:pt x="1358" y="52450"/>
                    </a:cubicBezTo>
                    <a:cubicBezTo>
                      <a:pt x="5875" y="50096"/>
                      <a:pt x="9965" y="49212"/>
                      <a:pt x="13835" y="49212"/>
                    </a:cubicBezTo>
                    <a:cubicBezTo>
                      <a:pt x="19466" y="49212"/>
                      <a:pt x="24632" y="51083"/>
                      <a:pt x="29975" y="53020"/>
                    </a:cubicBezTo>
                    <a:cubicBezTo>
                      <a:pt x="35294" y="54949"/>
                      <a:pt x="40720" y="56913"/>
                      <a:pt x="46705" y="56913"/>
                    </a:cubicBezTo>
                    <a:cubicBezTo>
                      <a:pt x="50803" y="56913"/>
                      <a:pt x="55164" y="55991"/>
                      <a:pt x="59932" y="53506"/>
                    </a:cubicBezTo>
                    <a:cubicBezTo>
                      <a:pt x="71677" y="47390"/>
                      <a:pt x="74240" y="37874"/>
                      <a:pt x="76720" y="28675"/>
                    </a:cubicBezTo>
                    <a:cubicBezTo>
                      <a:pt x="79216" y="19410"/>
                      <a:pt x="81562" y="10664"/>
                      <a:pt x="92670" y="4901"/>
                    </a:cubicBezTo>
                    <a:cubicBezTo>
                      <a:pt x="97190" y="2552"/>
                      <a:pt x="101282" y="1670"/>
                      <a:pt x="105154" y="1670"/>
                    </a:cubicBezTo>
                    <a:cubicBezTo>
                      <a:pt x="110782" y="1670"/>
                      <a:pt x="115947" y="3535"/>
                      <a:pt x="121287" y="5470"/>
                    </a:cubicBezTo>
                    <a:cubicBezTo>
                      <a:pt x="126611" y="7391"/>
                      <a:pt x="132042" y="9359"/>
                      <a:pt x="138035" y="9359"/>
                    </a:cubicBezTo>
                    <a:cubicBezTo>
                      <a:pt x="142132" y="9359"/>
                      <a:pt x="146492" y="8439"/>
                      <a:pt x="151261" y="5956"/>
                    </a:cubicBezTo>
                    <a:cubicBezTo>
                      <a:pt x="152107" y="5512"/>
                      <a:pt x="151653" y="4357"/>
                      <a:pt x="150885" y="4357"/>
                    </a:cubicBezTo>
                    <a:cubicBezTo>
                      <a:pt x="150756" y="4357"/>
                      <a:pt x="150617" y="4390"/>
                      <a:pt x="150474" y="4465"/>
                    </a:cubicBezTo>
                    <a:cubicBezTo>
                      <a:pt x="145969" y="6809"/>
                      <a:pt x="141885" y="7690"/>
                      <a:pt x="138019" y="7690"/>
                    </a:cubicBezTo>
                    <a:cubicBezTo>
                      <a:pt x="132381" y="7690"/>
                      <a:pt x="127204" y="5817"/>
                      <a:pt x="121857" y="3879"/>
                    </a:cubicBezTo>
                    <a:cubicBezTo>
                      <a:pt x="116539" y="1960"/>
                      <a:pt x="111115" y="1"/>
                      <a:pt x="105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92" name="Google Shape;692;p23"/>
              <p:cNvGrpSpPr/>
              <p:nvPr/>
            </p:nvGrpSpPr>
            <p:grpSpPr>
              <a:xfrm>
                <a:off x="-211186" y="3448204"/>
                <a:ext cx="2901595" cy="2592599"/>
                <a:chOff x="-211186" y="3448204"/>
                <a:chExt cx="2901595" cy="2592599"/>
              </a:xfrm>
            </p:grpSpPr>
            <p:sp>
              <p:nvSpPr>
                <p:cNvPr id="693" name="Google Shape;693;p23"/>
                <p:cNvSpPr/>
                <p:nvPr/>
              </p:nvSpPr>
              <p:spPr>
                <a:xfrm rot="3504383">
                  <a:off x="2558439" y="5909959"/>
                  <a:ext cx="112302" cy="108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2" h="4358" extrusionOk="0">
                      <a:moveTo>
                        <a:pt x="2146" y="1"/>
                      </a:moveTo>
                      <a:cubicBezTo>
                        <a:pt x="2079" y="1"/>
                        <a:pt x="2012" y="5"/>
                        <a:pt x="1944" y="13"/>
                      </a:cubicBezTo>
                      <a:cubicBezTo>
                        <a:pt x="1810" y="30"/>
                        <a:pt x="1676" y="64"/>
                        <a:pt x="1542" y="97"/>
                      </a:cubicBezTo>
                      <a:cubicBezTo>
                        <a:pt x="1023" y="281"/>
                        <a:pt x="604" y="650"/>
                        <a:pt x="353" y="1136"/>
                      </a:cubicBezTo>
                      <a:cubicBezTo>
                        <a:pt x="85" y="1638"/>
                        <a:pt x="1" y="2225"/>
                        <a:pt x="152" y="2778"/>
                      </a:cubicBezTo>
                      <a:cubicBezTo>
                        <a:pt x="286" y="3347"/>
                        <a:pt x="654" y="3817"/>
                        <a:pt x="1157" y="4101"/>
                      </a:cubicBezTo>
                      <a:cubicBezTo>
                        <a:pt x="1486" y="4271"/>
                        <a:pt x="1844" y="4357"/>
                        <a:pt x="2200" y="4357"/>
                      </a:cubicBezTo>
                      <a:cubicBezTo>
                        <a:pt x="2443" y="4357"/>
                        <a:pt x="2685" y="4317"/>
                        <a:pt x="2916" y="4235"/>
                      </a:cubicBezTo>
                      <a:cubicBezTo>
                        <a:pt x="3067" y="4185"/>
                        <a:pt x="3218" y="4118"/>
                        <a:pt x="3352" y="4051"/>
                      </a:cubicBezTo>
                      <a:cubicBezTo>
                        <a:pt x="3486" y="3967"/>
                        <a:pt x="3603" y="3884"/>
                        <a:pt x="3720" y="3766"/>
                      </a:cubicBezTo>
                      <a:cubicBezTo>
                        <a:pt x="3938" y="3582"/>
                        <a:pt x="4123" y="3347"/>
                        <a:pt x="4240" y="3079"/>
                      </a:cubicBezTo>
                      <a:cubicBezTo>
                        <a:pt x="4491" y="2543"/>
                        <a:pt x="4491" y="1940"/>
                        <a:pt x="4273" y="1404"/>
                      </a:cubicBezTo>
                      <a:cubicBezTo>
                        <a:pt x="4056" y="884"/>
                        <a:pt x="3637" y="449"/>
                        <a:pt x="3117" y="214"/>
                      </a:cubicBezTo>
                      <a:cubicBezTo>
                        <a:pt x="2883" y="97"/>
                        <a:pt x="2615" y="30"/>
                        <a:pt x="2347" y="13"/>
                      </a:cubicBezTo>
                      <a:cubicBezTo>
                        <a:pt x="2280" y="5"/>
                        <a:pt x="2213" y="1"/>
                        <a:pt x="21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4" name="Google Shape;694;p23"/>
                <p:cNvSpPr/>
                <p:nvPr/>
              </p:nvSpPr>
              <p:spPr>
                <a:xfrm rot="3504383">
                  <a:off x="2438930" y="5777674"/>
                  <a:ext cx="111452" cy="108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8" h="4359" extrusionOk="0">
                      <a:moveTo>
                        <a:pt x="2210" y="1"/>
                      </a:moveTo>
                      <a:cubicBezTo>
                        <a:pt x="1910" y="1"/>
                        <a:pt x="1608" y="69"/>
                        <a:pt x="1324" y="207"/>
                      </a:cubicBezTo>
                      <a:cubicBezTo>
                        <a:pt x="1207" y="257"/>
                        <a:pt x="1090" y="324"/>
                        <a:pt x="989" y="408"/>
                      </a:cubicBezTo>
                      <a:cubicBezTo>
                        <a:pt x="872" y="492"/>
                        <a:pt x="771" y="576"/>
                        <a:pt x="687" y="676"/>
                      </a:cubicBezTo>
                      <a:cubicBezTo>
                        <a:pt x="285" y="1078"/>
                        <a:pt x="51" y="1631"/>
                        <a:pt x="34" y="2201"/>
                      </a:cubicBezTo>
                      <a:cubicBezTo>
                        <a:pt x="1" y="2787"/>
                        <a:pt x="235" y="3340"/>
                        <a:pt x="654" y="3742"/>
                      </a:cubicBezTo>
                      <a:cubicBezTo>
                        <a:pt x="754" y="3860"/>
                        <a:pt x="872" y="3943"/>
                        <a:pt x="989" y="4027"/>
                      </a:cubicBezTo>
                      <a:cubicBezTo>
                        <a:pt x="1123" y="4094"/>
                        <a:pt x="1257" y="4161"/>
                        <a:pt x="1391" y="4211"/>
                      </a:cubicBezTo>
                      <a:cubicBezTo>
                        <a:pt x="1654" y="4311"/>
                        <a:pt x="1925" y="4358"/>
                        <a:pt x="2194" y="4358"/>
                      </a:cubicBezTo>
                      <a:cubicBezTo>
                        <a:pt x="2833" y="4358"/>
                        <a:pt x="3456" y="4087"/>
                        <a:pt x="3904" y="3592"/>
                      </a:cubicBezTo>
                      <a:cubicBezTo>
                        <a:pt x="4290" y="3156"/>
                        <a:pt x="4457" y="2570"/>
                        <a:pt x="4373" y="1983"/>
                      </a:cubicBezTo>
                      <a:cubicBezTo>
                        <a:pt x="4290" y="1413"/>
                        <a:pt x="4022" y="911"/>
                        <a:pt x="3586" y="542"/>
                      </a:cubicBezTo>
                      <a:cubicBezTo>
                        <a:pt x="3199" y="187"/>
                        <a:pt x="2708" y="1"/>
                        <a:pt x="22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23"/>
                <p:cNvSpPr/>
                <p:nvPr/>
              </p:nvSpPr>
              <p:spPr>
                <a:xfrm rot="3504383">
                  <a:off x="2356701" y="5616929"/>
                  <a:ext cx="112277" cy="10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" h="4368" extrusionOk="0">
                      <a:moveTo>
                        <a:pt x="2267" y="1"/>
                      </a:moveTo>
                      <a:cubicBezTo>
                        <a:pt x="2137" y="1"/>
                        <a:pt x="2006" y="12"/>
                        <a:pt x="1877" y="36"/>
                      </a:cubicBezTo>
                      <a:cubicBezTo>
                        <a:pt x="1608" y="103"/>
                        <a:pt x="1357" y="204"/>
                        <a:pt x="1123" y="355"/>
                      </a:cubicBezTo>
                      <a:cubicBezTo>
                        <a:pt x="637" y="656"/>
                        <a:pt x="285" y="1142"/>
                        <a:pt x="151" y="1695"/>
                      </a:cubicBezTo>
                      <a:cubicBezTo>
                        <a:pt x="0" y="2265"/>
                        <a:pt x="101" y="2851"/>
                        <a:pt x="402" y="3337"/>
                      </a:cubicBezTo>
                      <a:cubicBezTo>
                        <a:pt x="570" y="3588"/>
                        <a:pt x="771" y="3806"/>
                        <a:pt x="1005" y="3974"/>
                      </a:cubicBezTo>
                      <a:cubicBezTo>
                        <a:pt x="1257" y="4141"/>
                        <a:pt x="1541" y="4258"/>
                        <a:pt x="1843" y="4325"/>
                      </a:cubicBezTo>
                      <a:cubicBezTo>
                        <a:pt x="1987" y="4353"/>
                        <a:pt x="2131" y="4367"/>
                        <a:pt x="2274" y="4367"/>
                      </a:cubicBezTo>
                      <a:cubicBezTo>
                        <a:pt x="2729" y="4367"/>
                        <a:pt x="3170" y="4228"/>
                        <a:pt x="3552" y="3974"/>
                      </a:cubicBezTo>
                      <a:cubicBezTo>
                        <a:pt x="4038" y="3638"/>
                        <a:pt x="4339" y="3119"/>
                        <a:pt x="4423" y="2549"/>
                      </a:cubicBezTo>
                      <a:cubicBezTo>
                        <a:pt x="4490" y="1980"/>
                        <a:pt x="4356" y="1393"/>
                        <a:pt x="4021" y="924"/>
                      </a:cubicBezTo>
                      <a:cubicBezTo>
                        <a:pt x="3626" y="332"/>
                        <a:pt x="2958" y="1"/>
                        <a:pt x="22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" name="Google Shape;696;p23"/>
                <p:cNvSpPr/>
                <p:nvPr/>
              </p:nvSpPr>
              <p:spPr>
                <a:xfrm rot="3504383">
                  <a:off x="2303578" y="5442660"/>
                  <a:ext cx="117727" cy="109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9" h="4365" extrusionOk="0">
                      <a:moveTo>
                        <a:pt x="2482" y="1"/>
                      </a:moveTo>
                      <a:cubicBezTo>
                        <a:pt x="1584" y="1"/>
                        <a:pt x="740" y="555"/>
                        <a:pt x="419" y="1451"/>
                      </a:cubicBezTo>
                      <a:cubicBezTo>
                        <a:pt x="0" y="2607"/>
                        <a:pt x="603" y="3863"/>
                        <a:pt x="1759" y="4249"/>
                      </a:cubicBezTo>
                      <a:cubicBezTo>
                        <a:pt x="1990" y="4326"/>
                        <a:pt x="2231" y="4365"/>
                        <a:pt x="2473" y="4365"/>
                      </a:cubicBezTo>
                      <a:cubicBezTo>
                        <a:pt x="2811" y="4365"/>
                        <a:pt x="3148" y="4288"/>
                        <a:pt x="3452" y="4132"/>
                      </a:cubicBezTo>
                      <a:cubicBezTo>
                        <a:pt x="3971" y="3880"/>
                        <a:pt x="4373" y="3411"/>
                        <a:pt x="4541" y="2858"/>
                      </a:cubicBezTo>
                      <a:cubicBezTo>
                        <a:pt x="4708" y="2305"/>
                        <a:pt x="4658" y="1702"/>
                        <a:pt x="4407" y="1199"/>
                      </a:cubicBezTo>
                      <a:cubicBezTo>
                        <a:pt x="4155" y="680"/>
                        <a:pt x="3703" y="295"/>
                        <a:pt x="3167" y="110"/>
                      </a:cubicBezTo>
                      <a:cubicBezTo>
                        <a:pt x="2940" y="36"/>
                        <a:pt x="2709" y="1"/>
                        <a:pt x="248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" name="Google Shape;697;p23"/>
                <p:cNvSpPr/>
                <p:nvPr/>
              </p:nvSpPr>
              <p:spPr>
                <a:xfrm rot="3504383">
                  <a:off x="2270606" y="5269590"/>
                  <a:ext cx="112727" cy="109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9" h="4377" extrusionOk="0">
                      <a:moveTo>
                        <a:pt x="2232" y="1"/>
                      </a:moveTo>
                      <a:cubicBezTo>
                        <a:pt x="1908" y="1"/>
                        <a:pt x="1576" y="75"/>
                        <a:pt x="1257" y="236"/>
                      </a:cubicBezTo>
                      <a:cubicBezTo>
                        <a:pt x="738" y="487"/>
                        <a:pt x="353" y="940"/>
                        <a:pt x="168" y="1509"/>
                      </a:cubicBezTo>
                      <a:cubicBezTo>
                        <a:pt x="1" y="2046"/>
                        <a:pt x="34" y="2649"/>
                        <a:pt x="302" y="3168"/>
                      </a:cubicBezTo>
                      <a:cubicBezTo>
                        <a:pt x="554" y="3671"/>
                        <a:pt x="989" y="4073"/>
                        <a:pt x="1525" y="4257"/>
                      </a:cubicBezTo>
                      <a:cubicBezTo>
                        <a:pt x="1763" y="4338"/>
                        <a:pt x="2003" y="4376"/>
                        <a:pt x="2236" y="4376"/>
                      </a:cubicBezTo>
                      <a:cubicBezTo>
                        <a:pt x="3450" y="4376"/>
                        <a:pt x="4508" y="3352"/>
                        <a:pt x="4424" y="2046"/>
                      </a:cubicBezTo>
                      <a:cubicBezTo>
                        <a:pt x="4334" y="844"/>
                        <a:pt x="3326" y="1"/>
                        <a:pt x="223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 rot="3504383">
                  <a:off x="2223391" y="5097035"/>
                  <a:ext cx="112277" cy="109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" h="4366" extrusionOk="0">
                      <a:moveTo>
                        <a:pt x="2189" y="1"/>
                      </a:moveTo>
                      <a:cubicBezTo>
                        <a:pt x="1750" y="1"/>
                        <a:pt x="1322" y="129"/>
                        <a:pt x="955" y="373"/>
                      </a:cubicBezTo>
                      <a:cubicBezTo>
                        <a:pt x="470" y="708"/>
                        <a:pt x="151" y="1228"/>
                        <a:pt x="67" y="1797"/>
                      </a:cubicBezTo>
                      <a:cubicBezTo>
                        <a:pt x="0" y="2367"/>
                        <a:pt x="134" y="2954"/>
                        <a:pt x="453" y="3423"/>
                      </a:cubicBezTo>
                      <a:cubicBezTo>
                        <a:pt x="754" y="3875"/>
                        <a:pt x="1223" y="4210"/>
                        <a:pt x="1760" y="4327"/>
                      </a:cubicBezTo>
                      <a:cubicBezTo>
                        <a:pt x="1902" y="4353"/>
                        <a:pt x="2040" y="4365"/>
                        <a:pt x="2178" y="4365"/>
                      </a:cubicBezTo>
                      <a:cubicBezTo>
                        <a:pt x="2317" y="4365"/>
                        <a:pt x="2455" y="4353"/>
                        <a:pt x="2597" y="4327"/>
                      </a:cubicBezTo>
                      <a:cubicBezTo>
                        <a:pt x="2865" y="4277"/>
                        <a:pt x="3117" y="4177"/>
                        <a:pt x="3351" y="4043"/>
                      </a:cubicBezTo>
                      <a:cubicBezTo>
                        <a:pt x="3837" y="3741"/>
                        <a:pt x="4189" y="3255"/>
                        <a:pt x="4340" y="2702"/>
                      </a:cubicBezTo>
                      <a:cubicBezTo>
                        <a:pt x="4491" y="2133"/>
                        <a:pt x="4407" y="1546"/>
                        <a:pt x="4105" y="1044"/>
                      </a:cubicBezTo>
                      <a:cubicBezTo>
                        <a:pt x="3954" y="792"/>
                        <a:pt x="3753" y="591"/>
                        <a:pt x="3519" y="424"/>
                      </a:cubicBezTo>
                      <a:cubicBezTo>
                        <a:pt x="3268" y="239"/>
                        <a:pt x="2983" y="122"/>
                        <a:pt x="2681" y="55"/>
                      </a:cubicBezTo>
                      <a:cubicBezTo>
                        <a:pt x="2517" y="19"/>
                        <a:pt x="2352" y="1"/>
                        <a:pt x="21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 rot="3504383">
                  <a:off x="2144857" y="4935142"/>
                  <a:ext cx="111427" cy="109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7" h="4365" extrusionOk="0">
                      <a:moveTo>
                        <a:pt x="2277" y="0"/>
                      </a:moveTo>
                      <a:cubicBezTo>
                        <a:pt x="2244" y="0"/>
                        <a:pt x="2211" y="1"/>
                        <a:pt x="2178" y="3"/>
                      </a:cubicBezTo>
                      <a:cubicBezTo>
                        <a:pt x="1877" y="3"/>
                        <a:pt x="1558" y="87"/>
                        <a:pt x="1274" y="204"/>
                      </a:cubicBezTo>
                      <a:cubicBezTo>
                        <a:pt x="1005" y="338"/>
                        <a:pt x="771" y="506"/>
                        <a:pt x="570" y="740"/>
                      </a:cubicBezTo>
                      <a:cubicBezTo>
                        <a:pt x="184" y="1176"/>
                        <a:pt x="0" y="1746"/>
                        <a:pt x="67" y="2332"/>
                      </a:cubicBezTo>
                      <a:lnTo>
                        <a:pt x="67" y="2349"/>
                      </a:lnTo>
                      <a:cubicBezTo>
                        <a:pt x="168" y="3186"/>
                        <a:pt x="721" y="3907"/>
                        <a:pt x="1525" y="4225"/>
                      </a:cubicBezTo>
                      <a:cubicBezTo>
                        <a:pt x="1757" y="4318"/>
                        <a:pt x="2003" y="4364"/>
                        <a:pt x="2249" y="4364"/>
                      </a:cubicBezTo>
                      <a:cubicBezTo>
                        <a:pt x="2535" y="4364"/>
                        <a:pt x="2821" y="4301"/>
                        <a:pt x="3083" y="4175"/>
                      </a:cubicBezTo>
                      <a:cubicBezTo>
                        <a:pt x="3334" y="4074"/>
                        <a:pt x="3552" y="3924"/>
                        <a:pt x="3736" y="3723"/>
                      </a:cubicBezTo>
                      <a:cubicBezTo>
                        <a:pt x="4155" y="3320"/>
                        <a:pt x="4390" y="2784"/>
                        <a:pt x="4423" y="2215"/>
                      </a:cubicBezTo>
                      <a:cubicBezTo>
                        <a:pt x="4457" y="1628"/>
                        <a:pt x="4239" y="1059"/>
                        <a:pt x="3837" y="640"/>
                      </a:cubicBezTo>
                      <a:cubicBezTo>
                        <a:pt x="3619" y="439"/>
                        <a:pt x="3385" y="271"/>
                        <a:pt x="3100" y="154"/>
                      </a:cubicBezTo>
                      <a:cubicBezTo>
                        <a:pt x="2844" y="64"/>
                        <a:pt x="2562" y="0"/>
                        <a:pt x="227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 rot="3504383">
                  <a:off x="2026742" y="4800111"/>
                  <a:ext cx="112702" cy="109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8" h="4365" extrusionOk="0">
                      <a:moveTo>
                        <a:pt x="2301" y="0"/>
                      </a:moveTo>
                      <a:cubicBezTo>
                        <a:pt x="2074" y="0"/>
                        <a:pt x="1847" y="34"/>
                        <a:pt x="1626" y="103"/>
                      </a:cubicBezTo>
                      <a:cubicBezTo>
                        <a:pt x="1325" y="204"/>
                        <a:pt x="1056" y="355"/>
                        <a:pt x="805" y="556"/>
                      </a:cubicBezTo>
                      <a:cubicBezTo>
                        <a:pt x="587" y="740"/>
                        <a:pt x="403" y="975"/>
                        <a:pt x="286" y="1243"/>
                      </a:cubicBezTo>
                      <a:cubicBezTo>
                        <a:pt x="18" y="1779"/>
                        <a:pt x="1" y="2382"/>
                        <a:pt x="219" y="2918"/>
                      </a:cubicBezTo>
                      <a:cubicBezTo>
                        <a:pt x="437" y="3454"/>
                        <a:pt x="839" y="3890"/>
                        <a:pt x="1358" y="4141"/>
                      </a:cubicBezTo>
                      <a:cubicBezTo>
                        <a:pt x="1593" y="4259"/>
                        <a:pt x="1861" y="4326"/>
                        <a:pt x="2129" y="4359"/>
                      </a:cubicBezTo>
                      <a:cubicBezTo>
                        <a:pt x="2189" y="4363"/>
                        <a:pt x="2249" y="4365"/>
                        <a:pt x="2310" y="4365"/>
                      </a:cubicBezTo>
                      <a:cubicBezTo>
                        <a:pt x="2517" y="4365"/>
                        <a:pt x="2725" y="4340"/>
                        <a:pt x="2933" y="4275"/>
                      </a:cubicBezTo>
                      <a:cubicBezTo>
                        <a:pt x="3452" y="4108"/>
                        <a:pt x="3871" y="3739"/>
                        <a:pt x="4139" y="3270"/>
                      </a:cubicBezTo>
                      <a:cubicBezTo>
                        <a:pt x="4424" y="2767"/>
                        <a:pt x="4508" y="2181"/>
                        <a:pt x="4391" y="1628"/>
                      </a:cubicBezTo>
                      <a:cubicBezTo>
                        <a:pt x="4257" y="1058"/>
                        <a:pt x="3888" y="556"/>
                        <a:pt x="3385" y="271"/>
                      </a:cubicBezTo>
                      <a:cubicBezTo>
                        <a:pt x="3051" y="93"/>
                        <a:pt x="2677" y="0"/>
                        <a:pt x="230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701;p23"/>
                <p:cNvSpPr/>
                <p:nvPr/>
              </p:nvSpPr>
              <p:spPr>
                <a:xfrm rot="3504383">
                  <a:off x="1880113" y="4699683"/>
                  <a:ext cx="111027" cy="108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4352" extrusionOk="0">
                      <a:moveTo>
                        <a:pt x="2255" y="0"/>
                      </a:moveTo>
                      <a:cubicBezTo>
                        <a:pt x="2013" y="0"/>
                        <a:pt x="1773" y="39"/>
                        <a:pt x="1542" y="112"/>
                      </a:cubicBezTo>
                      <a:cubicBezTo>
                        <a:pt x="1392" y="179"/>
                        <a:pt x="1258" y="246"/>
                        <a:pt x="1123" y="330"/>
                      </a:cubicBezTo>
                      <a:cubicBezTo>
                        <a:pt x="855" y="481"/>
                        <a:pt x="621" y="682"/>
                        <a:pt x="437" y="933"/>
                      </a:cubicBezTo>
                      <a:cubicBezTo>
                        <a:pt x="269" y="1168"/>
                        <a:pt x="135" y="1436"/>
                        <a:pt x="68" y="1721"/>
                      </a:cubicBezTo>
                      <a:cubicBezTo>
                        <a:pt x="1" y="2006"/>
                        <a:pt x="1" y="2291"/>
                        <a:pt x="51" y="2559"/>
                      </a:cubicBezTo>
                      <a:cubicBezTo>
                        <a:pt x="101" y="2843"/>
                        <a:pt x="219" y="3111"/>
                        <a:pt x="386" y="3363"/>
                      </a:cubicBezTo>
                      <a:cubicBezTo>
                        <a:pt x="537" y="3597"/>
                        <a:pt x="755" y="3798"/>
                        <a:pt x="989" y="3949"/>
                      </a:cubicBezTo>
                      <a:cubicBezTo>
                        <a:pt x="1224" y="4117"/>
                        <a:pt x="1475" y="4217"/>
                        <a:pt x="1743" y="4284"/>
                      </a:cubicBezTo>
                      <a:cubicBezTo>
                        <a:pt x="1922" y="4329"/>
                        <a:pt x="2105" y="4351"/>
                        <a:pt x="2286" y="4351"/>
                      </a:cubicBezTo>
                      <a:cubicBezTo>
                        <a:pt x="2648" y="4351"/>
                        <a:pt x="3006" y="4262"/>
                        <a:pt x="3318" y="4083"/>
                      </a:cubicBezTo>
                      <a:cubicBezTo>
                        <a:pt x="3436" y="4016"/>
                        <a:pt x="3553" y="3932"/>
                        <a:pt x="3653" y="3832"/>
                      </a:cubicBezTo>
                      <a:cubicBezTo>
                        <a:pt x="3955" y="3564"/>
                        <a:pt x="4173" y="3212"/>
                        <a:pt x="4273" y="2810"/>
                      </a:cubicBezTo>
                      <a:cubicBezTo>
                        <a:pt x="4441" y="2257"/>
                        <a:pt x="4391" y="1671"/>
                        <a:pt x="4139" y="1151"/>
                      </a:cubicBezTo>
                      <a:cubicBezTo>
                        <a:pt x="3871" y="632"/>
                        <a:pt x="3402" y="246"/>
                        <a:pt x="2849" y="79"/>
                      </a:cubicBezTo>
                      <a:cubicBezTo>
                        <a:pt x="2653" y="26"/>
                        <a:pt x="2454" y="0"/>
                        <a:pt x="22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2" name="Google Shape;702;p23"/>
                <p:cNvSpPr/>
                <p:nvPr/>
              </p:nvSpPr>
              <p:spPr>
                <a:xfrm rot="3504383">
                  <a:off x="1714130" y="4634535"/>
                  <a:ext cx="109352" cy="108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4" h="4359" extrusionOk="0">
                      <a:moveTo>
                        <a:pt x="2312" y="1"/>
                      </a:moveTo>
                      <a:cubicBezTo>
                        <a:pt x="2161" y="1"/>
                        <a:pt x="2011" y="18"/>
                        <a:pt x="1877" y="34"/>
                      </a:cubicBezTo>
                      <a:cubicBezTo>
                        <a:pt x="1726" y="68"/>
                        <a:pt x="1592" y="101"/>
                        <a:pt x="1458" y="152"/>
                      </a:cubicBezTo>
                      <a:cubicBezTo>
                        <a:pt x="1156" y="269"/>
                        <a:pt x="905" y="453"/>
                        <a:pt x="670" y="671"/>
                      </a:cubicBezTo>
                      <a:cubicBezTo>
                        <a:pt x="452" y="889"/>
                        <a:pt x="285" y="1157"/>
                        <a:pt x="151" y="1442"/>
                      </a:cubicBezTo>
                      <a:cubicBezTo>
                        <a:pt x="50" y="1727"/>
                        <a:pt x="0" y="2011"/>
                        <a:pt x="0" y="2313"/>
                      </a:cubicBezTo>
                      <a:cubicBezTo>
                        <a:pt x="17" y="2899"/>
                        <a:pt x="285" y="3452"/>
                        <a:pt x="737" y="3821"/>
                      </a:cubicBezTo>
                      <a:cubicBezTo>
                        <a:pt x="1155" y="4174"/>
                        <a:pt x="1680" y="4358"/>
                        <a:pt x="2224" y="4358"/>
                      </a:cubicBezTo>
                      <a:cubicBezTo>
                        <a:pt x="2248" y="4358"/>
                        <a:pt x="2272" y="4358"/>
                        <a:pt x="2295" y="4357"/>
                      </a:cubicBezTo>
                      <a:cubicBezTo>
                        <a:pt x="2564" y="4357"/>
                        <a:pt x="2832" y="4307"/>
                        <a:pt x="3083" y="4206"/>
                      </a:cubicBezTo>
                      <a:cubicBezTo>
                        <a:pt x="3334" y="4106"/>
                        <a:pt x="3552" y="3955"/>
                        <a:pt x="3736" y="3771"/>
                      </a:cubicBezTo>
                      <a:cubicBezTo>
                        <a:pt x="3937" y="3570"/>
                        <a:pt x="4088" y="3352"/>
                        <a:pt x="4189" y="3100"/>
                      </a:cubicBezTo>
                      <a:cubicBezTo>
                        <a:pt x="4239" y="2966"/>
                        <a:pt x="4273" y="2849"/>
                        <a:pt x="4306" y="2715"/>
                      </a:cubicBezTo>
                      <a:cubicBezTo>
                        <a:pt x="4340" y="2581"/>
                        <a:pt x="4356" y="2447"/>
                        <a:pt x="4356" y="2313"/>
                      </a:cubicBezTo>
                      <a:cubicBezTo>
                        <a:pt x="4373" y="1743"/>
                        <a:pt x="4172" y="1190"/>
                        <a:pt x="3820" y="738"/>
                      </a:cubicBezTo>
                      <a:cubicBezTo>
                        <a:pt x="3435" y="286"/>
                        <a:pt x="2899" y="34"/>
                        <a:pt x="231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3" name="Google Shape;703;p23"/>
                <p:cNvSpPr/>
                <p:nvPr/>
              </p:nvSpPr>
              <p:spPr>
                <a:xfrm rot="3504383">
                  <a:off x="1534317" y="4616730"/>
                  <a:ext cx="111452" cy="10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8" h="4370" extrusionOk="0">
                      <a:moveTo>
                        <a:pt x="2277" y="1"/>
                      </a:moveTo>
                      <a:cubicBezTo>
                        <a:pt x="2110" y="1"/>
                        <a:pt x="1943" y="22"/>
                        <a:pt x="1776" y="66"/>
                      </a:cubicBezTo>
                      <a:cubicBezTo>
                        <a:pt x="1492" y="133"/>
                        <a:pt x="1223" y="267"/>
                        <a:pt x="989" y="435"/>
                      </a:cubicBezTo>
                      <a:cubicBezTo>
                        <a:pt x="738" y="636"/>
                        <a:pt x="537" y="870"/>
                        <a:pt x="369" y="1138"/>
                      </a:cubicBezTo>
                      <a:cubicBezTo>
                        <a:pt x="67" y="1658"/>
                        <a:pt x="0" y="2294"/>
                        <a:pt x="168" y="2881"/>
                      </a:cubicBezTo>
                      <a:cubicBezTo>
                        <a:pt x="335" y="3434"/>
                        <a:pt x="738" y="3886"/>
                        <a:pt x="1257" y="4137"/>
                      </a:cubicBezTo>
                      <a:cubicBezTo>
                        <a:pt x="1574" y="4291"/>
                        <a:pt x="1921" y="4369"/>
                        <a:pt x="2266" y="4369"/>
                      </a:cubicBezTo>
                      <a:cubicBezTo>
                        <a:pt x="2487" y="4369"/>
                        <a:pt x="2706" y="4337"/>
                        <a:pt x="2916" y="4271"/>
                      </a:cubicBezTo>
                      <a:cubicBezTo>
                        <a:pt x="3452" y="4104"/>
                        <a:pt x="3887" y="3769"/>
                        <a:pt x="4172" y="3283"/>
                      </a:cubicBezTo>
                      <a:cubicBezTo>
                        <a:pt x="4306" y="3048"/>
                        <a:pt x="4390" y="2797"/>
                        <a:pt x="4424" y="2529"/>
                      </a:cubicBezTo>
                      <a:cubicBezTo>
                        <a:pt x="4457" y="2261"/>
                        <a:pt x="4440" y="1993"/>
                        <a:pt x="4357" y="1725"/>
                      </a:cubicBezTo>
                      <a:cubicBezTo>
                        <a:pt x="4223" y="1172"/>
                        <a:pt x="3887" y="686"/>
                        <a:pt x="3418" y="351"/>
                      </a:cubicBezTo>
                      <a:cubicBezTo>
                        <a:pt x="3074" y="126"/>
                        <a:pt x="2680" y="1"/>
                        <a:pt x="227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 rot="3504383">
                  <a:off x="1353133" y="4639545"/>
                  <a:ext cx="116477" cy="109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9" h="4373" extrusionOk="0">
                      <a:moveTo>
                        <a:pt x="2435" y="1"/>
                      </a:moveTo>
                      <a:cubicBezTo>
                        <a:pt x="2127" y="1"/>
                        <a:pt x="1820" y="68"/>
                        <a:pt x="1542" y="203"/>
                      </a:cubicBezTo>
                      <a:cubicBezTo>
                        <a:pt x="1274" y="337"/>
                        <a:pt x="1039" y="504"/>
                        <a:pt x="855" y="722"/>
                      </a:cubicBezTo>
                      <a:cubicBezTo>
                        <a:pt x="654" y="940"/>
                        <a:pt x="503" y="1208"/>
                        <a:pt x="402" y="1493"/>
                      </a:cubicBezTo>
                      <a:cubicBezTo>
                        <a:pt x="0" y="2649"/>
                        <a:pt x="637" y="3922"/>
                        <a:pt x="1810" y="4274"/>
                      </a:cubicBezTo>
                      <a:cubicBezTo>
                        <a:pt x="2023" y="4341"/>
                        <a:pt x="2240" y="4373"/>
                        <a:pt x="2453" y="4373"/>
                      </a:cubicBezTo>
                      <a:cubicBezTo>
                        <a:pt x="3362" y="4373"/>
                        <a:pt x="4215" y="3796"/>
                        <a:pt x="4541" y="2900"/>
                      </a:cubicBezTo>
                      <a:cubicBezTo>
                        <a:pt x="4625" y="2632"/>
                        <a:pt x="4658" y="2347"/>
                        <a:pt x="4641" y="2063"/>
                      </a:cubicBezTo>
                      <a:cubicBezTo>
                        <a:pt x="4625" y="1795"/>
                        <a:pt x="4558" y="1527"/>
                        <a:pt x="4424" y="1275"/>
                      </a:cubicBezTo>
                      <a:cubicBezTo>
                        <a:pt x="4189" y="773"/>
                        <a:pt x="3753" y="354"/>
                        <a:pt x="3217" y="153"/>
                      </a:cubicBezTo>
                      <a:cubicBezTo>
                        <a:pt x="2968" y="52"/>
                        <a:pt x="2701" y="1"/>
                        <a:pt x="243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5" name="Google Shape;705;p23"/>
                <p:cNvSpPr/>
                <p:nvPr/>
              </p:nvSpPr>
              <p:spPr>
                <a:xfrm rot="3504383">
                  <a:off x="1011154" y="4738277"/>
                  <a:ext cx="111027" cy="109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4367" extrusionOk="0">
                      <a:moveTo>
                        <a:pt x="2217" y="1"/>
                      </a:moveTo>
                      <a:cubicBezTo>
                        <a:pt x="1304" y="1"/>
                        <a:pt x="448" y="568"/>
                        <a:pt x="134" y="1467"/>
                      </a:cubicBezTo>
                      <a:cubicBezTo>
                        <a:pt x="34" y="1735"/>
                        <a:pt x="0" y="2020"/>
                        <a:pt x="17" y="2305"/>
                      </a:cubicBezTo>
                      <a:cubicBezTo>
                        <a:pt x="34" y="2573"/>
                        <a:pt x="118" y="2841"/>
                        <a:pt x="235" y="3075"/>
                      </a:cubicBezTo>
                      <a:cubicBezTo>
                        <a:pt x="469" y="3595"/>
                        <a:pt x="905" y="4014"/>
                        <a:pt x="1441" y="4215"/>
                      </a:cubicBezTo>
                      <a:cubicBezTo>
                        <a:pt x="1690" y="4316"/>
                        <a:pt x="1953" y="4366"/>
                        <a:pt x="2218" y="4366"/>
                      </a:cubicBezTo>
                      <a:cubicBezTo>
                        <a:pt x="2523" y="4366"/>
                        <a:pt x="2829" y="4299"/>
                        <a:pt x="3117" y="4164"/>
                      </a:cubicBezTo>
                      <a:cubicBezTo>
                        <a:pt x="3368" y="4030"/>
                        <a:pt x="3603" y="3863"/>
                        <a:pt x="3804" y="3645"/>
                      </a:cubicBezTo>
                      <a:cubicBezTo>
                        <a:pt x="4005" y="3427"/>
                        <a:pt x="4155" y="3159"/>
                        <a:pt x="4256" y="2874"/>
                      </a:cubicBezTo>
                      <a:cubicBezTo>
                        <a:pt x="4440" y="2305"/>
                        <a:pt x="4407" y="1685"/>
                        <a:pt x="4139" y="1165"/>
                      </a:cubicBezTo>
                      <a:cubicBezTo>
                        <a:pt x="3871" y="646"/>
                        <a:pt x="3401" y="261"/>
                        <a:pt x="2849" y="93"/>
                      </a:cubicBezTo>
                      <a:cubicBezTo>
                        <a:pt x="2639" y="31"/>
                        <a:pt x="2427" y="1"/>
                        <a:pt x="221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" name="Google Shape;706;p23"/>
                <p:cNvSpPr/>
                <p:nvPr/>
              </p:nvSpPr>
              <p:spPr>
                <a:xfrm rot="3504383">
                  <a:off x="833491" y="4763634"/>
                  <a:ext cx="111427" cy="10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7" h="4362" extrusionOk="0">
                      <a:moveTo>
                        <a:pt x="2191" y="1"/>
                      </a:moveTo>
                      <a:cubicBezTo>
                        <a:pt x="1971" y="1"/>
                        <a:pt x="1751" y="33"/>
                        <a:pt x="1542" y="99"/>
                      </a:cubicBezTo>
                      <a:cubicBezTo>
                        <a:pt x="1005" y="266"/>
                        <a:pt x="570" y="601"/>
                        <a:pt x="285" y="1087"/>
                      </a:cubicBezTo>
                      <a:cubicBezTo>
                        <a:pt x="151" y="1322"/>
                        <a:pt x="67" y="1573"/>
                        <a:pt x="50" y="1858"/>
                      </a:cubicBezTo>
                      <a:cubicBezTo>
                        <a:pt x="0" y="2109"/>
                        <a:pt x="34" y="2394"/>
                        <a:pt x="101" y="2645"/>
                      </a:cubicBezTo>
                      <a:cubicBezTo>
                        <a:pt x="235" y="3198"/>
                        <a:pt x="570" y="3684"/>
                        <a:pt x="1039" y="4019"/>
                      </a:cubicBezTo>
                      <a:cubicBezTo>
                        <a:pt x="1385" y="4246"/>
                        <a:pt x="1790" y="4362"/>
                        <a:pt x="2194" y="4362"/>
                      </a:cubicBezTo>
                      <a:cubicBezTo>
                        <a:pt x="2358" y="4362"/>
                        <a:pt x="2521" y="4343"/>
                        <a:pt x="2681" y="4304"/>
                      </a:cubicBezTo>
                      <a:cubicBezTo>
                        <a:pt x="2966" y="4237"/>
                        <a:pt x="3234" y="4103"/>
                        <a:pt x="3468" y="3919"/>
                      </a:cubicBezTo>
                      <a:cubicBezTo>
                        <a:pt x="3720" y="3734"/>
                        <a:pt x="3921" y="3500"/>
                        <a:pt x="4088" y="3232"/>
                      </a:cubicBezTo>
                      <a:cubicBezTo>
                        <a:pt x="4390" y="2696"/>
                        <a:pt x="4457" y="2076"/>
                        <a:pt x="4289" y="1489"/>
                      </a:cubicBezTo>
                      <a:cubicBezTo>
                        <a:pt x="4122" y="936"/>
                        <a:pt x="3720" y="467"/>
                        <a:pt x="3200" y="233"/>
                      </a:cubicBezTo>
                      <a:cubicBezTo>
                        <a:pt x="2884" y="79"/>
                        <a:pt x="2536" y="1"/>
                        <a:pt x="219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" name="Google Shape;707;p23"/>
                <p:cNvSpPr/>
                <p:nvPr/>
              </p:nvSpPr>
              <p:spPr>
                <a:xfrm rot="3504383">
                  <a:off x="655943" y="4746034"/>
                  <a:ext cx="109752" cy="108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0" h="4358" extrusionOk="0">
                      <a:moveTo>
                        <a:pt x="2144" y="0"/>
                      </a:moveTo>
                      <a:cubicBezTo>
                        <a:pt x="2122" y="0"/>
                        <a:pt x="2100" y="1"/>
                        <a:pt x="2078" y="1"/>
                      </a:cubicBezTo>
                      <a:cubicBezTo>
                        <a:pt x="1810" y="1"/>
                        <a:pt x="1542" y="68"/>
                        <a:pt x="1290" y="169"/>
                      </a:cubicBezTo>
                      <a:cubicBezTo>
                        <a:pt x="1039" y="269"/>
                        <a:pt x="821" y="420"/>
                        <a:pt x="620" y="605"/>
                      </a:cubicBezTo>
                      <a:cubicBezTo>
                        <a:pt x="436" y="789"/>
                        <a:pt x="285" y="1023"/>
                        <a:pt x="185" y="1275"/>
                      </a:cubicBezTo>
                      <a:cubicBezTo>
                        <a:pt x="134" y="1392"/>
                        <a:pt x="101" y="1526"/>
                        <a:pt x="67" y="1660"/>
                      </a:cubicBezTo>
                      <a:cubicBezTo>
                        <a:pt x="34" y="1777"/>
                        <a:pt x="17" y="1911"/>
                        <a:pt x="17" y="2045"/>
                      </a:cubicBezTo>
                      <a:cubicBezTo>
                        <a:pt x="0" y="2615"/>
                        <a:pt x="201" y="3185"/>
                        <a:pt x="570" y="3620"/>
                      </a:cubicBezTo>
                      <a:cubicBezTo>
                        <a:pt x="959" y="4093"/>
                        <a:pt x="1533" y="4358"/>
                        <a:pt x="2138" y="4358"/>
                      </a:cubicBezTo>
                      <a:cubicBezTo>
                        <a:pt x="2262" y="4358"/>
                        <a:pt x="2388" y="4347"/>
                        <a:pt x="2513" y="4324"/>
                      </a:cubicBezTo>
                      <a:cubicBezTo>
                        <a:pt x="2648" y="4307"/>
                        <a:pt x="2782" y="4257"/>
                        <a:pt x="2932" y="4207"/>
                      </a:cubicBezTo>
                      <a:cubicBezTo>
                        <a:pt x="3217" y="4089"/>
                        <a:pt x="3485" y="3922"/>
                        <a:pt x="3703" y="3704"/>
                      </a:cubicBezTo>
                      <a:cubicBezTo>
                        <a:pt x="3921" y="3470"/>
                        <a:pt x="4105" y="3201"/>
                        <a:pt x="4222" y="2917"/>
                      </a:cubicBezTo>
                      <a:cubicBezTo>
                        <a:pt x="4340" y="2649"/>
                        <a:pt x="4390" y="2347"/>
                        <a:pt x="4373" y="2062"/>
                      </a:cubicBezTo>
                      <a:cubicBezTo>
                        <a:pt x="4356" y="1476"/>
                        <a:pt x="4088" y="923"/>
                        <a:pt x="3653" y="554"/>
                      </a:cubicBezTo>
                      <a:cubicBezTo>
                        <a:pt x="3218" y="200"/>
                        <a:pt x="2690" y="0"/>
                        <a:pt x="214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8" name="Google Shape;708;p23"/>
                <p:cNvSpPr/>
                <p:nvPr/>
              </p:nvSpPr>
              <p:spPr>
                <a:xfrm rot="3504383">
                  <a:off x="488367" y="4680869"/>
                  <a:ext cx="111027" cy="108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4351" extrusionOk="0">
                      <a:moveTo>
                        <a:pt x="2145" y="0"/>
                      </a:moveTo>
                      <a:cubicBezTo>
                        <a:pt x="2056" y="0"/>
                        <a:pt x="1966" y="6"/>
                        <a:pt x="1877" y="17"/>
                      </a:cubicBezTo>
                      <a:cubicBezTo>
                        <a:pt x="1609" y="50"/>
                        <a:pt x="1341" y="151"/>
                        <a:pt x="1106" y="285"/>
                      </a:cubicBezTo>
                      <a:cubicBezTo>
                        <a:pt x="989" y="352"/>
                        <a:pt x="888" y="436"/>
                        <a:pt x="788" y="536"/>
                      </a:cubicBezTo>
                      <a:cubicBezTo>
                        <a:pt x="687" y="620"/>
                        <a:pt x="587" y="720"/>
                        <a:pt x="503" y="821"/>
                      </a:cubicBezTo>
                      <a:cubicBezTo>
                        <a:pt x="352" y="1039"/>
                        <a:pt x="218" y="1290"/>
                        <a:pt x="151" y="1541"/>
                      </a:cubicBezTo>
                      <a:cubicBezTo>
                        <a:pt x="0" y="2094"/>
                        <a:pt x="51" y="2681"/>
                        <a:pt x="302" y="3200"/>
                      </a:cubicBezTo>
                      <a:cubicBezTo>
                        <a:pt x="570" y="3720"/>
                        <a:pt x="1039" y="4105"/>
                        <a:pt x="1592" y="4272"/>
                      </a:cubicBezTo>
                      <a:cubicBezTo>
                        <a:pt x="1788" y="4325"/>
                        <a:pt x="1988" y="4351"/>
                        <a:pt x="2186" y="4351"/>
                      </a:cubicBezTo>
                      <a:cubicBezTo>
                        <a:pt x="2428" y="4351"/>
                        <a:pt x="2669" y="4313"/>
                        <a:pt x="2899" y="4239"/>
                      </a:cubicBezTo>
                      <a:cubicBezTo>
                        <a:pt x="3050" y="4189"/>
                        <a:pt x="3184" y="4122"/>
                        <a:pt x="3318" y="4038"/>
                      </a:cubicBezTo>
                      <a:cubicBezTo>
                        <a:pt x="3854" y="3736"/>
                        <a:pt x="4223" y="3234"/>
                        <a:pt x="4373" y="2630"/>
                      </a:cubicBezTo>
                      <a:cubicBezTo>
                        <a:pt x="4440" y="2362"/>
                        <a:pt x="4440" y="2078"/>
                        <a:pt x="4390" y="1793"/>
                      </a:cubicBezTo>
                      <a:cubicBezTo>
                        <a:pt x="4340" y="1508"/>
                        <a:pt x="4223" y="1240"/>
                        <a:pt x="4055" y="989"/>
                      </a:cubicBezTo>
                      <a:cubicBezTo>
                        <a:pt x="3888" y="754"/>
                        <a:pt x="3686" y="553"/>
                        <a:pt x="3435" y="385"/>
                      </a:cubicBezTo>
                      <a:cubicBezTo>
                        <a:pt x="3201" y="235"/>
                        <a:pt x="2949" y="134"/>
                        <a:pt x="2681" y="67"/>
                      </a:cubicBezTo>
                      <a:cubicBezTo>
                        <a:pt x="2502" y="22"/>
                        <a:pt x="2324" y="0"/>
                        <a:pt x="21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p23"/>
                <p:cNvSpPr/>
                <p:nvPr/>
              </p:nvSpPr>
              <p:spPr>
                <a:xfrm rot="3504383">
                  <a:off x="339988" y="4580224"/>
                  <a:ext cx="112702" cy="108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8" h="4359" extrusionOk="0">
                      <a:moveTo>
                        <a:pt x="2136" y="0"/>
                      </a:moveTo>
                      <a:cubicBezTo>
                        <a:pt x="1949" y="0"/>
                        <a:pt x="1762" y="30"/>
                        <a:pt x="1575" y="100"/>
                      </a:cubicBezTo>
                      <a:cubicBezTo>
                        <a:pt x="1056" y="251"/>
                        <a:pt x="637" y="619"/>
                        <a:pt x="369" y="1088"/>
                      </a:cubicBezTo>
                      <a:cubicBezTo>
                        <a:pt x="84" y="1591"/>
                        <a:pt x="0" y="2177"/>
                        <a:pt x="134" y="2747"/>
                      </a:cubicBezTo>
                      <a:cubicBezTo>
                        <a:pt x="252" y="3317"/>
                        <a:pt x="620" y="3803"/>
                        <a:pt x="1123" y="4087"/>
                      </a:cubicBezTo>
                      <a:cubicBezTo>
                        <a:pt x="1457" y="4265"/>
                        <a:pt x="1831" y="4358"/>
                        <a:pt x="2207" y="4358"/>
                      </a:cubicBezTo>
                      <a:cubicBezTo>
                        <a:pt x="2434" y="4358"/>
                        <a:pt x="2662" y="4324"/>
                        <a:pt x="2882" y="4255"/>
                      </a:cubicBezTo>
                      <a:cubicBezTo>
                        <a:pt x="3184" y="4154"/>
                        <a:pt x="3452" y="4004"/>
                        <a:pt x="3686" y="3803"/>
                      </a:cubicBezTo>
                      <a:cubicBezTo>
                        <a:pt x="3921" y="3618"/>
                        <a:pt x="4105" y="3384"/>
                        <a:pt x="4223" y="3116"/>
                      </a:cubicBezTo>
                      <a:cubicBezTo>
                        <a:pt x="4491" y="2579"/>
                        <a:pt x="4507" y="1976"/>
                        <a:pt x="4290" y="1440"/>
                      </a:cubicBezTo>
                      <a:cubicBezTo>
                        <a:pt x="4072" y="904"/>
                        <a:pt x="3670" y="468"/>
                        <a:pt x="3150" y="217"/>
                      </a:cubicBezTo>
                      <a:cubicBezTo>
                        <a:pt x="2916" y="100"/>
                        <a:pt x="2648" y="33"/>
                        <a:pt x="2380" y="16"/>
                      </a:cubicBezTo>
                      <a:cubicBezTo>
                        <a:pt x="2298" y="6"/>
                        <a:pt x="2217" y="0"/>
                        <a:pt x="21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0" name="Google Shape;710;p23"/>
                <p:cNvSpPr/>
                <p:nvPr/>
              </p:nvSpPr>
              <p:spPr>
                <a:xfrm rot="3504383">
                  <a:off x="223185" y="4445203"/>
                  <a:ext cx="111452" cy="108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8" h="4357" extrusionOk="0">
                      <a:moveTo>
                        <a:pt x="2145" y="0"/>
                      </a:moveTo>
                      <a:cubicBezTo>
                        <a:pt x="1877" y="17"/>
                        <a:pt x="1609" y="67"/>
                        <a:pt x="1374" y="184"/>
                      </a:cubicBezTo>
                      <a:cubicBezTo>
                        <a:pt x="1123" y="302"/>
                        <a:pt x="905" y="452"/>
                        <a:pt x="721" y="637"/>
                      </a:cubicBezTo>
                      <a:cubicBezTo>
                        <a:pt x="302" y="1039"/>
                        <a:pt x="67" y="1592"/>
                        <a:pt x="34" y="2161"/>
                      </a:cubicBezTo>
                      <a:cubicBezTo>
                        <a:pt x="0" y="2731"/>
                        <a:pt x="218" y="3301"/>
                        <a:pt x="620" y="3720"/>
                      </a:cubicBezTo>
                      <a:cubicBezTo>
                        <a:pt x="838" y="3921"/>
                        <a:pt x="1073" y="4088"/>
                        <a:pt x="1358" y="4189"/>
                      </a:cubicBezTo>
                      <a:cubicBezTo>
                        <a:pt x="1642" y="4306"/>
                        <a:pt x="1961" y="4356"/>
                        <a:pt x="2262" y="4356"/>
                      </a:cubicBezTo>
                      <a:cubicBezTo>
                        <a:pt x="2581" y="4356"/>
                        <a:pt x="2899" y="4273"/>
                        <a:pt x="3184" y="4138"/>
                      </a:cubicBezTo>
                      <a:cubicBezTo>
                        <a:pt x="3452" y="4021"/>
                        <a:pt x="3686" y="3854"/>
                        <a:pt x="3888" y="3619"/>
                      </a:cubicBezTo>
                      <a:cubicBezTo>
                        <a:pt x="4273" y="3183"/>
                        <a:pt x="4457" y="2614"/>
                        <a:pt x="4390" y="2027"/>
                      </a:cubicBezTo>
                      <a:cubicBezTo>
                        <a:pt x="4306" y="1458"/>
                        <a:pt x="4038" y="938"/>
                        <a:pt x="3619" y="553"/>
                      </a:cubicBezTo>
                      <a:cubicBezTo>
                        <a:pt x="3418" y="385"/>
                        <a:pt x="3184" y="235"/>
                        <a:pt x="2933" y="134"/>
                      </a:cubicBezTo>
                      <a:cubicBezTo>
                        <a:pt x="2681" y="50"/>
                        <a:pt x="2413" y="0"/>
                        <a:pt x="21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711;p23"/>
                <p:cNvSpPr/>
                <p:nvPr/>
              </p:nvSpPr>
              <p:spPr>
                <a:xfrm rot="3504383">
                  <a:off x="143737" y="4283348"/>
                  <a:ext cx="112702" cy="109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8" h="4365" extrusionOk="0">
                      <a:moveTo>
                        <a:pt x="2321" y="0"/>
                      </a:moveTo>
                      <a:cubicBezTo>
                        <a:pt x="2183" y="0"/>
                        <a:pt x="2045" y="13"/>
                        <a:pt x="1911" y="38"/>
                      </a:cubicBezTo>
                      <a:cubicBezTo>
                        <a:pt x="1643" y="88"/>
                        <a:pt x="1375" y="189"/>
                        <a:pt x="1157" y="340"/>
                      </a:cubicBezTo>
                      <a:cubicBezTo>
                        <a:pt x="654" y="641"/>
                        <a:pt x="302" y="1110"/>
                        <a:pt x="152" y="1680"/>
                      </a:cubicBezTo>
                      <a:cubicBezTo>
                        <a:pt x="1" y="2233"/>
                        <a:pt x="84" y="2819"/>
                        <a:pt x="386" y="3322"/>
                      </a:cubicBezTo>
                      <a:cubicBezTo>
                        <a:pt x="537" y="3556"/>
                        <a:pt x="738" y="3774"/>
                        <a:pt x="972" y="3942"/>
                      </a:cubicBezTo>
                      <a:cubicBezTo>
                        <a:pt x="1224" y="4126"/>
                        <a:pt x="1509" y="4243"/>
                        <a:pt x="1810" y="4310"/>
                      </a:cubicBezTo>
                      <a:cubicBezTo>
                        <a:pt x="1974" y="4347"/>
                        <a:pt x="2139" y="4365"/>
                        <a:pt x="2303" y="4365"/>
                      </a:cubicBezTo>
                      <a:cubicBezTo>
                        <a:pt x="2741" y="4365"/>
                        <a:pt x="3170" y="4236"/>
                        <a:pt x="3536" y="3992"/>
                      </a:cubicBezTo>
                      <a:cubicBezTo>
                        <a:pt x="4005" y="3657"/>
                        <a:pt x="4340" y="3138"/>
                        <a:pt x="4424" y="2568"/>
                      </a:cubicBezTo>
                      <a:cubicBezTo>
                        <a:pt x="4508" y="1998"/>
                        <a:pt x="4374" y="1412"/>
                        <a:pt x="4039" y="943"/>
                      </a:cubicBezTo>
                      <a:cubicBezTo>
                        <a:pt x="3737" y="490"/>
                        <a:pt x="3268" y="155"/>
                        <a:pt x="2732" y="38"/>
                      </a:cubicBezTo>
                      <a:cubicBezTo>
                        <a:pt x="2598" y="13"/>
                        <a:pt x="2459" y="0"/>
                        <a:pt x="23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23"/>
                <p:cNvSpPr/>
                <p:nvPr/>
              </p:nvSpPr>
              <p:spPr>
                <a:xfrm rot="3504383">
                  <a:off x="89897" y="4107254"/>
                  <a:ext cx="120602" cy="10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4" h="4368" extrusionOk="0">
                      <a:moveTo>
                        <a:pt x="2585" y="1"/>
                      </a:moveTo>
                      <a:cubicBezTo>
                        <a:pt x="1686" y="1"/>
                        <a:pt x="853" y="553"/>
                        <a:pt x="534" y="1443"/>
                      </a:cubicBezTo>
                      <a:cubicBezTo>
                        <a:pt x="1" y="2961"/>
                        <a:pt x="1188" y="4368"/>
                        <a:pt x="2599" y="4368"/>
                      </a:cubicBezTo>
                      <a:cubicBezTo>
                        <a:pt x="2916" y="4368"/>
                        <a:pt x="3244" y="4297"/>
                        <a:pt x="3567" y="4140"/>
                      </a:cubicBezTo>
                      <a:cubicBezTo>
                        <a:pt x="4086" y="3872"/>
                        <a:pt x="4472" y="3420"/>
                        <a:pt x="4656" y="2867"/>
                      </a:cubicBezTo>
                      <a:cubicBezTo>
                        <a:pt x="4824" y="2314"/>
                        <a:pt x="4790" y="1727"/>
                        <a:pt x="4522" y="1208"/>
                      </a:cubicBezTo>
                      <a:cubicBezTo>
                        <a:pt x="4271" y="689"/>
                        <a:pt x="3835" y="303"/>
                        <a:pt x="3299" y="119"/>
                      </a:cubicBezTo>
                      <a:cubicBezTo>
                        <a:pt x="3062" y="39"/>
                        <a:pt x="2821" y="1"/>
                        <a:pt x="258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23"/>
                <p:cNvSpPr/>
                <p:nvPr/>
              </p:nvSpPr>
              <p:spPr>
                <a:xfrm rot="3504383">
                  <a:off x="58055" y="3937699"/>
                  <a:ext cx="117727" cy="109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9" h="4363" extrusionOk="0">
                      <a:moveTo>
                        <a:pt x="2227" y="0"/>
                      </a:moveTo>
                      <a:cubicBezTo>
                        <a:pt x="1890" y="0"/>
                        <a:pt x="1559" y="78"/>
                        <a:pt x="1257" y="225"/>
                      </a:cubicBezTo>
                      <a:cubicBezTo>
                        <a:pt x="737" y="493"/>
                        <a:pt x="335" y="945"/>
                        <a:pt x="168" y="1515"/>
                      </a:cubicBezTo>
                      <a:cubicBezTo>
                        <a:pt x="0" y="2051"/>
                        <a:pt x="50" y="2654"/>
                        <a:pt x="302" y="3174"/>
                      </a:cubicBezTo>
                      <a:cubicBezTo>
                        <a:pt x="553" y="3676"/>
                        <a:pt x="1005" y="4062"/>
                        <a:pt x="1542" y="4246"/>
                      </a:cubicBezTo>
                      <a:cubicBezTo>
                        <a:pt x="1772" y="4325"/>
                        <a:pt x="2006" y="4362"/>
                        <a:pt x="2236" y="4362"/>
                      </a:cubicBezTo>
                      <a:cubicBezTo>
                        <a:pt x="3132" y="4362"/>
                        <a:pt x="3973" y="3798"/>
                        <a:pt x="4306" y="2906"/>
                      </a:cubicBezTo>
                      <a:cubicBezTo>
                        <a:pt x="4708" y="1766"/>
                        <a:pt x="4088" y="510"/>
                        <a:pt x="2949" y="124"/>
                      </a:cubicBezTo>
                      <a:cubicBezTo>
                        <a:pt x="2711" y="40"/>
                        <a:pt x="2468" y="0"/>
                        <a:pt x="22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 rot="3504383">
                  <a:off x="10478" y="3763309"/>
                  <a:ext cx="112277" cy="109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" h="4365" extrusionOk="0">
                      <a:moveTo>
                        <a:pt x="2212" y="0"/>
                      </a:moveTo>
                      <a:cubicBezTo>
                        <a:pt x="1768" y="0"/>
                        <a:pt x="1324" y="130"/>
                        <a:pt x="938" y="390"/>
                      </a:cubicBezTo>
                      <a:cubicBezTo>
                        <a:pt x="452" y="725"/>
                        <a:pt x="134" y="1244"/>
                        <a:pt x="67" y="1831"/>
                      </a:cubicBezTo>
                      <a:cubicBezTo>
                        <a:pt x="0" y="2400"/>
                        <a:pt x="134" y="2970"/>
                        <a:pt x="469" y="3439"/>
                      </a:cubicBezTo>
                      <a:cubicBezTo>
                        <a:pt x="771" y="3892"/>
                        <a:pt x="1257" y="4210"/>
                        <a:pt x="1793" y="4327"/>
                      </a:cubicBezTo>
                      <a:cubicBezTo>
                        <a:pt x="1927" y="4352"/>
                        <a:pt x="2065" y="4365"/>
                        <a:pt x="2203" y="4365"/>
                      </a:cubicBezTo>
                      <a:cubicBezTo>
                        <a:pt x="2342" y="4365"/>
                        <a:pt x="2480" y="4352"/>
                        <a:pt x="2614" y="4327"/>
                      </a:cubicBezTo>
                      <a:cubicBezTo>
                        <a:pt x="2882" y="4260"/>
                        <a:pt x="3133" y="4160"/>
                        <a:pt x="3368" y="4009"/>
                      </a:cubicBezTo>
                      <a:cubicBezTo>
                        <a:pt x="3854" y="3707"/>
                        <a:pt x="4205" y="3221"/>
                        <a:pt x="4340" y="2668"/>
                      </a:cubicBezTo>
                      <a:cubicBezTo>
                        <a:pt x="4490" y="2099"/>
                        <a:pt x="4390" y="1512"/>
                        <a:pt x="4088" y="1010"/>
                      </a:cubicBezTo>
                      <a:cubicBezTo>
                        <a:pt x="3937" y="775"/>
                        <a:pt x="3720" y="557"/>
                        <a:pt x="3485" y="390"/>
                      </a:cubicBezTo>
                      <a:cubicBezTo>
                        <a:pt x="3100" y="130"/>
                        <a:pt x="2656" y="0"/>
                        <a:pt x="221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5" name="Google Shape;715;p23"/>
                <p:cNvSpPr/>
                <p:nvPr/>
              </p:nvSpPr>
              <p:spPr>
                <a:xfrm rot="3504383">
                  <a:off x="-71006" y="3602681"/>
                  <a:ext cx="111427" cy="10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7" h="4368" extrusionOk="0">
                      <a:moveTo>
                        <a:pt x="2339" y="1"/>
                      </a:moveTo>
                      <a:cubicBezTo>
                        <a:pt x="2275" y="1"/>
                        <a:pt x="2210" y="4"/>
                        <a:pt x="2145" y="11"/>
                      </a:cubicBezTo>
                      <a:cubicBezTo>
                        <a:pt x="1542" y="28"/>
                        <a:pt x="955" y="296"/>
                        <a:pt x="553" y="765"/>
                      </a:cubicBezTo>
                      <a:cubicBezTo>
                        <a:pt x="168" y="1200"/>
                        <a:pt x="0" y="1804"/>
                        <a:pt x="84" y="2373"/>
                      </a:cubicBezTo>
                      <a:cubicBezTo>
                        <a:pt x="168" y="2943"/>
                        <a:pt x="452" y="3462"/>
                        <a:pt x="888" y="3831"/>
                      </a:cubicBezTo>
                      <a:cubicBezTo>
                        <a:pt x="1291" y="4169"/>
                        <a:pt x="1786" y="4368"/>
                        <a:pt x="2300" y="4368"/>
                      </a:cubicBezTo>
                      <a:cubicBezTo>
                        <a:pt x="2321" y="4368"/>
                        <a:pt x="2342" y="4368"/>
                        <a:pt x="2362" y="4367"/>
                      </a:cubicBezTo>
                      <a:cubicBezTo>
                        <a:pt x="2631" y="4350"/>
                        <a:pt x="2899" y="4283"/>
                        <a:pt x="3133" y="4166"/>
                      </a:cubicBezTo>
                      <a:cubicBezTo>
                        <a:pt x="3250" y="4099"/>
                        <a:pt x="3368" y="4032"/>
                        <a:pt x="3485" y="3965"/>
                      </a:cubicBezTo>
                      <a:cubicBezTo>
                        <a:pt x="3586" y="3881"/>
                        <a:pt x="3686" y="3797"/>
                        <a:pt x="3787" y="3697"/>
                      </a:cubicBezTo>
                      <a:cubicBezTo>
                        <a:pt x="4189" y="3278"/>
                        <a:pt x="4423" y="2742"/>
                        <a:pt x="4440" y="2172"/>
                      </a:cubicBezTo>
                      <a:cubicBezTo>
                        <a:pt x="4457" y="1586"/>
                        <a:pt x="4239" y="1016"/>
                        <a:pt x="3803" y="614"/>
                      </a:cubicBezTo>
                      <a:cubicBezTo>
                        <a:pt x="3703" y="513"/>
                        <a:pt x="3586" y="413"/>
                        <a:pt x="3468" y="346"/>
                      </a:cubicBezTo>
                      <a:cubicBezTo>
                        <a:pt x="3351" y="262"/>
                        <a:pt x="3217" y="195"/>
                        <a:pt x="3066" y="145"/>
                      </a:cubicBezTo>
                      <a:cubicBezTo>
                        <a:pt x="2840" y="52"/>
                        <a:pt x="2592" y="1"/>
                        <a:pt x="23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6" name="Google Shape;716;p23"/>
                <p:cNvSpPr/>
                <p:nvPr/>
              </p:nvSpPr>
              <p:spPr>
                <a:xfrm rot="3504383">
                  <a:off x="-191582" y="3470249"/>
                  <a:ext cx="112702" cy="1090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8" h="4361" extrusionOk="0">
                      <a:moveTo>
                        <a:pt x="2320" y="0"/>
                      </a:moveTo>
                      <a:cubicBezTo>
                        <a:pt x="2076" y="0"/>
                        <a:pt x="1830" y="40"/>
                        <a:pt x="1592" y="122"/>
                      </a:cubicBezTo>
                      <a:cubicBezTo>
                        <a:pt x="1441" y="172"/>
                        <a:pt x="1291" y="239"/>
                        <a:pt x="1156" y="306"/>
                      </a:cubicBezTo>
                      <a:cubicBezTo>
                        <a:pt x="1022" y="390"/>
                        <a:pt x="905" y="491"/>
                        <a:pt x="788" y="591"/>
                      </a:cubicBezTo>
                      <a:cubicBezTo>
                        <a:pt x="570" y="775"/>
                        <a:pt x="386" y="1010"/>
                        <a:pt x="268" y="1278"/>
                      </a:cubicBezTo>
                      <a:cubicBezTo>
                        <a:pt x="17" y="1814"/>
                        <a:pt x="0" y="2417"/>
                        <a:pt x="235" y="2953"/>
                      </a:cubicBezTo>
                      <a:cubicBezTo>
                        <a:pt x="453" y="3490"/>
                        <a:pt x="872" y="3908"/>
                        <a:pt x="1391" y="4143"/>
                      </a:cubicBezTo>
                      <a:cubicBezTo>
                        <a:pt x="1642" y="4260"/>
                        <a:pt x="1910" y="4327"/>
                        <a:pt x="2179" y="4361"/>
                      </a:cubicBezTo>
                      <a:cubicBezTo>
                        <a:pt x="2313" y="4361"/>
                        <a:pt x="2447" y="4361"/>
                        <a:pt x="2581" y="4344"/>
                      </a:cubicBezTo>
                      <a:cubicBezTo>
                        <a:pt x="2715" y="4327"/>
                        <a:pt x="2849" y="4311"/>
                        <a:pt x="2983" y="4260"/>
                      </a:cubicBezTo>
                      <a:cubicBezTo>
                        <a:pt x="3485" y="4076"/>
                        <a:pt x="3921" y="3707"/>
                        <a:pt x="4172" y="3238"/>
                      </a:cubicBezTo>
                      <a:cubicBezTo>
                        <a:pt x="4440" y="2719"/>
                        <a:pt x="4507" y="2149"/>
                        <a:pt x="4373" y="1580"/>
                      </a:cubicBezTo>
                      <a:cubicBezTo>
                        <a:pt x="4239" y="1010"/>
                        <a:pt x="3871" y="524"/>
                        <a:pt x="3351" y="256"/>
                      </a:cubicBezTo>
                      <a:cubicBezTo>
                        <a:pt x="3033" y="87"/>
                        <a:pt x="2678" y="0"/>
                        <a:pt x="23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7" name="Google Shape;717;p23"/>
            <p:cNvGrpSpPr/>
            <p:nvPr/>
          </p:nvGrpSpPr>
          <p:grpSpPr>
            <a:xfrm>
              <a:off x="-627038" y="2762763"/>
              <a:ext cx="3737139" cy="3969842"/>
              <a:chOff x="-627038" y="2762763"/>
              <a:chExt cx="3737139" cy="3969842"/>
            </a:xfrm>
          </p:grpSpPr>
          <p:sp>
            <p:nvSpPr>
              <p:cNvPr id="718" name="Google Shape;718;p23"/>
              <p:cNvSpPr/>
              <p:nvPr/>
            </p:nvSpPr>
            <p:spPr>
              <a:xfrm rot="3504383">
                <a:off x="-336471" y="3524525"/>
                <a:ext cx="3156004" cy="2446317"/>
              </a:xfrm>
              <a:custGeom>
                <a:avLst/>
                <a:gdLst/>
                <a:ahLst/>
                <a:cxnLst/>
                <a:rect l="l" t="t" r="r" b="b"/>
                <a:pathLst>
                  <a:path w="126238" h="97851" extrusionOk="0">
                    <a:moveTo>
                      <a:pt x="125021" y="1"/>
                    </a:moveTo>
                    <a:cubicBezTo>
                      <a:pt x="124890" y="1"/>
                      <a:pt x="124750" y="34"/>
                      <a:pt x="124604" y="109"/>
                    </a:cubicBezTo>
                    <a:cubicBezTo>
                      <a:pt x="112876" y="6208"/>
                      <a:pt x="110312" y="15724"/>
                      <a:pt x="107833" y="24939"/>
                    </a:cubicBezTo>
                    <a:cubicBezTo>
                      <a:pt x="105336" y="34188"/>
                      <a:pt x="102974" y="42933"/>
                      <a:pt x="91882" y="48714"/>
                    </a:cubicBezTo>
                    <a:cubicBezTo>
                      <a:pt x="87375" y="51060"/>
                      <a:pt x="83289" y="51940"/>
                      <a:pt x="79421" y="51940"/>
                    </a:cubicBezTo>
                    <a:cubicBezTo>
                      <a:pt x="73785" y="51940"/>
                      <a:pt x="68611" y="50071"/>
                      <a:pt x="63265" y="48144"/>
                    </a:cubicBezTo>
                    <a:cubicBezTo>
                      <a:pt x="57946" y="46215"/>
                      <a:pt x="52520" y="44251"/>
                      <a:pt x="46532" y="44251"/>
                    </a:cubicBezTo>
                    <a:cubicBezTo>
                      <a:pt x="42431" y="44251"/>
                      <a:pt x="38066" y="45172"/>
                      <a:pt x="33291" y="47658"/>
                    </a:cubicBezTo>
                    <a:cubicBezTo>
                      <a:pt x="21563" y="53774"/>
                      <a:pt x="19000" y="63290"/>
                      <a:pt x="16520" y="72488"/>
                    </a:cubicBezTo>
                    <a:cubicBezTo>
                      <a:pt x="14024" y="81754"/>
                      <a:pt x="11661" y="90483"/>
                      <a:pt x="570" y="96263"/>
                    </a:cubicBezTo>
                    <a:cubicBezTo>
                      <a:pt x="168" y="96481"/>
                      <a:pt x="0" y="96983"/>
                      <a:pt x="218" y="97402"/>
                    </a:cubicBezTo>
                    <a:cubicBezTo>
                      <a:pt x="370" y="97684"/>
                      <a:pt x="662" y="97850"/>
                      <a:pt x="961" y="97850"/>
                    </a:cubicBezTo>
                    <a:cubicBezTo>
                      <a:pt x="1090" y="97850"/>
                      <a:pt x="1220" y="97820"/>
                      <a:pt x="1340" y="97754"/>
                    </a:cubicBezTo>
                    <a:cubicBezTo>
                      <a:pt x="13085" y="91639"/>
                      <a:pt x="15649" y="82122"/>
                      <a:pt x="18129" y="72924"/>
                    </a:cubicBezTo>
                    <a:cubicBezTo>
                      <a:pt x="20625" y="63659"/>
                      <a:pt x="22971" y="54913"/>
                      <a:pt x="34079" y="49149"/>
                    </a:cubicBezTo>
                    <a:cubicBezTo>
                      <a:pt x="38597" y="46795"/>
                      <a:pt x="42686" y="45911"/>
                      <a:pt x="46556" y="45911"/>
                    </a:cubicBezTo>
                    <a:cubicBezTo>
                      <a:pt x="52187" y="45911"/>
                      <a:pt x="57353" y="47783"/>
                      <a:pt x="62696" y="49719"/>
                    </a:cubicBezTo>
                    <a:cubicBezTo>
                      <a:pt x="68016" y="51648"/>
                      <a:pt x="73442" y="53613"/>
                      <a:pt x="79429" y="53613"/>
                    </a:cubicBezTo>
                    <a:cubicBezTo>
                      <a:pt x="83531" y="53613"/>
                      <a:pt x="87895" y="52691"/>
                      <a:pt x="92670" y="50205"/>
                    </a:cubicBezTo>
                    <a:cubicBezTo>
                      <a:pt x="104398" y="44089"/>
                      <a:pt x="106962" y="34573"/>
                      <a:pt x="109441" y="25375"/>
                    </a:cubicBezTo>
                    <a:cubicBezTo>
                      <a:pt x="111938" y="16109"/>
                      <a:pt x="114300" y="7364"/>
                      <a:pt x="125392" y="1600"/>
                    </a:cubicBezTo>
                    <a:cubicBezTo>
                      <a:pt x="126237" y="1156"/>
                      <a:pt x="125796" y="1"/>
                      <a:pt x="1250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9" name="Google Shape;719;p23"/>
              <p:cNvGrpSpPr/>
              <p:nvPr/>
            </p:nvGrpSpPr>
            <p:grpSpPr>
              <a:xfrm>
                <a:off x="-208396" y="3937377"/>
                <a:ext cx="3248316" cy="1614804"/>
                <a:chOff x="-208396" y="3937377"/>
                <a:chExt cx="3248316" cy="1614804"/>
              </a:xfrm>
            </p:grpSpPr>
            <p:sp>
              <p:nvSpPr>
                <p:cNvPr id="720" name="Google Shape;720;p23"/>
                <p:cNvSpPr/>
                <p:nvPr/>
              </p:nvSpPr>
              <p:spPr>
                <a:xfrm rot="3504383">
                  <a:off x="2908065" y="5324751"/>
                  <a:ext cx="112277" cy="108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" h="4349" extrusionOk="0">
                      <a:moveTo>
                        <a:pt x="2338" y="1"/>
                      </a:moveTo>
                      <a:cubicBezTo>
                        <a:pt x="2002" y="1"/>
                        <a:pt x="1675" y="73"/>
                        <a:pt x="1375" y="211"/>
                      </a:cubicBezTo>
                      <a:cubicBezTo>
                        <a:pt x="1241" y="278"/>
                        <a:pt x="1090" y="361"/>
                        <a:pt x="972" y="445"/>
                      </a:cubicBezTo>
                      <a:cubicBezTo>
                        <a:pt x="470" y="814"/>
                        <a:pt x="152" y="1367"/>
                        <a:pt x="68" y="1970"/>
                      </a:cubicBezTo>
                      <a:cubicBezTo>
                        <a:pt x="1" y="2539"/>
                        <a:pt x="185" y="3126"/>
                        <a:pt x="570" y="3561"/>
                      </a:cubicBezTo>
                      <a:cubicBezTo>
                        <a:pt x="956" y="3997"/>
                        <a:pt x="1475" y="4265"/>
                        <a:pt x="2045" y="4332"/>
                      </a:cubicBezTo>
                      <a:cubicBezTo>
                        <a:pt x="2135" y="4343"/>
                        <a:pt x="2225" y="4349"/>
                        <a:pt x="2316" y="4349"/>
                      </a:cubicBezTo>
                      <a:cubicBezTo>
                        <a:pt x="2763" y="4349"/>
                        <a:pt x="3207" y="4212"/>
                        <a:pt x="3569" y="3947"/>
                      </a:cubicBezTo>
                      <a:cubicBezTo>
                        <a:pt x="3687" y="3863"/>
                        <a:pt x="3787" y="3779"/>
                        <a:pt x="3871" y="3662"/>
                      </a:cubicBezTo>
                      <a:cubicBezTo>
                        <a:pt x="3955" y="3578"/>
                        <a:pt x="4039" y="3461"/>
                        <a:pt x="4106" y="3344"/>
                      </a:cubicBezTo>
                      <a:cubicBezTo>
                        <a:pt x="4256" y="3109"/>
                        <a:pt x="4340" y="2858"/>
                        <a:pt x="4390" y="2590"/>
                      </a:cubicBezTo>
                      <a:cubicBezTo>
                        <a:pt x="4491" y="2037"/>
                        <a:pt x="4374" y="1450"/>
                        <a:pt x="4072" y="965"/>
                      </a:cubicBezTo>
                      <a:cubicBezTo>
                        <a:pt x="3754" y="462"/>
                        <a:pt x="3251" y="127"/>
                        <a:pt x="2681" y="26"/>
                      </a:cubicBezTo>
                      <a:cubicBezTo>
                        <a:pt x="2567" y="9"/>
                        <a:pt x="2452" y="1"/>
                        <a:pt x="233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1" name="Google Shape;721;p23"/>
                <p:cNvSpPr/>
                <p:nvPr/>
              </p:nvSpPr>
              <p:spPr>
                <a:xfrm rot="3504383">
                  <a:off x="2735719" y="5281697"/>
                  <a:ext cx="111452" cy="10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8" h="4374" extrusionOk="0">
                      <a:moveTo>
                        <a:pt x="2218" y="0"/>
                      </a:moveTo>
                      <a:cubicBezTo>
                        <a:pt x="2160" y="0"/>
                        <a:pt x="2102" y="3"/>
                        <a:pt x="2045" y="8"/>
                      </a:cubicBezTo>
                      <a:cubicBezTo>
                        <a:pt x="1425" y="75"/>
                        <a:pt x="872" y="393"/>
                        <a:pt x="503" y="896"/>
                      </a:cubicBezTo>
                      <a:cubicBezTo>
                        <a:pt x="302" y="1130"/>
                        <a:pt x="152" y="1415"/>
                        <a:pt x="85" y="1733"/>
                      </a:cubicBezTo>
                      <a:cubicBezTo>
                        <a:pt x="34" y="1867"/>
                        <a:pt x="18" y="2018"/>
                        <a:pt x="1" y="2169"/>
                      </a:cubicBezTo>
                      <a:cubicBezTo>
                        <a:pt x="1" y="2303"/>
                        <a:pt x="18" y="2454"/>
                        <a:pt x="34" y="2605"/>
                      </a:cubicBezTo>
                      <a:cubicBezTo>
                        <a:pt x="135" y="3174"/>
                        <a:pt x="453" y="3694"/>
                        <a:pt x="956" y="3995"/>
                      </a:cubicBezTo>
                      <a:cubicBezTo>
                        <a:pt x="1341" y="4247"/>
                        <a:pt x="1778" y="4373"/>
                        <a:pt x="2226" y="4373"/>
                      </a:cubicBezTo>
                      <a:cubicBezTo>
                        <a:pt x="2344" y="4373"/>
                        <a:pt x="2462" y="4364"/>
                        <a:pt x="2581" y="4347"/>
                      </a:cubicBezTo>
                      <a:cubicBezTo>
                        <a:pt x="2715" y="4330"/>
                        <a:pt x="2849" y="4297"/>
                        <a:pt x="2966" y="4246"/>
                      </a:cubicBezTo>
                      <a:cubicBezTo>
                        <a:pt x="3100" y="4196"/>
                        <a:pt x="3218" y="4146"/>
                        <a:pt x="3335" y="4079"/>
                      </a:cubicBezTo>
                      <a:cubicBezTo>
                        <a:pt x="4055" y="3677"/>
                        <a:pt x="4458" y="2873"/>
                        <a:pt x="4357" y="2052"/>
                      </a:cubicBezTo>
                      <a:cubicBezTo>
                        <a:pt x="4307" y="1482"/>
                        <a:pt x="4039" y="946"/>
                        <a:pt x="3620" y="560"/>
                      </a:cubicBezTo>
                      <a:cubicBezTo>
                        <a:pt x="3243" y="199"/>
                        <a:pt x="2731" y="0"/>
                        <a:pt x="221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2" name="Google Shape;722;p23"/>
                <p:cNvSpPr/>
                <p:nvPr/>
              </p:nvSpPr>
              <p:spPr>
                <a:xfrm rot="3504383">
                  <a:off x="2556101" y="5287038"/>
                  <a:ext cx="113552" cy="10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42" h="4374" extrusionOk="0">
                      <a:moveTo>
                        <a:pt x="2185" y="0"/>
                      </a:moveTo>
                      <a:cubicBezTo>
                        <a:pt x="1943" y="0"/>
                        <a:pt x="1701" y="43"/>
                        <a:pt x="1475" y="128"/>
                      </a:cubicBezTo>
                      <a:cubicBezTo>
                        <a:pt x="905" y="346"/>
                        <a:pt x="453" y="781"/>
                        <a:pt x="218" y="1334"/>
                      </a:cubicBezTo>
                      <a:cubicBezTo>
                        <a:pt x="84" y="1619"/>
                        <a:pt x="17" y="1921"/>
                        <a:pt x="17" y="2222"/>
                      </a:cubicBezTo>
                      <a:cubicBezTo>
                        <a:pt x="1" y="3110"/>
                        <a:pt x="553" y="3915"/>
                        <a:pt x="1391" y="4233"/>
                      </a:cubicBezTo>
                      <a:cubicBezTo>
                        <a:pt x="1643" y="4327"/>
                        <a:pt x="1906" y="4374"/>
                        <a:pt x="2170" y="4374"/>
                      </a:cubicBezTo>
                      <a:cubicBezTo>
                        <a:pt x="2468" y="4374"/>
                        <a:pt x="2766" y="4315"/>
                        <a:pt x="3050" y="4199"/>
                      </a:cubicBezTo>
                      <a:cubicBezTo>
                        <a:pt x="3301" y="4099"/>
                        <a:pt x="3536" y="3948"/>
                        <a:pt x="3737" y="3764"/>
                      </a:cubicBezTo>
                      <a:cubicBezTo>
                        <a:pt x="4340" y="3177"/>
                        <a:pt x="4541" y="2289"/>
                        <a:pt x="4240" y="1502"/>
                      </a:cubicBezTo>
                      <a:cubicBezTo>
                        <a:pt x="4038" y="949"/>
                        <a:pt x="3653" y="513"/>
                        <a:pt x="3150" y="245"/>
                      </a:cubicBezTo>
                      <a:cubicBezTo>
                        <a:pt x="2850" y="81"/>
                        <a:pt x="2517" y="0"/>
                        <a:pt x="218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3" name="Google Shape;723;p23"/>
                <p:cNvSpPr/>
                <p:nvPr/>
              </p:nvSpPr>
              <p:spPr>
                <a:xfrm rot="3504383">
                  <a:off x="2376291" y="5322037"/>
                  <a:ext cx="117727" cy="109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9" h="4377" extrusionOk="0">
                      <a:moveTo>
                        <a:pt x="2417" y="0"/>
                      </a:moveTo>
                      <a:cubicBezTo>
                        <a:pt x="2070" y="0"/>
                        <a:pt x="1724" y="87"/>
                        <a:pt x="1408" y="260"/>
                      </a:cubicBezTo>
                      <a:cubicBezTo>
                        <a:pt x="889" y="544"/>
                        <a:pt x="520" y="1014"/>
                        <a:pt x="353" y="1583"/>
                      </a:cubicBezTo>
                      <a:cubicBezTo>
                        <a:pt x="1" y="2756"/>
                        <a:pt x="688" y="3962"/>
                        <a:pt x="1861" y="4297"/>
                      </a:cubicBezTo>
                      <a:cubicBezTo>
                        <a:pt x="2055" y="4351"/>
                        <a:pt x="2251" y="4377"/>
                        <a:pt x="2444" y="4377"/>
                      </a:cubicBezTo>
                      <a:cubicBezTo>
                        <a:pt x="3394" y="4377"/>
                        <a:pt x="4266" y="3754"/>
                        <a:pt x="4558" y="2806"/>
                      </a:cubicBezTo>
                      <a:cubicBezTo>
                        <a:pt x="4709" y="2253"/>
                        <a:pt x="4642" y="1667"/>
                        <a:pt x="4374" y="1164"/>
                      </a:cubicBezTo>
                      <a:cubicBezTo>
                        <a:pt x="4106" y="662"/>
                        <a:pt x="3637" y="276"/>
                        <a:pt x="3084" y="109"/>
                      </a:cubicBezTo>
                      <a:cubicBezTo>
                        <a:pt x="2867" y="36"/>
                        <a:pt x="2642" y="0"/>
                        <a:pt x="241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4" name="Google Shape;724;p23"/>
                <p:cNvSpPr/>
                <p:nvPr/>
              </p:nvSpPr>
              <p:spPr>
                <a:xfrm rot="3504383">
                  <a:off x="2205590" y="5377814"/>
                  <a:ext cx="120677" cy="109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7" h="4367" extrusionOk="0">
                      <a:moveTo>
                        <a:pt x="2265" y="0"/>
                      </a:moveTo>
                      <a:cubicBezTo>
                        <a:pt x="1337" y="0"/>
                        <a:pt x="441" y="592"/>
                        <a:pt x="152" y="1583"/>
                      </a:cubicBezTo>
                      <a:cubicBezTo>
                        <a:pt x="1" y="2136"/>
                        <a:pt x="68" y="2722"/>
                        <a:pt x="336" y="3225"/>
                      </a:cubicBezTo>
                      <a:cubicBezTo>
                        <a:pt x="621" y="3727"/>
                        <a:pt x="1090" y="4096"/>
                        <a:pt x="1626" y="4263"/>
                      </a:cubicBezTo>
                      <a:cubicBezTo>
                        <a:pt x="1834" y="4333"/>
                        <a:pt x="2049" y="4366"/>
                        <a:pt x="2264" y="4366"/>
                      </a:cubicBezTo>
                      <a:cubicBezTo>
                        <a:pt x="2621" y="4366"/>
                        <a:pt x="2978" y="4273"/>
                        <a:pt x="3302" y="4096"/>
                      </a:cubicBezTo>
                      <a:cubicBezTo>
                        <a:pt x="4659" y="3359"/>
                        <a:pt x="4826" y="1449"/>
                        <a:pt x="3620" y="477"/>
                      </a:cubicBezTo>
                      <a:cubicBezTo>
                        <a:pt x="3210" y="151"/>
                        <a:pt x="2733" y="0"/>
                        <a:pt x="226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5" name="Google Shape;725;p23"/>
                <p:cNvSpPr/>
                <p:nvPr/>
              </p:nvSpPr>
              <p:spPr>
                <a:xfrm rot="3504383">
                  <a:off x="2033387" y="5413958"/>
                  <a:ext cx="110177" cy="109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7" h="4365" extrusionOk="0">
                      <a:moveTo>
                        <a:pt x="2246" y="1"/>
                      </a:moveTo>
                      <a:cubicBezTo>
                        <a:pt x="1941" y="1"/>
                        <a:pt x="1637" y="64"/>
                        <a:pt x="1357" y="190"/>
                      </a:cubicBezTo>
                      <a:cubicBezTo>
                        <a:pt x="1106" y="291"/>
                        <a:pt x="872" y="442"/>
                        <a:pt x="670" y="643"/>
                      </a:cubicBezTo>
                      <a:cubicBezTo>
                        <a:pt x="469" y="827"/>
                        <a:pt x="319" y="1062"/>
                        <a:pt x="218" y="1313"/>
                      </a:cubicBezTo>
                      <a:cubicBezTo>
                        <a:pt x="0" y="1832"/>
                        <a:pt x="0" y="2402"/>
                        <a:pt x="201" y="2905"/>
                      </a:cubicBezTo>
                      <a:cubicBezTo>
                        <a:pt x="402" y="3441"/>
                        <a:pt x="804" y="3893"/>
                        <a:pt x="1307" y="4144"/>
                      </a:cubicBezTo>
                      <a:cubicBezTo>
                        <a:pt x="1595" y="4293"/>
                        <a:pt x="1908" y="4364"/>
                        <a:pt x="2221" y="4364"/>
                      </a:cubicBezTo>
                      <a:cubicBezTo>
                        <a:pt x="2474" y="4364"/>
                        <a:pt x="2727" y="4318"/>
                        <a:pt x="2966" y="4228"/>
                      </a:cubicBezTo>
                      <a:cubicBezTo>
                        <a:pt x="3535" y="4010"/>
                        <a:pt x="3988" y="3575"/>
                        <a:pt x="4222" y="3005"/>
                      </a:cubicBezTo>
                      <a:cubicBezTo>
                        <a:pt x="4340" y="2720"/>
                        <a:pt x="4407" y="2419"/>
                        <a:pt x="4407" y="2117"/>
                      </a:cubicBezTo>
                      <a:cubicBezTo>
                        <a:pt x="4407" y="1832"/>
                        <a:pt x="4340" y="1547"/>
                        <a:pt x="4239" y="1279"/>
                      </a:cubicBezTo>
                      <a:cubicBezTo>
                        <a:pt x="4005" y="743"/>
                        <a:pt x="3569" y="324"/>
                        <a:pt x="3016" y="140"/>
                      </a:cubicBezTo>
                      <a:cubicBezTo>
                        <a:pt x="2769" y="47"/>
                        <a:pt x="2507" y="1"/>
                        <a:pt x="224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6" name="Google Shape;726;p23"/>
                <p:cNvSpPr/>
                <p:nvPr/>
              </p:nvSpPr>
              <p:spPr>
                <a:xfrm rot="3504383">
                  <a:off x="1852726" y="5421014"/>
                  <a:ext cx="112702" cy="109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8" h="4366" extrusionOk="0">
                      <a:moveTo>
                        <a:pt x="2315" y="1"/>
                      </a:moveTo>
                      <a:cubicBezTo>
                        <a:pt x="2170" y="1"/>
                        <a:pt x="2023" y="16"/>
                        <a:pt x="1877" y="46"/>
                      </a:cubicBezTo>
                      <a:cubicBezTo>
                        <a:pt x="1609" y="79"/>
                        <a:pt x="1358" y="180"/>
                        <a:pt x="1123" y="314"/>
                      </a:cubicBezTo>
                      <a:cubicBezTo>
                        <a:pt x="889" y="448"/>
                        <a:pt x="687" y="632"/>
                        <a:pt x="537" y="850"/>
                      </a:cubicBezTo>
                      <a:cubicBezTo>
                        <a:pt x="369" y="1068"/>
                        <a:pt x="252" y="1319"/>
                        <a:pt x="202" y="1570"/>
                      </a:cubicBezTo>
                      <a:cubicBezTo>
                        <a:pt x="1" y="2408"/>
                        <a:pt x="269" y="3279"/>
                        <a:pt x="922" y="3849"/>
                      </a:cubicBezTo>
                      <a:cubicBezTo>
                        <a:pt x="1284" y="4182"/>
                        <a:pt x="1772" y="4365"/>
                        <a:pt x="2266" y="4365"/>
                      </a:cubicBezTo>
                      <a:cubicBezTo>
                        <a:pt x="2343" y="4365"/>
                        <a:pt x="2420" y="4361"/>
                        <a:pt x="2497" y="4352"/>
                      </a:cubicBezTo>
                      <a:cubicBezTo>
                        <a:pt x="2799" y="4318"/>
                        <a:pt x="3083" y="4218"/>
                        <a:pt x="3335" y="4067"/>
                      </a:cubicBezTo>
                      <a:cubicBezTo>
                        <a:pt x="3620" y="3916"/>
                        <a:pt x="3854" y="3698"/>
                        <a:pt x="4038" y="3447"/>
                      </a:cubicBezTo>
                      <a:cubicBezTo>
                        <a:pt x="4223" y="3196"/>
                        <a:pt x="4357" y="2911"/>
                        <a:pt x="4424" y="2609"/>
                      </a:cubicBezTo>
                      <a:cubicBezTo>
                        <a:pt x="4491" y="2324"/>
                        <a:pt x="4508" y="2023"/>
                        <a:pt x="4457" y="1738"/>
                      </a:cubicBezTo>
                      <a:cubicBezTo>
                        <a:pt x="4357" y="1152"/>
                        <a:pt x="4005" y="649"/>
                        <a:pt x="3502" y="347"/>
                      </a:cubicBezTo>
                      <a:cubicBezTo>
                        <a:pt x="3141" y="123"/>
                        <a:pt x="2734" y="1"/>
                        <a:pt x="231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7" name="Google Shape;727;p23"/>
                <p:cNvSpPr/>
                <p:nvPr/>
              </p:nvSpPr>
              <p:spPr>
                <a:xfrm rot="3504383">
                  <a:off x="1679794" y="5382042"/>
                  <a:ext cx="111877" cy="10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" h="4368" extrusionOk="0">
                      <a:moveTo>
                        <a:pt x="2140" y="1"/>
                      </a:moveTo>
                      <a:cubicBezTo>
                        <a:pt x="1679" y="1"/>
                        <a:pt x="1240" y="153"/>
                        <a:pt x="872" y="435"/>
                      </a:cubicBezTo>
                      <a:cubicBezTo>
                        <a:pt x="654" y="603"/>
                        <a:pt x="487" y="804"/>
                        <a:pt x="353" y="1039"/>
                      </a:cubicBezTo>
                      <a:cubicBezTo>
                        <a:pt x="219" y="1273"/>
                        <a:pt x="135" y="1541"/>
                        <a:pt x="85" y="1793"/>
                      </a:cubicBezTo>
                      <a:cubicBezTo>
                        <a:pt x="1" y="2362"/>
                        <a:pt x="118" y="2949"/>
                        <a:pt x="437" y="3434"/>
                      </a:cubicBezTo>
                      <a:cubicBezTo>
                        <a:pt x="755" y="3920"/>
                        <a:pt x="1258" y="4239"/>
                        <a:pt x="1827" y="4339"/>
                      </a:cubicBezTo>
                      <a:cubicBezTo>
                        <a:pt x="1940" y="4358"/>
                        <a:pt x="2051" y="4367"/>
                        <a:pt x="2160" y="4367"/>
                      </a:cubicBezTo>
                      <a:cubicBezTo>
                        <a:pt x="2342" y="4367"/>
                        <a:pt x="2520" y="4341"/>
                        <a:pt x="2698" y="4289"/>
                      </a:cubicBezTo>
                      <a:cubicBezTo>
                        <a:pt x="3000" y="4222"/>
                        <a:pt x="3285" y="4071"/>
                        <a:pt x="3536" y="3887"/>
                      </a:cubicBezTo>
                      <a:cubicBezTo>
                        <a:pt x="4039" y="3518"/>
                        <a:pt x="4340" y="2965"/>
                        <a:pt x="4407" y="2345"/>
                      </a:cubicBezTo>
                      <a:cubicBezTo>
                        <a:pt x="4474" y="1776"/>
                        <a:pt x="4273" y="1189"/>
                        <a:pt x="3888" y="771"/>
                      </a:cubicBezTo>
                      <a:cubicBezTo>
                        <a:pt x="3486" y="335"/>
                        <a:pt x="2966" y="67"/>
                        <a:pt x="2397" y="17"/>
                      </a:cubicBezTo>
                      <a:cubicBezTo>
                        <a:pt x="2311" y="6"/>
                        <a:pt x="2225" y="1"/>
                        <a:pt x="214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" name="Google Shape;728;p23"/>
                <p:cNvSpPr/>
                <p:nvPr/>
              </p:nvSpPr>
              <p:spPr>
                <a:xfrm rot="3504383">
                  <a:off x="1522053" y="5299808"/>
                  <a:ext cx="111027" cy="109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4371" extrusionOk="0">
                      <a:moveTo>
                        <a:pt x="2148" y="1"/>
                      </a:moveTo>
                      <a:cubicBezTo>
                        <a:pt x="2114" y="1"/>
                        <a:pt x="2079" y="2"/>
                        <a:pt x="2044" y="4"/>
                      </a:cubicBezTo>
                      <a:cubicBezTo>
                        <a:pt x="1910" y="4"/>
                        <a:pt x="1776" y="21"/>
                        <a:pt x="1642" y="54"/>
                      </a:cubicBezTo>
                      <a:cubicBezTo>
                        <a:pt x="1508" y="88"/>
                        <a:pt x="1374" y="138"/>
                        <a:pt x="1257" y="188"/>
                      </a:cubicBezTo>
                      <a:cubicBezTo>
                        <a:pt x="754" y="423"/>
                        <a:pt x="369" y="842"/>
                        <a:pt x="168" y="1344"/>
                      </a:cubicBezTo>
                      <a:cubicBezTo>
                        <a:pt x="67" y="1612"/>
                        <a:pt x="17" y="1881"/>
                        <a:pt x="0" y="2165"/>
                      </a:cubicBezTo>
                      <a:cubicBezTo>
                        <a:pt x="0" y="2450"/>
                        <a:pt x="50" y="2735"/>
                        <a:pt x="151" y="3020"/>
                      </a:cubicBezTo>
                      <a:cubicBezTo>
                        <a:pt x="252" y="3288"/>
                        <a:pt x="419" y="3539"/>
                        <a:pt x="620" y="3757"/>
                      </a:cubicBezTo>
                      <a:cubicBezTo>
                        <a:pt x="821" y="3958"/>
                        <a:pt x="1056" y="4109"/>
                        <a:pt x="1324" y="4226"/>
                      </a:cubicBezTo>
                      <a:cubicBezTo>
                        <a:pt x="1578" y="4323"/>
                        <a:pt x="1846" y="4371"/>
                        <a:pt x="2112" y="4371"/>
                      </a:cubicBezTo>
                      <a:cubicBezTo>
                        <a:pt x="2442" y="4371"/>
                        <a:pt x="2770" y="4298"/>
                        <a:pt x="3066" y="4159"/>
                      </a:cubicBezTo>
                      <a:cubicBezTo>
                        <a:pt x="3217" y="4092"/>
                        <a:pt x="3351" y="4008"/>
                        <a:pt x="3485" y="3925"/>
                      </a:cubicBezTo>
                      <a:cubicBezTo>
                        <a:pt x="3602" y="3824"/>
                        <a:pt x="3720" y="3724"/>
                        <a:pt x="3820" y="3623"/>
                      </a:cubicBezTo>
                      <a:cubicBezTo>
                        <a:pt x="4005" y="3405"/>
                        <a:pt x="4155" y="3137"/>
                        <a:pt x="4256" y="2869"/>
                      </a:cubicBezTo>
                      <a:cubicBezTo>
                        <a:pt x="4440" y="2316"/>
                        <a:pt x="4390" y="1713"/>
                        <a:pt x="4105" y="1194"/>
                      </a:cubicBezTo>
                      <a:cubicBezTo>
                        <a:pt x="3837" y="691"/>
                        <a:pt x="3385" y="306"/>
                        <a:pt x="2849" y="121"/>
                      </a:cubicBezTo>
                      <a:cubicBezTo>
                        <a:pt x="2615" y="48"/>
                        <a:pt x="2382" y="1"/>
                        <a:pt x="214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" name="Google Shape;729;p23"/>
                <p:cNvSpPr/>
                <p:nvPr/>
              </p:nvSpPr>
              <p:spPr>
                <a:xfrm rot="3504383">
                  <a:off x="1385467" y="5182648"/>
                  <a:ext cx="112302" cy="10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2" h="4362" extrusionOk="0">
                      <a:moveTo>
                        <a:pt x="2200" y="1"/>
                      </a:moveTo>
                      <a:cubicBezTo>
                        <a:pt x="2076" y="1"/>
                        <a:pt x="1952" y="13"/>
                        <a:pt x="1827" y="37"/>
                      </a:cubicBezTo>
                      <a:cubicBezTo>
                        <a:pt x="1559" y="70"/>
                        <a:pt x="1308" y="171"/>
                        <a:pt x="1090" y="321"/>
                      </a:cubicBezTo>
                      <a:cubicBezTo>
                        <a:pt x="855" y="472"/>
                        <a:pt x="671" y="657"/>
                        <a:pt x="503" y="874"/>
                      </a:cubicBezTo>
                      <a:cubicBezTo>
                        <a:pt x="168" y="1327"/>
                        <a:pt x="1" y="1896"/>
                        <a:pt x="51" y="2466"/>
                      </a:cubicBezTo>
                      <a:cubicBezTo>
                        <a:pt x="101" y="3052"/>
                        <a:pt x="403" y="3589"/>
                        <a:pt x="872" y="3940"/>
                      </a:cubicBezTo>
                      <a:cubicBezTo>
                        <a:pt x="1107" y="4108"/>
                        <a:pt x="1375" y="4242"/>
                        <a:pt x="1660" y="4309"/>
                      </a:cubicBezTo>
                      <a:cubicBezTo>
                        <a:pt x="1830" y="4345"/>
                        <a:pt x="2001" y="4362"/>
                        <a:pt x="2169" y="4362"/>
                      </a:cubicBezTo>
                      <a:cubicBezTo>
                        <a:pt x="2314" y="4362"/>
                        <a:pt x="2458" y="4349"/>
                        <a:pt x="2598" y="4326"/>
                      </a:cubicBezTo>
                      <a:cubicBezTo>
                        <a:pt x="2899" y="4276"/>
                        <a:pt x="3201" y="4158"/>
                        <a:pt x="3469" y="3974"/>
                      </a:cubicBezTo>
                      <a:cubicBezTo>
                        <a:pt x="3586" y="3907"/>
                        <a:pt x="3704" y="3806"/>
                        <a:pt x="3804" y="3706"/>
                      </a:cubicBezTo>
                      <a:cubicBezTo>
                        <a:pt x="3905" y="3589"/>
                        <a:pt x="4005" y="3488"/>
                        <a:pt x="4089" y="3354"/>
                      </a:cubicBezTo>
                      <a:cubicBezTo>
                        <a:pt x="4407" y="2868"/>
                        <a:pt x="4491" y="2265"/>
                        <a:pt x="4340" y="1712"/>
                      </a:cubicBezTo>
                      <a:cubicBezTo>
                        <a:pt x="4189" y="1159"/>
                        <a:pt x="3838" y="673"/>
                        <a:pt x="3369" y="355"/>
                      </a:cubicBezTo>
                      <a:cubicBezTo>
                        <a:pt x="3251" y="288"/>
                        <a:pt x="3134" y="221"/>
                        <a:pt x="3000" y="171"/>
                      </a:cubicBezTo>
                      <a:cubicBezTo>
                        <a:pt x="2883" y="120"/>
                        <a:pt x="2749" y="87"/>
                        <a:pt x="2631" y="53"/>
                      </a:cubicBezTo>
                      <a:cubicBezTo>
                        <a:pt x="2488" y="17"/>
                        <a:pt x="2344" y="1"/>
                        <a:pt x="220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" name="Google Shape;730;p23"/>
                <p:cNvSpPr/>
                <p:nvPr/>
              </p:nvSpPr>
              <p:spPr>
                <a:xfrm rot="3504383">
                  <a:off x="1285881" y="5032815"/>
                  <a:ext cx="111027" cy="108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4345" extrusionOk="0">
                      <a:moveTo>
                        <a:pt x="2270" y="0"/>
                      </a:moveTo>
                      <a:cubicBezTo>
                        <a:pt x="1786" y="0"/>
                        <a:pt x="1323" y="165"/>
                        <a:pt x="938" y="461"/>
                      </a:cubicBezTo>
                      <a:cubicBezTo>
                        <a:pt x="486" y="813"/>
                        <a:pt x="184" y="1333"/>
                        <a:pt x="84" y="1885"/>
                      </a:cubicBezTo>
                      <a:cubicBezTo>
                        <a:pt x="0" y="2472"/>
                        <a:pt x="151" y="3042"/>
                        <a:pt x="503" y="3494"/>
                      </a:cubicBezTo>
                      <a:cubicBezTo>
                        <a:pt x="888" y="3980"/>
                        <a:pt x="1441" y="4281"/>
                        <a:pt x="2044" y="4332"/>
                      </a:cubicBezTo>
                      <a:cubicBezTo>
                        <a:pt x="2124" y="4340"/>
                        <a:pt x="2202" y="4344"/>
                        <a:pt x="2280" y="4344"/>
                      </a:cubicBezTo>
                      <a:cubicBezTo>
                        <a:pt x="2513" y="4344"/>
                        <a:pt x="2739" y="4306"/>
                        <a:pt x="2966" y="4231"/>
                      </a:cubicBezTo>
                      <a:cubicBezTo>
                        <a:pt x="3251" y="4147"/>
                        <a:pt x="3502" y="4013"/>
                        <a:pt x="3736" y="3812"/>
                      </a:cubicBezTo>
                      <a:cubicBezTo>
                        <a:pt x="4172" y="3444"/>
                        <a:pt x="4423" y="2874"/>
                        <a:pt x="4440" y="2304"/>
                      </a:cubicBezTo>
                      <a:cubicBezTo>
                        <a:pt x="4440" y="1718"/>
                        <a:pt x="4239" y="1165"/>
                        <a:pt x="3854" y="746"/>
                      </a:cubicBezTo>
                      <a:cubicBezTo>
                        <a:pt x="3686" y="528"/>
                        <a:pt x="3468" y="361"/>
                        <a:pt x="3234" y="244"/>
                      </a:cubicBezTo>
                      <a:cubicBezTo>
                        <a:pt x="2982" y="109"/>
                        <a:pt x="2731" y="26"/>
                        <a:pt x="2463" y="9"/>
                      </a:cubicBezTo>
                      <a:cubicBezTo>
                        <a:pt x="2398" y="3"/>
                        <a:pt x="2334" y="0"/>
                        <a:pt x="227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" name="Google Shape;731;p23"/>
                <p:cNvSpPr/>
                <p:nvPr/>
              </p:nvSpPr>
              <p:spPr>
                <a:xfrm rot="3504383">
                  <a:off x="1219355" y="4862881"/>
                  <a:ext cx="117727" cy="10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9" h="4368" extrusionOk="0">
                      <a:moveTo>
                        <a:pt x="2471" y="1"/>
                      </a:moveTo>
                      <a:cubicBezTo>
                        <a:pt x="1538" y="1"/>
                        <a:pt x="676" y="596"/>
                        <a:pt x="385" y="1523"/>
                      </a:cubicBezTo>
                      <a:cubicBezTo>
                        <a:pt x="0" y="2696"/>
                        <a:pt x="670" y="3953"/>
                        <a:pt x="1843" y="4271"/>
                      </a:cubicBezTo>
                      <a:cubicBezTo>
                        <a:pt x="2067" y="4333"/>
                        <a:pt x="2290" y="4368"/>
                        <a:pt x="2514" y="4368"/>
                      </a:cubicBezTo>
                      <a:cubicBezTo>
                        <a:pt x="2592" y="4368"/>
                        <a:pt x="2670" y="4364"/>
                        <a:pt x="2748" y="4355"/>
                      </a:cubicBezTo>
                      <a:cubicBezTo>
                        <a:pt x="3033" y="4321"/>
                        <a:pt x="3301" y="4221"/>
                        <a:pt x="3552" y="4087"/>
                      </a:cubicBezTo>
                      <a:cubicBezTo>
                        <a:pt x="4071" y="3802"/>
                        <a:pt x="4423" y="3316"/>
                        <a:pt x="4557" y="2747"/>
                      </a:cubicBezTo>
                      <a:cubicBezTo>
                        <a:pt x="4708" y="2194"/>
                        <a:pt x="4624" y="1590"/>
                        <a:pt x="4340" y="1105"/>
                      </a:cubicBezTo>
                      <a:cubicBezTo>
                        <a:pt x="4206" y="853"/>
                        <a:pt x="4021" y="652"/>
                        <a:pt x="3803" y="468"/>
                      </a:cubicBezTo>
                      <a:cubicBezTo>
                        <a:pt x="3586" y="284"/>
                        <a:pt x="3334" y="166"/>
                        <a:pt x="3066" y="83"/>
                      </a:cubicBezTo>
                      <a:cubicBezTo>
                        <a:pt x="2868" y="27"/>
                        <a:pt x="2668" y="1"/>
                        <a:pt x="247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" name="Google Shape;732;p23"/>
                <p:cNvSpPr/>
                <p:nvPr/>
              </p:nvSpPr>
              <p:spPr>
                <a:xfrm rot="3504383">
                  <a:off x="1176782" y="4692376"/>
                  <a:ext cx="128652" cy="10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6" h="4374" extrusionOk="0">
                      <a:moveTo>
                        <a:pt x="2470" y="0"/>
                      </a:moveTo>
                      <a:cubicBezTo>
                        <a:pt x="1613" y="0"/>
                        <a:pt x="761" y="492"/>
                        <a:pt x="420" y="1454"/>
                      </a:cubicBezTo>
                      <a:cubicBezTo>
                        <a:pt x="1" y="2577"/>
                        <a:pt x="587" y="3833"/>
                        <a:pt x="1726" y="4236"/>
                      </a:cubicBezTo>
                      <a:cubicBezTo>
                        <a:pt x="1984" y="4330"/>
                        <a:pt x="2240" y="4374"/>
                        <a:pt x="2486" y="4374"/>
                      </a:cubicBezTo>
                      <a:cubicBezTo>
                        <a:pt x="3985" y="4374"/>
                        <a:pt x="5146" y="2764"/>
                        <a:pt x="4441" y="1253"/>
                      </a:cubicBezTo>
                      <a:cubicBezTo>
                        <a:pt x="4040" y="413"/>
                        <a:pt x="3253" y="0"/>
                        <a:pt x="247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" name="Google Shape;733;p23"/>
                <p:cNvSpPr/>
                <p:nvPr/>
              </p:nvSpPr>
              <p:spPr>
                <a:xfrm rot="3504383">
                  <a:off x="1143187" y="4515526"/>
                  <a:ext cx="113102" cy="10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4" h="4368" extrusionOk="0">
                      <a:moveTo>
                        <a:pt x="2194" y="0"/>
                      </a:moveTo>
                      <a:cubicBezTo>
                        <a:pt x="2116" y="0"/>
                        <a:pt x="2038" y="4"/>
                        <a:pt x="1960" y="13"/>
                      </a:cubicBezTo>
                      <a:cubicBezTo>
                        <a:pt x="1676" y="47"/>
                        <a:pt x="1391" y="130"/>
                        <a:pt x="1156" y="281"/>
                      </a:cubicBezTo>
                      <a:cubicBezTo>
                        <a:pt x="637" y="566"/>
                        <a:pt x="268" y="1052"/>
                        <a:pt x="134" y="1622"/>
                      </a:cubicBezTo>
                      <a:cubicBezTo>
                        <a:pt x="0" y="2174"/>
                        <a:pt x="84" y="2761"/>
                        <a:pt x="369" y="3263"/>
                      </a:cubicBezTo>
                      <a:cubicBezTo>
                        <a:pt x="503" y="3515"/>
                        <a:pt x="687" y="3716"/>
                        <a:pt x="905" y="3900"/>
                      </a:cubicBezTo>
                      <a:cubicBezTo>
                        <a:pt x="1123" y="4068"/>
                        <a:pt x="1374" y="4202"/>
                        <a:pt x="1642" y="4285"/>
                      </a:cubicBezTo>
                      <a:cubicBezTo>
                        <a:pt x="1840" y="4341"/>
                        <a:pt x="2040" y="4367"/>
                        <a:pt x="2237" y="4367"/>
                      </a:cubicBezTo>
                      <a:cubicBezTo>
                        <a:pt x="3170" y="4367"/>
                        <a:pt x="4032" y="3772"/>
                        <a:pt x="4323" y="2845"/>
                      </a:cubicBezTo>
                      <a:cubicBezTo>
                        <a:pt x="4524" y="2292"/>
                        <a:pt x="4457" y="1672"/>
                        <a:pt x="4189" y="1169"/>
                      </a:cubicBezTo>
                      <a:cubicBezTo>
                        <a:pt x="3904" y="633"/>
                        <a:pt x="3435" y="248"/>
                        <a:pt x="2848" y="97"/>
                      </a:cubicBezTo>
                      <a:cubicBezTo>
                        <a:pt x="2637" y="35"/>
                        <a:pt x="2417" y="0"/>
                        <a:pt x="219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" name="Google Shape;734;p23"/>
                <p:cNvSpPr/>
                <p:nvPr/>
              </p:nvSpPr>
              <p:spPr>
                <a:xfrm rot="3504383">
                  <a:off x="1082431" y="4347831"/>
                  <a:ext cx="111427" cy="10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7" h="4370" extrusionOk="0">
                      <a:moveTo>
                        <a:pt x="2238" y="1"/>
                      </a:moveTo>
                      <a:cubicBezTo>
                        <a:pt x="1977" y="1"/>
                        <a:pt x="1726" y="36"/>
                        <a:pt x="1475" y="105"/>
                      </a:cubicBezTo>
                      <a:cubicBezTo>
                        <a:pt x="1190" y="206"/>
                        <a:pt x="939" y="340"/>
                        <a:pt x="721" y="541"/>
                      </a:cubicBezTo>
                      <a:cubicBezTo>
                        <a:pt x="268" y="926"/>
                        <a:pt x="17" y="1479"/>
                        <a:pt x="17" y="2066"/>
                      </a:cubicBezTo>
                      <a:cubicBezTo>
                        <a:pt x="0" y="2635"/>
                        <a:pt x="218" y="3188"/>
                        <a:pt x="603" y="3624"/>
                      </a:cubicBezTo>
                      <a:cubicBezTo>
                        <a:pt x="771" y="3825"/>
                        <a:pt x="989" y="3993"/>
                        <a:pt x="1223" y="4127"/>
                      </a:cubicBezTo>
                      <a:cubicBezTo>
                        <a:pt x="1458" y="4261"/>
                        <a:pt x="1726" y="4344"/>
                        <a:pt x="1994" y="4361"/>
                      </a:cubicBezTo>
                      <a:cubicBezTo>
                        <a:pt x="2058" y="4367"/>
                        <a:pt x="2123" y="4370"/>
                        <a:pt x="2186" y="4370"/>
                      </a:cubicBezTo>
                      <a:cubicBezTo>
                        <a:pt x="2670" y="4370"/>
                        <a:pt x="3134" y="4203"/>
                        <a:pt x="3519" y="3892"/>
                      </a:cubicBezTo>
                      <a:cubicBezTo>
                        <a:pt x="3954" y="3540"/>
                        <a:pt x="4273" y="3038"/>
                        <a:pt x="4356" y="2468"/>
                      </a:cubicBezTo>
                      <a:cubicBezTo>
                        <a:pt x="4457" y="1898"/>
                        <a:pt x="4306" y="1312"/>
                        <a:pt x="3938" y="843"/>
                      </a:cubicBezTo>
                      <a:cubicBezTo>
                        <a:pt x="3569" y="374"/>
                        <a:pt x="2999" y="72"/>
                        <a:pt x="2396" y="5"/>
                      </a:cubicBezTo>
                      <a:cubicBezTo>
                        <a:pt x="2343" y="2"/>
                        <a:pt x="2291" y="1"/>
                        <a:pt x="223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" name="Google Shape;735;p23"/>
                <p:cNvSpPr/>
                <p:nvPr/>
              </p:nvSpPr>
              <p:spPr>
                <a:xfrm rot="3504383">
                  <a:off x="981651" y="4197755"/>
                  <a:ext cx="112277" cy="108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" h="4359" extrusionOk="0">
                      <a:moveTo>
                        <a:pt x="2257" y="0"/>
                      </a:moveTo>
                      <a:cubicBezTo>
                        <a:pt x="2134" y="0"/>
                        <a:pt x="2012" y="10"/>
                        <a:pt x="1894" y="30"/>
                      </a:cubicBezTo>
                      <a:cubicBezTo>
                        <a:pt x="1592" y="97"/>
                        <a:pt x="1290" y="214"/>
                        <a:pt x="1022" y="381"/>
                      </a:cubicBezTo>
                      <a:cubicBezTo>
                        <a:pt x="905" y="465"/>
                        <a:pt x="788" y="566"/>
                        <a:pt x="687" y="666"/>
                      </a:cubicBezTo>
                      <a:cubicBezTo>
                        <a:pt x="587" y="767"/>
                        <a:pt x="503" y="884"/>
                        <a:pt x="419" y="1018"/>
                      </a:cubicBezTo>
                      <a:cubicBezTo>
                        <a:pt x="101" y="1487"/>
                        <a:pt x="0" y="2090"/>
                        <a:pt x="151" y="2660"/>
                      </a:cubicBezTo>
                      <a:cubicBezTo>
                        <a:pt x="302" y="3213"/>
                        <a:pt x="654" y="3682"/>
                        <a:pt x="1140" y="4000"/>
                      </a:cubicBezTo>
                      <a:cubicBezTo>
                        <a:pt x="1240" y="4067"/>
                        <a:pt x="1357" y="4134"/>
                        <a:pt x="1491" y="4185"/>
                      </a:cubicBezTo>
                      <a:cubicBezTo>
                        <a:pt x="1609" y="4235"/>
                        <a:pt x="1743" y="4285"/>
                        <a:pt x="1860" y="4319"/>
                      </a:cubicBezTo>
                      <a:cubicBezTo>
                        <a:pt x="2008" y="4346"/>
                        <a:pt x="2155" y="4359"/>
                        <a:pt x="2303" y="4359"/>
                      </a:cubicBezTo>
                      <a:cubicBezTo>
                        <a:pt x="2423" y="4359"/>
                        <a:pt x="2544" y="4351"/>
                        <a:pt x="2664" y="4335"/>
                      </a:cubicBezTo>
                      <a:cubicBezTo>
                        <a:pt x="2932" y="4285"/>
                        <a:pt x="3184" y="4185"/>
                        <a:pt x="3401" y="4034"/>
                      </a:cubicBezTo>
                      <a:cubicBezTo>
                        <a:pt x="3636" y="3883"/>
                        <a:pt x="3820" y="3699"/>
                        <a:pt x="3988" y="3481"/>
                      </a:cubicBezTo>
                      <a:cubicBezTo>
                        <a:pt x="4323" y="3029"/>
                        <a:pt x="4490" y="2459"/>
                        <a:pt x="4440" y="1889"/>
                      </a:cubicBezTo>
                      <a:cubicBezTo>
                        <a:pt x="4390" y="1303"/>
                        <a:pt x="4088" y="767"/>
                        <a:pt x="3619" y="432"/>
                      </a:cubicBezTo>
                      <a:cubicBezTo>
                        <a:pt x="3385" y="247"/>
                        <a:pt x="3117" y="130"/>
                        <a:pt x="2832" y="63"/>
                      </a:cubicBezTo>
                      <a:cubicBezTo>
                        <a:pt x="2639" y="22"/>
                        <a:pt x="2446" y="0"/>
                        <a:pt x="225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" name="Google Shape;736;p23"/>
                <p:cNvSpPr/>
                <p:nvPr/>
              </p:nvSpPr>
              <p:spPr>
                <a:xfrm rot="3504383">
                  <a:off x="846042" y="4080243"/>
                  <a:ext cx="111452" cy="109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8" h="4363" extrusionOk="0">
                      <a:moveTo>
                        <a:pt x="2384" y="1"/>
                      </a:moveTo>
                      <a:cubicBezTo>
                        <a:pt x="2355" y="1"/>
                        <a:pt x="2325" y="1"/>
                        <a:pt x="2296" y="3"/>
                      </a:cubicBezTo>
                      <a:cubicBezTo>
                        <a:pt x="1977" y="3"/>
                        <a:pt x="1676" y="70"/>
                        <a:pt x="1391" y="204"/>
                      </a:cubicBezTo>
                      <a:cubicBezTo>
                        <a:pt x="1240" y="271"/>
                        <a:pt x="1106" y="355"/>
                        <a:pt x="972" y="439"/>
                      </a:cubicBezTo>
                      <a:cubicBezTo>
                        <a:pt x="855" y="539"/>
                        <a:pt x="738" y="640"/>
                        <a:pt x="637" y="757"/>
                      </a:cubicBezTo>
                      <a:cubicBezTo>
                        <a:pt x="453" y="958"/>
                        <a:pt x="302" y="1226"/>
                        <a:pt x="201" y="1494"/>
                      </a:cubicBezTo>
                      <a:cubicBezTo>
                        <a:pt x="0" y="2047"/>
                        <a:pt x="67" y="2650"/>
                        <a:pt x="352" y="3170"/>
                      </a:cubicBezTo>
                      <a:cubicBezTo>
                        <a:pt x="620" y="3672"/>
                        <a:pt x="1073" y="4058"/>
                        <a:pt x="1626" y="4242"/>
                      </a:cubicBezTo>
                      <a:cubicBezTo>
                        <a:pt x="1859" y="4315"/>
                        <a:pt x="2092" y="4362"/>
                        <a:pt x="2326" y="4362"/>
                      </a:cubicBezTo>
                      <a:cubicBezTo>
                        <a:pt x="2361" y="4362"/>
                        <a:pt x="2395" y="4361"/>
                        <a:pt x="2430" y="4359"/>
                      </a:cubicBezTo>
                      <a:cubicBezTo>
                        <a:pt x="2564" y="4359"/>
                        <a:pt x="2698" y="4343"/>
                        <a:pt x="2832" y="4309"/>
                      </a:cubicBezTo>
                      <a:cubicBezTo>
                        <a:pt x="2966" y="4276"/>
                        <a:pt x="3100" y="4225"/>
                        <a:pt x="3217" y="4175"/>
                      </a:cubicBezTo>
                      <a:cubicBezTo>
                        <a:pt x="3469" y="4058"/>
                        <a:pt x="3686" y="3890"/>
                        <a:pt x="3871" y="3689"/>
                      </a:cubicBezTo>
                      <a:cubicBezTo>
                        <a:pt x="4055" y="3488"/>
                        <a:pt x="4206" y="3270"/>
                        <a:pt x="4290" y="3019"/>
                      </a:cubicBezTo>
                      <a:cubicBezTo>
                        <a:pt x="4390" y="2751"/>
                        <a:pt x="4457" y="2483"/>
                        <a:pt x="4457" y="2198"/>
                      </a:cubicBezTo>
                      <a:cubicBezTo>
                        <a:pt x="4457" y="1913"/>
                        <a:pt x="4424" y="1628"/>
                        <a:pt x="4323" y="1343"/>
                      </a:cubicBezTo>
                      <a:cubicBezTo>
                        <a:pt x="4206" y="1075"/>
                        <a:pt x="4055" y="824"/>
                        <a:pt x="3854" y="623"/>
                      </a:cubicBezTo>
                      <a:cubicBezTo>
                        <a:pt x="3653" y="422"/>
                        <a:pt x="3418" y="254"/>
                        <a:pt x="3150" y="154"/>
                      </a:cubicBezTo>
                      <a:cubicBezTo>
                        <a:pt x="2895" y="64"/>
                        <a:pt x="2639" y="1"/>
                        <a:pt x="23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" name="Google Shape;737;p23"/>
                <p:cNvSpPr/>
                <p:nvPr/>
              </p:nvSpPr>
              <p:spPr>
                <a:xfrm rot="3504383">
                  <a:off x="687756" y="3998253"/>
                  <a:ext cx="112302" cy="109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2" h="4369" extrusionOk="0">
                      <a:moveTo>
                        <a:pt x="2298" y="1"/>
                      </a:moveTo>
                      <a:cubicBezTo>
                        <a:pt x="2122" y="1"/>
                        <a:pt x="1949" y="23"/>
                        <a:pt x="1777" y="64"/>
                      </a:cubicBezTo>
                      <a:cubicBezTo>
                        <a:pt x="1475" y="147"/>
                        <a:pt x="1191" y="298"/>
                        <a:pt x="939" y="482"/>
                      </a:cubicBezTo>
                      <a:cubicBezTo>
                        <a:pt x="453" y="868"/>
                        <a:pt x="135" y="1421"/>
                        <a:pt x="68" y="2024"/>
                      </a:cubicBezTo>
                      <a:cubicBezTo>
                        <a:pt x="1" y="2610"/>
                        <a:pt x="202" y="3180"/>
                        <a:pt x="604" y="3616"/>
                      </a:cubicBezTo>
                      <a:cubicBezTo>
                        <a:pt x="989" y="4034"/>
                        <a:pt x="1526" y="4302"/>
                        <a:pt x="2095" y="4353"/>
                      </a:cubicBezTo>
                      <a:cubicBezTo>
                        <a:pt x="2179" y="4363"/>
                        <a:pt x="2262" y="4368"/>
                        <a:pt x="2345" y="4368"/>
                      </a:cubicBezTo>
                      <a:cubicBezTo>
                        <a:pt x="2796" y="4368"/>
                        <a:pt x="3235" y="4217"/>
                        <a:pt x="3603" y="3934"/>
                      </a:cubicBezTo>
                      <a:cubicBezTo>
                        <a:pt x="3821" y="3766"/>
                        <a:pt x="4005" y="3565"/>
                        <a:pt x="4139" y="3331"/>
                      </a:cubicBezTo>
                      <a:cubicBezTo>
                        <a:pt x="4273" y="3096"/>
                        <a:pt x="4357" y="2828"/>
                        <a:pt x="4391" y="2560"/>
                      </a:cubicBezTo>
                      <a:cubicBezTo>
                        <a:pt x="4491" y="2007"/>
                        <a:pt x="4357" y="1421"/>
                        <a:pt x="4056" y="935"/>
                      </a:cubicBezTo>
                      <a:cubicBezTo>
                        <a:pt x="3737" y="449"/>
                        <a:pt x="3218" y="114"/>
                        <a:pt x="2648" y="30"/>
                      </a:cubicBezTo>
                      <a:cubicBezTo>
                        <a:pt x="2529" y="10"/>
                        <a:pt x="2413" y="1"/>
                        <a:pt x="22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" name="Google Shape;738;p23"/>
                <p:cNvSpPr/>
                <p:nvPr/>
              </p:nvSpPr>
              <p:spPr>
                <a:xfrm rot="3504383">
                  <a:off x="513802" y="3959434"/>
                  <a:ext cx="112702" cy="108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8" h="4359" extrusionOk="0">
                      <a:moveTo>
                        <a:pt x="2243" y="1"/>
                      </a:moveTo>
                      <a:cubicBezTo>
                        <a:pt x="2166" y="1"/>
                        <a:pt x="2088" y="5"/>
                        <a:pt x="2011" y="14"/>
                      </a:cubicBezTo>
                      <a:cubicBezTo>
                        <a:pt x="1710" y="48"/>
                        <a:pt x="1425" y="132"/>
                        <a:pt x="1174" y="283"/>
                      </a:cubicBezTo>
                      <a:cubicBezTo>
                        <a:pt x="889" y="450"/>
                        <a:pt x="654" y="668"/>
                        <a:pt x="470" y="919"/>
                      </a:cubicBezTo>
                      <a:cubicBezTo>
                        <a:pt x="286" y="1171"/>
                        <a:pt x="152" y="1455"/>
                        <a:pt x="85" y="1757"/>
                      </a:cubicBezTo>
                      <a:cubicBezTo>
                        <a:pt x="18" y="2042"/>
                        <a:pt x="1" y="2343"/>
                        <a:pt x="51" y="2628"/>
                      </a:cubicBezTo>
                      <a:cubicBezTo>
                        <a:pt x="152" y="3198"/>
                        <a:pt x="503" y="3700"/>
                        <a:pt x="1006" y="4019"/>
                      </a:cubicBezTo>
                      <a:cubicBezTo>
                        <a:pt x="1371" y="4245"/>
                        <a:pt x="1791" y="4358"/>
                        <a:pt x="2219" y="4358"/>
                      </a:cubicBezTo>
                      <a:cubicBezTo>
                        <a:pt x="2362" y="4358"/>
                        <a:pt x="2506" y="4346"/>
                        <a:pt x="2648" y="4320"/>
                      </a:cubicBezTo>
                      <a:cubicBezTo>
                        <a:pt x="2899" y="4270"/>
                        <a:pt x="3151" y="4170"/>
                        <a:pt x="3385" y="4036"/>
                      </a:cubicBezTo>
                      <a:cubicBezTo>
                        <a:pt x="3620" y="3902"/>
                        <a:pt x="3821" y="3717"/>
                        <a:pt x="3972" y="3499"/>
                      </a:cubicBezTo>
                      <a:cubicBezTo>
                        <a:pt x="4139" y="3282"/>
                        <a:pt x="4256" y="3047"/>
                        <a:pt x="4324" y="2779"/>
                      </a:cubicBezTo>
                      <a:cubicBezTo>
                        <a:pt x="4508" y="1958"/>
                        <a:pt x="4240" y="1087"/>
                        <a:pt x="3603" y="517"/>
                      </a:cubicBezTo>
                      <a:cubicBezTo>
                        <a:pt x="3226" y="184"/>
                        <a:pt x="2737" y="1"/>
                        <a:pt x="224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" name="Google Shape;739;p23"/>
                <p:cNvSpPr/>
                <p:nvPr/>
              </p:nvSpPr>
              <p:spPr>
                <a:xfrm rot="3504383">
                  <a:off x="335565" y="3966521"/>
                  <a:ext cx="110602" cy="109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4" h="4372" extrusionOk="0">
                      <a:moveTo>
                        <a:pt x="2172" y="1"/>
                      </a:moveTo>
                      <a:cubicBezTo>
                        <a:pt x="1921" y="1"/>
                        <a:pt x="1668" y="48"/>
                        <a:pt x="1425" y="144"/>
                      </a:cubicBezTo>
                      <a:cubicBezTo>
                        <a:pt x="855" y="362"/>
                        <a:pt x="419" y="797"/>
                        <a:pt x="185" y="1350"/>
                      </a:cubicBezTo>
                      <a:cubicBezTo>
                        <a:pt x="68" y="1635"/>
                        <a:pt x="1" y="1937"/>
                        <a:pt x="1" y="2255"/>
                      </a:cubicBezTo>
                      <a:cubicBezTo>
                        <a:pt x="1" y="2540"/>
                        <a:pt x="68" y="2825"/>
                        <a:pt x="168" y="3093"/>
                      </a:cubicBezTo>
                      <a:cubicBezTo>
                        <a:pt x="403" y="3612"/>
                        <a:pt x="838" y="4031"/>
                        <a:pt x="1391" y="4232"/>
                      </a:cubicBezTo>
                      <a:cubicBezTo>
                        <a:pt x="1639" y="4325"/>
                        <a:pt x="1900" y="4371"/>
                        <a:pt x="2163" y="4371"/>
                      </a:cubicBezTo>
                      <a:cubicBezTo>
                        <a:pt x="2470" y="4371"/>
                        <a:pt x="2778" y="4308"/>
                        <a:pt x="3067" y="4182"/>
                      </a:cubicBezTo>
                      <a:cubicBezTo>
                        <a:pt x="3318" y="4081"/>
                        <a:pt x="3536" y="3930"/>
                        <a:pt x="3737" y="3729"/>
                      </a:cubicBezTo>
                      <a:cubicBezTo>
                        <a:pt x="3938" y="3545"/>
                        <a:pt x="4089" y="3311"/>
                        <a:pt x="4206" y="3059"/>
                      </a:cubicBezTo>
                      <a:cubicBezTo>
                        <a:pt x="4407" y="2540"/>
                        <a:pt x="4424" y="1970"/>
                        <a:pt x="4223" y="1451"/>
                      </a:cubicBezTo>
                      <a:cubicBezTo>
                        <a:pt x="4005" y="915"/>
                        <a:pt x="3620" y="479"/>
                        <a:pt x="3100" y="228"/>
                      </a:cubicBezTo>
                      <a:cubicBezTo>
                        <a:pt x="2809" y="78"/>
                        <a:pt x="2492" y="1"/>
                        <a:pt x="217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" name="Google Shape;740;p23"/>
                <p:cNvSpPr/>
                <p:nvPr/>
              </p:nvSpPr>
              <p:spPr>
                <a:xfrm rot="3504383">
                  <a:off x="149195" y="4000278"/>
                  <a:ext cx="125677" cy="10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7" h="4374" extrusionOk="0">
                      <a:moveTo>
                        <a:pt x="2758" y="0"/>
                      </a:moveTo>
                      <a:cubicBezTo>
                        <a:pt x="2403" y="0"/>
                        <a:pt x="2048" y="87"/>
                        <a:pt x="1726" y="264"/>
                      </a:cubicBezTo>
                      <a:cubicBezTo>
                        <a:pt x="0" y="1202"/>
                        <a:pt x="302" y="3765"/>
                        <a:pt x="2195" y="4301"/>
                      </a:cubicBezTo>
                      <a:cubicBezTo>
                        <a:pt x="2382" y="4350"/>
                        <a:pt x="2570" y="4373"/>
                        <a:pt x="2755" y="4373"/>
                      </a:cubicBezTo>
                      <a:cubicBezTo>
                        <a:pt x="3713" y="4373"/>
                        <a:pt x="4595" y="3746"/>
                        <a:pt x="4876" y="2777"/>
                      </a:cubicBezTo>
                      <a:cubicBezTo>
                        <a:pt x="5026" y="2224"/>
                        <a:pt x="4959" y="1637"/>
                        <a:pt x="4691" y="1152"/>
                      </a:cubicBezTo>
                      <a:cubicBezTo>
                        <a:pt x="4407" y="649"/>
                        <a:pt x="3937" y="264"/>
                        <a:pt x="3401" y="96"/>
                      </a:cubicBezTo>
                      <a:cubicBezTo>
                        <a:pt x="3192" y="32"/>
                        <a:pt x="2975" y="0"/>
                        <a:pt x="27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741;p23"/>
                <p:cNvSpPr/>
                <p:nvPr/>
              </p:nvSpPr>
              <p:spPr>
                <a:xfrm rot="3504383">
                  <a:off x="-14724" y="4058147"/>
                  <a:ext cx="117727" cy="109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9" h="4366" extrusionOk="0">
                      <a:moveTo>
                        <a:pt x="2273" y="0"/>
                      </a:moveTo>
                      <a:cubicBezTo>
                        <a:pt x="1323" y="0"/>
                        <a:pt x="446" y="613"/>
                        <a:pt x="168" y="1572"/>
                      </a:cubicBezTo>
                      <a:cubicBezTo>
                        <a:pt x="0" y="2125"/>
                        <a:pt x="67" y="2711"/>
                        <a:pt x="352" y="3197"/>
                      </a:cubicBezTo>
                      <a:cubicBezTo>
                        <a:pt x="620" y="3716"/>
                        <a:pt x="1073" y="4085"/>
                        <a:pt x="1626" y="4269"/>
                      </a:cubicBezTo>
                      <a:cubicBezTo>
                        <a:pt x="1838" y="4334"/>
                        <a:pt x="2061" y="4366"/>
                        <a:pt x="2283" y="4366"/>
                      </a:cubicBezTo>
                      <a:cubicBezTo>
                        <a:pt x="2638" y="4366"/>
                        <a:pt x="2992" y="4283"/>
                        <a:pt x="3301" y="4118"/>
                      </a:cubicBezTo>
                      <a:cubicBezTo>
                        <a:pt x="3820" y="3834"/>
                        <a:pt x="4206" y="3348"/>
                        <a:pt x="4357" y="2778"/>
                      </a:cubicBezTo>
                      <a:cubicBezTo>
                        <a:pt x="4708" y="1622"/>
                        <a:pt x="4022" y="399"/>
                        <a:pt x="2865" y="81"/>
                      </a:cubicBezTo>
                      <a:cubicBezTo>
                        <a:pt x="2668" y="26"/>
                        <a:pt x="2469" y="0"/>
                        <a:pt x="227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" name="Google Shape;742;p23"/>
                <p:cNvSpPr/>
                <p:nvPr/>
              </p:nvSpPr>
              <p:spPr>
                <a:xfrm rot="3504383">
                  <a:off x="-188393" y="4094295"/>
                  <a:ext cx="111027" cy="1090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4361" extrusionOk="0">
                      <a:moveTo>
                        <a:pt x="2261" y="0"/>
                      </a:moveTo>
                      <a:cubicBezTo>
                        <a:pt x="1696" y="0"/>
                        <a:pt x="1138" y="213"/>
                        <a:pt x="704" y="612"/>
                      </a:cubicBezTo>
                      <a:cubicBezTo>
                        <a:pt x="503" y="797"/>
                        <a:pt x="353" y="1031"/>
                        <a:pt x="235" y="1282"/>
                      </a:cubicBezTo>
                      <a:cubicBezTo>
                        <a:pt x="18" y="1785"/>
                        <a:pt x="1" y="2355"/>
                        <a:pt x="202" y="2874"/>
                      </a:cubicBezTo>
                      <a:cubicBezTo>
                        <a:pt x="403" y="3410"/>
                        <a:pt x="788" y="3863"/>
                        <a:pt x="1291" y="4131"/>
                      </a:cubicBezTo>
                      <a:cubicBezTo>
                        <a:pt x="1588" y="4284"/>
                        <a:pt x="1912" y="4361"/>
                        <a:pt x="2238" y="4361"/>
                      </a:cubicBezTo>
                      <a:cubicBezTo>
                        <a:pt x="2483" y="4361"/>
                        <a:pt x="2729" y="4317"/>
                        <a:pt x="2966" y="4231"/>
                      </a:cubicBezTo>
                      <a:cubicBezTo>
                        <a:pt x="3838" y="3896"/>
                        <a:pt x="4407" y="3075"/>
                        <a:pt x="4424" y="2137"/>
                      </a:cubicBezTo>
                      <a:cubicBezTo>
                        <a:pt x="4441" y="1249"/>
                        <a:pt x="3888" y="445"/>
                        <a:pt x="3050" y="143"/>
                      </a:cubicBezTo>
                      <a:cubicBezTo>
                        <a:pt x="2793" y="47"/>
                        <a:pt x="2527" y="0"/>
                        <a:pt x="22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72268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iro"/>
              <a:buNone/>
              <a:defRPr sz="3200" b="1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Char char="●"/>
              <a:defRPr sz="18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xygen"/>
              <a:buChar char="○"/>
              <a:defRPr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xygen"/>
              <a:buChar char="■"/>
              <a:defRPr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xygen"/>
              <a:buChar char="●"/>
              <a:defRPr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xygen"/>
              <a:buChar char="○"/>
              <a:defRPr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xygen"/>
              <a:buChar char="■"/>
              <a:defRPr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xygen"/>
              <a:buChar char="●"/>
              <a:defRPr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xygen"/>
              <a:buChar char="○"/>
              <a:defRPr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xygen"/>
              <a:buChar char="■"/>
              <a:defRPr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8" r:id="rId5"/>
    <p:sldLayoutId id="2147483668" r:id="rId6"/>
    <p:sldLayoutId id="2147483670" r:id="rId7"/>
    <p:sldLayoutId id="2147483679" r:id="rId8"/>
    <p:sldLayoutId id="2147483688" r:id="rId9"/>
    <p:sldLayoutId id="2147483703" r:id="rId10"/>
    <p:sldLayoutId id="2147483704" r:id="rId11"/>
    <p:sldLayoutId id="2147483705" r:id="rId12"/>
    <p:sldLayoutId id="2147483706" r:id="rId13"/>
    <p:sldLayoutId id="214748371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p6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117" name="Google Shape;2117;p6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66"/>
          <p:cNvSpPr txBox="1">
            <a:spLocks noGrp="1"/>
          </p:cNvSpPr>
          <p:nvPr>
            <p:ph type="ctrTitle"/>
          </p:nvPr>
        </p:nvSpPr>
        <p:spPr>
          <a:xfrm>
            <a:off x="875224" y="659550"/>
            <a:ext cx="5587585" cy="33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700" b="1" dirty="0">
                <a:solidFill>
                  <a:schemeClr val="accent4"/>
                </a:solidFill>
              </a:rPr>
              <a:t>CRISPR CAS-9 </a:t>
            </a:r>
            <a:br>
              <a:rPr lang="en" sz="6700" b="1" dirty="0">
                <a:solidFill>
                  <a:schemeClr val="accent4"/>
                </a:solidFill>
              </a:rPr>
            </a:br>
            <a:r>
              <a:rPr lang="en" sz="5400" b="1" dirty="0">
                <a:solidFill>
                  <a:schemeClr val="lt2"/>
                </a:solidFill>
              </a:rPr>
              <a:t>EDIÇÃO </a:t>
            </a:r>
            <a:r>
              <a:rPr lang="en" sz="6000" b="1" dirty="0">
                <a:solidFill>
                  <a:schemeClr val="lt2"/>
                </a:solidFill>
              </a:rPr>
              <a:t> </a:t>
            </a:r>
            <a:br>
              <a:rPr lang="en" sz="6000" b="1" dirty="0">
                <a:solidFill>
                  <a:schemeClr val="lt2"/>
                </a:solidFill>
              </a:rPr>
            </a:br>
            <a:r>
              <a:rPr lang="en" sz="6000" b="1" dirty="0"/>
              <a:t>GENÉTICA</a:t>
            </a:r>
            <a:endParaRPr sz="6700" b="1" dirty="0">
              <a:solidFill>
                <a:schemeClr val="dk2"/>
              </a:solidFill>
            </a:endParaRPr>
          </a:p>
        </p:txBody>
      </p:sp>
      <p:sp>
        <p:nvSpPr>
          <p:cNvPr id="2130" name="Google Shape;2130;p66"/>
          <p:cNvSpPr txBox="1">
            <a:spLocks noGrp="1"/>
          </p:cNvSpPr>
          <p:nvPr>
            <p:ph type="subTitle" idx="1"/>
          </p:nvPr>
        </p:nvSpPr>
        <p:spPr>
          <a:xfrm>
            <a:off x="875225" y="3962238"/>
            <a:ext cx="3504600" cy="5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Nilton Guerra</a:t>
            </a:r>
            <a:endParaRPr dirty="0"/>
          </a:p>
        </p:txBody>
      </p:sp>
      <p:grpSp>
        <p:nvGrpSpPr>
          <p:cNvPr id="2131" name="Google Shape;2131;p66"/>
          <p:cNvGrpSpPr/>
          <p:nvPr/>
        </p:nvGrpSpPr>
        <p:grpSpPr>
          <a:xfrm rot="2415064">
            <a:off x="5969191" y="-588849"/>
            <a:ext cx="1902924" cy="7262243"/>
            <a:chOff x="9065175" y="1446600"/>
            <a:chExt cx="682175" cy="2603425"/>
          </a:xfrm>
        </p:grpSpPr>
        <p:sp>
          <p:nvSpPr>
            <p:cNvPr id="2132" name="Google Shape;2132;p66"/>
            <p:cNvSpPr/>
            <p:nvPr/>
          </p:nvSpPr>
          <p:spPr>
            <a:xfrm>
              <a:off x="9086850" y="1508200"/>
              <a:ext cx="610475" cy="2541825"/>
            </a:xfrm>
            <a:custGeom>
              <a:avLst/>
              <a:gdLst/>
              <a:ahLst/>
              <a:cxnLst/>
              <a:rect l="l" t="t" r="r" b="b"/>
              <a:pathLst>
                <a:path w="24419" h="101673" extrusionOk="0">
                  <a:moveTo>
                    <a:pt x="3036" y="0"/>
                  </a:moveTo>
                  <a:cubicBezTo>
                    <a:pt x="2703" y="0"/>
                    <a:pt x="2402" y="267"/>
                    <a:pt x="2402" y="601"/>
                  </a:cubicBezTo>
                  <a:cubicBezTo>
                    <a:pt x="2102" y="9474"/>
                    <a:pt x="7740" y="14010"/>
                    <a:pt x="13143" y="18380"/>
                  </a:cubicBezTo>
                  <a:cubicBezTo>
                    <a:pt x="18280" y="22550"/>
                    <a:pt x="23151" y="26452"/>
                    <a:pt x="22917" y="33824"/>
                  </a:cubicBezTo>
                  <a:cubicBezTo>
                    <a:pt x="22650" y="41997"/>
                    <a:pt x="17346" y="45633"/>
                    <a:pt x="11709" y="49502"/>
                  </a:cubicBezTo>
                  <a:cubicBezTo>
                    <a:pt x="6205" y="53305"/>
                    <a:pt x="534" y="57208"/>
                    <a:pt x="268" y="65614"/>
                  </a:cubicBezTo>
                  <a:cubicBezTo>
                    <a:pt x="1" y="73553"/>
                    <a:pt x="4804" y="77522"/>
                    <a:pt x="9908" y="81725"/>
                  </a:cubicBezTo>
                  <a:cubicBezTo>
                    <a:pt x="15378" y="86229"/>
                    <a:pt x="21049" y="90899"/>
                    <a:pt x="20715" y="101039"/>
                  </a:cubicBezTo>
                  <a:cubicBezTo>
                    <a:pt x="20715" y="101373"/>
                    <a:pt x="20982" y="101673"/>
                    <a:pt x="21316" y="101673"/>
                  </a:cubicBezTo>
                  <a:cubicBezTo>
                    <a:pt x="21683" y="101673"/>
                    <a:pt x="21950" y="101406"/>
                    <a:pt x="21950" y="101072"/>
                  </a:cubicBezTo>
                  <a:cubicBezTo>
                    <a:pt x="22283" y="90265"/>
                    <a:pt x="16146" y="85194"/>
                    <a:pt x="10708" y="80725"/>
                  </a:cubicBezTo>
                  <a:cubicBezTo>
                    <a:pt x="5838" y="76722"/>
                    <a:pt x="1268" y="72952"/>
                    <a:pt x="1502" y="65647"/>
                  </a:cubicBezTo>
                  <a:cubicBezTo>
                    <a:pt x="1769" y="57875"/>
                    <a:pt x="6939" y="54306"/>
                    <a:pt x="12410" y="50536"/>
                  </a:cubicBezTo>
                  <a:cubicBezTo>
                    <a:pt x="18047" y="46633"/>
                    <a:pt x="23851" y="42631"/>
                    <a:pt x="24151" y="33858"/>
                  </a:cubicBezTo>
                  <a:cubicBezTo>
                    <a:pt x="24418" y="25852"/>
                    <a:pt x="19081" y="21549"/>
                    <a:pt x="13944" y="17413"/>
                  </a:cubicBezTo>
                  <a:cubicBezTo>
                    <a:pt x="8507" y="13043"/>
                    <a:pt x="3370" y="8906"/>
                    <a:pt x="3637" y="634"/>
                  </a:cubicBezTo>
                  <a:cubicBezTo>
                    <a:pt x="3637" y="300"/>
                    <a:pt x="3370" y="0"/>
                    <a:pt x="3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66"/>
            <p:cNvSpPr/>
            <p:nvPr/>
          </p:nvSpPr>
          <p:spPr>
            <a:xfrm>
              <a:off x="9065175" y="1446600"/>
              <a:ext cx="682175" cy="2586000"/>
            </a:xfrm>
            <a:custGeom>
              <a:avLst/>
              <a:gdLst/>
              <a:ahLst/>
              <a:cxnLst/>
              <a:rect l="l" t="t" r="r" b="b"/>
              <a:pathLst>
                <a:path w="27287" h="103440" extrusionOk="0">
                  <a:moveTo>
                    <a:pt x="25601" y="0"/>
                  </a:moveTo>
                  <a:cubicBezTo>
                    <a:pt x="25266" y="0"/>
                    <a:pt x="24931" y="246"/>
                    <a:pt x="24985" y="696"/>
                  </a:cubicBezTo>
                  <a:cubicBezTo>
                    <a:pt x="25952" y="9969"/>
                    <a:pt x="19948" y="14573"/>
                    <a:pt x="13610" y="19443"/>
                  </a:cubicBezTo>
                  <a:cubicBezTo>
                    <a:pt x="8140" y="23679"/>
                    <a:pt x="2469" y="28016"/>
                    <a:pt x="2202" y="35588"/>
                  </a:cubicBezTo>
                  <a:cubicBezTo>
                    <a:pt x="1902" y="45328"/>
                    <a:pt x="7639" y="49698"/>
                    <a:pt x="13210" y="53901"/>
                  </a:cubicBezTo>
                  <a:cubicBezTo>
                    <a:pt x="18213" y="57704"/>
                    <a:pt x="22983" y="61306"/>
                    <a:pt x="22717" y="68778"/>
                  </a:cubicBezTo>
                  <a:cubicBezTo>
                    <a:pt x="22483" y="76350"/>
                    <a:pt x="17513" y="80020"/>
                    <a:pt x="12242" y="83922"/>
                  </a:cubicBezTo>
                  <a:cubicBezTo>
                    <a:pt x="6405" y="88259"/>
                    <a:pt x="334" y="92762"/>
                    <a:pt x="0" y="102803"/>
                  </a:cubicBezTo>
                  <a:cubicBezTo>
                    <a:pt x="0" y="103136"/>
                    <a:pt x="267" y="103436"/>
                    <a:pt x="601" y="103436"/>
                  </a:cubicBezTo>
                  <a:cubicBezTo>
                    <a:pt x="622" y="103438"/>
                    <a:pt x="642" y="103439"/>
                    <a:pt x="662" y="103439"/>
                  </a:cubicBezTo>
                  <a:cubicBezTo>
                    <a:pt x="997" y="103439"/>
                    <a:pt x="1236" y="103182"/>
                    <a:pt x="1268" y="102836"/>
                  </a:cubicBezTo>
                  <a:cubicBezTo>
                    <a:pt x="1568" y="93429"/>
                    <a:pt x="7372" y="89126"/>
                    <a:pt x="13010" y="84957"/>
                  </a:cubicBezTo>
                  <a:cubicBezTo>
                    <a:pt x="18280" y="81054"/>
                    <a:pt x="23717" y="76951"/>
                    <a:pt x="23984" y="68845"/>
                  </a:cubicBezTo>
                  <a:cubicBezTo>
                    <a:pt x="24251" y="60706"/>
                    <a:pt x="19014" y="56770"/>
                    <a:pt x="13944" y="52934"/>
                  </a:cubicBezTo>
                  <a:cubicBezTo>
                    <a:pt x="8640" y="48897"/>
                    <a:pt x="3169" y="44761"/>
                    <a:pt x="3470" y="35621"/>
                  </a:cubicBezTo>
                  <a:cubicBezTo>
                    <a:pt x="3703" y="28650"/>
                    <a:pt x="8873" y="24680"/>
                    <a:pt x="14377" y="20444"/>
                  </a:cubicBezTo>
                  <a:cubicBezTo>
                    <a:pt x="20715" y="15573"/>
                    <a:pt x="27287" y="10570"/>
                    <a:pt x="26219" y="563"/>
                  </a:cubicBezTo>
                  <a:cubicBezTo>
                    <a:pt x="26173" y="179"/>
                    <a:pt x="25887" y="0"/>
                    <a:pt x="25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66"/>
            <p:cNvSpPr/>
            <p:nvPr/>
          </p:nvSpPr>
          <p:spPr>
            <a:xfrm>
              <a:off x="9240300" y="3247475"/>
              <a:ext cx="393750" cy="199625"/>
            </a:xfrm>
            <a:custGeom>
              <a:avLst/>
              <a:gdLst/>
              <a:ahLst/>
              <a:cxnLst/>
              <a:rect l="l" t="t" r="r" b="b"/>
              <a:pathLst>
                <a:path w="15750" h="7985" extrusionOk="0">
                  <a:moveTo>
                    <a:pt x="15158" y="0"/>
                  </a:moveTo>
                  <a:cubicBezTo>
                    <a:pt x="15101" y="0"/>
                    <a:pt x="15040" y="14"/>
                    <a:pt x="14978" y="46"/>
                  </a:cubicBezTo>
                  <a:lnTo>
                    <a:pt x="401" y="7184"/>
                  </a:lnTo>
                  <a:cubicBezTo>
                    <a:pt x="0" y="7384"/>
                    <a:pt x="134" y="7985"/>
                    <a:pt x="601" y="7985"/>
                  </a:cubicBezTo>
                  <a:cubicBezTo>
                    <a:pt x="668" y="7951"/>
                    <a:pt x="701" y="7951"/>
                    <a:pt x="768" y="7918"/>
                  </a:cubicBezTo>
                  <a:lnTo>
                    <a:pt x="15345" y="813"/>
                  </a:lnTo>
                  <a:cubicBezTo>
                    <a:pt x="15749" y="582"/>
                    <a:pt x="15528" y="0"/>
                    <a:pt x="15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66"/>
            <p:cNvSpPr/>
            <p:nvPr/>
          </p:nvSpPr>
          <p:spPr>
            <a:xfrm>
              <a:off x="9142725" y="3083225"/>
              <a:ext cx="497100" cy="243800"/>
            </a:xfrm>
            <a:custGeom>
              <a:avLst/>
              <a:gdLst/>
              <a:ahLst/>
              <a:cxnLst/>
              <a:rect l="l" t="t" r="r" b="b"/>
              <a:pathLst>
                <a:path w="19884" h="9752" extrusionOk="0">
                  <a:moveTo>
                    <a:pt x="19267" y="1"/>
                  </a:moveTo>
                  <a:cubicBezTo>
                    <a:pt x="19208" y="1"/>
                    <a:pt x="19146" y="14"/>
                    <a:pt x="19081" y="44"/>
                  </a:cubicBezTo>
                  <a:lnTo>
                    <a:pt x="401" y="8951"/>
                  </a:lnTo>
                  <a:cubicBezTo>
                    <a:pt x="1" y="9151"/>
                    <a:pt x="167" y="9718"/>
                    <a:pt x="601" y="9751"/>
                  </a:cubicBezTo>
                  <a:cubicBezTo>
                    <a:pt x="668" y="9751"/>
                    <a:pt x="701" y="9718"/>
                    <a:pt x="768" y="9684"/>
                  </a:cubicBezTo>
                  <a:lnTo>
                    <a:pt x="19448" y="811"/>
                  </a:lnTo>
                  <a:cubicBezTo>
                    <a:pt x="19883" y="608"/>
                    <a:pt x="19662" y="1"/>
                    <a:pt x="19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66"/>
            <p:cNvSpPr/>
            <p:nvPr/>
          </p:nvSpPr>
          <p:spPr>
            <a:xfrm>
              <a:off x="9113550" y="2938925"/>
              <a:ext cx="459600" cy="234650"/>
            </a:xfrm>
            <a:custGeom>
              <a:avLst/>
              <a:gdLst/>
              <a:ahLst/>
              <a:cxnLst/>
              <a:rect l="l" t="t" r="r" b="b"/>
              <a:pathLst>
                <a:path w="18384" h="9386" extrusionOk="0">
                  <a:moveTo>
                    <a:pt x="17794" y="0"/>
                  </a:moveTo>
                  <a:cubicBezTo>
                    <a:pt x="17736" y="0"/>
                    <a:pt x="17675" y="14"/>
                    <a:pt x="17613" y="45"/>
                  </a:cubicBezTo>
                  <a:lnTo>
                    <a:pt x="400" y="8585"/>
                  </a:lnTo>
                  <a:cubicBezTo>
                    <a:pt x="0" y="8785"/>
                    <a:pt x="134" y="9385"/>
                    <a:pt x="601" y="9385"/>
                  </a:cubicBezTo>
                  <a:cubicBezTo>
                    <a:pt x="667" y="9385"/>
                    <a:pt x="734" y="9352"/>
                    <a:pt x="801" y="9319"/>
                  </a:cubicBezTo>
                  <a:lnTo>
                    <a:pt x="17980" y="779"/>
                  </a:lnTo>
                  <a:cubicBezTo>
                    <a:pt x="18384" y="577"/>
                    <a:pt x="18163" y="0"/>
                    <a:pt x="17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66"/>
            <p:cNvSpPr/>
            <p:nvPr/>
          </p:nvSpPr>
          <p:spPr>
            <a:xfrm>
              <a:off x="9164400" y="2824375"/>
              <a:ext cx="297550" cy="156550"/>
            </a:xfrm>
            <a:custGeom>
              <a:avLst/>
              <a:gdLst/>
              <a:ahLst/>
              <a:cxnLst/>
              <a:rect l="l" t="t" r="r" b="b"/>
              <a:pathLst>
                <a:path w="11902" h="6262" extrusionOk="0">
                  <a:moveTo>
                    <a:pt x="11322" y="0"/>
                  </a:moveTo>
                  <a:cubicBezTo>
                    <a:pt x="11256" y="0"/>
                    <a:pt x="11184" y="18"/>
                    <a:pt x="11109" y="58"/>
                  </a:cubicBezTo>
                  <a:lnTo>
                    <a:pt x="368" y="5461"/>
                  </a:lnTo>
                  <a:cubicBezTo>
                    <a:pt x="1" y="5662"/>
                    <a:pt x="134" y="6262"/>
                    <a:pt x="568" y="6262"/>
                  </a:cubicBezTo>
                  <a:cubicBezTo>
                    <a:pt x="635" y="6262"/>
                    <a:pt x="701" y="6229"/>
                    <a:pt x="768" y="6195"/>
                  </a:cubicBezTo>
                  <a:lnTo>
                    <a:pt x="11476" y="791"/>
                  </a:lnTo>
                  <a:cubicBezTo>
                    <a:pt x="11901" y="564"/>
                    <a:pt x="11700" y="0"/>
                    <a:pt x="11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66"/>
            <p:cNvSpPr/>
            <p:nvPr/>
          </p:nvSpPr>
          <p:spPr>
            <a:xfrm>
              <a:off x="9388725" y="3076125"/>
              <a:ext cx="261250" cy="134975"/>
            </a:xfrm>
            <a:custGeom>
              <a:avLst/>
              <a:gdLst/>
              <a:ahLst/>
              <a:cxnLst/>
              <a:rect l="l" t="t" r="r" b="b"/>
              <a:pathLst>
                <a:path w="10450" h="5399" extrusionOk="0">
                  <a:moveTo>
                    <a:pt x="9540" y="1"/>
                  </a:moveTo>
                  <a:cubicBezTo>
                    <a:pt x="9456" y="1"/>
                    <a:pt x="9367" y="19"/>
                    <a:pt x="9274" y="61"/>
                  </a:cubicBezTo>
                  <a:lnTo>
                    <a:pt x="601" y="4198"/>
                  </a:lnTo>
                  <a:cubicBezTo>
                    <a:pt x="1" y="4498"/>
                    <a:pt x="201" y="5399"/>
                    <a:pt x="868" y="5399"/>
                  </a:cubicBezTo>
                  <a:cubicBezTo>
                    <a:pt x="968" y="5399"/>
                    <a:pt x="1035" y="5365"/>
                    <a:pt x="1135" y="5332"/>
                  </a:cubicBezTo>
                  <a:lnTo>
                    <a:pt x="9808" y="1196"/>
                  </a:lnTo>
                  <a:cubicBezTo>
                    <a:pt x="10449" y="904"/>
                    <a:pt x="10122" y="1"/>
                    <a:pt x="9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66"/>
            <p:cNvSpPr/>
            <p:nvPr/>
          </p:nvSpPr>
          <p:spPr>
            <a:xfrm>
              <a:off x="9332025" y="2929875"/>
              <a:ext cx="253475" cy="135300"/>
            </a:xfrm>
            <a:custGeom>
              <a:avLst/>
              <a:gdLst/>
              <a:ahLst/>
              <a:cxnLst/>
              <a:rect l="l" t="t" r="r" b="b"/>
              <a:pathLst>
                <a:path w="10139" h="5412" extrusionOk="0">
                  <a:moveTo>
                    <a:pt x="9245" y="0"/>
                  </a:moveTo>
                  <a:cubicBezTo>
                    <a:pt x="9150" y="0"/>
                    <a:pt x="9048" y="23"/>
                    <a:pt x="8940" y="74"/>
                  </a:cubicBezTo>
                  <a:lnTo>
                    <a:pt x="568" y="4244"/>
                  </a:lnTo>
                  <a:cubicBezTo>
                    <a:pt x="1" y="4544"/>
                    <a:pt x="201" y="5411"/>
                    <a:pt x="868" y="5411"/>
                  </a:cubicBezTo>
                  <a:cubicBezTo>
                    <a:pt x="968" y="5411"/>
                    <a:pt x="1035" y="5411"/>
                    <a:pt x="1135" y="5344"/>
                  </a:cubicBezTo>
                  <a:lnTo>
                    <a:pt x="9507" y="1175"/>
                  </a:lnTo>
                  <a:cubicBezTo>
                    <a:pt x="10139" y="859"/>
                    <a:pt x="9832" y="0"/>
                    <a:pt x="9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66"/>
            <p:cNvSpPr/>
            <p:nvPr/>
          </p:nvSpPr>
          <p:spPr>
            <a:xfrm>
              <a:off x="9305350" y="2816175"/>
              <a:ext cx="167450" cy="93875"/>
            </a:xfrm>
            <a:custGeom>
              <a:avLst/>
              <a:gdLst/>
              <a:ahLst/>
              <a:cxnLst/>
              <a:rect l="l" t="t" r="r" b="b"/>
              <a:pathLst>
                <a:path w="6698" h="3755" extrusionOk="0">
                  <a:moveTo>
                    <a:pt x="5823" y="1"/>
                  </a:moveTo>
                  <a:cubicBezTo>
                    <a:pt x="5724" y="1"/>
                    <a:pt x="5617" y="27"/>
                    <a:pt x="5504" y="85"/>
                  </a:cubicBezTo>
                  <a:lnTo>
                    <a:pt x="567" y="2587"/>
                  </a:lnTo>
                  <a:cubicBezTo>
                    <a:pt x="0" y="2887"/>
                    <a:pt x="200" y="3755"/>
                    <a:pt x="868" y="3755"/>
                  </a:cubicBezTo>
                  <a:cubicBezTo>
                    <a:pt x="968" y="3755"/>
                    <a:pt x="1068" y="3721"/>
                    <a:pt x="1134" y="3688"/>
                  </a:cubicBezTo>
                  <a:lnTo>
                    <a:pt x="6071" y="1186"/>
                  </a:lnTo>
                  <a:cubicBezTo>
                    <a:pt x="6698" y="873"/>
                    <a:pt x="6401" y="1"/>
                    <a:pt x="5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66"/>
            <p:cNvSpPr/>
            <p:nvPr/>
          </p:nvSpPr>
          <p:spPr>
            <a:xfrm>
              <a:off x="9427100" y="3236800"/>
              <a:ext cx="221025" cy="117725"/>
            </a:xfrm>
            <a:custGeom>
              <a:avLst/>
              <a:gdLst/>
              <a:ahLst/>
              <a:cxnLst/>
              <a:rect l="l" t="t" r="r" b="b"/>
              <a:pathLst>
                <a:path w="8841" h="4709" extrusionOk="0">
                  <a:moveTo>
                    <a:pt x="7937" y="0"/>
                  </a:moveTo>
                  <a:cubicBezTo>
                    <a:pt x="7844" y="0"/>
                    <a:pt x="7744" y="22"/>
                    <a:pt x="7639" y="72"/>
                  </a:cubicBezTo>
                  <a:lnTo>
                    <a:pt x="601" y="3541"/>
                  </a:lnTo>
                  <a:cubicBezTo>
                    <a:pt x="0" y="3808"/>
                    <a:pt x="201" y="4709"/>
                    <a:pt x="868" y="4709"/>
                  </a:cubicBezTo>
                  <a:cubicBezTo>
                    <a:pt x="968" y="4709"/>
                    <a:pt x="1068" y="4676"/>
                    <a:pt x="1135" y="4642"/>
                  </a:cubicBezTo>
                  <a:lnTo>
                    <a:pt x="8206" y="1206"/>
                  </a:lnTo>
                  <a:cubicBezTo>
                    <a:pt x="8840" y="890"/>
                    <a:pt x="8528" y="0"/>
                    <a:pt x="79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66"/>
            <p:cNvSpPr/>
            <p:nvPr/>
          </p:nvSpPr>
          <p:spPr>
            <a:xfrm>
              <a:off x="9149925" y="2478050"/>
              <a:ext cx="373100" cy="190150"/>
            </a:xfrm>
            <a:custGeom>
              <a:avLst/>
              <a:gdLst/>
              <a:ahLst/>
              <a:cxnLst/>
              <a:rect l="l" t="t" r="r" b="b"/>
              <a:pathLst>
                <a:path w="14924" h="7606" extrusionOk="0">
                  <a:moveTo>
                    <a:pt x="623" y="1"/>
                  </a:moveTo>
                  <a:cubicBezTo>
                    <a:pt x="236" y="1"/>
                    <a:pt x="0" y="604"/>
                    <a:pt x="480" y="801"/>
                  </a:cubicBezTo>
                  <a:lnTo>
                    <a:pt x="14156" y="7573"/>
                  </a:lnTo>
                  <a:cubicBezTo>
                    <a:pt x="14223" y="7606"/>
                    <a:pt x="14290" y="7606"/>
                    <a:pt x="14356" y="7606"/>
                  </a:cubicBezTo>
                  <a:cubicBezTo>
                    <a:pt x="14790" y="7606"/>
                    <a:pt x="14923" y="7006"/>
                    <a:pt x="14523" y="6805"/>
                  </a:cubicBezTo>
                  <a:lnTo>
                    <a:pt x="847" y="67"/>
                  </a:lnTo>
                  <a:cubicBezTo>
                    <a:pt x="769" y="21"/>
                    <a:pt x="694" y="1"/>
                    <a:pt x="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66"/>
            <p:cNvSpPr/>
            <p:nvPr/>
          </p:nvSpPr>
          <p:spPr>
            <a:xfrm>
              <a:off x="9130475" y="2302375"/>
              <a:ext cx="494300" cy="252425"/>
            </a:xfrm>
            <a:custGeom>
              <a:avLst/>
              <a:gdLst/>
              <a:ahLst/>
              <a:cxnLst/>
              <a:rect l="l" t="t" r="r" b="b"/>
              <a:pathLst>
                <a:path w="19772" h="10097" extrusionOk="0">
                  <a:moveTo>
                    <a:pt x="605" y="0"/>
                  </a:moveTo>
                  <a:cubicBezTo>
                    <a:pt x="203" y="0"/>
                    <a:pt x="1" y="595"/>
                    <a:pt x="457" y="823"/>
                  </a:cubicBezTo>
                  <a:lnTo>
                    <a:pt x="18970" y="10063"/>
                  </a:lnTo>
                  <a:cubicBezTo>
                    <a:pt x="19037" y="10063"/>
                    <a:pt x="19104" y="10096"/>
                    <a:pt x="19171" y="10096"/>
                  </a:cubicBezTo>
                  <a:cubicBezTo>
                    <a:pt x="19604" y="10096"/>
                    <a:pt x="19771" y="9496"/>
                    <a:pt x="19371" y="9296"/>
                  </a:cubicBezTo>
                  <a:lnTo>
                    <a:pt x="824" y="56"/>
                  </a:lnTo>
                  <a:cubicBezTo>
                    <a:pt x="747" y="17"/>
                    <a:pt x="673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66"/>
            <p:cNvSpPr/>
            <p:nvPr/>
          </p:nvSpPr>
          <p:spPr>
            <a:xfrm>
              <a:off x="9197200" y="2152250"/>
              <a:ext cx="473425" cy="241600"/>
            </a:xfrm>
            <a:custGeom>
              <a:avLst/>
              <a:gdLst/>
              <a:ahLst/>
              <a:cxnLst/>
              <a:rect l="l" t="t" r="r" b="b"/>
              <a:pathLst>
                <a:path w="18937" h="9664" extrusionOk="0">
                  <a:moveTo>
                    <a:pt x="615" y="1"/>
                  </a:moveTo>
                  <a:cubicBezTo>
                    <a:pt x="227" y="1"/>
                    <a:pt x="0" y="591"/>
                    <a:pt x="457" y="790"/>
                  </a:cubicBezTo>
                  <a:lnTo>
                    <a:pt x="18169" y="9630"/>
                  </a:lnTo>
                  <a:cubicBezTo>
                    <a:pt x="18203" y="9663"/>
                    <a:pt x="18270" y="9663"/>
                    <a:pt x="18336" y="9663"/>
                  </a:cubicBezTo>
                  <a:cubicBezTo>
                    <a:pt x="18770" y="9663"/>
                    <a:pt x="18937" y="9063"/>
                    <a:pt x="18536" y="8863"/>
                  </a:cubicBezTo>
                  <a:lnTo>
                    <a:pt x="824" y="57"/>
                  </a:lnTo>
                  <a:cubicBezTo>
                    <a:pt x="751" y="18"/>
                    <a:pt x="681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66"/>
            <p:cNvSpPr/>
            <p:nvPr/>
          </p:nvSpPr>
          <p:spPr>
            <a:xfrm>
              <a:off x="9303950" y="2040525"/>
              <a:ext cx="343275" cy="177375"/>
            </a:xfrm>
            <a:custGeom>
              <a:avLst/>
              <a:gdLst/>
              <a:ahLst/>
              <a:cxnLst/>
              <a:rect l="l" t="t" r="r" b="b"/>
              <a:pathLst>
                <a:path w="13731" h="7095" extrusionOk="0">
                  <a:moveTo>
                    <a:pt x="615" y="0"/>
                  </a:moveTo>
                  <a:cubicBezTo>
                    <a:pt x="227" y="0"/>
                    <a:pt x="0" y="590"/>
                    <a:pt x="457" y="790"/>
                  </a:cubicBezTo>
                  <a:lnTo>
                    <a:pt x="12965" y="7061"/>
                  </a:lnTo>
                  <a:cubicBezTo>
                    <a:pt x="13024" y="7090"/>
                    <a:pt x="13082" y="7094"/>
                    <a:pt x="13141" y="7094"/>
                  </a:cubicBezTo>
                  <a:lnTo>
                    <a:pt x="13141" y="7094"/>
                  </a:lnTo>
                  <a:cubicBezTo>
                    <a:pt x="13601" y="7087"/>
                    <a:pt x="13730" y="6492"/>
                    <a:pt x="13332" y="6294"/>
                  </a:cubicBezTo>
                  <a:lnTo>
                    <a:pt x="823" y="56"/>
                  </a:lnTo>
                  <a:cubicBezTo>
                    <a:pt x="751" y="17"/>
                    <a:pt x="681" y="0"/>
                    <a:pt x="615" y="0"/>
                  </a:cubicBezTo>
                  <a:close/>
                  <a:moveTo>
                    <a:pt x="13141" y="7094"/>
                  </a:moveTo>
                  <a:lnTo>
                    <a:pt x="13141" y="7094"/>
                  </a:lnTo>
                  <a:cubicBezTo>
                    <a:pt x="13138" y="7094"/>
                    <a:pt x="13135" y="7094"/>
                    <a:pt x="13132" y="7094"/>
                  </a:cubicBezTo>
                  <a:lnTo>
                    <a:pt x="13166" y="7094"/>
                  </a:lnTo>
                  <a:cubicBezTo>
                    <a:pt x="13157" y="7094"/>
                    <a:pt x="13149" y="7094"/>
                    <a:pt x="13141" y="70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66"/>
            <p:cNvSpPr/>
            <p:nvPr/>
          </p:nvSpPr>
          <p:spPr>
            <a:xfrm>
              <a:off x="9290525" y="2032300"/>
              <a:ext cx="207475" cy="112200"/>
            </a:xfrm>
            <a:custGeom>
              <a:avLst/>
              <a:gdLst/>
              <a:ahLst/>
              <a:cxnLst/>
              <a:rect l="l" t="t" r="r" b="b"/>
              <a:pathLst>
                <a:path w="8299" h="4488" extrusionOk="0">
                  <a:moveTo>
                    <a:pt x="885" y="0"/>
                  </a:moveTo>
                  <a:cubicBezTo>
                    <a:pt x="322" y="0"/>
                    <a:pt x="0" y="872"/>
                    <a:pt x="627" y="1185"/>
                  </a:cubicBezTo>
                  <a:lnTo>
                    <a:pt x="7131" y="4421"/>
                  </a:lnTo>
                  <a:cubicBezTo>
                    <a:pt x="7231" y="4454"/>
                    <a:pt x="7331" y="4488"/>
                    <a:pt x="7431" y="4488"/>
                  </a:cubicBezTo>
                  <a:cubicBezTo>
                    <a:pt x="8065" y="4488"/>
                    <a:pt x="8299" y="3587"/>
                    <a:pt x="7698" y="3320"/>
                  </a:cubicBezTo>
                  <a:lnTo>
                    <a:pt x="1194" y="85"/>
                  </a:lnTo>
                  <a:cubicBezTo>
                    <a:pt x="1086" y="26"/>
                    <a:pt x="982" y="0"/>
                    <a:pt x="8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66"/>
            <p:cNvSpPr/>
            <p:nvPr/>
          </p:nvSpPr>
          <p:spPr>
            <a:xfrm>
              <a:off x="9190250" y="2146850"/>
              <a:ext cx="247725" cy="132750"/>
            </a:xfrm>
            <a:custGeom>
              <a:avLst/>
              <a:gdLst/>
              <a:ahLst/>
              <a:cxnLst/>
              <a:rect l="l" t="t" r="r" b="b"/>
              <a:pathLst>
                <a:path w="9909" h="5310" extrusionOk="0">
                  <a:moveTo>
                    <a:pt x="904" y="0"/>
                  </a:moveTo>
                  <a:cubicBezTo>
                    <a:pt x="313" y="0"/>
                    <a:pt x="1" y="890"/>
                    <a:pt x="635" y="1207"/>
                  </a:cubicBezTo>
                  <a:lnTo>
                    <a:pt x="8741" y="5243"/>
                  </a:lnTo>
                  <a:cubicBezTo>
                    <a:pt x="8841" y="5276"/>
                    <a:pt x="8941" y="5276"/>
                    <a:pt x="9041" y="5310"/>
                  </a:cubicBezTo>
                  <a:cubicBezTo>
                    <a:pt x="9708" y="5310"/>
                    <a:pt x="9908" y="4409"/>
                    <a:pt x="9308" y="4142"/>
                  </a:cubicBezTo>
                  <a:lnTo>
                    <a:pt x="1202" y="72"/>
                  </a:lnTo>
                  <a:cubicBezTo>
                    <a:pt x="1097" y="22"/>
                    <a:pt x="997" y="0"/>
                    <a:pt x="9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66"/>
            <p:cNvSpPr/>
            <p:nvPr/>
          </p:nvSpPr>
          <p:spPr>
            <a:xfrm>
              <a:off x="9121225" y="2297750"/>
              <a:ext cx="229175" cy="123625"/>
            </a:xfrm>
            <a:custGeom>
              <a:avLst/>
              <a:gdLst/>
              <a:ahLst/>
              <a:cxnLst/>
              <a:rect l="l" t="t" r="r" b="b"/>
              <a:pathLst>
                <a:path w="9167" h="4945" extrusionOk="0">
                  <a:moveTo>
                    <a:pt x="900" y="0"/>
                  </a:moveTo>
                  <a:cubicBezTo>
                    <a:pt x="328" y="0"/>
                    <a:pt x="0" y="864"/>
                    <a:pt x="660" y="1208"/>
                  </a:cubicBezTo>
                  <a:lnTo>
                    <a:pt x="8032" y="4878"/>
                  </a:lnTo>
                  <a:cubicBezTo>
                    <a:pt x="8132" y="4911"/>
                    <a:pt x="8199" y="4944"/>
                    <a:pt x="8299" y="4944"/>
                  </a:cubicBezTo>
                  <a:cubicBezTo>
                    <a:pt x="8966" y="4944"/>
                    <a:pt x="9167" y="4044"/>
                    <a:pt x="8599" y="3743"/>
                  </a:cubicBezTo>
                  <a:lnTo>
                    <a:pt x="1194" y="74"/>
                  </a:lnTo>
                  <a:cubicBezTo>
                    <a:pt x="1092" y="23"/>
                    <a:pt x="993" y="0"/>
                    <a:pt x="9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66"/>
            <p:cNvSpPr/>
            <p:nvPr/>
          </p:nvSpPr>
          <p:spPr>
            <a:xfrm>
              <a:off x="9143550" y="2472925"/>
              <a:ext cx="201850" cy="109400"/>
            </a:xfrm>
            <a:custGeom>
              <a:avLst/>
              <a:gdLst/>
              <a:ahLst/>
              <a:cxnLst/>
              <a:rect l="l" t="t" r="r" b="b"/>
              <a:pathLst>
                <a:path w="8074" h="4376" extrusionOk="0">
                  <a:moveTo>
                    <a:pt x="914" y="0"/>
                  </a:moveTo>
                  <a:cubicBezTo>
                    <a:pt x="338" y="0"/>
                    <a:pt x="1" y="889"/>
                    <a:pt x="635" y="1206"/>
                  </a:cubicBezTo>
                  <a:lnTo>
                    <a:pt x="6939" y="4308"/>
                  </a:lnTo>
                  <a:cubicBezTo>
                    <a:pt x="7006" y="4342"/>
                    <a:pt x="7106" y="4375"/>
                    <a:pt x="7206" y="4375"/>
                  </a:cubicBezTo>
                  <a:cubicBezTo>
                    <a:pt x="7873" y="4375"/>
                    <a:pt x="8073" y="3475"/>
                    <a:pt x="7473" y="3174"/>
                  </a:cubicBezTo>
                  <a:lnTo>
                    <a:pt x="1202" y="72"/>
                  </a:lnTo>
                  <a:cubicBezTo>
                    <a:pt x="1102" y="22"/>
                    <a:pt x="1005" y="0"/>
                    <a:pt x="9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66"/>
            <p:cNvSpPr/>
            <p:nvPr/>
          </p:nvSpPr>
          <p:spPr>
            <a:xfrm>
              <a:off x="9222975" y="3691050"/>
              <a:ext cx="352050" cy="104725"/>
            </a:xfrm>
            <a:custGeom>
              <a:avLst/>
              <a:gdLst/>
              <a:ahLst/>
              <a:cxnLst/>
              <a:rect l="l" t="t" r="r" b="b"/>
              <a:pathLst>
                <a:path w="14082" h="4189" extrusionOk="0">
                  <a:moveTo>
                    <a:pt x="577" y="0"/>
                  </a:moveTo>
                  <a:cubicBezTo>
                    <a:pt x="133" y="0"/>
                    <a:pt x="0" y="693"/>
                    <a:pt x="493" y="816"/>
                  </a:cubicBezTo>
                  <a:lnTo>
                    <a:pt x="13336" y="4152"/>
                  </a:lnTo>
                  <a:lnTo>
                    <a:pt x="13436" y="4152"/>
                  </a:lnTo>
                  <a:lnTo>
                    <a:pt x="13436" y="4185"/>
                  </a:lnTo>
                  <a:cubicBezTo>
                    <a:pt x="13458" y="4188"/>
                    <a:pt x="13479" y="4189"/>
                    <a:pt x="13499" y="4189"/>
                  </a:cubicBezTo>
                  <a:cubicBezTo>
                    <a:pt x="14010" y="4189"/>
                    <a:pt x="14081" y="3415"/>
                    <a:pt x="13536" y="3351"/>
                  </a:cubicBezTo>
                  <a:lnTo>
                    <a:pt x="693" y="15"/>
                  </a:lnTo>
                  <a:cubicBezTo>
                    <a:pt x="653" y="5"/>
                    <a:pt x="614" y="0"/>
                    <a:pt x="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66"/>
            <p:cNvSpPr/>
            <p:nvPr/>
          </p:nvSpPr>
          <p:spPr>
            <a:xfrm>
              <a:off x="9118475" y="3844650"/>
              <a:ext cx="507450" cy="137925"/>
            </a:xfrm>
            <a:custGeom>
              <a:avLst/>
              <a:gdLst/>
              <a:ahLst/>
              <a:cxnLst/>
              <a:rect l="l" t="t" r="r" b="b"/>
              <a:pathLst>
                <a:path w="20298" h="5517" extrusionOk="0">
                  <a:moveTo>
                    <a:pt x="582" y="0"/>
                  </a:moveTo>
                  <a:cubicBezTo>
                    <a:pt x="148" y="0"/>
                    <a:pt x="0" y="684"/>
                    <a:pt x="470" y="810"/>
                  </a:cubicBezTo>
                  <a:lnTo>
                    <a:pt x="19551" y="5513"/>
                  </a:lnTo>
                  <a:lnTo>
                    <a:pt x="19684" y="5513"/>
                  </a:lnTo>
                  <a:cubicBezTo>
                    <a:pt x="19704" y="5516"/>
                    <a:pt x="19724" y="5517"/>
                    <a:pt x="19744" y="5517"/>
                  </a:cubicBezTo>
                  <a:cubicBezTo>
                    <a:pt x="20224" y="5517"/>
                    <a:pt x="20297" y="4743"/>
                    <a:pt x="19784" y="4679"/>
                  </a:cubicBezTo>
                  <a:lnTo>
                    <a:pt x="670" y="9"/>
                  </a:lnTo>
                  <a:cubicBezTo>
                    <a:pt x="640" y="3"/>
                    <a:pt x="611" y="0"/>
                    <a:pt x="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66"/>
            <p:cNvSpPr/>
            <p:nvPr/>
          </p:nvSpPr>
          <p:spPr>
            <a:xfrm>
              <a:off x="9263900" y="1734800"/>
              <a:ext cx="374250" cy="85325"/>
            </a:xfrm>
            <a:custGeom>
              <a:avLst/>
              <a:gdLst/>
              <a:ahLst/>
              <a:cxnLst/>
              <a:rect l="l" t="t" r="r" b="b"/>
              <a:pathLst>
                <a:path w="14970" h="3413" extrusionOk="0">
                  <a:moveTo>
                    <a:pt x="14387" y="1"/>
                  </a:moveTo>
                  <a:cubicBezTo>
                    <a:pt x="14360" y="1"/>
                    <a:pt x="14331" y="4"/>
                    <a:pt x="14301" y="9"/>
                  </a:cubicBezTo>
                  <a:lnTo>
                    <a:pt x="524" y="2578"/>
                  </a:lnTo>
                  <a:cubicBezTo>
                    <a:pt x="1" y="2610"/>
                    <a:pt x="55" y="3413"/>
                    <a:pt x="591" y="3413"/>
                  </a:cubicBezTo>
                  <a:cubicBezTo>
                    <a:pt x="602" y="3413"/>
                    <a:pt x="613" y="3412"/>
                    <a:pt x="624" y="3412"/>
                  </a:cubicBezTo>
                  <a:lnTo>
                    <a:pt x="691" y="3412"/>
                  </a:lnTo>
                  <a:lnTo>
                    <a:pt x="14434" y="843"/>
                  </a:lnTo>
                  <a:cubicBezTo>
                    <a:pt x="14969" y="749"/>
                    <a:pt x="14851" y="1"/>
                    <a:pt x="14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66"/>
            <p:cNvSpPr/>
            <p:nvPr/>
          </p:nvSpPr>
          <p:spPr>
            <a:xfrm>
              <a:off x="9169700" y="1534675"/>
              <a:ext cx="528475" cy="119500"/>
            </a:xfrm>
            <a:custGeom>
              <a:avLst/>
              <a:gdLst/>
              <a:ahLst/>
              <a:cxnLst/>
              <a:rect l="l" t="t" r="r" b="b"/>
              <a:pathLst>
                <a:path w="21139" h="4780" extrusionOk="0">
                  <a:moveTo>
                    <a:pt x="20557" y="0"/>
                  </a:moveTo>
                  <a:cubicBezTo>
                    <a:pt x="20529" y="0"/>
                    <a:pt x="20500" y="3"/>
                    <a:pt x="20470" y="9"/>
                  </a:cubicBezTo>
                  <a:lnTo>
                    <a:pt x="556" y="3945"/>
                  </a:lnTo>
                  <a:cubicBezTo>
                    <a:pt x="0" y="3977"/>
                    <a:pt x="53" y="4780"/>
                    <a:pt x="590" y="4780"/>
                  </a:cubicBezTo>
                  <a:cubicBezTo>
                    <a:pt x="601" y="4780"/>
                    <a:pt x="612" y="4779"/>
                    <a:pt x="623" y="4779"/>
                  </a:cubicBezTo>
                  <a:lnTo>
                    <a:pt x="723" y="4779"/>
                  </a:lnTo>
                  <a:lnTo>
                    <a:pt x="20604" y="842"/>
                  </a:lnTo>
                  <a:cubicBezTo>
                    <a:pt x="21139" y="748"/>
                    <a:pt x="21021" y="0"/>
                    <a:pt x="205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66"/>
            <p:cNvSpPr/>
            <p:nvPr/>
          </p:nvSpPr>
          <p:spPr>
            <a:xfrm>
              <a:off x="9476850" y="1529725"/>
              <a:ext cx="228000" cy="67775"/>
            </a:xfrm>
            <a:custGeom>
              <a:avLst/>
              <a:gdLst/>
              <a:ahLst/>
              <a:cxnLst/>
              <a:rect l="l" t="t" r="r" b="b"/>
              <a:pathLst>
                <a:path w="9120" h="2711" extrusionOk="0">
                  <a:moveTo>
                    <a:pt x="8245" y="0"/>
                  </a:moveTo>
                  <a:cubicBezTo>
                    <a:pt x="8215" y="0"/>
                    <a:pt x="8183" y="2"/>
                    <a:pt x="8151" y="6"/>
                  </a:cubicBezTo>
                  <a:lnTo>
                    <a:pt x="812" y="1441"/>
                  </a:lnTo>
                  <a:cubicBezTo>
                    <a:pt x="0" y="1538"/>
                    <a:pt x="106" y="2711"/>
                    <a:pt x="882" y="2711"/>
                  </a:cubicBezTo>
                  <a:cubicBezTo>
                    <a:pt x="902" y="2711"/>
                    <a:pt x="924" y="2710"/>
                    <a:pt x="946" y="2708"/>
                  </a:cubicBezTo>
                  <a:lnTo>
                    <a:pt x="1046" y="2675"/>
                  </a:lnTo>
                  <a:lnTo>
                    <a:pt x="8384" y="1241"/>
                  </a:lnTo>
                  <a:cubicBezTo>
                    <a:pt x="9119" y="1049"/>
                    <a:pt x="8936" y="0"/>
                    <a:pt x="8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66"/>
            <p:cNvSpPr/>
            <p:nvPr/>
          </p:nvSpPr>
          <p:spPr>
            <a:xfrm>
              <a:off x="9443500" y="1728925"/>
              <a:ext cx="201925" cy="61225"/>
            </a:xfrm>
            <a:custGeom>
              <a:avLst/>
              <a:gdLst/>
              <a:ahLst/>
              <a:cxnLst/>
              <a:rect l="l" t="t" r="r" b="b"/>
              <a:pathLst>
                <a:path w="8077" h="2449" extrusionOk="0">
                  <a:moveTo>
                    <a:pt x="7202" y="1"/>
                  </a:moveTo>
                  <a:cubicBezTo>
                    <a:pt x="7164" y="1"/>
                    <a:pt x="7124" y="4"/>
                    <a:pt x="7083" y="11"/>
                  </a:cubicBezTo>
                  <a:lnTo>
                    <a:pt x="812" y="1178"/>
                  </a:lnTo>
                  <a:cubicBezTo>
                    <a:pt x="0" y="1276"/>
                    <a:pt x="105" y="2448"/>
                    <a:pt x="881" y="2448"/>
                  </a:cubicBezTo>
                  <a:cubicBezTo>
                    <a:pt x="902" y="2448"/>
                    <a:pt x="924" y="2448"/>
                    <a:pt x="946" y="2446"/>
                  </a:cubicBezTo>
                  <a:lnTo>
                    <a:pt x="1046" y="2412"/>
                  </a:lnTo>
                  <a:lnTo>
                    <a:pt x="7317" y="1245"/>
                  </a:lnTo>
                  <a:cubicBezTo>
                    <a:pt x="8076" y="1118"/>
                    <a:pt x="7905" y="1"/>
                    <a:pt x="7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66"/>
            <p:cNvSpPr/>
            <p:nvPr/>
          </p:nvSpPr>
          <p:spPr>
            <a:xfrm>
              <a:off x="9206800" y="3682525"/>
              <a:ext cx="200350" cy="70775"/>
            </a:xfrm>
            <a:custGeom>
              <a:avLst/>
              <a:gdLst/>
              <a:ahLst/>
              <a:cxnLst/>
              <a:rect l="l" t="t" r="r" b="b"/>
              <a:pathLst>
                <a:path w="8014" h="2831" extrusionOk="0">
                  <a:moveTo>
                    <a:pt x="866" y="0"/>
                  </a:moveTo>
                  <a:cubicBezTo>
                    <a:pt x="200" y="0"/>
                    <a:pt x="1" y="1039"/>
                    <a:pt x="740" y="1224"/>
                  </a:cubicBezTo>
                  <a:lnTo>
                    <a:pt x="6911" y="2791"/>
                  </a:lnTo>
                  <a:lnTo>
                    <a:pt x="7078" y="2791"/>
                  </a:lnTo>
                  <a:lnTo>
                    <a:pt x="7044" y="2825"/>
                  </a:lnTo>
                  <a:cubicBezTo>
                    <a:pt x="7076" y="2829"/>
                    <a:pt x="7107" y="2830"/>
                    <a:pt x="7136" y="2830"/>
                  </a:cubicBezTo>
                  <a:cubicBezTo>
                    <a:pt x="7890" y="2830"/>
                    <a:pt x="8014" y="1653"/>
                    <a:pt x="7211" y="1557"/>
                  </a:cubicBezTo>
                  <a:lnTo>
                    <a:pt x="1040" y="23"/>
                  </a:lnTo>
                  <a:cubicBezTo>
                    <a:pt x="979" y="7"/>
                    <a:pt x="921" y="0"/>
                    <a:pt x="8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66"/>
            <p:cNvSpPr/>
            <p:nvPr/>
          </p:nvSpPr>
          <p:spPr>
            <a:xfrm>
              <a:off x="9106700" y="3838475"/>
              <a:ext cx="275425" cy="89950"/>
            </a:xfrm>
            <a:custGeom>
              <a:avLst/>
              <a:gdLst/>
              <a:ahLst/>
              <a:cxnLst/>
              <a:rect l="l" t="t" r="r" b="b"/>
              <a:pathLst>
                <a:path w="11017" h="3598" extrusionOk="0">
                  <a:moveTo>
                    <a:pt x="871" y="1"/>
                  </a:moveTo>
                  <a:cubicBezTo>
                    <a:pt x="202" y="1"/>
                    <a:pt x="0" y="1072"/>
                    <a:pt x="741" y="1257"/>
                  </a:cubicBezTo>
                  <a:lnTo>
                    <a:pt x="9914" y="3558"/>
                  </a:lnTo>
                  <a:lnTo>
                    <a:pt x="10081" y="3558"/>
                  </a:lnTo>
                  <a:lnTo>
                    <a:pt x="10081" y="3592"/>
                  </a:lnTo>
                  <a:cubicBezTo>
                    <a:pt x="10113" y="3596"/>
                    <a:pt x="10143" y="3597"/>
                    <a:pt x="10173" y="3597"/>
                  </a:cubicBezTo>
                  <a:cubicBezTo>
                    <a:pt x="10924" y="3597"/>
                    <a:pt x="11017" y="2420"/>
                    <a:pt x="10215" y="2324"/>
                  </a:cubicBezTo>
                  <a:lnTo>
                    <a:pt x="1041" y="23"/>
                  </a:lnTo>
                  <a:cubicBezTo>
                    <a:pt x="982" y="8"/>
                    <a:pt x="925" y="1"/>
                    <a:pt x="8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8" name="Google Shape;2158;p66"/>
          <p:cNvGrpSpPr/>
          <p:nvPr/>
        </p:nvGrpSpPr>
        <p:grpSpPr>
          <a:xfrm rot="5400000">
            <a:off x="4296654" y="1613799"/>
            <a:ext cx="1783856" cy="1890815"/>
            <a:chOff x="3403900" y="3304800"/>
            <a:chExt cx="1556050" cy="1649350"/>
          </a:xfrm>
        </p:grpSpPr>
        <p:sp>
          <p:nvSpPr>
            <p:cNvPr id="2159" name="Google Shape;2159;p66"/>
            <p:cNvSpPr/>
            <p:nvPr/>
          </p:nvSpPr>
          <p:spPr>
            <a:xfrm>
              <a:off x="3960075" y="3761850"/>
              <a:ext cx="510150" cy="213400"/>
            </a:xfrm>
            <a:custGeom>
              <a:avLst/>
              <a:gdLst/>
              <a:ahLst/>
              <a:cxnLst/>
              <a:rect l="l" t="t" r="r" b="b"/>
              <a:pathLst>
                <a:path w="20406" h="8536" extrusionOk="0">
                  <a:moveTo>
                    <a:pt x="19766" y="0"/>
                  </a:moveTo>
                  <a:cubicBezTo>
                    <a:pt x="19714" y="0"/>
                    <a:pt x="19658" y="10"/>
                    <a:pt x="19599" y="31"/>
                  </a:cubicBezTo>
                  <a:cubicBezTo>
                    <a:pt x="13161" y="2358"/>
                    <a:pt x="6967" y="5198"/>
                    <a:pt x="556" y="7524"/>
                  </a:cubicBezTo>
                  <a:cubicBezTo>
                    <a:pt x="1" y="7717"/>
                    <a:pt x="157" y="8536"/>
                    <a:pt x="640" y="8536"/>
                  </a:cubicBezTo>
                  <a:cubicBezTo>
                    <a:pt x="698" y="8536"/>
                    <a:pt x="760" y="8524"/>
                    <a:pt x="827" y="8498"/>
                  </a:cubicBezTo>
                  <a:cubicBezTo>
                    <a:pt x="7238" y="6171"/>
                    <a:pt x="13459" y="3358"/>
                    <a:pt x="19870" y="1005"/>
                  </a:cubicBezTo>
                  <a:cubicBezTo>
                    <a:pt x="20406" y="810"/>
                    <a:pt x="20239" y="0"/>
                    <a:pt x="197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66"/>
            <p:cNvSpPr/>
            <p:nvPr/>
          </p:nvSpPr>
          <p:spPr>
            <a:xfrm>
              <a:off x="3559675" y="3796150"/>
              <a:ext cx="433700" cy="179100"/>
            </a:xfrm>
            <a:custGeom>
              <a:avLst/>
              <a:gdLst/>
              <a:ahLst/>
              <a:cxnLst/>
              <a:rect l="l" t="t" r="r" b="b"/>
              <a:pathLst>
                <a:path w="17348" h="7164" extrusionOk="0">
                  <a:moveTo>
                    <a:pt x="616" y="1"/>
                  </a:moveTo>
                  <a:cubicBezTo>
                    <a:pt x="138" y="1"/>
                    <a:pt x="1" y="819"/>
                    <a:pt x="532" y="1013"/>
                  </a:cubicBezTo>
                  <a:lnTo>
                    <a:pt x="16545" y="7126"/>
                  </a:lnTo>
                  <a:cubicBezTo>
                    <a:pt x="16612" y="7152"/>
                    <a:pt x="16674" y="7164"/>
                    <a:pt x="16732" y="7164"/>
                  </a:cubicBezTo>
                  <a:cubicBezTo>
                    <a:pt x="17210" y="7164"/>
                    <a:pt x="17347" y="6345"/>
                    <a:pt x="16816" y="6152"/>
                  </a:cubicBezTo>
                  <a:lnTo>
                    <a:pt x="803" y="39"/>
                  </a:lnTo>
                  <a:cubicBezTo>
                    <a:pt x="736" y="13"/>
                    <a:pt x="674" y="1"/>
                    <a:pt x="6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6"/>
            <p:cNvSpPr/>
            <p:nvPr/>
          </p:nvSpPr>
          <p:spPr>
            <a:xfrm>
              <a:off x="3713075" y="3949425"/>
              <a:ext cx="287200" cy="502625"/>
            </a:xfrm>
            <a:custGeom>
              <a:avLst/>
              <a:gdLst/>
              <a:ahLst/>
              <a:cxnLst/>
              <a:rect l="l" t="t" r="r" b="b"/>
              <a:pathLst>
                <a:path w="11488" h="20105" extrusionOk="0">
                  <a:moveTo>
                    <a:pt x="10805" y="0"/>
                  </a:moveTo>
                  <a:cubicBezTo>
                    <a:pt x="10652" y="0"/>
                    <a:pt x="10503" y="78"/>
                    <a:pt x="10409" y="264"/>
                  </a:cubicBezTo>
                  <a:cubicBezTo>
                    <a:pt x="7326" y="6702"/>
                    <a:pt x="4134" y="13356"/>
                    <a:pt x="266" y="19361"/>
                  </a:cubicBezTo>
                  <a:cubicBezTo>
                    <a:pt x="1" y="19740"/>
                    <a:pt x="358" y="20105"/>
                    <a:pt x="717" y="20105"/>
                  </a:cubicBezTo>
                  <a:cubicBezTo>
                    <a:pt x="871" y="20105"/>
                    <a:pt x="1026" y="20038"/>
                    <a:pt x="1132" y="19875"/>
                  </a:cubicBezTo>
                  <a:cubicBezTo>
                    <a:pt x="5027" y="13870"/>
                    <a:pt x="8191" y="7216"/>
                    <a:pt x="11302" y="778"/>
                  </a:cubicBezTo>
                  <a:cubicBezTo>
                    <a:pt x="11488" y="370"/>
                    <a:pt x="11138" y="0"/>
                    <a:pt x="10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66"/>
            <p:cNvSpPr/>
            <p:nvPr/>
          </p:nvSpPr>
          <p:spPr>
            <a:xfrm>
              <a:off x="3735975" y="4426625"/>
              <a:ext cx="646450" cy="82025"/>
            </a:xfrm>
            <a:custGeom>
              <a:avLst/>
              <a:gdLst/>
              <a:ahLst/>
              <a:cxnLst/>
              <a:rect l="l" t="t" r="r" b="b"/>
              <a:pathLst>
                <a:path w="25858" h="3281" extrusionOk="0">
                  <a:moveTo>
                    <a:pt x="625" y="1"/>
                  </a:moveTo>
                  <a:cubicBezTo>
                    <a:pt x="1" y="1"/>
                    <a:pt x="43" y="978"/>
                    <a:pt x="675" y="1030"/>
                  </a:cubicBezTo>
                  <a:cubicBezTo>
                    <a:pt x="8871" y="1626"/>
                    <a:pt x="17067" y="2329"/>
                    <a:pt x="25209" y="3276"/>
                  </a:cubicBezTo>
                  <a:cubicBezTo>
                    <a:pt x="25234" y="3279"/>
                    <a:pt x="25257" y="3280"/>
                    <a:pt x="25280" y="3280"/>
                  </a:cubicBezTo>
                  <a:cubicBezTo>
                    <a:pt x="25857" y="3280"/>
                    <a:pt x="25834" y="2326"/>
                    <a:pt x="25209" y="2248"/>
                  </a:cubicBezTo>
                  <a:cubicBezTo>
                    <a:pt x="17067" y="1328"/>
                    <a:pt x="8871" y="625"/>
                    <a:pt x="675" y="3"/>
                  </a:cubicBezTo>
                  <a:cubicBezTo>
                    <a:pt x="658" y="1"/>
                    <a:pt x="641" y="1"/>
                    <a:pt x="6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66"/>
            <p:cNvSpPr/>
            <p:nvPr/>
          </p:nvSpPr>
          <p:spPr>
            <a:xfrm>
              <a:off x="3960700" y="3948925"/>
              <a:ext cx="422675" cy="560600"/>
            </a:xfrm>
            <a:custGeom>
              <a:avLst/>
              <a:gdLst/>
              <a:ahLst/>
              <a:cxnLst/>
              <a:rect l="l" t="t" r="r" b="b"/>
              <a:pathLst>
                <a:path w="16907" h="22424" extrusionOk="0">
                  <a:moveTo>
                    <a:pt x="693" y="1"/>
                  </a:moveTo>
                  <a:cubicBezTo>
                    <a:pt x="337" y="1"/>
                    <a:pt x="0" y="516"/>
                    <a:pt x="288" y="907"/>
                  </a:cubicBezTo>
                  <a:cubicBezTo>
                    <a:pt x="5698" y="7858"/>
                    <a:pt x="10404" y="15351"/>
                    <a:pt x="15868" y="22248"/>
                  </a:cubicBezTo>
                  <a:cubicBezTo>
                    <a:pt x="15966" y="22372"/>
                    <a:pt x="16082" y="22424"/>
                    <a:pt x="16197" y="22424"/>
                  </a:cubicBezTo>
                  <a:cubicBezTo>
                    <a:pt x="16560" y="22424"/>
                    <a:pt x="16907" y="21908"/>
                    <a:pt x="16599" y="21518"/>
                  </a:cubicBezTo>
                  <a:cubicBezTo>
                    <a:pt x="11135" y="14620"/>
                    <a:pt x="6428" y="7128"/>
                    <a:pt x="1018" y="176"/>
                  </a:cubicBezTo>
                  <a:cubicBezTo>
                    <a:pt x="921" y="53"/>
                    <a:pt x="806" y="1"/>
                    <a:pt x="6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66"/>
            <p:cNvSpPr/>
            <p:nvPr/>
          </p:nvSpPr>
          <p:spPr>
            <a:xfrm>
              <a:off x="4353000" y="3762125"/>
              <a:ext cx="113300" cy="745475"/>
            </a:xfrm>
            <a:custGeom>
              <a:avLst/>
              <a:gdLst/>
              <a:ahLst/>
              <a:cxnLst/>
              <a:rect l="l" t="t" r="r" b="b"/>
              <a:pathLst>
                <a:path w="4532" h="29819" extrusionOk="0">
                  <a:moveTo>
                    <a:pt x="4004" y="0"/>
                  </a:moveTo>
                  <a:cubicBezTo>
                    <a:pt x="3754" y="0"/>
                    <a:pt x="3503" y="169"/>
                    <a:pt x="3503" y="507"/>
                  </a:cubicBezTo>
                  <a:cubicBezTo>
                    <a:pt x="3530" y="4673"/>
                    <a:pt x="2773" y="8920"/>
                    <a:pt x="2259" y="13031"/>
                  </a:cubicBezTo>
                  <a:cubicBezTo>
                    <a:pt x="1529" y="18468"/>
                    <a:pt x="744" y="23905"/>
                    <a:pt x="41" y="29342"/>
                  </a:cubicBezTo>
                  <a:cubicBezTo>
                    <a:pt x="1" y="29663"/>
                    <a:pt x="226" y="29818"/>
                    <a:pt x="473" y="29818"/>
                  </a:cubicBezTo>
                  <a:cubicBezTo>
                    <a:pt x="725" y="29818"/>
                    <a:pt x="1001" y="29656"/>
                    <a:pt x="1042" y="29342"/>
                  </a:cubicBezTo>
                  <a:cubicBezTo>
                    <a:pt x="1772" y="23905"/>
                    <a:pt x="2557" y="18468"/>
                    <a:pt x="3260" y="13031"/>
                  </a:cubicBezTo>
                  <a:cubicBezTo>
                    <a:pt x="3801" y="8920"/>
                    <a:pt x="4531" y="4673"/>
                    <a:pt x="4504" y="507"/>
                  </a:cubicBezTo>
                  <a:cubicBezTo>
                    <a:pt x="4504" y="169"/>
                    <a:pt x="4254" y="0"/>
                    <a:pt x="40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66"/>
            <p:cNvSpPr/>
            <p:nvPr/>
          </p:nvSpPr>
          <p:spPr>
            <a:xfrm>
              <a:off x="4348800" y="4483000"/>
              <a:ext cx="542900" cy="320575"/>
            </a:xfrm>
            <a:custGeom>
              <a:avLst/>
              <a:gdLst/>
              <a:ahLst/>
              <a:cxnLst/>
              <a:rect l="l" t="t" r="r" b="b"/>
              <a:pathLst>
                <a:path w="21716" h="12823" extrusionOk="0">
                  <a:moveTo>
                    <a:pt x="709" y="1"/>
                  </a:moveTo>
                  <a:cubicBezTo>
                    <a:pt x="272" y="1"/>
                    <a:pt x="1" y="643"/>
                    <a:pt x="480" y="939"/>
                  </a:cubicBezTo>
                  <a:lnTo>
                    <a:pt x="20739" y="12760"/>
                  </a:lnTo>
                  <a:cubicBezTo>
                    <a:pt x="20823" y="12804"/>
                    <a:pt x="20904" y="12823"/>
                    <a:pt x="20981" y="12823"/>
                  </a:cubicBezTo>
                  <a:cubicBezTo>
                    <a:pt x="21428" y="12823"/>
                    <a:pt x="21715" y="12171"/>
                    <a:pt x="21253" y="11894"/>
                  </a:cubicBezTo>
                  <a:lnTo>
                    <a:pt x="966" y="74"/>
                  </a:lnTo>
                  <a:cubicBezTo>
                    <a:pt x="877" y="23"/>
                    <a:pt x="790" y="1"/>
                    <a:pt x="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66"/>
            <p:cNvSpPr/>
            <p:nvPr/>
          </p:nvSpPr>
          <p:spPr>
            <a:xfrm>
              <a:off x="3496325" y="4429725"/>
              <a:ext cx="250725" cy="370050"/>
            </a:xfrm>
            <a:custGeom>
              <a:avLst/>
              <a:gdLst/>
              <a:ahLst/>
              <a:cxnLst/>
              <a:rect l="l" t="t" r="r" b="b"/>
              <a:pathLst>
                <a:path w="10029" h="14802" extrusionOk="0">
                  <a:moveTo>
                    <a:pt x="9319" y="0"/>
                  </a:moveTo>
                  <a:cubicBezTo>
                    <a:pt x="9166" y="0"/>
                    <a:pt x="9015" y="68"/>
                    <a:pt x="8909" y="230"/>
                  </a:cubicBezTo>
                  <a:lnTo>
                    <a:pt x="226" y="14052"/>
                  </a:lnTo>
                  <a:cubicBezTo>
                    <a:pt x="1" y="14446"/>
                    <a:pt x="348" y="14801"/>
                    <a:pt x="700" y="14801"/>
                  </a:cubicBezTo>
                  <a:cubicBezTo>
                    <a:pt x="855" y="14801"/>
                    <a:pt x="1011" y="14732"/>
                    <a:pt x="1119" y="14566"/>
                  </a:cubicBezTo>
                  <a:lnTo>
                    <a:pt x="9802" y="744"/>
                  </a:lnTo>
                  <a:cubicBezTo>
                    <a:pt x="10029" y="366"/>
                    <a:pt x="9673" y="0"/>
                    <a:pt x="93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66"/>
            <p:cNvSpPr/>
            <p:nvPr/>
          </p:nvSpPr>
          <p:spPr>
            <a:xfrm>
              <a:off x="3940500" y="3400850"/>
              <a:ext cx="49400" cy="573450"/>
            </a:xfrm>
            <a:custGeom>
              <a:avLst/>
              <a:gdLst/>
              <a:ahLst/>
              <a:cxnLst/>
              <a:rect l="l" t="t" r="r" b="b"/>
              <a:pathLst>
                <a:path w="1976" h="22938" extrusionOk="0">
                  <a:moveTo>
                    <a:pt x="508" y="0"/>
                  </a:moveTo>
                  <a:cubicBezTo>
                    <a:pt x="251" y="0"/>
                    <a:pt x="0" y="162"/>
                    <a:pt x="14" y="487"/>
                  </a:cubicBezTo>
                  <a:lnTo>
                    <a:pt x="961" y="22451"/>
                  </a:lnTo>
                  <a:cubicBezTo>
                    <a:pt x="974" y="22775"/>
                    <a:pt x="1231" y="22938"/>
                    <a:pt x="1481" y="22938"/>
                  </a:cubicBezTo>
                  <a:cubicBezTo>
                    <a:pt x="1732" y="22938"/>
                    <a:pt x="1975" y="22775"/>
                    <a:pt x="1962" y="22451"/>
                  </a:cubicBezTo>
                  <a:lnTo>
                    <a:pt x="1042" y="487"/>
                  </a:lnTo>
                  <a:cubicBezTo>
                    <a:pt x="1028" y="162"/>
                    <a:pt x="765" y="0"/>
                    <a:pt x="5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66"/>
            <p:cNvSpPr/>
            <p:nvPr/>
          </p:nvSpPr>
          <p:spPr>
            <a:xfrm>
              <a:off x="4152750" y="4482950"/>
              <a:ext cx="230050" cy="422600"/>
            </a:xfrm>
            <a:custGeom>
              <a:avLst/>
              <a:gdLst/>
              <a:ahLst/>
              <a:cxnLst/>
              <a:rect l="l" t="t" r="r" b="b"/>
              <a:pathLst>
                <a:path w="9202" h="16904" extrusionOk="0">
                  <a:moveTo>
                    <a:pt x="8521" y="0"/>
                  </a:moveTo>
                  <a:cubicBezTo>
                    <a:pt x="8364" y="0"/>
                    <a:pt x="8208" y="77"/>
                    <a:pt x="8105" y="265"/>
                  </a:cubicBezTo>
                  <a:cubicBezTo>
                    <a:pt x="5292" y="5459"/>
                    <a:pt x="3047" y="10950"/>
                    <a:pt x="207" y="16143"/>
                  </a:cubicBezTo>
                  <a:cubicBezTo>
                    <a:pt x="1" y="16537"/>
                    <a:pt x="353" y="16904"/>
                    <a:pt x="696" y="16904"/>
                  </a:cubicBezTo>
                  <a:cubicBezTo>
                    <a:pt x="849" y="16904"/>
                    <a:pt x="1000" y="16832"/>
                    <a:pt x="1099" y="16657"/>
                  </a:cubicBezTo>
                  <a:cubicBezTo>
                    <a:pt x="3913" y="11464"/>
                    <a:pt x="6158" y="5973"/>
                    <a:pt x="8998" y="752"/>
                  </a:cubicBezTo>
                  <a:cubicBezTo>
                    <a:pt x="9201" y="363"/>
                    <a:pt x="8860" y="0"/>
                    <a:pt x="85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66"/>
            <p:cNvSpPr/>
            <p:nvPr/>
          </p:nvSpPr>
          <p:spPr>
            <a:xfrm>
              <a:off x="3665625" y="4343500"/>
              <a:ext cx="173800" cy="171800"/>
            </a:xfrm>
            <a:custGeom>
              <a:avLst/>
              <a:gdLst/>
              <a:ahLst/>
              <a:cxnLst/>
              <a:rect l="l" t="t" r="r" b="b"/>
              <a:pathLst>
                <a:path w="6952" h="6872" extrusionOk="0">
                  <a:moveTo>
                    <a:pt x="3485" y="0"/>
                  </a:moveTo>
                  <a:cubicBezTo>
                    <a:pt x="3469" y="0"/>
                    <a:pt x="3452" y="0"/>
                    <a:pt x="3435" y="1"/>
                  </a:cubicBezTo>
                  <a:cubicBezTo>
                    <a:pt x="1515" y="28"/>
                    <a:pt x="0" y="1569"/>
                    <a:pt x="27" y="3490"/>
                  </a:cubicBezTo>
                  <a:cubicBezTo>
                    <a:pt x="54" y="5367"/>
                    <a:pt x="1595" y="6871"/>
                    <a:pt x="3466" y="6871"/>
                  </a:cubicBezTo>
                  <a:cubicBezTo>
                    <a:pt x="3483" y="6871"/>
                    <a:pt x="3500" y="6871"/>
                    <a:pt x="3516" y="6871"/>
                  </a:cubicBezTo>
                  <a:cubicBezTo>
                    <a:pt x="5410" y="6844"/>
                    <a:pt x="6952" y="5275"/>
                    <a:pt x="6925" y="3382"/>
                  </a:cubicBezTo>
                  <a:cubicBezTo>
                    <a:pt x="6898" y="1505"/>
                    <a:pt x="5356" y="0"/>
                    <a:pt x="34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66"/>
            <p:cNvSpPr/>
            <p:nvPr/>
          </p:nvSpPr>
          <p:spPr>
            <a:xfrm>
              <a:off x="4786800" y="4704600"/>
              <a:ext cx="173150" cy="172475"/>
            </a:xfrm>
            <a:custGeom>
              <a:avLst/>
              <a:gdLst/>
              <a:ahLst/>
              <a:cxnLst/>
              <a:rect l="l" t="t" r="r" b="b"/>
              <a:pathLst>
                <a:path w="6926" h="6899" extrusionOk="0">
                  <a:moveTo>
                    <a:pt x="3409" y="1"/>
                  </a:moveTo>
                  <a:cubicBezTo>
                    <a:pt x="1515" y="28"/>
                    <a:pt x="1" y="1597"/>
                    <a:pt x="28" y="3490"/>
                  </a:cubicBezTo>
                  <a:cubicBezTo>
                    <a:pt x="54" y="5394"/>
                    <a:pt x="1569" y="6899"/>
                    <a:pt x="3440" y="6899"/>
                  </a:cubicBezTo>
                  <a:cubicBezTo>
                    <a:pt x="3457" y="6899"/>
                    <a:pt x="3473" y="6899"/>
                    <a:pt x="3490" y="6898"/>
                  </a:cubicBezTo>
                  <a:cubicBezTo>
                    <a:pt x="5410" y="6871"/>
                    <a:pt x="6925" y="5302"/>
                    <a:pt x="6898" y="3409"/>
                  </a:cubicBezTo>
                  <a:cubicBezTo>
                    <a:pt x="6871" y="1516"/>
                    <a:pt x="5302" y="1"/>
                    <a:pt x="34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66"/>
            <p:cNvSpPr/>
            <p:nvPr/>
          </p:nvSpPr>
          <p:spPr>
            <a:xfrm>
              <a:off x="3890800" y="3876225"/>
              <a:ext cx="173125" cy="171800"/>
            </a:xfrm>
            <a:custGeom>
              <a:avLst/>
              <a:gdLst/>
              <a:ahLst/>
              <a:cxnLst/>
              <a:rect l="l" t="t" r="r" b="b"/>
              <a:pathLst>
                <a:path w="6925" h="6872" extrusionOk="0">
                  <a:moveTo>
                    <a:pt x="3458" y="0"/>
                  </a:moveTo>
                  <a:cubicBezTo>
                    <a:pt x="3442" y="0"/>
                    <a:pt x="3425" y="0"/>
                    <a:pt x="3409" y="1"/>
                  </a:cubicBezTo>
                  <a:cubicBezTo>
                    <a:pt x="1515" y="28"/>
                    <a:pt x="0" y="1596"/>
                    <a:pt x="27" y="3490"/>
                  </a:cubicBezTo>
                  <a:cubicBezTo>
                    <a:pt x="27" y="5367"/>
                    <a:pt x="1569" y="6871"/>
                    <a:pt x="3440" y="6871"/>
                  </a:cubicBezTo>
                  <a:cubicBezTo>
                    <a:pt x="3456" y="6871"/>
                    <a:pt x="3473" y="6871"/>
                    <a:pt x="3490" y="6871"/>
                  </a:cubicBezTo>
                  <a:cubicBezTo>
                    <a:pt x="5410" y="6844"/>
                    <a:pt x="6925" y="5275"/>
                    <a:pt x="6898" y="3382"/>
                  </a:cubicBezTo>
                  <a:cubicBezTo>
                    <a:pt x="6871" y="1505"/>
                    <a:pt x="5330" y="0"/>
                    <a:pt x="3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66"/>
            <p:cNvSpPr/>
            <p:nvPr/>
          </p:nvSpPr>
          <p:spPr>
            <a:xfrm>
              <a:off x="4343875" y="3666600"/>
              <a:ext cx="218450" cy="216425"/>
            </a:xfrm>
            <a:custGeom>
              <a:avLst/>
              <a:gdLst/>
              <a:ahLst/>
              <a:cxnLst/>
              <a:rect l="l" t="t" r="r" b="b"/>
              <a:pathLst>
                <a:path w="8738" h="8657" extrusionOk="0">
                  <a:moveTo>
                    <a:pt x="4352" y="0"/>
                  </a:moveTo>
                  <a:cubicBezTo>
                    <a:pt x="4335" y="0"/>
                    <a:pt x="4318" y="0"/>
                    <a:pt x="4301" y="0"/>
                  </a:cubicBezTo>
                  <a:cubicBezTo>
                    <a:pt x="1921" y="27"/>
                    <a:pt x="0" y="2002"/>
                    <a:pt x="27" y="4382"/>
                  </a:cubicBezTo>
                  <a:cubicBezTo>
                    <a:pt x="81" y="6773"/>
                    <a:pt x="2002" y="8656"/>
                    <a:pt x="4385" y="8656"/>
                  </a:cubicBezTo>
                  <a:cubicBezTo>
                    <a:pt x="4402" y="8656"/>
                    <a:pt x="4419" y="8656"/>
                    <a:pt x="4436" y="8656"/>
                  </a:cubicBezTo>
                  <a:cubicBezTo>
                    <a:pt x="6817" y="8629"/>
                    <a:pt x="8737" y="6654"/>
                    <a:pt x="8710" y="4274"/>
                  </a:cubicBezTo>
                  <a:cubicBezTo>
                    <a:pt x="8656" y="1884"/>
                    <a:pt x="6736" y="0"/>
                    <a:pt x="43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66"/>
            <p:cNvSpPr/>
            <p:nvPr/>
          </p:nvSpPr>
          <p:spPr>
            <a:xfrm>
              <a:off x="3844825" y="3304800"/>
              <a:ext cx="218425" cy="216450"/>
            </a:xfrm>
            <a:custGeom>
              <a:avLst/>
              <a:gdLst/>
              <a:ahLst/>
              <a:cxnLst/>
              <a:rect l="l" t="t" r="r" b="b"/>
              <a:pathLst>
                <a:path w="8737" h="8658" extrusionOk="0">
                  <a:moveTo>
                    <a:pt x="4351" y="1"/>
                  </a:moveTo>
                  <a:cubicBezTo>
                    <a:pt x="4334" y="1"/>
                    <a:pt x="4318" y="1"/>
                    <a:pt x="4301" y="1"/>
                  </a:cubicBezTo>
                  <a:cubicBezTo>
                    <a:pt x="1921" y="28"/>
                    <a:pt x="0" y="2003"/>
                    <a:pt x="27" y="4383"/>
                  </a:cubicBezTo>
                  <a:cubicBezTo>
                    <a:pt x="54" y="6773"/>
                    <a:pt x="2001" y="8657"/>
                    <a:pt x="4359" y="8657"/>
                  </a:cubicBezTo>
                  <a:cubicBezTo>
                    <a:pt x="4375" y="8657"/>
                    <a:pt x="4392" y="8657"/>
                    <a:pt x="4409" y="8657"/>
                  </a:cubicBezTo>
                  <a:cubicBezTo>
                    <a:pt x="6816" y="8630"/>
                    <a:pt x="8737" y="6655"/>
                    <a:pt x="8683" y="4275"/>
                  </a:cubicBezTo>
                  <a:cubicBezTo>
                    <a:pt x="8656" y="1884"/>
                    <a:pt x="6709" y="1"/>
                    <a:pt x="4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66"/>
            <p:cNvSpPr/>
            <p:nvPr/>
          </p:nvSpPr>
          <p:spPr>
            <a:xfrm>
              <a:off x="3403900" y="4678900"/>
              <a:ext cx="218450" cy="216450"/>
            </a:xfrm>
            <a:custGeom>
              <a:avLst/>
              <a:gdLst/>
              <a:ahLst/>
              <a:cxnLst/>
              <a:rect l="l" t="t" r="r" b="b"/>
              <a:pathLst>
                <a:path w="8738" h="8658" extrusionOk="0">
                  <a:moveTo>
                    <a:pt x="4352" y="1"/>
                  </a:moveTo>
                  <a:cubicBezTo>
                    <a:pt x="4335" y="1"/>
                    <a:pt x="4319" y="1"/>
                    <a:pt x="4302" y="1"/>
                  </a:cubicBezTo>
                  <a:cubicBezTo>
                    <a:pt x="1921" y="28"/>
                    <a:pt x="1" y="2003"/>
                    <a:pt x="28" y="4410"/>
                  </a:cubicBezTo>
                  <a:cubicBezTo>
                    <a:pt x="81" y="6758"/>
                    <a:pt x="1976" y="8658"/>
                    <a:pt x="4338" y="8658"/>
                  </a:cubicBezTo>
                  <a:cubicBezTo>
                    <a:pt x="4371" y="8658"/>
                    <a:pt x="4404" y="8657"/>
                    <a:pt x="4437" y="8657"/>
                  </a:cubicBezTo>
                  <a:cubicBezTo>
                    <a:pt x="6817" y="8630"/>
                    <a:pt x="8738" y="6682"/>
                    <a:pt x="8711" y="4275"/>
                  </a:cubicBezTo>
                  <a:cubicBezTo>
                    <a:pt x="8657" y="1911"/>
                    <a:pt x="6736" y="1"/>
                    <a:pt x="43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66"/>
            <p:cNvSpPr/>
            <p:nvPr/>
          </p:nvSpPr>
          <p:spPr>
            <a:xfrm>
              <a:off x="3515500" y="3748400"/>
              <a:ext cx="123100" cy="121775"/>
            </a:xfrm>
            <a:custGeom>
              <a:avLst/>
              <a:gdLst/>
              <a:ahLst/>
              <a:cxnLst/>
              <a:rect l="l" t="t" r="r" b="b"/>
              <a:pathLst>
                <a:path w="4924" h="4871" extrusionOk="0">
                  <a:moveTo>
                    <a:pt x="2457" y="1"/>
                  </a:moveTo>
                  <a:cubicBezTo>
                    <a:pt x="2441" y="1"/>
                    <a:pt x="2424" y="1"/>
                    <a:pt x="2407" y="1"/>
                  </a:cubicBezTo>
                  <a:cubicBezTo>
                    <a:pt x="1082" y="1"/>
                    <a:pt x="0" y="1110"/>
                    <a:pt x="0" y="2463"/>
                  </a:cubicBezTo>
                  <a:cubicBezTo>
                    <a:pt x="27" y="3799"/>
                    <a:pt x="1109" y="4871"/>
                    <a:pt x="2439" y="4871"/>
                  </a:cubicBezTo>
                  <a:cubicBezTo>
                    <a:pt x="2456" y="4871"/>
                    <a:pt x="2472" y="4870"/>
                    <a:pt x="2489" y="4870"/>
                  </a:cubicBezTo>
                  <a:cubicBezTo>
                    <a:pt x="3841" y="4870"/>
                    <a:pt x="4923" y="3761"/>
                    <a:pt x="4896" y="2409"/>
                  </a:cubicBezTo>
                  <a:cubicBezTo>
                    <a:pt x="4869" y="1073"/>
                    <a:pt x="3787" y="1"/>
                    <a:pt x="24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66"/>
            <p:cNvSpPr/>
            <p:nvPr/>
          </p:nvSpPr>
          <p:spPr>
            <a:xfrm>
              <a:off x="4107875" y="4831725"/>
              <a:ext cx="123100" cy="122425"/>
            </a:xfrm>
            <a:custGeom>
              <a:avLst/>
              <a:gdLst/>
              <a:ahLst/>
              <a:cxnLst/>
              <a:rect l="l" t="t" r="r" b="b"/>
              <a:pathLst>
                <a:path w="4924" h="4897" extrusionOk="0">
                  <a:moveTo>
                    <a:pt x="2457" y="1"/>
                  </a:moveTo>
                  <a:cubicBezTo>
                    <a:pt x="2441" y="1"/>
                    <a:pt x="2424" y="1"/>
                    <a:pt x="2408" y="1"/>
                  </a:cubicBezTo>
                  <a:cubicBezTo>
                    <a:pt x="1055" y="28"/>
                    <a:pt x="0" y="1137"/>
                    <a:pt x="0" y="2490"/>
                  </a:cubicBezTo>
                  <a:cubicBezTo>
                    <a:pt x="27" y="3815"/>
                    <a:pt x="1136" y="4897"/>
                    <a:pt x="2489" y="4897"/>
                  </a:cubicBezTo>
                  <a:cubicBezTo>
                    <a:pt x="3841" y="4870"/>
                    <a:pt x="4923" y="3761"/>
                    <a:pt x="4896" y="2408"/>
                  </a:cubicBezTo>
                  <a:cubicBezTo>
                    <a:pt x="4869" y="1073"/>
                    <a:pt x="3787" y="1"/>
                    <a:pt x="24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66"/>
            <p:cNvSpPr/>
            <p:nvPr/>
          </p:nvSpPr>
          <p:spPr>
            <a:xfrm>
              <a:off x="4304650" y="4434125"/>
              <a:ext cx="123775" cy="122425"/>
            </a:xfrm>
            <a:custGeom>
              <a:avLst/>
              <a:gdLst/>
              <a:ahLst/>
              <a:cxnLst/>
              <a:rect l="l" t="t" r="r" b="b"/>
              <a:pathLst>
                <a:path w="4951" h="4897" extrusionOk="0">
                  <a:moveTo>
                    <a:pt x="2435" y="0"/>
                  </a:moveTo>
                  <a:cubicBezTo>
                    <a:pt x="1082" y="27"/>
                    <a:pt x="0" y="1136"/>
                    <a:pt x="28" y="2489"/>
                  </a:cubicBezTo>
                  <a:cubicBezTo>
                    <a:pt x="54" y="3825"/>
                    <a:pt x="1137" y="4897"/>
                    <a:pt x="2466" y="4897"/>
                  </a:cubicBezTo>
                  <a:cubicBezTo>
                    <a:pt x="2483" y="4897"/>
                    <a:pt x="2499" y="4896"/>
                    <a:pt x="2516" y="4896"/>
                  </a:cubicBezTo>
                  <a:cubicBezTo>
                    <a:pt x="3869" y="4896"/>
                    <a:pt x="4950" y="3787"/>
                    <a:pt x="4923" y="2435"/>
                  </a:cubicBezTo>
                  <a:cubicBezTo>
                    <a:pt x="4896" y="1082"/>
                    <a:pt x="3787" y="0"/>
                    <a:pt x="24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8" name="Google Shape;2178;p66"/>
          <p:cNvSpPr/>
          <p:nvPr/>
        </p:nvSpPr>
        <p:spPr>
          <a:xfrm rot="1982137" flipH="1">
            <a:off x="7393751" y="541189"/>
            <a:ext cx="1112773" cy="987513"/>
          </a:xfrm>
          <a:custGeom>
            <a:avLst/>
            <a:gdLst/>
            <a:ahLst/>
            <a:cxnLst/>
            <a:rect l="l" t="t" r="r" b="b"/>
            <a:pathLst>
              <a:path w="9766" h="8666" extrusionOk="0">
                <a:moveTo>
                  <a:pt x="4907" y="1"/>
                </a:moveTo>
                <a:cubicBezTo>
                  <a:pt x="3098" y="1"/>
                  <a:pt x="1410" y="1124"/>
                  <a:pt x="785" y="2934"/>
                </a:cubicBezTo>
                <a:cubicBezTo>
                  <a:pt x="1" y="5179"/>
                  <a:pt x="1191" y="7640"/>
                  <a:pt x="3463" y="8425"/>
                </a:cubicBezTo>
                <a:cubicBezTo>
                  <a:pt x="3937" y="8588"/>
                  <a:pt x="4419" y="8666"/>
                  <a:pt x="4892" y="8666"/>
                </a:cubicBezTo>
                <a:cubicBezTo>
                  <a:pt x="6689" y="8666"/>
                  <a:pt x="8360" y="7545"/>
                  <a:pt x="8981" y="5747"/>
                </a:cubicBezTo>
                <a:cubicBezTo>
                  <a:pt x="9766" y="3475"/>
                  <a:pt x="8548" y="1013"/>
                  <a:pt x="6303" y="229"/>
                </a:cubicBezTo>
                <a:cubicBezTo>
                  <a:pt x="5841" y="74"/>
                  <a:pt x="5370" y="1"/>
                  <a:pt x="490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9" name="Google Shape;2179;p66"/>
          <p:cNvSpPr txBox="1">
            <a:spLocks noGrp="1"/>
          </p:cNvSpPr>
          <p:nvPr>
            <p:ph type="subTitle" idx="2"/>
          </p:nvPr>
        </p:nvSpPr>
        <p:spPr>
          <a:xfrm>
            <a:off x="7516383" y="860801"/>
            <a:ext cx="864300" cy="3434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IHC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0"/>
                                        <p:tgtEl>
                                          <p:spTgt spid="2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ranscrição do RNA">
            <a:extLst>
              <a:ext uri="{FF2B5EF4-FFF2-40B4-BE49-F238E27FC236}">
                <a16:creationId xmlns:a16="http://schemas.microsoft.com/office/drawing/2014/main" id="{9909BD3A-42CA-C931-83BA-6BCE5CD7B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65" y="444676"/>
            <a:ext cx="5230528" cy="418442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30" name="Google Shape;2530;p71"/>
          <p:cNvSpPr txBox="1">
            <a:spLocks noGrp="1"/>
          </p:cNvSpPr>
          <p:nvPr>
            <p:ph type="title"/>
          </p:nvPr>
        </p:nvSpPr>
        <p:spPr>
          <a:xfrm>
            <a:off x="6821654" y="972175"/>
            <a:ext cx="2934900" cy="415742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54E55"/>
                </a:solidFill>
              </a:rPr>
              <a:t>RNA</a:t>
            </a:r>
            <a:r>
              <a:rPr lang="en" dirty="0"/>
              <a:t> E DNA</a:t>
            </a:r>
            <a:endParaRPr dirty="0"/>
          </a:p>
        </p:txBody>
      </p:sp>
      <p:grpSp>
        <p:nvGrpSpPr>
          <p:cNvPr id="2533" name="Google Shape;2533;p71"/>
          <p:cNvGrpSpPr/>
          <p:nvPr/>
        </p:nvGrpSpPr>
        <p:grpSpPr>
          <a:xfrm rot="7166138">
            <a:off x="643428" y="437683"/>
            <a:ext cx="661435" cy="929041"/>
            <a:chOff x="2374700" y="1056350"/>
            <a:chExt cx="797300" cy="1119875"/>
          </a:xfrm>
        </p:grpSpPr>
        <p:sp>
          <p:nvSpPr>
            <p:cNvPr id="2534" name="Google Shape;2534;p71"/>
            <p:cNvSpPr/>
            <p:nvPr/>
          </p:nvSpPr>
          <p:spPr>
            <a:xfrm>
              <a:off x="2450775" y="1537550"/>
              <a:ext cx="233975" cy="535475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71"/>
            <p:cNvSpPr/>
            <p:nvPr/>
          </p:nvSpPr>
          <p:spPr>
            <a:xfrm>
              <a:off x="2450150" y="1109250"/>
              <a:ext cx="198025" cy="454125"/>
            </a:xfrm>
            <a:custGeom>
              <a:avLst/>
              <a:gdLst/>
              <a:ahLst/>
              <a:cxnLst/>
              <a:rect l="l" t="t" r="r" b="b"/>
              <a:pathLst>
                <a:path w="7921" h="18165" extrusionOk="0">
                  <a:moveTo>
                    <a:pt x="7266" y="1"/>
                  </a:moveTo>
                  <a:cubicBezTo>
                    <a:pt x="7044" y="1"/>
                    <a:pt x="6817" y="113"/>
                    <a:pt x="6720" y="373"/>
                  </a:cubicBezTo>
                  <a:lnTo>
                    <a:pt x="147" y="17522"/>
                  </a:lnTo>
                  <a:cubicBezTo>
                    <a:pt x="1" y="17912"/>
                    <a:pt x="322" y="18165"/>
                    <a:pt x="655" y="18165"/>
                  </a:cubicBezTo>
                  <a:cubicBezTo>
                    <a:pt x="877" y="18165"/>
                    <a:pt x="1104" y="18052"/>
                    <a:pt x="1202" y="17793"/>
                  </a:cubicBezTo>
                  <a:lnTo>
                    <a:pt x="7775" y="644"/>
                  </a:lnTo>
                  <a:cubicBezTo>
                    <a:pt x="7921" y="254"/>
                    <a:pt x="7599" y="1"/>
                    <a:pt x="7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71"/>
            <p:cNvSpPr/>
            <p:nvPr/>
          </p:nvSpPr>
          <p:spPr>
            <a:xfrm>
              <a:off x="2449975" y="1511450"/>
              <a:ext cx="623075" cy="52775"/>
            </a:xfrm>
            <a:custGeom>
              <a:avLst/>
              <a:gdLst/>
              <a:ahLst/>
              <a:cxnLst/>
              <a:rect l="l" t="t" r="r" b="b"/>
              <a:pathLst>
                <a:path w="24923" h="2111" extrusionOk="0">
                  <a:moveTo>
                    <a:pt x="24252" y="0"/>
                  </a:moveTo>
                  <a:cubicBezTo>
                    <a:pt x="24244" y="0"/>
                    <a:pt x="24236" y="0"/>
                    <a:pt x="24228" y="1"/>
                  </a:cubicBezTo>
                  <a:lnTo>
                    <a:pt x="695" y="1028"/>
                  </a:lnTo>
                  <a:cubicBezTo>
                    <a:pt x="0" y="1055"/>
                    <a:pt x="18" y="2111"/>
                    <a:pt x="670" y="2111"/>
                  </a:cubicBezTo>
                  <a:cubicBezTo>
                    <a:pt x="678" y="2111"/>
                    <a:pt x="687" y="2111"/>
                    <a:pt x="695" y="2110"/>
                  </a:cubicBezTo>
                  <a:lnTo>
                    <a:pt x="24228" y="1083"/>
                  </a:lnTo>
                  <a:cubicBezTo>
                    <a:pt x="24922" y="1056"/>
                    <a:pt x="24904" y="0"/>
                    <a:pt x="242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71"/>
            <p:cNvSpPr/>
            <p:nvPr/>
          </p:nvSpPr>
          <p:spPr>
            <a:xfrm>
              <a:off x="2374700" y="1458700"/>
              <a:ext cx="185300" cy="183975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71"/>
            <p:cNvSpPr/>
            <p:nvPr/>
          </p:nvSpPr>
          <p:spPr>
            <a:xfrm>
              <a:off x="2551175" y="1944225"/>
              <a:ext cx="233325" cy="232000"/>
            </a:xfrm>
            <a:custGeom>
              <a:avLst/>
              <a:gdLst/>
              <a:ahLst/>
              <a:cxnLst/>
              <a:rect l="l" t="t" r="r" b="b"/>
              <a:pathLst>
                <a:path w="9333" h="9280" extrusionOk="0">
                  <a:moveTo>
                    <a:pt x="4649" y="1"/>
                  </a:moveTo>
                  <a:cubicBezTo>
                    <a:pt x="4633" y="1"/>
                    <a:pt x="4616" y="1"/>
                    <a:pt x="4599" y="1"/>
                  </a:cubicBezTo>
                  <a:cubicBezTo>
                    <a:pt x="2030" y="28"/>
                    <a:pt x="1" y="2138"/>
                    <a:pt x="28" y="4708"/>
                  </a:cubicBezTo>
                  <a:cubicBezTo>
                    <a:pt x="55" y="7260"/>
                    <a:pt x="2137" y="9279"/>
                    <a:pt x="4684" y="9279"/>
                  </a:cubicBezTo>
                  <a:cubicBezTo>
                    <a:pt x="4701" y="9279"/>
                    <a:pt x="4718" y="9279"/>
                    <a:pt x="4735" y="9279"/>
                  </a:cubicBezTo>
                  <a:cubicBezTo>
                    <a:pt x="7304" y="9252"/>
                    <a:pt x="9333" y="7142"/>
                    <a:pt x="9306" y="4572"/>
                  </a:cubicBezTo>
                  <a:cubicBezTo>
                    <a:pt x="9279" y="2046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71"/>
            <p:cNvSpPr/>
            <p:nvPr/>
          </p:nvSpPr>
          <p:spPr>
            <a:xfrm>
              <a:off x="2938675" y="1409325"/>
              <a:ext cx="233325" cy="232025"/>
            </a:xfrm>
            <a:custGeom>
              <a:avLst/>
              <a:gdLst/>
              <a:ahLst/>
              <a:cxnLst/>
              <a:rect l="l" t="t" r="r" b="b"/>
              <a:pathLst>
                <a:path w="9333" h="9281" extrusionOk="0">
                  <a:moveTo>
                    <a:pt x="4649" y="1"/>
                  </a:moveTo>
                  <a:cubicBezTo>
                    <a:pt x="4632" y="1"/>
                    <a:pt x="4615" y="1"/>
                    <a:pt x="4598" y="1"/>
                  </a:cubicBezTo>
                  <a:cubicBezTo>
                    <a:pt x="2029" y="55"/>
                    <a:pt x="0" y="2165"/>
                    <a:pt x="27" y="4708"/>
                  </a:cubicBezTo>
                  <a:cubicBezTo>
                    <a:pt x="54" y="7244"/>
                    <a:pt x="2110" y="9280"/>
                    <a:pt x="4635" y="9280"/>
                  </a:cubicBezTo>
                  <a:cubicBezTo>
                    <a:pt x="4668" y="9280"/>
                    <a:pt x="4701" y="9280"/>
                    <a:pt x="4734" y="9279"/>
                  </a:cubicBezTo>
                  <a:cubicBezTo>
                    <a:pt x="7303" y="9252"/>
                    <a:pt x="9332" y="7142"/>
                    <a:pt x="9305" y="4600"/>
                  </a:cubicBezTo>
                  <a:cubicBezTo>
                    <a:pt x="9278" y="2047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71"/>
            <p:cNvSpPr/>
            <p:nvPr/>
          </p:nvSpPr>
          <p:spPr>
            <a:xfrm>
              <a:off x="2565375" y="10563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1" name="Google Shape;2541;p71"/>
          <p:cNvGrpSpPr/>
          <p:nvPr/>
        </p:nvGrpSpPr>
        <p:grpSpPr>
          <a:xfrm rot="-2700000">
            <a:off x="6011934" y="4032599"/>
            <a:ext cx="1333882" cy="1195010"/>
            <a:chOff x="154280" y="2041205"/>
            <a:chExt cx="1333895" cy="1195022"/>
          </a:xfrm>
        </p:grpSpPr>
        <p:cxnSp>
          <p:nvCxnSpPr>
            <p:cNvPr id="2542" name="Google Shape;2542;p71"/>
            <p:cNvCxnSpPr/>
            <p:nvPr/>
          </p:nvCxnSpPr>
          <p:spPr>
            <a:xfrm>
              <a:off x="978775" y="2882500"/>
              <a:ext cx="428100" cy="15300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3" name="Google Shape;2543;p71"/>
            <p:cNvCxnSpPr>
              <a:stCxn id="2544" idx="3"/>
              <a:endCxn id="2545" idx="3"/>
            </p:cNvCxnSpPr>
            <p:nvPr/>
          </p:nvCxnSpPr>
          <p:spPr>
            <a:xfrm rot="2700000">
              <a:off x="990589" y="2651521"/>
              <a:ext cx="74246" cy="268135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546" name="Google Shape;2546;p71"/>
            <p:cNvGrpSpPr/>
            <p:nvPr/>
          </p:nvGrpSpPr>
          <p:grpSpPr>
            <a:xfrm rot="-9901852">
              <a:off x="271474" y="2130709"/>
              <a:ext cx="826515" cy="1016012"/>
              <a:chOff x="7688409" y="2278475"/>
              <a:chExt cx="844492" cy="1038111"/>
            </a:xfrm>
          </p:grpSpPr>
          <p:sp>
            <p:nvSpPr>
              <p:cNvPr id="2547" name="Google Shape;2547;p71"/>
              <p:cNvSpPr/>
              <p:nvPr/>
            </p:nvSpPr>
            <p:spPr>
              <a:xfrm>
                <a:off x="7688409" y="2385360"/>
                <a:ext cx="544909" cy="800719"/>
              </a:xfrm>
              <a:custGeom>
                <a:avLst/>
                <a:gdLst/>
                <a:ahLst/>
                <a:cxnLst/>
                <a:rect l="l" t="t" r="r" b="b"/>
                <a:pathLst>
                  <a:path w="5353" h="7866" fill="none" extrusionOk="0">
                    <a:moveTo>
                      <a:pt x="1" y="6005"/>
                    </a:moveTo>
                    <a:lnTo>
                      <a:pt x="2196" y="7866"/>
                    </a:lnTo>
                    <a:lnTo>
                      <a:pt x="4453" y="6993"/>
                    </a:lnTo>
                    <a:lnTo>
                      <a:pt x="5353" y="3678"/>
                    </a:lnTo>
                    <a:lnTo>
                      <a:pt x="3281" y="1994"/>
                    </a:lnTo>
                    <a:lnTo>
                      <a:pt x="3995" y="1"/>
                    </a:lnTo>
                  </a:path>
                </a:pathLst>
              </a:custGeom>
              <a:noFill/>
              <a:ln w="19050" cap="flat" cmpd="sng">
                <a:solidFill>
                  <a:schemeClr val="accent4"/>
                </a:solidFill>
                <a:prstDash val="solid"/>
                <a:miter lim="881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71"/>
              <p:cNvSpPr/>
              <p:nvPr/>
            </p:nvSpPr>
            <p:spPr>
              <a:xfrm>
                <a:off x="8289815" y="2675273"/>
                <a:ext cx="150860" cy="66574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654" fill="none" extrusionOk="0">
                    <a:moveTo>
                      <a:pt x="1482" y="1"/>
                    </a:moveTo>
                    <a:lnTo>
                      <a:pt x="0" y="653"/>
                    </a:lnTo>
                  </a:path>
                </a:pathLst>
              </a:custGeom>
              <a:noFill/>
              <a:ln w="19050" cap="flat" cmpd="sng">
                <a:solidFill>
                  <a:schemeClr val="accent4"/>
                </a:solidFill>
                <a:prstDash val="solid"/>
                <a:miter lim="881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71"/>
              <p:cNvSpPr/>
              <p:nvPr/>
            </p:nvSpPr>
            <p:spPr>
              <a:xfrm>
                <a:off x="8362497" y="2588747"/>
                <a:ext cx="170405" cy="139154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367" extrusionOk="0">
                    <a:moveTo>
                      <a:pt x="836" y="1"/>
                    </a:moveTo>
                    <a:cubicBezTo>
                      <a:pt x="745" y="1"/>
                      <a:pt x="653" y="19"/>
                      <a:pt x="565" y="57"/>
                    </a:cubicBezTo>
                    <a:cubicBezTo>
                      <a:pt x="0" y="304"/>
                      <a:pt x="18" y="1098"/>
                      <a:pt x="591" y="1318"/>
                    </a:cubicBezTo>
                    <a:cubicBezTo>
                      <a:pt x="676" y="1351"/>
                      <a:pt x="761" y="1366"/>
                      <a:pt x="843" y="1366"/>
                    </a:cubicBezTo>
                    <a:cubicBezTo>
                      <a:pt x="1304" y="1366"/>
                      <a:pt x="1674" y="882"/>
                      <a:pt x="1464" y="410"/>
                    </a:cubicBezTo>
                    <a:cubicBezTo>
                      <a:pt x="1353" y="154"/>
                      <a:pt x="1099" y="1"/>
                      <a:pt x="8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71"/>
              <p:cNvSpPr/>
              <p:nvPr/>
            </p:nvSpPr>
            <p:spPr>
              <a:xfrm>
                <a:off x="8013339" y="2278475"/>
                <a:ext cx="158088" cy="139357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1369" extrusionOk="0">
                    <a:moveTo>
                      <a:pt x="776" y="1"/>
                    </a:moveTo>
                    <a:cubicBezTo>
                      <a:pt x="502" y="1"/>
                      <a:pt x="243" y="162"/>
                      <a:pt x="142" y="434"/>
                    </a:cubicBezTo>
                    <a:cubicBezTo>
                      <a:pt x="1" y="786"/>
                      <a:pt x="177" y="1183"/>
                      <a:pt x="530" y="1324"/>
                    </a:cubicBezTo>
                    <a:cubicBezTo>
                      <a:pt x="609" y="1354"/>
                      <a:pt x="691" y="1368"/>
                      <a:pt x="771" y="1368"/>
                    </a:cubicBezTo>
                    <a:cubicBezTo>
                      <a:pt x="1048" y="1368"/>
                      <a:pt x="1311" y="1201"/>
                      <a:pt x="1420" y="927"/>
                    </a:cubicBezTo>
                    <a:cubicBezTo>
                      <a:pt x="1552" y="575"/>
                      <a:pt x="1376" y="178"/>
                      <a:pt x="1023" y="46"/>
                    </a:cubicBezTo>
                    <a:cubicBezTo>
                      <a:pt x="942" y="15"/>
                      <a:pt x="858" y="1"/>
                      <a:pt x="7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71"/>
              <p:cNvSpPr/>
              <p:nvPr/>
            </p:nvSpPr>
            <p:spPr>
              <a:xfrm>
                <a:off x="8225175" y="3093550"/>
                <a:ext cx="179566" cy="202063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985" fill="none" extrusionOk="0">
                    <a:moveTo>
                      <a:pt x="1764" y="1984"/>
                    </a:moveTo>
                    <a:lnTo>
                      <a:pt x="0" y="1"/>
                    </a:lnTo>
                  </a:path>
                </a:pathLst>
              </a:custGeom>
              <a:noFill/>
              <a:ln w="19050" cap="flat" cmpd="sng">
                <a:solidFill>
                  <a:schemeClr val="accent4"/>
                </a:solidFill>
                <a:prstDash val="solid"/>
                <a:miter lim="881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71"/>
              <p:cNvSpPr/>
              <p:nvPr/>
            </p:nvSpPr>
            <p:spPr>
              <a:xfrm>
                <a:off x="8348235" y="3240590"/>
                <a:ext cx="92927" cy="75996"/>
              </a:xfrm>
              <a:custGeom>
                <a:avLst/>
                <a:gdLst/>
                <a:ahLst/>
                <a:cxnLst/>
                <a:rect l="l" t="t" r="r" b="b"/>
                <a:pathLst>
                  <a:path w="2461" h="2013" extrusionOk="0">
                    <a:moveTo>
                      <a:pt x="1229" y="0"/>
                    </a:moveTo>
                    <a:cubicBezTo>
                      <a:pt x="1095" y="0"/>
                      <a:pt x="959" y="27"/>
                      <a:pt x="830" y="84"/>
                    </a:cubicBezTo>
                    <a:cubicBezTo>
                      <a:pt x="1" y="446"/>
                      <a:pt x="27" y="1618"/>
                      <a:pt x="865" y="1945"/>
                    </a:cubicBezTo>
                    <a:cubicBezTo>
                      <a:pt x="989" y="1991"/>
                      <a:pt x="1111" y="2013"/>
                      <a:pt x="1230" y="2013"/>
                    </a:cubicBezTo>
                    <a:cubicBezTo>
                      <a:pt x="1916" y="2013"/>
                      <a:pt x="2460" y="1295"/>
                      <a:pt x="2152" y="596"/>
                    </a:cubicBezTo>
                    <a:cubicBezTo>
                      <a:pt x="1982" y="223"/>
                      <a:pt x="1613" y="0"/>
                      <a:pt x="12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71"/>
              <p:cNvSpPr/>
              <p:nvPr/>
            </p:nvSpPr>
            <p:spPr>
              <a:xfrm>
                <a:off x="7981225" y="2538690"/>
                <a:ext cx="91524" cy="80897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012" extrusionOk="0">
                    <a:moveTo>
                      <a:pt x="1138" y="1"/>
                    </a:moveTo>
                    <a:cubicBezTo>
                      <a:pt x="733" y="1"/>
                      <a:pt x="353" y="248"/>
                      <a:pt x="204" y="642"/>
                    </a:cubicBezTo>
                    <a:cubicBezTo>
                      <a:pt x="1" y="1163"/>
                      <a:pt x="265" y="1744"/>
                      <a:pt x="777" y="1947"/>
                    </a:cubicBezTo>
                    <a:cubicBezTo>
                      <a:pt x="895" y="1991"/>
                      <a:pt x="1015" y="2012"/>
                      <a:pt x="1134" y="2012"/>
                    </a:cubicBezTo>
                    <a:cubicBezTo>
                      <a:pt x="1541" y="2012"/>
                      <a:pt x="1925" y="1768"/>
                      <a:pt x="2082" y="1365"/>
                    </a:cubicBezTo>
                    <a:cubicBezTo>
                      <a:pt x="2276" y="845"/>
                      <a:pt x="2020" y="263"/>
                      <a:pt x="1500" y="69"/>
                    </a:cubicBezTo>
                    <a:cubicBezTo>
                      <a:pt x="1381" y="23"/>
                      <a:pt x="1258" y="1"/>
                      <a:pt x="113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71"/>
              <p:cNvSpPr/>
              <p:nvPr/>
            </p:nvSpPr>
            <p:spPr>
              <a:xfrm>
                <a:off x="8116560" y="2656645"/>
                <a:ext cx="231685" cy="204913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013" extrusionOk="0">
                    <a:moveTo>
                      <a:pt x="1142" y="1"/>
                    </a:moveTo>
                    <a:cubicBezTo>
                      <a:pt x="741" y="1"/>
                      <a:pt x="360" y="248"/>
                      <a:pt x="203" y="642"/>
                    </a:cubicBezTo>
                    <a:cubicBezTo>
                      <a:pt x="1" y="1162"/>
                      <a:pt x="256" y="1744"/>
                      <a:pt x="776" y="1947"/>
                    </a:cubicBezTo>
                    <a:cubicBezTo>
                      <a:pt x="894" y="1991"/>
                      <a:pt x="1016" y="2012"/>
                      <a:pt x="1135" y="2012"/>
                    </a:cubicBezTo>
                    <a:cubicBezTo>
                      <a:pt x="1541" y="2012"/>
                      <a:pt x="1925" y="1769"/>
                      <a:pt x="2081" y="1374"/>
                    </a:cubicBezTo>
                    <a:cubicBezTo>
                      <a:pt x="2275" y="854"/>
                      <a:pt x="2020" y="272"/>
                      <a:pt x="1499" y="69"/>
                    </a:cubicBezTo>
                    <a:cubicBezTo>
                      <a:pt x="1382" y="23"/>
                      <a:pt x="1261" y="1"/>
                      <a:pt x="11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71"/>
              <p:cNvSpPr/>
              <p:nvPr/>
            </p:nvSpPr>
            <p:spPr>
              <a:xfrm>
                <a:off x="8107562" y="3000011"/>
                <a:ext cx="143607" cy="117758"/>
              </a:xfrm>
              <a:custGeom>
                <a:avLst/>
                <a:gdLst/>
                <a:ahLst/>
                <a:cxnLst/>
                <a:rect l="l" t="t" r="r" b="b"/>
                <a:pathLst>
                  <a:path w="2450" h="2009" extrusionOk="0">
                    <a:moveTo>
                      <a:pt x="1223" y="1"/>
                    </a:moveTo>
                    <a:cubicBezTo>
                      <a:pt x="1089" y="1"/>
                      <a:pt x="952" y="28"/>
                      <a:pt x="820" y="85"/>
                    </a:cubicBezTo>
                    <a:cubicBezTo>
                      <a:pt x="0" y="446"/>
                      <a:pt x="27" y="1619"/>
                      <a:pt x="855" y="1936"/>
                    </a:cubicBezTo>
                    <a:cubicBezTo>
                      <a:pt x="983" y="1986"/>
                      <a:pt x="1109" y="2008"/>
                      <a:pt x="1231" y="2008"/>
                    </a:cubicBezTo>
                    <a:cubicBezTo>
                      <a:pt x="1912" y="2008"/>
                      <a:pt x="2449" y="1300"/>
                      <a:pt x="2143" y="605"/>
                    </a:cubicBezTo>
                    <a:cubicBezTo>
                      <a:pt x="1979" y="225"/>
                      <a:pt x="1611" y="1"/>
                      <a:pt x="12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71"/>
              <p:cNvSpPr/>
              <p:nvPr/>
            </p:nvSpPr>
            <p:spPr>
              <a:xfrm>
                <a:off x="7863798" y="3146665"/>
                <a:ext cx="96202" cy="78932"/>
              </a:xfrm>
              <a:custGeom>
                <a:avLst/>
                <a:gdLst/>
                <a:ahLst/>
                <a:cxnLst/>
                <a:rect l="l" t="t" r="r" b="b"/>
                <a:pathLst>
                  <a:path w="2451" h="2011" extrusionOk="0">
                    <a:moveTo>
                      <a:pt x="1228" y="0"/>
                    </a:moveTo>
                    <a:cubicBezTo>
                      <a:pt x="1092" y="0"/>
                      <a:pt x="954" y="28"/>
                      <a:pt x="821" y="88"/>
                    </a:cubicBezTo>
                    <a:cubicBezTo>
                      <a:pt x="1" y="440"/>
                      <a:pt x="27" y="1613"/>
                      <a:pt x="856" y="1939"/>
                    </a:cubicBezTo>
                    <a:cubicBezTo>
                      <a:pt x="982" y="1988"/>
                      <a:pt x="1108" y="2011"/>
                      <a:pt x="1229" y="2011"/>
                    </a:cubicBezTo>
                    <a:cubicBezTo>
                      <a:pt x="1911" y="2011"/>
                      <a:pt x="2450" y="1295"/>
                      <a:pt x="2143" y="599"/>
                    </a:cubicBezTo>
                    <a:cubicBezTo>
                      <a:pt x="1980" y="227"/>
                      <a:pt x="1614" y="0"/>
                      <a:pt x="12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45" name="Google Shape;2545;p71"/>
            <p:cNvSpPr/>
            <p:nvPr/>
          </p:nvSpPr>
          <p:spPr>
            <a:xfrm>
              <a:off x="947525" y="2838700"/>
              <a:ext cx="79500" cy="79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71"/>
            <p:cNvSpPr/>
            <p:nvPr/>
          </p:nvSpPr>
          <p:spPr>
            <a:xfrm>
              <a:off x="1315675" y="2958850"/>
              <a:ext cx="172500" cy="17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71"/>
            <p:cNvSpPr/>
            <p:nvPr/>
          </p:nvSpPr>
          <p:spPr>
            <a:xfrm>
              <a:off x="1071000" y="2517300"/>
              <a:ext cx="172500" cy="17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2462;p70">
            <a:extLst>
              <a:ext uri="{FF2B5EF4-FFF2-40B4-BE49-F238E27FC236}">
                <a16:creationId xmlns:a16="http://schemas.microsoft.com/office/drawing/2014/main" id="{2DF14AAD-95A5-FE73-ADF4-C3B4F8393317}"/>
              </a:ext>
            </a:extLst>
          </p:cNvPr>
          <p:cNvGrpSpPr/>
          <p:nvPr/>
        </p:nvGrpSpPr>
        <p:grpSpPr>
          <a:xfrm>
            <a:off x="5909416" y="687733"/>
            <a:ext cx="3255746" cy="4393079"/>
            <a:chOff x="5747180" y="899945"/>
            <a:chExt cx="3031138" cy="4090009"/>
          </a:xfrm>
        </p:grpSpPr>
        <p:sp>
          <p:nvSpPr>
            <p:cNvPr id="5" name="Google Shape;2463;p70">
              <a:extLst>
                <a:ext uri="{FF2B5EF4-FFF2-40B4-BE49-F238E27FC236}">
                  <a16:creationId xmlns:a16="http://schemas.microsoft.com/office/drawing/2014/main" id="{AF0EAE8E-4282-08E8-8257-EB75F1339C26}"/>
                </a:ext>
              </a:extLst>
            </p:cNvPr>
            <p:cNvSpPr/>
            <p:nvPr/>
          </p:nvSpPr>
          <p:spPr>
            <a:xfrm>
              <a:off x="6771763" y="1813568"/>
              <a:ext cx="1784407" cy="1931941"/>
            </a:xfrm>
            <a:custGeom>
              <a:avLst/>
              <a:gdLst/>
              <a:ahLst/>
              <a:cxnLst/>
              <a:rect l="l" t="t" r="r" b="b"/>
              <a:pathLst>
                <a:path w="63232" h="68460" extrusionOk="0">
                  <a:moveTo>
                    <a:pt x="10078" y="1"/>
                  </a:moveTo>
                  <a:cubicBezTo>
                    <a:pt x="7986" y="1"/>
                    <a:pt x="5918" y="457"/>
                    <a:pt x="4022" y="1345"/>
                  </a:cubicBezTo>
                  <a:cubicBezTo>
                    <a:pt x="2755" y="1945"/>
                    <a:pt x="1654" y="2779"/>
                    <a:pt x="720" y="3780"/>
                  </a:cubicBezTo>
                  <a:cubicBezTo>
                    <a:pt x="1" y="4550"/>
                    <a:pt x="705" y="5597"/>
                    <a:pt x="1493" y="5597"/>
                  </a:cubicBezTo>
                  <a:cubicBezTo>
                    <a:pt x="1729" y="5597"/>
                    <a:pt x="1973" y="5504"/>
                    <a:pt x="2188" y="5281"/>
                  </a:cubicBezTo>
                  <a:cubicBezTo>
                    <a:pt x="2988" y="4414"/>
                    <a:pt x="3922" y="3713"/>
                    <a:pt x="4990" y="3213"/>
                  </a:cubicBezTo>
                  <a:lnTo>
                    <a:pt x="4990" y="3213"/>
                  </a:lnTo>
                  <a:cubicBezTo>
                    <a:pt x="4956" y="3580"/>
                    <a:pt x="5156" y="3947"/>
                    <a:pt x="5490" y="4113"/>
                  </a:cubicBezTo>
                  <a:cubicBezTo>
                    <a:pt x="11161" y="7149"/>
                    <a:pt x="13529" y="13587"/>
                    <a:pt x="14863" y="19491"/>
                  </a:cubicBezTo>
                  <a:cubicBezTo>
                    <a:pt x="15697" y="23127"/>
                    <a:pt x="16231" y="26796"/>
                    <a:pt x="17198" y="30332"/>
                  </a:cubicBezTo>
                  <a:cubicBezTo>
                    <a:pt x="18199" y="33935"/>
                    <a:pt x="19467" y="37437"/>
                    <a:pt x="20901" y="40873"/>
                  </a:cubicBezTo>
                  <a:cubicBezTo>
                    <a:pt x="23603" y="47411"/>
                    <a:pt x="26472" y="54049"/>
                    <a:pt x="30975" y="59620"/>
                  </a:cubicBezTo>
                  <a:cubicBezTo>
                    <a:pt x="34010" y="63389"/>
                    <a:pt x="38013" y="66758"/>
                    <a:pt x="42583" y="68460"/>
                  </a:cubicBezTo>
                  <a:lnTo>
                    <a:pt x="52924" y="57885"/>
                  </a:lnTo>
                  <a:cubicBezTo>
                    <a:pt x="55892" y="53115"/>
                    <a:pt x="52924" y="48079"/>
                    <a:pt x="52924" y="48078"/>
                  </a:cubicBezTo>
                  <a:lnTo>
                    <a:pt x="52924" y="48078"/>
                  </a:lnTo>
                  <a:cubicBezTo>
                    <a:pt x="56293" y="50380"/>
                    <a:pt x="55592" y="53682"/>
                    <a:pt x="55592" y="53682"/>
                  </a:cubicBezTo>
                  <a:lnTo>
                    <a:pt x="63231" y="45743"/>
                  </a:lnTo>
                  <a:cubicBezTo>
                    <a:pt x="62431" y="44009"/>
                    <a:pt x="61463" y="42307"/>
                    <a:pt x="60396" y="40706"/>
                  </a:cubicBezTo>
                  <a:cubicBezTo>
                    <a:pt x="58594" y="37971"/>
                    <a:pt x="56493" y="35469"/>
                    <a:pt x="54125" y="33201"/>
                  </a:cubicBezTo>
                  <a:cubicBezTo>
                    <a:pt x="51690" y="30933"/>
                    <a:pt x="48721" y="29231"/>
                    <a:pt x="45518" y="28264"/>
                  </a:cubicBezTo>
                  <a:cubicBezTo>
                    <a:pt x="39814" y="26563"/>
                    <a:pt x="31875" y="26563"/>
                    <a:pt x="28673" y="20559"/>
                  </a:cubicBezTo>
                  <a:cubicBezTo>
                    <a:pt x="27973" y="19124"/>
                    <a:pt x="27439" y="17590"/>
                    <a:pt x="27072" y="16055"/>
                  </a:cubicBezTo>
                  <a:cubicBezTo>
                    <a:pt x="26672" y="14521"/>
                    <a:pt x="26171" y="12986"/>
                    <a:pt x="25538" y="11519"/>
                  </a:cubicBezTo>
                  <a:cubicBezTo>
                    <a:pt x="24370" y="8717"/>
                    <a:pt x="22602" y="6215"/>
                    <a:pt x="20367" y="4147"/>
                  </a:cubicBezTo>
                  <a:cubicBezTo>
                    <a:pt x="18199" y="2112"/>
                    <a:pt x="15464" y="744"/>
                    <a:pt x="12528" y="211"/>
                  </a:cubicBezTo>
                  <a:cubicBezTo>
                    <a:pt x="11714" y="70"/>
                    <a:pt x="10894" y="1"/>
                    <a:pt x="10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64;p70">
              <a:extLst>
                <a:ext uri="{FF2B5EF4-FFF2-40B4-BE49-F238E27FC236}">
                  <a16:creationId xmlns:a16="http://schemas.microsoft.com/office/drawing/2014/main" id="{13D9DBEC-0429-C265-6BE6-37A5209F8101}"/>
                </a:ext>
              </a:extLst>
            </p:cNvPr>
            <p:cNvSpPr/>
            <p:nvPr/>
          </p:nvSpPr>
          <p:spPr>
            <a:xfrm>
              <a:off x="6992556" y="2488788"/>
              <a:ext cx="345497" cy="366211"/>
            </a:xfrm>
            <a:custGeom>
              <a:avLst/>
              <a:gdLst/>
              <a:ahLst/>
              <a:cxnLst/>
              <a:rect l="l" t="t" r="r" b="b"/>
              <a:pathLst>
                <a:path w="12243" h="12977" extrusionOk="0">
                  <a:moveTo>
                    <a:pt x="9941" y="1"/>
                  </a:moveTo>
                  <a:cubicBezTo>
                    <a:pt x="6539" y="7039"/>
                    <a:pt x="1" y="7039"/>
                    <a:pt x="1" y="7039"/>
                  </a:cubicBezTo>
                  <a:cubicBezTo>
                    <a:pt x="1268" y="8874"/>
                    <a:pt x="2336" y="10875"/>
                    <a:pt x="3170" y="12977"/>
                  </a:cubicBezTo>
                  <a:cubicBezTo>
                    <a:pt x="4571" y="12143"/>
                    <a:pt x="5905" y="11209"/>
                    <a:pt x="7173" y="10141"/>
                  </a:cubicBezTo>
                  <a:cubicBezTo>
                    <a:pt x="8207" y="9207"/>
                    <a:pt x="9174" y="8207"/>
                    <a:pt x="10041" y="7106"/>
                  </a:cubicBezTo>
                  <a:cubicBezTo>
                    <a:pt x="10508" y="6505"/>
                    <a:pt x="10942" y="5872"/>
                    <a:pt x="11376" y="5271"/>
                  </a:cubicBezTo>
                  <a:cubicBezTo>
                    <a:pt x="11643" y="4904"/>
                    <a:pt x="11909" y="4504"/>
                    <a:pt x="12243" y="4170"/>
                  </a:cubicBezTo>
                  <a:cubicBezTo>
                    <a:pt x="11342" y="2836"/>
                    <a:pt x="10575" y="1435"/>
                    <a:pt x="9941" y="1"/>
                  </a:cubicBezTo>
                  <a:close/>
                </a:path>
              </a:pathLst>
            </a:custGeom>
            <a:solidFill>
              <a:srgbClr val="DB7D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65;p70">
              <a:extLst>
                <a:ext uri="{FF2B5EF4-FFF2-40B4-BE49-F238E27FC236}">
                  <a16:creationId xmlns:a16="http://schemas.microsoft.com/office/drawing/2014/main" id="{B5BFE10E-A587-2B4B-30B3-19B377A269B1}"/>
                </a:ext>
              </a:extLst>
            </p:cNvPr>
            <p:cNvSpPr/>
            <p:nvPr/>
          </p:nvSpPr>
          <p:spPr>
            <a:xfrm>
              <a:off x="6664922" y="1815176"/>
              <a:ext cx="739025" cy="911478"/>
            </a:xfrm>
            <a:custGeom>
              <a:avLst/>
              <a:gdLst/>
              <a:ahLst/>
              <a:cxnLst/>
              <a:rect l="l" t="t" r="r" b="b"/>
              <a:pathLst>
                <a:path w="26188" h="32299" extrusionOk="0">
                  <a:moveTo>
                    <a:pt x="12484" y="1"/>
                  </a:moveTo>
                  <a:cubicBezTo>
                    <a:pt x="6153" y="1"/>
                    <a:pt x="1" y="5230"/>
                    <a:pt x="536" y="13997"/>
                  </a:cubicBezTo>
                  <a:cubicBezTo>
                    <a:pt x="536" y="14130"/>
                    <a:pt x="570" y="14264"/>
                    <a:pt x="570" y="14431"/>
                  </a:cubicBezTo>
                  <a:cubicBezTo>
                    <a:pt x="1203" y="21469"/>
                    <a:pt x="3172" y="31509"/>
                    <a:pt x="7041" y="32210"/>
                  </a:cubicBezTo>
                  <a:cubicBezTo>
                    <a:pt x="7380" y="32268"/>
                    <a:pt x="7766" y="32299"/>
                    <a:pt x="8190" y="32299"/>
                  </a:cubicBezTo>
                  <a:cubicBezTo>
                    <a:pt x="12602" y="32299"/>
                    <a:pt x="21166" y="29021"/>
                    <a:pt x="24787" y="20135"/>
                  </a:cubicBezTo>
                  <a:cubicBezTo>
                    <a:pt x="26188" y="16766"/>
                    <a:pt x="25554" y="12096"/>
                    <a:pt x="23619" y="7826"/>
                  </a:cubicBezTo>
                  <a:cubicBezTo>
                    <a:pt x="21199" y="2431"/>
                    <a:pt x="16800" y="1"/>
                    <a:pt x="124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66;p70">
              <a:extLst>
                <a:ext uri="{FF2B5EF4-FFF2-40B4-BE49-F238E27FC236}">
                  <a16:creationId xmlns:a16="http://schemas.microsoft.com/office/drawing/2014/main" id="{D21AF90A-9774-4AF7-9F2A-3A38DCA03D35}"/>
                </a:ext>
              </a:extLst>
            </p:cNvPr>
            <p:cNvSpPr/>
            <p:nvPr/>
          </p:nvSpPr>
          <p:spPr>
            <a:xfrm>
              <a:off x="6815589" y="2085750"/>
              <a:ext cx="166639" cy="70522"/>
            </a:xfrm>
            <a:custGeom>
              <a:avLst/>
              <a:gdLst/>
              <a:ahLst/>
              <a:cxnLst/>
              <a:rect l="l" t="t" r="r" b="b"/>
              <a:pathLst>
                <a:path w="5905" h="2499" extrusionOk="0">
                  <a:moveTo>
                    <a:pt x="2889" y="1"/>
                  </a:moveTo>
                  <a:cubicBezTo>
                    <a:pt x="2233" y="1"/>
                    <a:pt x="1495" y="208"/>
                    <a:pt x="701" y="773"/>
                  </a:cubicBezTo>
                  <a:cubicBezTo>
                    <a:pt x="701" y="773"/>
                    <a:pt x="1" y="1307"/>
                    <a:pt x="835" y="2307"/>
                  </a:cubicBezTo>
                  <a:cubicBezTo>
                    <a:pt x="951" y="2442"/>
                    <a:pt x="1065" y="2498"/>
                    <a:pt x="1185" y="2498"/>
                  </a:cubicBezTo>
                  <a:cubicBezTo>
                    <a:pt x="1760" y="2498"/>
                    <a:pt x="2468" y="1221"/>
                    <a:pt x="4161" y="1221"/>
                  </a:cubicBezTo>
                  <a:cubicBezTo>
                    <a:pt x="4652" y="1221"/>
                    <a:pt x="5227" y="1329"/>
                    <a:pt x="5905" y="1607"/>
                  </a:cubicBezTo>
                  <a:cubicBezTo>
                    <a:pt x="5905" y="1607"/>
                    <a:pt x="4714" y="1"/>
                    <a:pt x="28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67;p70">
              <a:extLst>
                <a:ext uri="{FF2B5EF4-FFF2-40B4-BE49-F238E27FC236}">
                  <a16:creationId xmlns:a16="http://schemas.microsoft.com/office/drawing/2014/main" id="{9AE27075-E061-929C-89AF-413039CABB8E}"/>
                </a:ext>
              </a:extLst>
            </p:cNvPr>
            <p:cNvSpPr/>
            <p:nvPr/>
          </p:nvSpPr>
          <p:spPr>
            <a:xfrm>
              <a:off x="6635799" y="2143234"/>
              <a:ext cx="99814" cy="70719"/>
            </a:xfrm>
            <a:custGeom>
              <a:avLst/>
              <a:gdLst/>
              <a:ahLst/>
              <a:cxnLst/>
              <a:rect l="l" t="t" r="r" b="b"/>
              <a:pathLst>
                <a:path w="3537" h="2506" extrusionOk="0">
                  <a:moveTo>
                    <a:pt x="2220" y="1"/>
                  </a:moveTo>
                  <a:cubicBezTo>
                    <a:pt x="297" y="1"/>
                    <a:pt x="1" y="2505"/>
                    <a:pt x="1" y="2505"/>
                  </a:cubicBezTo>
                  <a:cubicBezTo>
                    <a:pt x="639" y="1611"/>
                    <a:pt x="1254" y="1382"/>
                    <a:pt x="1780" y="1382"/>
                  </a:cubicBezTo>
                  <a:cubicBezTo>
                    <a:pt x="2331" y="1382"/>
                    <a:pt x="2786" y="1633"/>
                    <a:pt x="3070" y="1633"/>
                  </a:cubicBezTo>
                  <a:cubicBezTo>
                    <a:pt x="3223" y="1633"/>
                    <a:pt x="3326" y="1561"/>
                    <a:pt x="3370" y="1338"/>
                  </a:cubicBezTo>
                  <a:cubicBezTo>
                    <a:pt x="3536" y="304"/>
                    <a:pt x="2936" y="104"/>
                    <a:pt x="2936" y="104"/>
                  </a:cubicBezTo>
                  <a:cubicBezTo>
                    <a:pt x="2675" y="33"/>
                    <a:pt x="2437" y="1"/>
                    <a:pt x="2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68;p70">
              <a:extLst>
                <a:ext uri="{FF2B5EF4-FFF2-40B4-BE49-F238E27FC236}">
                  <a16:creationId xmlns:a16="http://schemas.microsoft.com/office/drawing/2014/main" id="{8E0F9C46-932C-00C3-EC15-B4A676D9D59B}"/>
                </a:ext>
              </a:extLst>
            </p:cNvPr>
            <p:cNvSpPr/>
            <p:nvPr/>
          </p:nvSpPr>
          <p:spPr>
            <a:xfrm>
              <a:off x="6727119" y="2196965"/>
              <a:ext cx="94142" cy="239136"/>
            </a:xfrm>
            <a:custGeom>
              <a:avLst/>
              <a:gdLst/>
              <a:ahLst/>
              <a:cxnLst/>
              <a:rect l="l" t="t" r="r" b="b"/>
              <a:pathLst>
                <a:path w="3336" h="8474" fill="none" extrusionOk="0">
                  <a:moveTo>
                    <a:pt x="1368" y="1"/>
                  </a:moveTo>
                  <a:cubicBezTo>
                    <a:pt x="1368" y="1"/>
                    <a:pt x="0" y="7706"/>
                    <a:pt x="834" y="8107"/>
                  </a:cubicBezTo>
                  <a:cubicBezTo>
                    <a:pt x="1635" y="8474"/>
                    <a:pt x="3336" y="7807"/>
                    <a:pt x="3336" y="7807"/>
                  </a:cubicBez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469;p70">
              <a:extLst>
                <a:ext uri="{FF2B5EF4-FFF2-40B4-BE49-F238E27FC236}">
                  <a16:creationId xmlns:a16="http://schemas.microsoft.com/office/drawing/2014/main" id="{62C01175-6DCF-308A-F727-53A869E9D61A}"/>
                </a:ext>
              </a:extLst>
            </p:cNvPr>
            <p:cNvSpPr/>
            <p:nvPr/>
          </p:nvSpPr>
          <p:spPr>
            <a:xfrm>
              <a:off x="6762874" y="2499144"/>
              <a:ext cx="125240" cy="64398"/>
            </a:xfrm>
            <a:custGeom>
              <a:avLst/>
              <a:gdLst/>
              <a:ahLst/>
              <a:cxnLst/>
              <a:rect l="l" t="t" r="r" b="b"/>
              <a:pathLst>
                <a:path w="4438" h="2282" extrusionOk="0">
                  <a:moveTo>
                    <a:pt x="2836" y="1"/>
                  </a:moveTo>
                  <a:cubicBezTo>
                    <a:pt x="2836" y="1"/>
                    <a:pt x="2469" y="768"/>
                    <a:pt x="2136" y="901"/>
                  </a:cubicBezTo>
                  <a:cubicBezTo>
                    <a:pt x="2095" y="916"/>
                    <a:pt x="2047" y="923"/>
                    <a:pt x="1994" y="923"/>
                  </a:cubicBezTo>
                  <a:cubicBezTo>
                    <a:pt x="1573" y="923"/>
                    <a:pt x="835" y="501"/>
                    <a:pt x="835" y="501"/>
                  </a:cubicBezTo>
                  <a:lnTo>
                    <a:pt x="1" y="1568"/>
                  </a:lnTo>
                  <a:cubicBezTo>
                    <a:pt x="682" y="2088"/>
                    <a:pt x="1304" y="2281"/>
                    <a:pt x="1854" y="2281"/>
                  </a:cubicBezTo>
                  <a:cubicBezTo>
                    <a:pt x="3457" y="2281"/>
                    <a:pt x="4437" y="634"/>
                    <a:pt x="4437" y="634"/>
                  </a:cubicBezTo>
                  <a:lnTo>
                    <a:pt x="28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470;p70">
              <a:extLst>
                <a:ext uri="{FF2B5EF4-FFF2-40B4-BE49-F238E27FC236}">
                  <a16:creationId xmlns:a16="http://schemas.microsoft.com/office/drawing/2014/main" id="{4ECD7DB0-E493-055F-B598-6F2C7052F485}"/>
                </a:ext>
              </a:extLst>
            </p:cNvPr>
            <p:cNvSpPr/>
            <p:nvPr/>
          </p:nvSpPr>
          <p:spPr>
            <a:xfrm>
              <a:off x="6759121" y="2513819"/>
              <a:ext cx="132211" cy="32199"/>
            </a:xfrm>
            <a:custGeom>
              <a:avLst/>
              <a:gdLst/>
              <a:ahLst/>
              <a:cxnLst/>
              <a:rect l="l" t="t" r="r" b="b"/>
              <a:pathLst>
                <a:path w="4685" h="1141" extrusionOk="0">
                  <a:moveTo>
                    <a:pt x="4545" y="1"/>
                  </a:moveTo>
                  <a:cubicBezTo>
                    <a:pt x="4532" y="1"/>
                    <a:pt x="4518" y="5"/>
                    <a:pt x="4504" y="14"/>
                  </a:cubicBezTo>
                  <a:cubicBezTo>
                    <a:pt x="4473" y="14"/>
                    <a:pt x="2611" y="972"/>
                    <a:pt x="627" y="972"/>
                  </a:cubicBezTo>
                  <a:cubicBezTo>
                    <a:pt x="452" y="972"/>
                    <a:pt x="276" y="965"/>
                    <a:pt x="100" y="948"/>
                  </a:cubicBezTo>
                  <a:cubicBezTo>
                    <a:pt x="0" y="948"/>
                    <a:pt x="0" y="1082"/>
                    <a:pt x="100" y="1115"/>
                  </a:cubicBezTo>
                  <a:cubicBezTo>
                    <a:pt x="307" y="1132"/>
                    <a:pt x="512" y="1141"/>
                    <a:pt x="714" y="1141"/>
                  </a:cubicBezTo>
                  <a:cubicBezTo>
                    <a:pt x="1295" y="1141"/>
                    <a:pt x="1858" y="1072"/>
                    <a:pt x="2402" y="948"/>
                  </a:cubicBezTo>
                  <a:cubicBezTo>
                    <a:pt x="3169" y="748"/>
                    <a:pt x="3903" y="515"/>
                    <a:pt x="4570" y="181"/>
                  </a:cubicBezTo>
                  <a:cubicBezTo>
                    <a:pt x="4685" y="152"/>
                    <a:pt x="4627" y="1"/>
                    <a:pt x="4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471;p70">
              <a:extLst>
                <a:ext uri="{FF2B5EF4-FFF2-40B4-BE49-F238E27FC236}">
                  <a16:creationId xmlns:a16="http://schemas.microsoft.com/office/drawing/2014/main" id="{C0170429-C58F-918A-0545-894644E06F7A}"/>
                </a:ext>
              </a:extLst>
            </p:cNvPr>
            <p:cNvSpPr/>
            <p:nvPr/>
          </p:nvSpPr>
          <p:spPr>
            <a:xfrm>
              <a:off x="6683801" y="2244431"/>
              <a:ext cx="43346" cy="47240"/>
            </a:xfrm>
            <a:custGeom>
              <a:avLst/>
              <a:gdLst/>
              <a:ahLst/>
              <a:cxnLst/>
              <a:rect l="l" t="t" r="r" b="b"/>
              <a:pathLst>
                <a:path w="1536" h="1674" extrusionOk="0">
                  <a:moveTo>
                    <a:pt x="744" y="1"/>
                  </a:moveTo>
                  <a:cubicBezTo>
                    <a:pt x="697" y="1"/>
                    <a:pt x="649" y="7"/>
                    <a:pt x="601" y="20"/>
                  </a:cubicBezTo>
                  <a:cubicBezTo>
                    <a:pt x="234" y="87"/>
                    <a:pt x="1" y="520"/>
                    <a:pt x="101" y="987"/>
                  </a:cubicBezTo>
                  <a:cubicBezTo>
                    <a:pt x="217" y="1394"/>
                    <a:pt x="510" y="1674"/>
                    <a:pt x="826" y="1674"/>
                  </a:cubicBezTo>
                  <a:cubicBezTo>
                    <a:pt x="873" y="1674"/>
                    <a:pt x="920" y="1668"/>
                    <a:pt x="968" y="1655"/>
                  </a:cubicBezTo>
                  <a:cubicBezTo>
                    <a:pt x="1335" y="1588"/>
                    <a:pt x="1535" y="1154"/>
                    <a:pt x="1435" y="687"/>
                  </a:cubicBezTo>
                  <a:cubicBezTo>
                    <a:pt x="1348" y="281"/>
                    <a:pt x="1059" y="1"/>
                    <a:pt x="7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72;p70">
              <a:extLst>
                <a:ext uri="{FF2B5EF4-FFF2-40B4-BE49-F238E27FC236}">
                  <a16:creationId xmlns:a16="http://schemas.microsoft.com/office/drawing/2014/main" id="{1DA5DEB9-6CD8-3F8A-2699-A27832E9A31F}"/>
                </a:ext>
              </a:extLst>
            </p:cNvPr>
            <p:cNvSpPr/>
            <p:nvPr/>
          </p:nvSpPr>
          <p:spPr>
            <a:xfrm>
              <a:off x="6893730" y="2196711"/>
              <a:ext cx="43318" cy="46958"/>
            </a:xfrm>
            <a:custGeom>
              <a:avLst/>
              <a:gdLst/>
              <a:ahLst/>
              <a:cxnLst/>
              <a:rect l="l" t="t" r="r" b="b"/>
              <a:pathLst>
                <a:path w="1535" h="1664" extrusionOk="0">
                  <a:moveTo>
                    <a:pt x="704" y="1"/>
                  </a:moveTo>
                  <a:cubicBezTo>
                    <a:pt x="670" y="1"/>
                    <a:pt x="635" y="4"/>
                    <a:pt x="601" y="10"/>
                  </a:cubicBezTo>
                  <a:cubicBezTo>
                    <a:pt x="234" y="110"/>
                    <a:pt x="0" y="544"/>
                    <a:pt x="100" y="977"/>
                  </a:cubicBezTo>
                  <a:cubicBezTo>
                    <a:pt x="188" y="1384"/>
                    <a:pt x="502" y="1664"/>
                    <a:pt x="824" y="1664"/>
                  </a:cubicBezTo>
                  <a:cubicBezTo>
                    <a:pt x="872" y="1664"/>
                    <a:pt x="920" y="1657"/>
                    <a:pt x="968" y="1644"/>
                  </a:cubicBezTo>
                  <a:cubicBezTo>
                    <a:pt x="1335" y="1578"/>
                    <a:pt x="1535" y="1144"/>
                    <a:pt x="1435" y="677"/>
                  </a:cubicBezTo>
                  <a:cubicBezTo>
                    <a:pt x="1344" y="284"/>
                    <a:pt x="1034" y="1"/>
                    <a:pt x="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473;p70">
              <a:extLst>
                <a:ext uri="{FF2B5EF4-FFF2-40B4-BE49-F238E27FC236}">
                  <a16:creationId xmlns:a16="http://schemas.microsoft.com/office/drawing/2014/main" id="{C9054A0E-B4A4-0B78-3962-FF0F1375B69D}"/>
                </a:ext>
              </a:extLst>
            </p:cNvPr>
            <p:cNvSpPr/>
            <p:nvPr/>
          </p:nvSpPr>
          <p:spPr>
            <a:xfrm>
              <a:off x="6885264" y="2181556"/>
              <a:ext cx="106389" cy="27684"/>
            </a:xfrm>
            <a:custGeom>
              <a:avLst/>
              <a:gdLst/>
              <a:ahLst/>
              <a:cxnLst/>
              <a:rect l="l" t="t" r="r" b="b"/>
              <a:pathLst>
                <a:path w="3770" h="981" extrusionOk="0">
                  <a:moveTo>
                    <a:pt x="1279" y="0"/>
                  </a:moveTo>
                  <a:cubicBezTo>
                    <a:pt x="885" y="0"/>
                    <a:pt x="411" y="174"/>
                    <a:pt x="0" y="814"/>
                  </a:cubicBezTo>
                  <a:cubicBezTo>
                    <a:pt x="0" y="814"/>
                    <a:pt x="390" y="370"/>
                    <a:pt x="1007" y="370"/>
                  </a:cubicBezTo>
                  <a:cubicBezTo>
                    <a:pt x="1362" y="370"/>
                    <a:pt x="1793" y="517"/>
                    <a:pt x="2268" y="981"/>
                  </a:cubicBezTo>
                  <a:lnTo>
                    <a:pt x="3770" y="80"/>
                  </a:lnTo>
                  <a:lnTo>
                    <a:pt x="2102" y="247"/>
                  </a:lnTo>
                  <a:cubicBezTo>
                    <a:pt x="2102" y="247"/>
                    <a:pt x="1747" y="0"/>
                    <a:pt x="1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474;p70">
              <a:extLst>
                <a:ext uri="{FF2B5EF4-FFF2-40B4-BE49-F238E27FC236}">
                  <a16:creationId xmlns:a16="http://schemas.microsoft.com/office/drawing/2014/main" id="{C2E26D5B-CD35-1487-D3F2-BFD3521B9CC5}"/>
                </a:ext>
              </a:extLst>
            </p:cNvPr>
            <p:cNvSpPr/>
            <p:nvPr/>
          </p:nvSpPr>
          <p:spPr>
            <a:xfrm>
              <a:off x="6625442" y="2231167"/>
              <a:ext cx="105458" cy="40213"/>
            </a:xfrm>
            <a:custGeom>
              <a:avLst/>
              <a:gdLst/>
              <a:ahLst/>
              <a:cxnLst/>
              <a:rect l="l" t="t" r="r" b="b"/>
              <a:pathLst>
                <a:path w="3737" h="1425" extrusionOk="0">
                  <a:moveTo>
                    <a:pt x="2759" y="0"/>
                  </a:moveTo>
                  <a:cubicBezTo>
                    <a:pt x="1983" y="0"/>
                    <a:pt x="1602" y="690"/>
                    <a:pt x="1602" y="690"/>
                  </a:cubicBezTo>
                  <a:lnTo>
                    <a:pt x="1" y="1291"/>
                  </a:lnTo>
                  <a:lnTo>
                    <a:pt x="1769" y="1424"/>
                  </a:lnTo>
                  <a:cubicBezTo>
                    <a:pt x="2146" y="431"/>
                    <a:pt x="2771" y="230"/>
                    <a:pt x="3216" y="230"/>
                  </a:cubicBezTo>
                  <a:cubicBezTo>
                    <a:pt x="3518" y="230"/>
                    <a:pt x="3737" y="323"/>
                    <a:pt x="3737" y="323"/>
                  </a:cubicBezTo>
                  <a:cubicBezTo>
                    <a:pt x="3361" y="87"/>
                    <a:pt x="3035" y="0"/>
                    <a:pt x="2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75;p70">
              <a:extLst>
                <a:ext uri="{FF2B5EF4-FFF2-40B4-BE49-F238E27FC236}">
                  <a16:creationId xmlns:a16="http://schemas.microsoft.com/office/drawing/2014/main" id="{A7ECDEC7-86AB-EB67-3E74-2D4BE9E59832}"/>
                </a:ext>
              </a:extLst>
            </p:cNvPr>
            <p:cNvSpPr/>
            <p:nvPr/>
          </p:nvSpPr>
          <p:spPr>
            <a:xfrm>
              <a:off x="6908799" y="2243556"/>
              <a:ext cx="201463" cy="116803"/>
            </a:xfrm>
            <a:custGeom>
              <a:avLst/>
              <a:gdLst/>
              <a:ahLst/>
              <a:cxnLst/>
              <a:rect l="l" t="t" r="r" b="b"/>
              <a:pathLst>
                <a:path w="7139" h="4139" extrusionOk="0">
                  <a:moveTo>
                    <a:pt x="4398" y="0"/>
                  </a:moveTo>
                  <a:cubicBezTo>
                    <a:pt x="3997" y="0"/>
                    <a:pt x="3570" y="49"/>
                    <a:pt x="3136" y="151"/>
                  </a:cubicBezTo>
                  <a:cubicBezTo>
                    <a:pt x="1301" y="551"/>
                    <a:pt x="0" y="1752"/>
                    <a:pt x="234" y="2820"/>
                  </a:cubicBezTo>
                  <a:cubicBezTo>
                    <a:pt x="437" y="3635"/>
                    <a:pt x="1457" y="4138"/>
                    <a:pt x="2745" y="4138"/>
                  </a:cubicBezTo>
                  <a:cubicBezTo>
                    <a:pt x="3144" y="4138"/>
                    <a:pt x="3569" y="4090"/>
                    <a:pt x="4003" y="3987"/>
                  </a:cubicBezTo>
                  <a:cubicBezTo>
                    <a:pt x="5838" y="3587"/>
                    <a:pt x="7139" y="2386"/>
                    <a:pt x="6905" y="1319"/>
                  </a:cubicBezTo>
                  <a:cubicBezTo>
                    <a:pt x="6727" y="504"/>
                    <a:pt x="5693" y="0"/>
                    <a:pt x="4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76;p70">
              <a:extLst>
                <a:ext uri="{FF2B5EF4-FFF2-40B4-BE49-F238E27FC236}">
                  <a16:creationId xmlns:a16="http://schemas.microsoft.com/office/drawing/2014/main" id="{6C9E1C87-BDE7-084B-986D-385988751D38}"/>
                </a:ext>
              </a:extLst>
            </p:cNvPr>
            <p:cNvSpPr/>
            <p:nvPr/>
          </p:nvSpPr>
          <p:spPr>
            <a:xfrm>
              <a:off x="6691336" y="2314642"/>
              <a:ext cx="44277" cy="84745"/>
            </a:xfrm>
            <a:custGeom>
              <a:avLst/>
              <a:gdLst/>
              <a:ahLst/>
              <a:cxnLst/>
              <a:rect l="l" t="t" r="r" b="b"/>
              <a:pathLst>
                <a:path w="1569" h="3003" extrusionOk="0">
                  <a:moveTo>
                    <a:pt x="1" y="1"/>
                  </a:moveTo>
                  <a:cubicBezTo>
                    <a:pt x="234" y="968"/>
                    <a:pt x="267" y="2369"/>
                    <a:pt x="501" y="3003"/>
                  </a:cubicBezTo>
                  <a:cubicBezTo>
                    <a:pt x="1101" y="2469"/>
                    <a:pt x="1568" y="1802"/>
                    <a:pt x="1435" y="1201"/>
                  </a:cubicBezTo>
                  <a:cubicBezTo>
                    <a:pt x="1302" y="634"/>
                    <a:pt x="835" y="16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77;p70">
              <a:extLst>
                <a:ext uri="{FF2B5EF4-FFF2-40B4-BE49-F238E27FC236}">
                  <a16:creationId xmlns:a16="http://schemas.microsoft.com/office/drawing/2014/main" id="{E1DA34A8-6B94-AB00-18F1-ABBE23BEDB67}"/>
                </a:ext>
              </a:extLst>
            </p:cNvPr>
            <p:cNvSpPr/>
            <p:nvPr/>
          </p:nvSpPr>
          <p:spPr>
            <a:xfrm>
              <a:off x="7320162" y="2112954"/>
              <a:ext cx="247433" cy="282031"/>
            </a:xfrm>
            <a:custGeom>
              <a:avLst/>
              <a:gdLst/>
              <a:ahLst/>
              <a:cxnLst/>
              <a:rect l="l" t="t" r="r" b="b"/>
              <a:pathLst>
                <a:path w="8768" h="9994" extrusionOk="0">
                  <a:moveTo>
                    <a:pt x="3318" y="0"/>
                  </a:moveTo>
                  <a:cubicBezTo>
                    <a:pt x="3105" y="0"/>
                    <a:pt x="2888" y="14"/>
                    <a:pt x="2669" y="42"/>
                  </a:cubicBezTo>
                  <a:cubicBezTo>
                    <a:pt x="1668" y="143"/>
                    <a:pt x="734" y="543"/>
                    <a:pt x="0" y="1210"/>
                  </a:cubicBezTo>
                  <a:lnTo>
                    <a:pt x="934" y="9416"/>
                  </a:lnTo>
                  <a:cubicBezTo>
                    <a:pt x="1690" y="9811"/>
                    <a:pt x="2488" y="9994"/>
                    <a:pt x="3269" y="9994"/>
                  </a:cubicBezTo>
                  <a:cubicBezTo>
                    <a:pt x="5590" y="9994"/>
                    <a:pt x="7757" y="8376"/>
                    <a:pt x="8206" y="5880"/>
                  </a:cubicBezTo>
                  <a:cubicBezTo>
                    <a:pt x="8767" y="2794"/>
                    <a:pt x="6358" y="0"/>
                    <a:pt x="33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78;p70">
              <a:extLst>
                <a:ext uri="{FF2B5EF4-FFF2-40B4-BE49-F238E27FC236}">
                  <a16:creationId xmlns:a16="http://schemas.microsoft.com/office/drawing/2014/main" id="{A514D6D3-45C7-AFEA-89FE-DA15CBB7D7E9}"/>
                </a:ext>
              </a:extLst>
            </p:cNvPr>
            <p:cNvSpPr/>
            <p:nvPr/>
          </p:nvSpPr>
          <p:spPr>
            <a:xfrm>
              <a:off x="7374740" y="2181923"/>
              <a:ext cx="94170" cy="144035"/>
            </a:xfrm>
            <a:custGeom>
              <a:avLst/>
              <a:gdLst/>
              <a:ahLst/>
              <a:cxnLst/>
              <a:rect l="l" t="t" r="r" b="b"/>
              <a:pathLst>
                <a:path w="3337" h="5104" fill="none" extrusionOk="0">
                  <a:moveTo>
                    <a:pt x="3337" y="0"/>
                  </a:moveTo>
                  <a:lnTo>
                    <a:pt x="1" y="5104"/>
                  </a:lnTo>
                  <a:lnTo>
                    <a:pt x="2436" y="4337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79;p70">
              <a:extLst>
                <a:ext uri="{FF2B5EF4-FFF2-40B4-BE49-F238E27FC236}">
                  <a16:creationId xmlns:a16="http://schemas.microsoft.com/office/drawing/2014/main" id="{033FC846-7730-EA97-704E-70D4ECB7D472}"/>
                </a:ext>
              </a:extLst>
            </p:cNvPr>
            <p:cNvSpPr/>
            <p:nvPr/>
          </p:nvSpPr>
          <p:spPr>
            <a:xfrm>
              <a:off x="6687583" y="1803437"/>
              <a:ext cx="726721" cy="753756"/>
            </a:xfrm>
            <a:custGeom>
              <a:avLst/>
              <a:gdLst/>
              <a:ahLst/>
              <a:cxnLst/>
              <a:rect l="l" t="t" r="r" b="b"/>
              <a:pathLst>
                <a:path w="25752" h="26710" extrusionOk="0">
                  <a:moveTo>
                    <a:pt x="12234" y="1"/>
                  </a:moveTo>
                  <a:cubicBezTo>
                    <a:pt x="6728" y="1"/>
                    <a:pt x="1246" y="3919"/>
                    <a:pt x="0" y="10410"/>
                  </a:cubicBezTo>
                  <a:cubicBezTo>
                    <a:pt x="534" y="10243"/>
                    <a:pt x="3403" y="9176"/>
                    <a:pt x="4370" y="6040"/>
                  </a:cubicBezTo>
                  <a:cubicBezTo>
                    <a:pt x="4370" y="6040"/>
                    <a:pt x="10174" y="11878"/>
                    <a:pt x="18146" y="12078"/>
                  </a:cubicBezTo>
                  <a:lnTo>
                    <a:pt x="18146" y="12111"/>
                  </a:lnTo>
                  <a:lnTo>
                    <a:pt x="21249" y="25021"/>
                  </a:lnTo>
                  <a:cubicBezTo>
                    <a:pt x="21479" y="26026"/>
                    <a:pt x="22376" y="26710"/>
                    <a:pt x="23388" y="26710"/>
                  </a:cubicBezTo>
                  <a:cubicBezTo>
                    <a:pt x="23551" y="26710"/>
                    <a:pt x="23717" y="26692"/>
                    <a:pt x="23884" y="26655"/>
                  </a:cubicBezTo>
                  <a:cubicBezTo>
                    <a:pt x="25051" y="26355"/>
                    <a:pt x="25752" y="25187"/>
                    <a:pt x="25452" y="24020"/>
                  </a:cubicBezTo>
                  <a:lnTo>
                    <a:pt x="22483" y="11644"/>
                  </a:lnTo>
                  <a:cubicBezTo>
                    <a:pt x="23083" y="11477"/>
                    <a:pt x="23717" y="11311"/>
                    <a:pt x="24284" y="11077"/>
                  </a:cubicBezTo>
                  <a:cubicBezTo>
                    <a:pt x="23951" y="9876"/>
                    <a:pt x="23550" y="8675"/>
                    <a:pt x="23050" y="7541"/>
                  </a:cubicBezTo>
                  <a:cubicBezTo>
                    <a:pt x="20703" y="2311"/>
                    <a:pt x="16462" y="1"/>
                    <a:pt x="12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80;p70">
              <a:extLst>
                <a:ext uri="{FF2B5EF4-FFF2-40B4-BE49-F238E27FC236}">
                  <a16:creationId xmlns:a16="http://schemas.microsoft.com/office/drawing/2014/main" id="{A3A0E326-A9A5-54E6-3BFC-F8CBAA31DA54}"/>
                </a:ext>
              </a:extLst>
            </p:cNvPr>
            <p:cNvSpPr/>
            <p:nvPr/>
          </p:nvSpPr>
          <p:spPr>
            <a:xfrm>
              <a:off x="6911621" y="2615862"/>
              <a:ext cx="1866697" cy="2374092"/>
            </a:xfrm>
            <a:custGeom>
              <a:avLst/>
              <a:gdLst/>
              <a:ahLst/>
              <a:cxnLst/>
              <a:rect l="l" t="t" r="r" b="b"/>
              <a:pathLst>
                <a:path w="66148" h="84128" extrusionOk="0">
                  <a:moveTo>
                    <a:pt x="15311" y="1"/>
                  </a:moveTo>
                  <a:cubicBezTo>
                    <a:pt x="15011" y="435"/>
                    <a:pt x="14711" y="868"/>
                    <a:pt x="14444" y="1302"/>
                  </a:cubicBezTo>
                  <a:cubicBezTo>
                    <a:pt x="13943" y="2036"/>
                    <a:pt x="13476" y="2736"/>
                    <a:pt x="12909" y="3437"/>
                  </a:cubicBezTo>
                  <a:cubicBezTo>
                    <a:pt x="11041" y="5672"/>
                    <a:pt x="8773" y="7573"/>
                    <a:pt x="6205" y="9007"/>
                  </a:cubicBezTo>
                  <a:cubicBezTo>
                    <a:pt x="8406" y="15445"/>
                    <a:pt x="7305" y="22283"/>
                    <a:pt x="2869" y="33391"/>
                  </a:cubicBezTo>
                  <a:cubicBezTo>
                    <a:pt x="0" y="40530"/>
                    <a:pt x="4870" y="47368"/>
                    <a:pt x="10674" y="52505"/>
                  </a:cubicBezTo>
                  <a:lnTo>
                    <a:pt x="12809" y="84094"/>
                  </a:lnTo>
                  <a:lnTo>
                    <a:pt x="66147" y="84128"/>
                  </a:lnTo>
                  <a:cubicBezTo>
                    <a:pt x="64480" y="75889"/>
                    <a:pt x="60110" y="61011"/>
                    <a:pt x="59409" y="59877"/>
                  </a:cubicBezTo>
                  <a:cubicBezTo>
                    <a:pt x="45232" y="20749"/>
                    <a:pt x="21716" y="5471"/>
                    <a:pt x="17546" y="3003"/>
                  </a:cubicBezTo>
                  <a:cubicBezTo>
                    <a:pt x="16679" y="1936"/>
                    <a:pt x="15945" y="935"/>
                    <a:pt x="15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81;p70">
              <a:extLst>
                <a:ext uri="{FF2B5EF4-FFF2-40B4-BE49-F238E27FC236}">
                  <a16:creationId xmlns:a16="http://schemas.microsoft.com/office/drawing/2014/main" id="{2B618847-F8E6-967C-950D-5B1F7C867BA2}"/>
                </a:ext>
              </a:extLst>
            </p:cNvPr>
            <p:cNvSpPr/>
            <p:nvPr/>
          </p:nvSpPr>
          <p:spPr>
            <a:xfrm>
              <a:off x="7065985" y="2596560"/>
              <a:ext cx="345497" cy="434475"/>
            </a:xfrm>
            <a:custGeom>
              <a:avLst/>
              <a:gdLst/>
              <a:ahLst/>
              <a:cxnLst/>
              <a:rect l="l" t="t" r="r" b="b"/>
              <a:pathLst>
                <a:path w="12243" h="15396" extrusionOk="0">
                  <a:moveTo>
                    <a:pt x="10131" y="0"/>
                  </a:moveTo>
                  <a:cubicBezTo>
                    <a:pt x="9917" y="0"/>
                    <a:pt x="9697" y="55"/>
                    <a:pt x="9474" y="185"/>
                  </a:cubicBezTo>
                  <a:cubicBezTo>
                    <a:pt x="9474" y="185"/>
                    <a:pt x="3637" y="7423"/>
                    <a:pt x="1" y="8624"/>
                  </a:cubicBezTo>
                  <a:lnTo>
                    <a:pt x="868" y="15395"/>
                  </a:lnTo>
                  <a:cubicBezTo>
                    <a:pt x="868" y="15395"/>
                    <a:pt x="9975" y="8991"/>
                    <a:pt x="12243" y="1619"/>
                  </a:cubicBezTo>
                  <a:cubicBezTo>
                    <a:pt x="12243" y="1619"/>
                    <a:pt x="11291" y="0"/>
                    <a:pt x="101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82;p70">
              <a:extLst>
                <a:ext uri="{FF2B5EF4-FFF2-40B4-BE49-F238E27FC236}">
                  <a16:creationId xmlns:a16="http://schemas.microsoft.com/office/drawing/2014/main" id="{48639AAF-60F5-44AC-8320-B420D9DD4E72}"/>
                </a:ext>
              </a:extLst>
            </p:cNvPr>
            <p:cNvSpPr/>
            <p:nvPr/>
          </p:nvSpPr>
          <p:spPr>
            <a:xfrm>
              <a:off x="5771646" y="969479"/>
              <a:ext cx="689104" cy="2869212"/>
            </a:xfrm>
            <a:custGeom>
              <a:avLst/>
              <a:gdLst/>
              <a:ahLst/>
              <a:cxnLst/>
              <a:rect l="l" t="t" r="r" b="b"/>
              <a:pathLst>
                <a:path w="24419" h="101673" extrusionOk="0">
                  <a:moveTo>
                    <a:pt x="3036" y="0"/>
                  </a:moveTo>
                  <a:cubicBezTo>
                    <a:pt x="2703" y="0"/>
                    <a:pt x="2402" y="267"/>
                    <a:pt x="2402" y="601"/>
                  </a:cubicBezTo>
                  <a:cubicBezTo>
                    <a:pt x="2102" y="9474"/>
                    <a:pt x="7740" y="14010"/>
                    <a:pt x="13143" y="18380"/>
                  </a:cubicBezTo>
                  <a:cubicBezTo>
                    <a:pt x="18280" y="22550"/>
                    <a:pt x="23151" y="26452"/>
                    <a:pt x="22917" y="33824"/>
                  </a:cubicBezTo>
                  <a:cubicBezTo>
                    <a:pt x="22650" y="41997"/>
                    <a:pt x="17346" y="45633"/>
                    <a:pt x="11709" y="49502"/>
                  </a:cubicBezTo>
                  <a:cubicBezTo>
                    <a:pt x="6205" y="53305"/>
                    <a:pt x="534" y="57208"/>
                    <a:pt x="268" y="65614"/>
                  </a:cubicBezTo>
                  <a:cubicBezTo>
                    <a:pt x="1" y="73553"/>
                    <a:pt x="4804" y="77522"/>
                    <a:pt x="9908" y="81725"/>
                  </a:cubicBezTo>
                  <a:cubicBezTo>
                    <a:pt x="15378" y="86229"/>
                    <a:pt x="21049" y="90899"/>
                    <a:pt x="20715" y="101039"/>
                  </a:cubicBezTo>
                  <a:cubicBezTo>
                    <a:pt x="20715" y="101373"/>
                    <a:pt x="20982" y="101673"/>
                    <a:pt x="21316" y="101673"/>
                  </a:cubicBezTo>
                  <a:cubicBezTo>
                    <a:pt x="21683" y="101673"/>
                    <a:pt x="21950" y="101406"/>
                    <a:pt x="21950" y="101072"/>
                  </a:cubicBezTo>
                  <a:cubicBezTo>
                    <a:pt x="22283" y="90265"/>
                    <a:pt x="16146" y="85194"/>
                    <a:pt x="10708" y="80725"/>
                  </a:cubicBezTo>
                  <a:cubicBezTo>
                    <a:pt x="5838" y="76722"/>
                    <a:pt x="1268" y="72952"/>
                    <a:pt x="1502" y="65647"/>
                  </a:cubicBezTo>
                  <a:cubicBezTo>
                    <a:pt x="1769" y="57875"/>
                    <a:pt x="6939" y="54306"/>
                    <a:pt x="12410" y="50536"/>
                  </a:cubicBezTo>
                  <a:cubicBezTo>
                    <a:pt x="18047" y="46633"/>
                    <a:pt x="23851" y="42631"/>
                    <a:pt x="24151" y="33858"/>
                  </a:cubicBezTo>
                  <a:cubicBezTo>
                    <a:pt x="24418" y="25852"/>
                    <a:pt x="19081" y="21549"/>
                    <a:pt x="13944" y="17413"/>
                  </a:cubicBezTo>
                  <a:cubicBezTo>
                    <a:pt x="8507" y="13043"/>
                    <a:pt x="3370" y="8906"/>
                    <a:pt x="3637" y="634"/>
                  </a:cubicBezTo>
                  <a:cubicBezTo>
                    <a:pt x="3637" y="300"/>
                    <a:pt x="3370" y="0"/>
                    <a:pt x="3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3;p70">
              <a:extLst>
                <a:ext uri="{FF2B5EF4-FFF2-40B4-BE49-F238E27FC236}">
                  <a16:creationId xmlns:a16="http://schemas.microsoft.com/office/drawing/2014/main" id="{A71A758A-4D41-2D5D-5D42-FFFBDE070F2A}"/>
                </a:ext>
              </a:extLst>
            </p:cNvPr>
            <p:cNvSpPr/>
            <p:nvPr/>
          </p:nvSpPr>
          <p:spPr>
            <a:xfrm>
              <a:off x="5747180" y="899945"/>
              <a:ext cx="770039" cy="2919077"/>
            </a:xfrm>
            <a:custGeom>
              <a:avLst/>
              <a:gdLst/>
              <a:ahLst/>
              <a:cxnLst/>
              <a:rect l="l" t="t" r="r" b="b"/>
              <a:pathLst>
                <a:path w="27287" h="103440" extrusionOk="0">
                  <a:moveTo>
                    <a:pt x="25601" y="0"/>
                  </a:moveTo>
                  <a:cubicBezTo>
                    <a:pt x="25266" y="0"/>
                    <a:pt x="24931" y="246"/>
                    <a:pt x="24985" y="696"/>
                  </a:cubicBezTo>
                  <a:cubicBezTo>
                    <a:pt x="25952" y="9969"/>
                    <a:pt x="19948" y="14573"/>
                    <a:pt x="13610" y="19443"/>
                  </a:cubicBezTo>
                  <a:cubicBezTo>
                    <a:pt x="8140" y="23679"/>
                    <a:pt x="2469" y="28016"/>
                    <a:pt x="2202" y="35588"/>
                  </a:cubicBezTo>
                  <a:cubicBezTo>
                    <a:pt x="1902" y="45328"/>
                    <a:pt x="7639" y="49698"/>
                    <a:pt x="13210" y="53901"/>
                  </a:cubicBezTo>
                  <a:cubicBezTo>
                    <a:pt x="18213" y="57704"/>
                    <a:pt x="22983" y="61306"/>
                    <a:pt x="22717" y="68778"/>
                  </a:cubicBezTo>
                  <a:cubicBezTo>
                    <a:pt x="22483" y="76350"/>
                    <a:pt x="17513" y="80020"/>
                    <a:pt x="12242" y="83922"/>
                  </a:cubicBezTo>
                  <a:cubicBezTo>
                    <a:pt x="6405" y="88259"/>
                    <a:pt x="334" y="92762"/>
                    <a:pt x="0" y="102803"/>
                  </a:cubicBezTo>
                  <a:cubicBezTo>
                    <a:pt x="0" y="103136"/>
                    <a:pt x="267" y="103436"/>
                    <a:pt x="601" y="103436"/>
                  </a:cubicBezTo>
                  <a:cubicBezTo>
                    <a:pt x="622" y="103438"/>
                    <a:pt x="642" y="103439"/>
                    <a:pt x="662" y="103439"/>
                  </a:cubicBezTo>
                  <a:cubicBezTo>
                    <a:pt x="997" y="103439"/>
                    <a:pt x="1236" y="103182"/>
                    <a:pt x="1268" y="102836"/>
                  </a:cubicBezTo>
                  <a:cubicBezTo>
                    <a:pt x="1568" y="93429"/>
                    <a:pt x="7372" y="89126"/>
                    <a:pt x="13010" y="84957"/>
                  </a:cubicBezTo>
                  <a:cubicBezTo>
                    <a:pt x="18280" y="81054"/>
                    <a:pt x="23717" y="76951"/>
                    <a:pt x="23984" y="68845"/>
                  </a:cubicBezTo>
                  <a:cubicBezTo>
                    <a:pt x="24251" y="60706"/>
                    <a:pt x="19014" y="56770"/>
                    <a:pt x="13944" y="52934"/>
                  </a:cubicBezTo>
                  <a:cubicBezTo>
                    <a:pt x="8640" y="48897"/>
                    <a:pt x="3169" y="44761"/>
                    <a:pt x="3470" y="35621"/>
                  </a:cubicBezTo>
                  <a:cubicBezTo>
                    <a:pt x="3703" y="28650"/>
                    <a:pt x="8873" y="24680"/>
                    <a:pt x="14377" y="20444"/>
                  </a:cubicBezTo>
                  <a:cubicBezTo>
                    <a:pt x="20715" y="15573"/>
                    <a:pt x="27287" y="10570"/>
                    <a:pt x="26219" y="563"/>
                  </a:cubicBezTo>
                  <a:cubicBezTo>
                    <a:pt x="26173" y="179"/>
                    <a:pt x="25887" y="0"/>
                    <a:pt x="25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84;p70">
              <a:extLst>
                <a:ext uri="{FF2B5EF4-FFF2-40B4-BE49-F238E27FC236}">
                  <a16:creationId xmlns:a16="http://schemas.microsoft.com/office/drawing/2014/main" id="{9BE6CD82-6DEA-1A06-7FEE-AACF70BE60AD}"/>
                </a:ext>
              </a:extLst>
            </p:cNvPr>
            <p:cNvSpPr/>
            <p:nvPr/>
          </p:nvSpPr>
          <p:spPr>
            <a:xfrm>
              <a:off x="5944861" y="2932773"/>
              <a:ext cx="444465" cy="225337"/>
            </a:xfrm>
            <a:custGeom>
              <a:avLst/>
              <a:gdLst/>
              <a:ahLst/>
              <a:cxnLst/>
              <a:rect l="l" t="t" r="r" b="b"/>
              <a:pathLst>
                <a:path w="15750" h="7985" extrusionOk="0">
                  <a:moveTo>
                    <a:pt x="15158" y="0"/>
                  </a:moveTo>
                  <a:cubicBezTo>
                    <a:pt x="15101" y="0"/>
                    <a:pt x="15040" y="14"/>
                    <a:pt x="14978" y="46"/>
                  </a:cubicBezTo>
                  <a:lnTo>
                    <a:pt x="401" y="7184"/>
                  </a:lnTo>
                  <a:cubicBezTo>
                    <a:pt x="0" y="7384"/>
                    <a:pt x="134" y="7985"/>
                    <a:pt x="601" y="7985"/>
                  </a:cubicBezTo>
                  <a:cubicBezTo>
                    <a:pt x="668" y="7951"/>
                    <a:pt x="701" y="7951"/>
                    <a:pt x="768" y="7918"/>
                  </a:cubicBezTo>
                  <a:lnTo>
                    <a:pt x="15345" y="813"/>
                  </a:lnTo>
                  <a:cubicBezTo>
                    <a:pt x="15749" y="582"/>
                    <a:pt x="15528" y="0"/>
                    <a:pt x="15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85;p70">
              <a:extLst>
                <a:ext uri="{FF2B5EF4-FFF2-40B4-BE49-F238E27FC236}">
                  <a16:creationId xmlns:a16="http://schemas.microsoft.com/office/drawing/2014/main" id="{891B5237-F36F-45D9-6597-2D1238A9E5DA}"/>
                </a:ext>
              </a:extLst>
            </p:cNvPr>
            <p:cNvSpPr/>
            <p:nvPr/>
          </p:nvSpPr>
          <p:spPr>
            <a:xfrm>
              <a:off x="5834718" y="2747367"/>
              <a:ext cx="561126" cy="275201"/>
            </a:xfrm>
            <a:custGeom>
              <a:avLst/>
              <a:gdLst/>
              <a:ahLst/>
              <a:cxnLst/>
              <a:rect l="l" t="t" r="r" b="b"/>
              <a:pathLst>
                <a:path w="19884" h="9752" extrusionOk="0">
                  <a:moveTo>
                    <a:pt x="19267" y="1"/>
                  </a:moveTo>
                  <a:cubicBezTo>
                    <a:pt x="19208" y="1"/>
                    <a:pt x="19146" y="14"/>
                    <a:pt x="19081" y="44"/>
                  </a:cubicBezTo>
                  <a:lnTo>
                    <a:pt x="401" y="8951"/>
                  </a:lnTo>
                  <a:cubicBezTo>
                    <a:pt x="1" y="9151"/>
                    <a:pt x="167" y="9718"/>
                    <a:pt x="601" y="9751"/>
                  </a:cubicBezTo>
                  <a:cubicBezTo>
                    <a:pt x="668" y="9751"/>
                    <a:pt x="701" y="9718"/>
                    <a:pt x="768" y="9684"/>
                  </a:cubicBezTo>
                  <a:lnTo>
                    <a:pt x="19448" y="811"/>
                  </a:lnTo>
                  <a:cubicBezTo>
                    <a:pt x="19883" y="608"/>
                    <a:pt x="19662" y="1"/>
                    <a:pt x="19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86;p70">
              <a:extLst>
                <a:ext uri="{FF2B5EF4-FFF2-40B4-BE49-F238E27FC236}">
                  <a16:creationId xmlns:a16="http://schemas.microsoft.com/office/drawing/2014/main" id="{C654A7AD-46A3-649B-D9FC-AAA03D4F3224}"/>
                </a:ext>
              </a:extLst>
            </p:cNvPr>
            <p:cNvSpPr/>
            <p:nvPr/>
          </p:nvSpPr>
          <p:spPr>
            <a:xfrm>
              <a:off x="5801785" y="2584482"/>
              <a:ext cx="518796" cy="264873"/>
            </a:xfrm>
            <a:custGeom>
              <a:avLst/>
              <a:gdLst/>
              <a:ahLst/>
              <a:cxnLst/>
              <a:rect l="l" t="t" r="r" b="b"/>
              <a:pathLst>
                <a:path w="18384" h="9386" extrusionOk="0">
                  <a:moveTo>
                    <a:pt x="17794" y="0"/>
                  </a:moveTo>
                  <a:cubicBezTo>
                    <a:pt x="17736" y="0"/>
                    <a:pt x="17675" y="14"/>
                    <a:pt x="17613" y="45"/>
                  </a:cubicBezTo>
                  <a:lnTo>
                    <a:pt x="400" y="8585"/>
                  </a:lnTo>
                  <a:cubicBezTo>
                    <a:pt x="0" y="8785"/>
                    <a:pt x="134" y="9385"/>
                    <a:pt x="601" y="9385"/>
                  </a:cubicBezTo>
                  <a:cubicBezTo>
                    <a:pt x="667" y="9385"/>
                    <a:pt x="734" y="9352"/>
                    <a:pt x="801" y="9319"/>
                  </a:cubicBezTo>
                  <a:lnTo>
                    <a:pt x="17980" y="779"/>
                  </a:lnTo>
                  <a:cubicBezTo>
                    <a:pt x="18384" y="577"/>
                    <a:pt x="18163" y="0"/>
                    <a:pt x="17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87;p70">
              <a:extLst>
                <a:ext uri="{FF2B5EF4-FFF2-40B4-BE49-F238E27FC236}">
                  <a16:creationId xmlns:a16="http://schemas.microsoft.com/office/drawing/2014/main" id="{F99A1D8E-BAD4-FFAA-E1DD-9074EE8C786E}"/>
                </a:ext>
              </a:extLst>
            </p:cNvPr>
            <p:cNvSpPr/>
            <p:nvPr/>
          </p:nvSpPr>
          <p:spPr>
            <a:xfrm>
              <a:off x="5859185" y="2455178"/>
              <a:ext cx="335874" cy="176714"/>
            </a:xfrm>
            <a:custGeom>
              <a:avLst/>
              <a:gdLst/>
              <a:ahLst/>
              <a:cxnLst/>
              <a:rect l="l" t="t" r="r" b="b"/>
              <a:pathLst>
                <a:path w="11902" h="6262" extrusionOk="0">
                  <a:moveTo>
                    <a:pt x="11322" y="0"/>
                  </a:moveTo>
                  <a:cubicBezTo>
                    <a:pt x="11256" y="0"/>
                    <a:pt x="11184" y="18"/>
                    <a:pt x="11109" y="58"/>
                  </a:cubicBezTo>
                  <a:lnTo>
                    <a:pt x="368" y="5461"/>
                  </a:lnTo>
                  <a:cubicBezTo>
                    <a:pt x="1" y="5662"/>
                    <a:pt x="134" y="6262"/>
                    <a:pt x="568" y="6262"/>
                  </a:cubicBezTo>
                  <a:cubicBezTo>
                    <a:pt x="635" y="6262"/>
                    <a:pt x="701" y="6229"/>
                    <a:pt x="768" y="6195"/>
                  </a:cubicBezTo>
                  <a:lnTo>
                    <a:pt x="11476" y="791"/>
                  </a:lnTo>
                  <a:cubicBezTo>
                    <a:pt x="11901" y="564"/>
                    <a:pt x="11700" y="0"/>
                    <a:pt x="11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88;p70">
              <a:extLst>
                <a:ext uri="{FF2B5EF4-FFF2-40B4-BE49-F238E27FC236}">
                  <a16:creationId xmlns:a16="http://schemas.microsoft.com/office/drawing/2014/main" id="{920C03E9-B0FB-E94D-83EB-54D4356F44FC}"/>
                </a:ext>
              </a:extLst>
            </p:cNvPr>
            <p:cNvSpPr/>
            <p:nvPr/>
          </p:nvSpPr>
          <p:spPr>
            <a:xfrm>
              <a:off x="6112403" y="2739353"/>
              <a:ext cx="294899" cy="152360"/>
            </a:xfrm>
            <a:custGeom>
              <a:avLst/>
              <a:gdLst/>
              <a:ahLst/>
              <a:cxnLst/>
              <a:rect l="l" t="t" r="r" b="b"/>
              <a:pathLst>
                <a:path w="10450" h="5399" extrusionOk="0">
                  <a:moveTo>
                    <a:pt x="9540" y="1"/>
                  </a:moveTo>
                  <a:cubicBezTo>
                    <a:pt x="9456" y="1"/>
                    <a:pt x="9367" y="19"/>
                    <a:pt x="9274" y="61"/>
                  </a:cubicBezTo>
                  <a:lnTo>
                    <a:pt x="601" y="4198"/>
                  </a:lnTo>
                  <a:cubicBezTo>
                    <a:pt x="1" y="4498"/>
                    <a:pt x="201" y="5399"/>
                    <a:pt x="868" y="5399"/>
                  </a:cubicBezTo>
                  <a:cubicBezTo>
                    <a:pt x="968" y="5399"/>
                    <a:pt x="1035" y="5365"/>
                    <a:pt x="1135" y="5332"/>
                  </a:cubicBezTo>
                  <a:lnTo>
                    <a:pt x="9808" y="1196"/>
                  </a:lnTo>
                  <a:cubicBezTo>
                    <a:pt x="10449" y="904"/>
                    <a:pt x="10122" y="1"/>
                    <a:pt x="9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89;p70">
              <a:extLst>
                <a:ext uri="{FF2B5EF4-FFF2-40B4-BE49-F238E27FC236}">
                  <a16:creationId xmlns:a16="http://schemas.microsoft.com/office/drawing/2014/main" id="{997A41A3-D8F1-9AA2-351B-03882D67EF5B}"/>
                </a:ext>
              </a:extLst>
            </p:cNvPr>
            <p:cNvSpPr/>
            <p:nvPr/>
          </p:nvSpPr>
          <p:spPr>
            <a:xfrm>
              <a:off x="6048400" y="2574266"/>
              <a:ext cx="286123" cy="152727"/>
            </a:xfrm>
            <a:custGeom>
              <a:avLst/>
              <a:gdLst/>
              <a:ahLst/>
              <a:cxnLst/>
              <a:rect l="l" t="t" r="r" b="b"/>
              <a:pathLst>
                <a:path w="10139" h="5412" extrusionOk="0">
                  <a:moveTo>
                    <a:pt x="9245" y="0"/>
                  </a:moveTo>
                  <a:cubicBezTo>
                    <a:pt x="9150" y="0"/>
                    <a:pt x="9048" y="23"/>
                    <a:pt x="8940" y="74"/>
                  </a:cubicBezTo>
                  <a:lnTo>
                    <a:pt x="568" y="4244"/>
                  </a:lnTo>
                  <a:cubicBezTo>
                    <a:pt x="1" y="4544"/>
                    <a:pt x="201" y="5411"/>
                    <a:pt x="868" y="5411"/>
                  </a:cubicBezTo>
                  <a:cubicBezTo>
                    <a:pt x="968" y="5411"/>
                    <a:pt x="1035" y="5411"/>
                    <a:pt x="1135" y="5344"/>
                  </a:cubicBezTo>
                  <a:lnTo>
                    <a:pt x="9507" y="1175"/>
                  </a:lnTo>
                  <a:cubicBezTo>
                    <a:pt x="10139" y="859"/>
                    <a:pt x="9832" y="0"/>
                    <a:pt x="9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90;p70">
              <a:extLst>
                <a:ext uri="{FF2B5EF4-FFF2-40B4-BE49-F238E27FC236}">
                  <a16:creationId xmlns:a16="http://schemas.microsoft.com/office/drawing/2014/main" id="{DB9DF624-C976-D1A9-7677-3B5339C3E6B7}"/>
                </a:ext>
              </a:extLst>
            </p:cNvPr>
            <p:cNvSpPr/>
            <p:nvPr/>
          </p:nvSpPr>
          <p:spPr>
            <a:xfrm>
              <a:off x="6018289" y="2445921"/>
              <a:ext cx="189018" cy="105966"/>
            </a:xfrm>
            <a:custGeom>
              <a:avLst/>
              <a:gdLst/>
              <a:ahLst/>
              <a:cxnLst/>
              <a:rect l="l" t="t" r="r" b="b"/>
              <a:pathLst>
                <a:path w="6698" h="3755" extrusionOk="0">
                  <a:moveTo>
                    <a:pt x="5823" y="1"/>
                  </a:moveTo>
                  <a:cubicBezTo>
                    <a:pt x="5724" y="1"/>
                    <a:pt x="5617" y="27"/>
                    <a:pt x="5504" y="85"/>
                  </a:cubicBezTo>
                  <a:lnTo>
                    <a:pt x="567" y="2587"/>
                  </a:lnTo>
                  <a:cubicBezTo>
                    <a:pt x="0" y="2887"/>
                    <a:pt x="200" y="3755"/>
                    <a:pt x="868" y="3755"/>
                  </a:cubicBezTo>
                  <a:cubicBezTo>
                    <a:pt x="968" y="3755"/>
                    <a:pt x="1068" y="3721"/>
                    <a:pt x="1134" y="3688"/>
                  </a:cubicBezTo>
                  <a:lnTo>
                    <a:pt x="6071" y="1186"/>
                  </a:lnTo>
                  <a:cubicBezTo>
                    <a:pt x="6698" y="873"/>
                    <a:pt x="6401" y="1"/>
                    <a:pt x="5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491;p70">
              <a:extLst>
                <a:ext uri="{FF2B5EF4-FFF2-40B4-BE49-F238E27FC236}">
                  <a16:creationId xmlns:a16="http://schemas.microsoft.com/office/drawing/2014/main" id="{773C4A29-B942-CF7B-94E9-C0ADC5C5D76B}"/>
                </a:ext>
              </a:extLst>
            </p:cNvPr>
            <p:cNvSpPr/>
            <p:nvPr/>
          </p:nvSpPr>
          <p:spPr>
            <a:xfrm>
              <a:off x="6155720" y="2920723"/>
              <a:ext cx="249493" cy="132888"/>
            </a:xfrm>
            <a:custGeom>
              <a:avLst/>
              <a:gdLst/>
              <a:ahLst/>
              <a:cxnLst/>
              <a:rect l="l" t="t" r="r" b="b"/>
              <a:pathLst>
                <a:path w="8841" h="4709" extrusionOk="0">
                  <a:moveTo>
                    <a:pt x="7937" y="0"/>
                  </a:moveTo>
                  <a:cubicBezTo>
                    <a:pt x="7844" y="0"/>
                    <a:pt x="7744" y="22"/>
                    <a:pt x="7639" y="72"/>
                  </a:cubicBezTo>
                  <a:lnTo>
                    <a:pt x="601" y="3541"/>
                  </a:lnTo>
                  <a:cubicBezTo>
                    <a:pt x="0" y="3808"/>
                    <a:pt x="201" y="4709"/>
                    <a:pt x="868" y="4709"/>
                  </a:cubicBezTo>
                  <a:cubicBezTo>
                    <a:pt x="968" y="4709"/>
                    <a:pt x="1068" y="4676"/>
                    <a:pt x="1135" y="4642"/>
                  </a:cubicBezTo>
                  <a:lnTo>
                    <a:pt x="8206" y="1206"/>
                  </a:lnTo>
                  <a:cubicBezTo>
                    <a:pt x="8840" y="890"/>
                    <a:pt x="8528" y="0"/>
                    <a:pt x="79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92;p70">
              <a:extLst>
                <a:ext uri="{FF2B5EF4-FFF2-40B4-BE49-F238E27FC236}">
                  <a16:creationId xmlns:a16="http://schemas.microsoft.com/office/drawing/2014/main" id="{F16026B8-8307-97E3-5970-C67B1F334CF0}"/>
                </a:ext>
              </a:extLst>
            </p:cNvPr>
            <p:cNvSpPr/>
            <p:nvPr/>
          </p:nvSpPr>
          <p:spPr>
            <a:xfrm>
              <a:off x="5842845" y="2064246"/>
              <a:ext cx="421155" cy="214641"/>
            </a:xfrm>
            <a:custGeom>
              <a:avLst/>
              <a:gdLst/>
              <a:ahLst/>
              <a:cxnLst/>
              <a:rect l="l" t="t" r="r" b="b"/>
              <a:pathLst>
                <a:path w="14924" h="7606" extrusionOk="0">
                  <a:moveTo>
                    <a:pt x="623" y="1"/>
                  </a:moveTo>
                  <a:cubicBezTo>
                    <a:pt x="236" y="1"/>
                    <a:pt x="0" y="604"/>
                    <a:pt x="480" y="801"/>
                  </a:cubicBezTo>
                  <a:lnTo>
                    <a:pt x="14156" y="7573"/>
                  </a:lnTo>
                  <a:cubicBezTo>
                    <a:pt x="14223" y="7606"/>
                    <a:pt x="14290" y="7606"/>
                    <a:pt x="14356" y="7606"/>
                  </a:cubicBezTo>
                  <a:cubicBezTo>
                    <a:pt x="14790" y="7606"/>
                    <a:pt x="14923" y="7006"/>
                    <a:pt x="14523" y="6805"/>
                  </a:cubicBezTo>
                  <a:lnTo>
                    <a:pt x="847" y="67"/>
                  </a:lnTo>
                  <a:cubicBezTo>
                    <a:pt x="769" y="21"/>
                    <a:pt x="694" y="1"/>
                    <a:pt x="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93;p70">
              <a:extLst>
                <a:ext uri="{FF2B5EF4-FFF2-40B4-BE49-F238E27FC236}">
                  <a16:creationId xmlns:a16="http://schemas.microsoft.com/office/drawing/2014/main" id="{CFE34AE9-2E8F-F269-BACA-3E593E535398}"/>
                </a:ext>
              </a:extLst>
            </p:cNvPr>
            <p:cNvSpPr/>
            <p:nvPr/>
          </p:nvSpPr>
          <p:spPr>
            <a:xfrm>
              <a:off x="5820890" y="1865944"/>
              <a:ext cx="557966" cy="284937"/>
            </a:xfrm>
            <a:custGeom>
              <a:avLst/>
              <a:gdLst/>
              <a:ahLst/>
              <a:cxnLst/>
              <a:rect l="l" t="t" r="r" b="b"/>
              <a:pathLst>
                <a:path w="19772" h="10097" extrusionOk="0">
                  <a:moveTo>
                    <a:pt x="605" y="0"/>
                  </a:moveTo>
                  <a:cubicBezTo>
                    <a:pt x="203" y="0"/>
                    <a:pt x="1" y="595"/>
                    <a:pt x="457" y="823"/>
                  </a:cubicBezTo>
                  <a:lnTo>
                    <a:pt x="18970" y="10063"/>
                  </a:lnTo>
                  <a:cubicBezTo>
                    <a:pt x="19037" y="10063"/>
                    <a:pt x="19104" y="10096"/>
                    <a:pt x="19171" y="10096"/>
                  </a:cubicBezTo>
                  <a:cubicBezTo>
                    <a:pt x="19604" y="10096"/>
                    <a:pt x="19771" y="9496"/>
                    <a:pt x="19371" y="9296"/>
                  </a:cubicBezTo>
                  <a:lnTo>
                    <a:pt x="824" y="56"/>
                  </a:lnTo>
                  <a:cubicBezTo>
                    <a:pt x="747" y="17"/>
                    <a:pt x="673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94;p70">
              <a:extLst>
                <a:ext uri="{FF2B5EF4-FFF2-40B4-BE49-F238E27FC236}">
                  <a16:creationId xmlns:a16="http://schemas.microsoft.com/office/drawing/2014/main" id="{23DAA519-6302-45F5-9CED-6F87DE740ECD}"/>
                </a:ext>
              </a:extLst>
            </p:cNvPr>
            <p:cNvSpPr/>
            <p:nvPr/>
          </p:nvSpPr>
          <p:spPr>
            <a:xfrm>
              <a:off x="5896209" y="1696483"/>
              <a:ext cx="534402" cy="272718"/>
            </a:xfrm>
            <a:custGeom>
              <a:avLst/>
              <a:gdLst/>
              <a:ahLst/>
              <a:cxnLst/>
              <a:rect l="l" t="t" r="r" b="b"/>
              <a:pathLst>
                <a:path w="18937" h="9664" extrusionOk="0">
                  <a:moveTo>
                    <a:pt x="615" y="1"/>
                  </a:moveTo>
                  <a:cubicBezTo>
                    <a:pt x="227" y="1"/>
                    <a:pt x="0" y="591"/>
                    <a:pt x="457" y="790"/>
                  </a:cubicBezTo>
                  <a:lnTo>
                    <a:pt x="18169" y="9630"/>
                  </a:lnTo>
                  <a:cubicBezTo>
                    <a:pt x="18203" y="9663"/>
                    <a:pt x="18270" y="9663"/>
                    <a:pt x="18336" y="9663"/>
                  </a:cubicBezTo>
                  <a:cubicBezTo>
                    <a:pt x="18770" y="9663"/>
                    <a:pt x="18937" y="9063"/>
                    <a:pt x="18536" y="8863"/>
                  </a:cubicBezTo>
                  <a:lnTo>
                    <a:pt x="824" y="57"/>
                  </a:lnTo>
                  <a:cubicBezTo>
                    <a:pt x="751" y="18"/>
                    <a:pt x="681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95;p70">
              <a:extLst>
                <a:ext uri="{FF2B5EF4-FFF2-40B4-BE49-F238E27FC236}">
                  <a16:creationId xmlns:a16="http://schemas.microsoft.com/office/drawing/2014/main" id="{5B565D43-9CA6-2183-D0E7-2AAFC35ED9E5}"/>
                </a:ext>
              </a:extLst>
            </p:cNvPr>
            <p:cNvSpPr/>
            <p:nvPr/>
          </p:nvSpPr>
          <p:spPr>
            <a:xfrm>
              <a:off x="6016709" y="1570368"/>
              <a:ext cx="387489" cy="200221"/>
            </a:xfrm>
            <a:custGeom>
              <a:avLst/>
              <a:gdLst/>
              <a:ahLst/>
              <a:cxnLst/>
              <a:rect l="l" t="t" r="r" b="b"/>
              <a:pathLst>
                <a:path w="13731" h="7095" extrusionOk="0">
                  <a:moveTo>
                    <a:pt x="615" y="0"/>
                  </a:moveTo>
                  <a:cubicBezTo>
                    <a:pt x="227" y="0"/>
                    <a:pt x="0" y="590"/>
                    <a:pt x="457" y="790"/>
                  </a:cubicBezTo>
                  <a:lnTo>
                    <a:pt x="12965" y="7061"/>
                  </a:lnTo>
                  <a:cubicBezTo>
                    <a:pt x="13024" y="7090"/>
                    <a:pt x="13082" y="7094"/>
                    <a:pt x="13141" y="7094"/>
                  </a:cubicBezTo>
                  <a:lnTo>
                    <a:pt x="13141" y="7094"/>
                  </a:lnTo>
                  <a:cubicBezTo>
                    <a:pt x="13601" y="7087"/>
                    <a:pt x="13730" y="6492"/>
                    <a:pt x="13332" y="6294"/>
                  </a:cubicBezTo>
                  <a:lnTo>
                    <a:pt x="823" y="56"/>
                  </a:lnTo>
                  <a:cubicBezTo>
                    <a:pt x="751" y="17"/>
                    <a:pt x="681" y="0"/>
                    <a:pt x="615" y="0"/>
                  </a:cubicBezTo>
                  <a:close/>
                  <a:moveTo>
                    <a:pt x="13141" y="7094"/>
                  </a:moveTo>
                  <a:lnTo>
                    <a:pt x="13141" y="7094"/>
                  </a:lnTo>
                  <a:cubicBezTo>
                    <a:pt x="13138" y="7094"/>
                    <a:pt x="13135" y="7094"/>
                    <a:pt x="13132" y="7094"/>
                  </a:cubicBezTo>
                  <a:lnTo>
                    <a:pt x="13166" y="7094"/>
                  </a:lnTo>
                  <a:cubicBezTo>
                    <a:pt x="13157" y="7094"/>
                    <a:pt x="13149" y="7094"/>
                    <a:pt x="13141" y="70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496;p70">
              <a:extLst>
                <a:ext uri="{FF2B5EF4-FFF2-40B4-BE49-F238E27FC236}">
                  <a16:creationId xmlns:a16="http://schemas.microsoft.com/office/drawing/2014/main" id="{5DFB3EF9-9684-695C-F676-B4741C7AF7DE}"/>
                </a:ext>
              </a:extLst>
            </p:cNvPr>
            <p:cNvSpPr/>
            <p:nvPr/>
          </p:nvSpPr>
          <p:spPr>
            <a:xfrm>
              <a:off x="6001555" y="1561083"/>
              <a:ext cx="234198" cy="126651"/>
            </a:xfrm>
            <a:custGeom>
              <a:avLst/>
              <a:gdLst/>
              <a:ahLst/>
              <a:cxnLst/>
              <a:rect l="l" t="t" r="r" b="b"/>
              <a:pathLst>
                <a:path w="8299" h="4488" extrusionOk="0">
                  <a:moveTo>
                    <a:pt x="885" y="0"/>
                  </a:moveTo>
                  <a:cubicBezTo>
                    <a:pt x="322" y="0"/>
                    <a:pt x="0" y="872"/>
                    <a:pt x="627" y="1185"/>
                  </a:cubicBezTo>
                  <a:lnTo>
                    <a:pt x="7131" y="4421"/>
                  </a:lnTo>
                  <a:cubicBezTo>
                    <a:pt x="7231" y="4454"/>
                    <a:pt x="7331" y="4488"/>
                    <a:pt x="7431" y="4488"/>
                  </a:cubicBezTo>
                  <a:cubicBezTo>
                    <a:pt x="8065" y="4488"/>
                    <a:pt x="8299" y="3587"/>
                    <a:pt x="7698" y="3320"/>
                  </a:cubicBezTo>
                  <a:lnTo>
                    <a:pt x="1194" y="85"/>
                  </a:lnTo>
                  <a:cubicBezTo>
                    <a:pt x="1086" y="26"/>
                    <a:pt x="982" y="0"/>
                    <a:pt x="8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497;p70">
              <a:extLst>
                <a:ext uri="{FF2B5EF4-FFF2-40B4-BE49-F238E27FC236}">
                  <a16:creationId xmlns:a16="http://schemas.microsoft.com/office/drawing/2014/main" id="{4030E6A0-8781-AD9C-3124-F8B12EDB84C2}"/>
                </a:ext>
              </a:extLst>
            </p:cNvPr>
            <p:cNvSpPr/>
            <p:nvPr/>
          </p:nvSpPr>
          <p:spPr>
            <a:xfrm>
              <a:off x="5888364" y="1690387"/>
              <a:ext cx="279632" cy="149848"/>
            </a:xfrm>
            <a:custGeom>
              <a:avLst/>
              <a:gdLst/>
              <a:ahLst/>
              <a:cxnLst/>
              <a:rect l="l" t="t" r="r" b="b"/>
              <a:pathLst>
                <a:path w="9909" h="5310" extrusionOk="0">
                  <a:moveTo>
                    <a:pt x="904" y="0"/>
                  </a:moveTo>
                  <a:cubicBezTo>
                    <a:pt x="313" y="0"/>
                    <a:pt x="1" y="890"/>
                    <a:pt x="635" y="1207"/>
                  </a:cubicBezTo>
                  <a:lnTo>
                    <a:pt x="8741" y="5243"/>
                  </a:lnTo>
                  <a:cubicBezTo>
                    <a:pt x="8841" y="5276"/>
                    <a:pt x="8941" y="5276"/>
                    <a:pt x="9041" y="5310"/>
                  </a:cubicBezTo>
                  <a:cubicBezTo>
                    <a:pt x="9708" y="5310"/>
                    <a:pt x="9908" y="4409"/>
                    <a:pt x="9308" y="4142"/>
                  </a:cubicBezTo>
                  <a:lnTo>
                    <a:pt x="1202" y="72"/>
                  </a:lnTo>
                  <a:cubicBezTo>
                    <a:pt x="1097" y="22"/>
                    <a:pt x="997" y="0"/>
                    <a:pt x="9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98;p70">
              <a:extLst>
                <a:ext uri="{FF2B5EF4-FFF2-40B4-BE49-F238E27FC236}">
                  <a16:creationId xmlns:a16="http://schemas.microsoft.com/office/drawing/2014/main" id="{976B6B1B-C66F-3001-A7B3-BBE23846B125}"/>
                </a:ext>
              </a:extLst>
            </p:cNvPr>
            <p:cNvSpPr/>
            <p:nvPr/>
          </p:nvSpPr>
          <p:spPr>
            <a:xfrm>
              <a:off x="5810449" y="1860723"/>
              <a:ext cx="258693" cy="139548"/>
            </a:xfrm>
            <a:custGeom>
              <a:avLst/>
              <a:gdLst/>
              <a:ahLst/>
              <a:cxnLst/>
              <a:rect l="l" t="t" r="r" b="b"/>
              <a:pathLst>
                <a:path w="9167" h="4945" extrusionOk="0">
                  <a:moveTo>
                    <a:pt x="900" y="0"/>
                  </a:moveTo>
                  <a:cubicBezTo>
                    <a:pt x="328" y="0"/>
                    <a:pt x="0" y="864"/>
                    <a:pt x="660" y="1208"/>
                  </a:cubicBezTo>
                  <a:lnTo>
                    <a:pt x="8032" y="4878"/>
                  </a:lnTo>
                  <a:cubicBezTo>
                    <a:pt x="8132" y="4911"/>
                    <a:pt x="8199" y="4944"/>
                    <a:pt x="8299" y="4944"/>
                  </a:cubicBezTo>
                  <a:cubicBezTo>
                    <a:pt x="8966" y="4944"/>
                    <a:pt x="9167" y="4044"/>
                    <a:pt x="8599" y="3743"/>
                  </a:cubicBezTo>
                  <a:lnTo>
                    <a:pt x="1194" y="74"/>
                  </a:lnTo>
                  <a:cubicBezTo>
                    <a:pt x="1092" y="23"/>
                    <a:pt x="993" y="0"/>
                    <a:pt x="9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99;p70">
              <a:extLst>
                <a:ext uri="{FF2B5EF4-FFF2-40B4-BE49-F238E27FC236}">
                  <a16:creationId xmlns:a16="http://schemas.microsoft.com/office/drawing/2014/main" id="{FB0165D5-4009-5A22-50B6-0985E9185C13}"/>
                </a:ext>
              </a:extLst>
            </p:cNvPr>
            <p:cNvSpPr/>
            <p:nvPr/>
          </p:nvSpPr>
          <p:spPr>
            <a:xfrm>
              <a:off x="5835649" y="2058461"/>
              <a:ext cx="227848" cy="123491"/>
            </a:xfrm>
            <a:custGeom>
              <a:avLst/>
              <a:gdLst/>
              <a:ahLst/>
              <a:cxnLst/>
              <a:rect l="l" t="t" r="r" b="b"/>
              <a:pathLst>
                <a:path w="8074" h="4376" extrusionOk="0">
                  <a:moveTo>
                    <a:pt x="914" y="0"/>
                  </a:moveTo>
                  <a:cubicBezTo>
                    <a:pt x="338" y="0"/>
                    <a:pt x="1" y="889"/>
                    <a:pt x="635" y="1206"/>
                  </a:cubicBezTo>
                  <a:lnTo>
                    <a:pt x="6939" y="4308"/>
                  </a:lnTo>
                  <a:cubicBezTo>
                    <a:pt x="7006" y="4342"/>
                    <a:pt x="7106" y="4375"/>
                    <a:pt x="7206" y="4375"/>
                  </a:cubicBezTo>
                  <a:cubicBezTo>
                    <a:pt x="7873" y="4375"/>
                    <a:pt x="8073" y="3475"/>
                    <a:pt x="7473" y="3174"/>
                  </a:cubicBezTo>
                  <a:lnTo>
                    <a:pt x="1202" y="72"/>
                  </a:lnTo>
                  <a:cubicBezTo>
                    <a:pt x="1102" y="22"/>
                    <a:pt x="1005" y="0"/>
                    <a:pt x="9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500;p70">
              <a:extLst>
                <a:ext uri="{FF2B5EF4-FFF2-40B4-BE49-F238E27FC236}">
                  <a16:creationId xmlns:a16="http://schemas.microsoft.com/office/drawing/2014/main" id="{A06AA3CF-9F66-CA38-A2BE-DEB47450CEE0}"/>
                </a:ext>
              </a:extLst>
            </p:cNvPr>
            <p:cNvSpPr/>
            <p:nvPr/>
          </p:nvSpPr>
          <p:spPr>
            <a:xfrm>
              <a:off x="5925304" y="3433480"/>
              <a:ext cx="397394" cy="118214"/>
            </a:xfrm>
            <a:custGeom>
              <a:avLst/>
              <a:gdLst/>
              <a:ahLst/>
              <a:cxnLst/>
              <a:rect l="l" t="t" r="r" b="b"/>
              <a:pathLst>
                <a:path w="14082" h="4189" extrusionOk="0">
                  <a:moveTo>
                    <a:pt x="577" y="0"/>
                  </a:moveTo>
                  <a:cubicBezTo>
                    <a:pt x="133" y="0"/>
                    <a:pt x="0" y="693"/>
                    <a:pt x="493" y="816"/>
                  </a:cubicBezTo>
                  <a:lnTo>
                    <a:pt x="13336" y="4152"/>
                  </a:lnTo>
                  <a:lnTo>
                    <a:pt x="13436" y="4152"/>
                  </a:lnTo>
                  <a:lnTo>
                    <a:pt x="13436" y="4185"/>
                  </a:lnTo>
                  <a:cubicBezTo>
                    <a:pt x="13458" y="4188"/>
                    <a:pt x="13479" y="4189"/>
                    <a:pt x="13499" y="4189"/>
                  </a:cubicBezTo>
                  <a:cubicBezTo>
                    <a:pt x="14010" y="4189"/>
                    <a:pt x="14081" y="3415"/>
                    <a:pt x="13536" y="3351"/>
                  </a:cubicBezTo>
                  <a:lnTo>
                    <a:pt x="693" y="15"/>
                  </a:lnTo>
                  <a:cubicBezTo>
                    <a:pt x="653" y="5"/>
                    <a:pt x="614" y="0"/>
                    <a:pt x="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501;p70">
              <a:extLst>
                <a:ext uri="{FF2B5EF4-FFF2-40B4-BE49-F238E27FC236}">
                  <a16:creationId xmlns:a16="http://schemas.microsoft.com/office/drawing/2014/main" id="{FE6F569E-6AD9-A8CE-A83C-290A8DFCFC05}"/>
                </a:ext>
              </a:extLst>
            </p:cNvPr>
            <p:cNvSpPr/>
            <p:nvPr/>
          </p:nvSpPr>
          <p:spPr>
            <a:xfrm>
              <a:off x="5807345" y="3606864"/>
              <a:ext cx="572810" cy="155690"/>
            </a:xfrm>
            <a:custGeom>
              <a:avLst/>
              <a:gdLst/>
              <a:ahLst/>
              <a:cxnLst/>
              <a:rect l="l" t="t" r="r" b="b"/>
              <a:pathLst>
                <a:path w="20298" h="5517" extrusionOk="0">
                  <a:moveTo>
                    <a:pt x="582" y="0"/>
                  </a:moveTo>
                  <a:cubicBezTo>
                    <a:pt x="148" y="0"/>
                    <a:pt x="0" y="684"/>
                    <a:pt x="470" y="810"/>
                  </a:cubicBezTo>
                  <a:lnTo>
                    <a:pt x="19551" y="5513"/>
                  </a:lnTo>
                  <a:lnTo>
                    <a:pt x="19684" y="5513"/>
                  </a:lnTo>
                  <a:cubicBezTo>
                    <a:pt x="19704" y="5516"/>
                    <a:pt x="19724" y="5517"/>
                    <a:pt x="19744" y="5517"/>
                  </a:cubicBezTo>
                  <a:cubicBezTo>
                    <a:pt x="20224" y="5517"/>
                    <a:pt x="20297" y="4743"/>
                    <a:pt x="19784" y="4679"/>
                  </a:cubicBezTo>
                  <a:lnTo>
                    <a:pt x="670" y="9"/>
                  </a:lnTo>
                  <a:cubicBezTo>
                    <a:pt x="640" y="3"/>
                    <a:pt x="611" y="0"/>
                    <a:pt x="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502;p70">
              <a:extLst>
                <a:ext uri="{FF2B5EF4-FFF2-40B4-BE49-F238E27FC236}">
                  <a16:creationId xmlns:a16="http://schemas.microsoft.com/office/drawing/2014/main" id="{7932308C-5540-B79A-F0B2-C5EB68E5336E}"/>
                </a:ext>
              </a:extLst>
            </p:cNvPr>
            <p:cNvSpPr/>
            <p:nvPr/>
          </p:nvSpPr>
          <p:spPr>
            <a:xfrm>
              <a:off x="5971500" y="1225265"/>
              <a:ext cx="422453" cy="96315"/>
            </a:xfrm>
            <a:custGeom>
              <a:avLst/>
              <a:gdLst/>
              <a:ahLst/>
              <a:cxnLst/>
              <a:rect l="l" t="t" r="r" b="b"/>
              <a:pathLst>
                <a:path w="14970" h="3413" extrusionOk="0">
                  <a:moveTo>
                    <a:pt x="14387" y="1"/>
                  </a:moveTo>
                  <a:cubicBezTo>
                    <a:pt x="14360" y="1"/>
                    <a:pt x="14331" y="4"/>
                    <a:pt x="14301" y="9"/>
                  </a:cubicBezTo>
                  <a:lnTo>
                    <a:pt x="524" y="2578"/>
                  </a:lnTo>
                  <a:cubicBezTo>
                    <a:pt x="1" y="2610"/>
                    <a:pt x="55" y="3413"/>
                    <a:pt x="591" y="3413"/>
                  </a:cubicBezTo>
                  <a:cubicBezTo>
                    <a:pt x="602" y="3413"/>
                    <a:pt x="613" y="3412"/>
                    <a:pt x="624" y="3412"/>
                  </a:cubicBezTo>
                  <a:lnTo>
                    <a:pt x="691" y="3412"/>
                  </a:lnTo>
                  <a:lnTo>
                    <a:pt x="14434" y="843"/>
                  </a:lnTo>
                  <a:cubicBezTo>
                    <a:pt x="14969" y="749"/>
                    <a:pt x="14851" y="1"/>
                    <a:pt x="14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503;p70">
              <a:extLst>
                <a:ext uri="{FF2B5EF4-FFF2-40B4-BE49-F238E27FC236}">
                  <a16:creationId xmlns:a16="http://schemas.microsoft.com/office/drawing/2014/main" id="{82CFC4F3-6458-A317-8627-B99885DB98E9}"/>
                </a:ext>
              </a:extLst>
            </p:cNvPr>
            <p:cNvSpPr/>
            <p:nvPr/>
          </p:nvSpPr>
          <p:spPr>
            <a:xfrm>
              <a:off x="5865167" y="999364"/>
              <a:ext cx="596543" cy="134892"/>
            </a:xfrm>
            <a:custGeom>
              <a:avLst/>
              <a:gdLst/>
              <a:ahLst/>
              <a:cxnLst/>
              <a:rect l="l" t="t" r="r" b="b"/>
              <a:pathLst>
                <a:path w="21139" h="4780" extrusionOk="0">
                  <a:moveTo>
                    <a:pt x="20557" y="0"/>
                  </a:moveTo>
                  <a:cubicBezTo>
                    <a:pt x="20529" y="0"/>
                    <a:pt x="20500" y="3"/>
                    <a:pt x="20470" y="9"/>
                  </a:cubicBezTo>
                  <a:lnTo>
                    <a:pt x="556" y="3945"/>
                  </a:lnTo>
                  <a:cubicBezTo>
                    <a:pt x="0" y="3977"/>
                    <a:pt x="53" y="4780"/>
                    <a:pt x="590" y="4780"/>
                  </a:cubicBezTo>
                  <a:cubicBezTo>
                    <a:pt x="601" y="4780"/>
                    <a:pt x="612" y="4779"/>
                    <a:pt x="623" y="4779"/>
                  </a:cubicBezTo>
                  <a:lnTo>
                    <a:pt x="723" y="4779"/>
                  </a:lnTo>
                  <a:lnTo>
                    <a:pt x="20604" y="842"/>
                  </a:lnTo>
                  <a:cubicBezTo>
                    <a:pt x="21139" y="748"/>
                    <a:pt x="21021" y="0"/>
                    <a:pt x="205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504;p70">
              <a:extLst>
                <a:ext uri="{FF2B5EF4-FFF2-40B4-BE49-F238E27FC236}">
                  <a16:creationId xmlns:a16="http://schemas.microsoft.com/office/drawing/2014/main" id="{A7A5110A-A3BE-3AD2-2444-9ACC69D2F6F9}"/>
                </a:ext>
              </a:extLst>
            </p:cNvPr>
            <p:cNvSpPr/>
            <p:nvPr/>
          </p:nvSpPr>
          <p:spPr>
            <a:xfrm>
              <a:off x="6211878" y="993777"/>
              <a:ext cx="257366" cy="76504"/>
            </a:xfrm>
            <a:custGeom>
              <a:avLst/>
              <a:gdLst/>
              <a:ahLst/>
              <a:cxnLst/>
              <a:rect l="l" t="t" r="r" b="b"/>
              <a:pathLst>
                <a:path w="9120" h="2711" extrusionOk="0">
                  <a:moveTo>
                    <a:pt x="8245" y="0"/>
                  </a:moveTo>
                  <a:cubicBezTo>
                    <a:pt x="8215" y="0"/>
                    <a:pt x="8183" y="2"/>
                    <a:pt x="8151" y="6"/>
                  </a:cubicBezTo>
                  <a:lnTo>
                    <a:pt x="812" y="1441"/>
                  </a:lnTo>
                  <a:cubicBezTo>
                    <a:pt x="0" y="1538"/>
                    <a:pt x="106" y="2711"/>
                    <a:pt x="882" y="2711"/>
                  </a:cubicBezTo>
                  <a:cubicBezTo>
                    <a:pt x="902" y="2711"/>
                    <a:pt x="924" y="2710"/>
                    <a:pt x="946" y="2708"/>
                  </a:cubicBezTo>
                  <a:lnTo>
                    <a:pt x="1046" y="2675"/>
                  </a:lnTo>
                  <a:lnTo>
                    <a:pt x="8384" y="1241"/>
                  </a:lnTo>
                  <a:cubicBezTo>
                    <a:pt x="9119" y="1049"/>
                    <a:pt x="8936" y="0"/>
                    <a:pt x="8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505;p70">
              <a:extLst>
                <a:ext uri="{FF2B5EF4-FFF2-40B4-BE49-F238E27FC236}">
                  <a16:creationId xmlns:a16="http://schemas.microsoft.com/office/drawing/2014/main" id="{232A31CF-901C-16AE-159B-74063F1AF48D}"/>
                </a:ext>
              </a:extLst>
            </p:cNvPr>
            <p:cNvSpPr/>
            <p:nvPr/>
          </p:nvSpPr>
          <p:spPr>
            <a:xfrm>
              <a:off x="6174233" y="1218634"/>
              <a:ext cx="227933" cy="69111"/>
            </a:xfrm>
            <a:custGeom>
              <a:avLst/>
              <a:gdLst/>
              <a:ahLst/>
              <a:cxnLst/>
              <a:rect l="l" t="t" r="r" b="b"/>
              <a:pathLst>
                <a:path w="8077" h="2449" extrusionOk="0">
                  <a:moveTo>
                    <a:pt x="7202" y="1"/>
                  </a:moveTo>
                  <a:cubicBezTo>
                    <a:pt x="7164" y="1"/>
                    <a:pt x="7124" y="4"/>
                    <a:pt x="7083" y="11"/>
                  </a:cubicBezTo>
                  <a:lnTo>
                    <a:pt x="812" y="1178"/>
                  </a:lnTo>
                  <a:cubicBezTo>
                    <a:pt x="0" y="1276"/>
                    <a:pt x="105" y="2448"/>
                    <a:pt x="881" y="2448"/>
                  </a:cubicBezTo>
                  <a:cubicBezTo>
                    <a:pt x="902" y="2448"/>
                    <a:pt x="924" y="2448"/>
                    <a:pt x="946" y="2446"/>
                  </a:cubicBezTo>
                  <a:lnTo>
                    <a:pt x="1046" y="2412"/>
                  </a:lnTo>
                  <a:lnTo>
                    <a:pt x="7317" y="1245"/>
                  </a:lnTo>
                  <a:cubicBezTo>
                    <a:pt x="8076" y="1118"/>
                    <a:pt x="7905" y="1"/>
                    <a:pt x="7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506;p70">
              <a:extLst>
                <a:ext uri="{FF2B5EF4-FFF2-40B4-BE49-F238E27FC236}">
                  <a16:creationId xmlns:a16="http://schemas.microsoft.com/office/drawing/2014/main" id="{28E5A8E4-FD0B-59F8-BF00-8E5E6563390B}"/>
                </a:ext>
              </a:extLst>
            </p:cNvPr>
            <p:cNvSpPr/>
            <p:nvPr/>
          </p:nvSpPr>
          <p:spPr>
            <a:xfrm>
              <a:off x="5907046" y="3423857"/>
              <a:ext cx="226155" cy="79891"/>
            </a:xfrm>
            <a:custGeom>
              <a:avLst/>
              <a:gdLst/>
              <a:ahLst/>
              <a:cxnLst/>
              <a:rect l="l" t="t" r="r" b="b"/>
              <a:pathLst>
                <a:path w="8014" h="2831" extrusionOk="0">
                  <a:moveTo>
                    <a:pt x="866" y="0"/>
                  </a:moveTo>
                  <a:cubicBezTo>
                    <a:pt x="200" y="0"/>
                    <a:pt x="1" y="1039"/>
                    <a:pt x="740" y="1224"/>
                  </a:cubicBezTo>
                  <a:lnTo>
                    <a:pt x="6911" y="2791"/>
                  </a:lnTo>
                  <a:lnTo>
                    <a:pt x="7078" y="2791"/>
                  </a:lnTo>
                  <a:lnTo>
                    <a:pt x="7044" y="2825"/>
                  </a:lnTo>
                  <a:cubicBezTo>
                    <a:pt x="7076" y="2829"/>
                    <a:pt x="7107" y="2830"/>
                    <a:pt x="7136" y="2830"/>
                  </a:cubicBezTo>
                  <a:cubicBezTo>
                    <a:pt x="7890" y="2830"/>
                    <a:pt x="8014" y="1653"/>
                    <a:pt x="7211" y="1557"/>
                  </a:cubicBezTo>
                  <a:lnTo>
                    <a:pt x="1040" y="23"/>
                  </a:lnTo>
                  <a:cubicBezTo>
                    <a:pt x="979" y="7"/>
                    <a:pt x="921" y="0"/>
                    <a:pt x="8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507;p70">
              <a:extLst>
                <a:ext uri="{FF2B5EF4-FFF2-40B4-BE49-F238E27FC236}">
                  <a16:creationId xmlns:a16="http://schemas.microsoft.com/office/drawing/2014/main" id="{AC4ED278-9838-AA39-9205-FCCD0EEDE076}"/>
                </a:ext>
              </a:extLst>
            </p:cNvPr>
            <p:cNvSpPr/>
            <p:nvPr/>
          </p:nvSpPr>
          <p:spPr>
            <a:xfrm>
              <a:off x="5794053" y="3599894"/>
              <a:ext cx="310900" cy="101536"/>
            </a:xfrm>
            <a:custGeom>
              <a:avLst/>
              <a:gdLst/>
              <a:ahLst/>
              <a:cxnLst/>
              <a:rect l="l" t="t" r="r" b="b"/>
              <a:pathLst>
                <a:path w="11017" h="3598" extrusionOk="0">
                  <a:moveTo>
                    <a:pt x="871" y="1"/>
                  </a:moveTo>
                  <a:cubicBezTo>
                    <a:pt x="202" y="1"/>
                    <a:pt x="0" y="1072"/>
                    <a:pt x="741" y="1257"/>
                  </a:cubicBezTo>
                  <a:lnTo>
                    <a:pt x="9914" y="3558"/>
                  </a:lnTo>
                  <a:lnTo>
                    <a:pt x="10081" y="3558"/>
                  </a:lnTo>
                  <a:lnTo>
                    <a:pt x="10081" y="3592"/>
                  </a:lnTo>
                  <a:cubicBezTo>
                    <a:pt x="10113" y="3596"/>
                    <a:pt x="10143" y="3597"/>
                    <a:pt x="10173" y="3597"/>
                  </a:cubicBezTo>
                  <a:cubicBezTo>
                    <a:pt x="10924" y="3597"/>
                    <a:pt x="11017" y="2420"/>
                    <a:pt x="10215" y="2324"/>
                  </a:cubicBezTo>
                  <a:lnTo>
                    <a:pt x="1041" y="23"/>
                  </a:lnTo>
                  <a:cubicBezTo>
                    <a:pt x="982" y="8"/>
                    <a:pt x="925" y="1"/>
                    <a:pt x="8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508;p70">
              <a:extLst>
                <a:ext uri="{FF2B5EF4-FFF2-40B4-BE49-F238E27FC236}">
                  <a16:creationId xmlns:a16="http://schemas.microsoft.com/office/drawing/2014/main" id="{AAE499D8-573B-F84F-E3B8-BD90B45E6371}"/>
                </a:ext>
              </a:extLst>
            </p:cNvPr>
            <p:cNvSpPr/>
            <p:nvPr/>
          </p:nvSpPr>
          <p:spPr>
            <a:xfrm>
              <a:off x="6381650" y="3554403"/>
              <a:ext cx="87567" cy="65922"/>
            </a:xfrm>
            <a:custGeom>
              <a:avLst/>
              <a:gdLst/>
              <a:ahLst/>
              <a:cxnLst/>
              <a:rect l="l" t="t" r="r" b="b"/>
              <a:pathLst>
                <a:path w="3103" h="2336" extrusionOk="0">
                  <a:moveTo>
                    <a:pt x="0" y="0"/>
                  </a:moveTo>
                  <a:lnTo>
                    <a:pt x="1935" y="2335"/>
                  </a:lnTo>
                  <a:cubicBezTo>
                    <a:pt x="1935" y="2335"/>
                    <a:pt x="3102" y="1534"/>
                    <a:pt x="3036" y="1168"/>
                  </a:cubicBezTo>
                  <a:cubicBezTo>
                    <a:pt x="2969" y="80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B7D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509;p70">
              <a:extLst>
                <a:ext uri="{FF2B5EF4-FFF2-40B4-BE49-F238E27FC236}">
                  <a16:creationId xmlns:a16="http://schemas.microsoft.com/office/drawing/2014/main" id="{B331CD02-67EC-569A-15D0-EC425AB0F2DC}"/>
                </a:ext>
              </a:extLst>
            </p:cNvPr>
            <p:cNvSpPr/>
            <p:nvPr/>
          </p:nvSpPr>
          <p:spPr>
            <a:xfrm>
              <a:off x="6257369" y="3452331"/>
              <a:ext cx="494245" cy="504037"/>
            </a:xfrm>
            <a:custGeom>
              <a:avLst/>
              <a:gdLst/>
              <a:ahLst/>
              <a:cxnLst/>
              <a:rect l="l" t="t" r="r" b="b"/>
              <a:pathLst>
                <a:path w="17514" h="17861" extrusionOk="0">
                  <a:moveTo>
                    <a:pt x="1269" y="0"/>
                  </a:moveTo>
                  <a:cubicBezTo>
                    <a:pt x="1123" y="0"/>
                    <a:pt x="984" y="43"/>
                    <a:pt x="868" y="148"/>
                  </a:cubicBezTo>
                  <a:cubicBezTo>
                    <a:pt x="568" y="448"/>
                    <a:pt x="735" y="882"/>
                    <a:pt x="835" y="1182"/>
                  </a:cubicBezTo>
                  <a:cubicBezTo>
                    <a:pt x="1235" y="2116"/>
                    <a:pt x="1736" y="3017"/>
                    <a:pt x="2269" y="3884"/>
                  </a:cubicBezTo>
                  <a:cubicBezTo>
                    <a:pt x="2136" y="3917"/>
                    <a:pt x="2002" y="4017"/>
                    <a:pt x="1902" y="4151"/>
                  </a:cubicBezTo>
                  <a:cubicBezTo>
                    <a:pt x="1836" y="4351"/>
                    <a:pt x="1802" y="4551"/>
                    <a:pt x="1869" y="4751"/>
                  </a:cubicBezTo>
                  <a:cubicBezTo>
                    <a:pt x="1769" y="4785"/>
                    <a:pt x="1635" y="4818"/>
                    <a:pt x="1502" y="4885"/>
                  </a:cubicBezTo>
                  <a:cubicBezTo>
                    <a:pt x="1202" y="5051"/>
                    <a:pt x="1002" y="5352"/>
                    <a:pt x="902" y="5685"/>
                  </a:cubicBezTo>
                  <a:cubicBezTo>
                    <a:pt x="868" y="5885"/>
                    <a:pt x="868" y="6052"/>
                    <a:pt x="868" y="6252"/>
                  </a:cubicBezTo>
                  <a:cubicBezTo>
                    <a:pt x="902" y="6319"/>
                    <a:pt x="902" y="6419"/>
                    <a:pt x="868" y="6519"/>
                  </a:cubicBezTo>
                  <a:cubicBezTo>
                    <a:pt x="802" y="6552"/>
                    <a:pt x="735" y="6586"/>
                    <a:pt x="635" y="6619"/>
                  </a:cubicBezTo>
                  <a:cubicBezTo>
                    <a:pt x="368" y="6753"/>
                    <a:pt x="134" y="7019"/>
                    <a:pt x="68" y="7353"/>
                  </a:cubicBezTo>
                  <a:cubicBezTo>
                    <a:pt x="1" y="7687"/>
                    <a:pt x="68" y="8054"/>
                    <a:pt x="234" y="8387"/>
                  </a:cubicBezTo>
                  <a:cubicBezTo>
                    <a:pt x="535" y="9021"/>
                    <a:pt x="968" y="9621"/>
                    <a:pt x="1469" y="10088"/>
                  </a:cubicBezTo>
                  <a:cubicBezTo>
                    <a:pt x="1969" y="10589"/>
                    <a:pt x="2536" y="11056"/>
                    <a:pt x="3103" y="11456"/>
                  </a:cubicBezTo>
                  <a:cubicBezTo>
                    <a:pt x="4404" y="12290"/>
                    <a:pt x="5772" y="13057"/>
                    <a:pt x="7173" y="13691"/>
                  </a:cubicBezTo>
                  <a:cubicBezTo>
                    <a:pt x="7440" y="13824"/>
                    <a:pt x="7706" y="13958"/>
                    <a:pt x="8007" y="14091"/>
                  </a:cubicBezTo>
                  <a:cubicBezTo>
                    <a:pt x="10208" y="15792"/>
                    <a:pt x="13177" y="17861"/>
                    <a:pt x="13177" y="17861"/>
                  </a:cubicBezTo>
                  <a:lnTo>
                    <a:pt x="17513" y="13090"/>
                  </a:lnTo>
                  <a:lnTo>
                    <a:pt x="11643" y="10822"/>
                  </a:lnTo>
                  <a:cubicBezTo>
                    <a:pt x="11643" y="10689"/>
                    <a:pt x="11609" y="10555"/>
                    <a:pt x="11609" y="10389"/>
                  </a:cubicBezTo>
                  <a:cubicBezTo>
                    <a:pt x="11576" y="9855"/>
                    <a:pt x="11509" y="9288"/>
                    <a:pt x="11442" y="8721"/>
                  </a:cubicBezTo>
                  <a:cubicBezTo>
                    <a:pt x="11342" y="7620"/>
                    <a:pt x="11209" y="6519"/>
                    <a:pt x="11042" y="5385"/>
                  </a:cubicBezTo>
                  <a:cubicBezTo>
                    <a:pt x="10942" y="4851"/>
                    <a:pt x="10875" y="4284"/>
                    <a:pt x="10775" y="3717"/>
                  </a:cubicBezTo>
                  <a:cubicBezTo>
                    <a:pt x="10709" y="3450"/>
                    <a:pt x="10675" y="3183"/>
                    <a:pt x="10642" y="2883"/>
                  </a:cubicBezTo>
                  <a:cubicBezTo>
                    <a:pt x="10609" y="2750"/>
                    <a:pt x="10575" y="2616"/>
                    <a:pt x="10542" y="2483"/>
                  </a:cubicBezTo>
                  <a:cubicBezTo>
                    <a:pt x="10542" y="2383"/>
                    <a:pt x="10475" y="2316"/>
                    <a:pt x="10408" y="2249"/>
                  </a:cubicBezTo>
                  <a:cubicBezTo>
                    <a:pt x="10338" y="2226"/>
                    <a:pt x="10267" y="2215"/>
                    <a:pt x="10197" y="2215"/>
                  </a:cubicBezTo>
                  <a:cubicBezTo>
                    <a:pt x="10071" y="2215"/>
                    <a:pt x="9949" y="2251"/>
                    <a:pt x="9841" y="2316"/>
                  </a:cubicBezTo>
                  <a:cubicBezTo>
                    <a:pt x="9641" y="2416"/>
                    <a:pt x="9508" y="2583"/>
                    <a:pt x="9408" y="2783"/>
                  </a:cubicBezTo>
                  <a:cubicBezTo>
                    <a:pt x="9174" y="3217"/>
                    <a:pt x="9007" y="3684"/>
                    <a:pt x="8941" y="4151"/>
                  </a:cubicBezTo>
                  <a:cubicBezTo>
                    <a:pt x="8741" y="5218"/>
                    <a:pt x="8607" y="6286"/>
                    <a:pt x="8474" y="7353"/>
                  </a:cubicBezTo>
                  <a:lnTo>
                    <a:pt x="8274" y="7253"/>
                  </a:lnTo>
                  <a:cubicBezTo>
                    <a:pt x="7406" y="6719"/>
                    <a:pt x="6606" y="6085"/>
                    <a:pt x="5939" y="5352"/>
                  </a:cubicBezTo>
                  <a:cubicBezTo>
                    <a:pt x="5238" y="4551"/>
                    <a:pt x="4571" y="3717"/>
                    <a:pt x="4004" y="2850"/>
                  </a:cubicBezTo>
                  <a:cubicBezTo>
                    <a:pt x="3670" y="2416"/>
                    <a:pt x="3370" y="1949"/>
                    <a:pt x="3070" y="1516"/>
                  </a:cubicBezTo>
                  <a:cubicBezTo>
                    <a:pt x="2803" y="1082"/>
                    <a:pt x="2503" y="715"/>
                    <a:pt x="2136" y="381"/>
                  </a:cubicBezTo>
                  <a:cubicBezTo>
                    <a:pt x="1930" y="199"/>
                    <a:pt x="1584" y="0"/>
                    <a:pt x="1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510;p70">
              <a:extLst>
                <a:ext uri="{FF2B5EF4-FFF2-40B4-BE49-F238E27FC236}">
                  <a16:creationId xmlns:a16="http://schemas.microsoft.com/office/drawing/2014/main" id="{770A3E7B-E3F7-049A-0C18-E4E349234F26}"/>
                </a:ext>
              </a:extLst>
            </p:cNvPr>
            <p:cNvSpPr/>
            <p:nvPr/>
          </p:nvSpPr>
          <p:spPr>
            <a:xfrm>
              <a:off x="6322331" y="3562869"/>
              <a:ext cx="47099" cy="79101"/>
            </a:xfrm>
            <a:custGeom>
              <a:avLst/>
              <a:gdLst/>
              <a:ahLst/>
              <a:cxnLst/>
              <a:rect l="l" t="t" r="r" b="b"/>
              <a:pathLst>
                <a:path w="1669" h="2803" fill="none" extrusionOk="0">
                  <a:moveTo>
                    <a:pt x="1" y="0"/>
                  </a:moveTo>
                  <a:lnTo>
                    <a:pt x="1668" y="2802"/>
                  </a:lnTo>
                </a:path>
              </a:pathLst>
            </a:custGeom>
            <a:solidFill>
              <a:schemeClr val="dk1"/>
            </a:solidFill>
            <a:ln w="50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511;p70">
              <a:extLst>
                <a:ext uri="{FF2B5EF4-FFF2-40B4-BE49-F238E27FC236}">
                  <a16:creationId xmlns:a16="http://schemas.microsoft.com/office/drawing/2014/main" id="{96A3B497-280D-1DD7-5314-BA1631796A13}"/>
                </a:ext>
              </a:extLst>
            </p:cNvPr>
            <p:cNvSpPr/>
            <p:nvPr/>
          </p:nvSpPr>
          <p:spPr>
            <a:xfrm>
              <a:off x="6311043" y="3587336"/>
              <a:ext cx="21673" cy="79101"/>
            </a:xfrm>
            <a:custGeom>
              <a:avLst/>
              <a:gdLst/>
              <a:ahLst/>
              <a:cxnLst/>
              <a:rect l="l" t="t" r="r" b="b"/>
              <a:pathLst>
                <a:path w="768" h="2803" fill="none" extrusionOk="0">
                  <a:moveTo>
                    <a:pt x="0" y="1"/>
                  </a:moveTo>
                  <a:cubicBezTo>
                    <a:pt x="0" y="968"/>
                    <a:pt x="267" y="1935"/>
                    <a:pt x="768" y="2803"/>
                  </a:cubicBezTo>
                </a:path>
              </a:pathLst>
            </a:custGeom>
            <a:solidFill>
              <a:schemeClr val="dk1"/>
            </a:solidFill>
            <a:ln w="50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512;p70">
              <a:extLst>
                <a:ext uri="{FF2B5EF4-FFF2-40B4-BE49-F238E27FC236}">
                  <a16:creationId xmlns:a16="http://schemas.microsoft.com/office/drawing/2014/main" id="{D898EB4A-9DD1-5E3D-941E-1095895D1588}"/>
                </a:ext>
              </a:extLst>
            </p:cNvPr>
            <p:cNvSpPr/>
            <p:nvPr/>
          </p:nvSpPr>
          <p:spPr>
            <a:xfrm>
              <a:off x="6281864" y="3636297"/>
              <a:ext cx="27317" cy="64031"/>
            </a:xfrm>
            <a:custGeom>
              <a:avLst/>
              <a:gdLst/>
              <a:ahLst/>
              <a:cxnLst/>
              <a:rect l="l" t="t" r="r" b="b"/>
              <a:pathLst>
                <a:path w="968" h="2269" fill="none" extrusionOk="0">
                  <a:moveTo>
                    <a:pt x="0" y="0"/>
                  </a:moveTo>
                  <a:cubicBezTo>
                    <a:pt x="0" y="0"/>
                    <a:pt x="234" y="1568"/>
                    <a:pt x="968" y="2268"/>
                  </a:cubicBezTo>
                </a:path>
              </a:pathLst>
            </a:custGeom>
            <a:solidFill>
              <a:schemeClr val="dk1"/>
            </a:solidFill>
            <a:ln w="50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513;p70">
              <a:extLst>
                <a:ext uri="{FF2B5EF4-FFF2-40B4-BE49-F238E27FC236}">
                  <a16:creationId xmlns:a16="http://schemas.microsoft.com/office/drawing/2014/main" id="{F77BD43B-6C75-14C9-403B-EBDF211439D8}"/>
                </a:ext>
              </a:extLst>
            </p:cNvPr>
            <p:cNvSpPr/>
            <p:nvPr/>
          </p:nvSpPr>
          <p:spPr>
            <a:xfrm>
              <a:off x="6539795" y="2939405"/>
              <a:ext cx="1589350" cy="1693087"/>
            </a:xfrm>
            <a:custGeom>
              <a:avLst/>
              <a:gdLst/>
              <a:ahLst/>
              <a:cxnLst/>
              <a:rect l="l" t="t" r="r" b="b"/>
              <a:pathLst>
                <a:path w="56320" h="59996" extrusionOk="0">
                  <a:moveTo>
                    <a:pt x="35028" y="0"/>
                  </a:moveTo>
                  <a:cubicBezTo>
                    <a:pt x="31957" y="0"/>
                    <a:pt x="28914" y="1895"/>
                    <a:pt x="28154" y="5481"/>
                  </a:cubicBezTo>
                  <a:cubicBezTo>
                    <a:pt x="27820" y="7283"/>
                    <a:pt x="27753" y="9151"/>
                    <a:pt x="28053" y="10952"/>
                  </a:cubicBezTo>
                  <a:cubicBezTo>
                    <a:pt x="29755" y="24362"/>
                    <a:pt x="35959" y="45577"/>
                    <a:pt x="35959" y="45577"/>
                  </a:cubicBezTo>
                  <a:lnTo>
                    <a:pt x="4003" y="29632"/>
                  </a:lnTo>
                  <a:lnTo>
                    <a:pt x="0" y="34636"/>
                  </a:lnTo>
                  <a:cubicBezTo>
                    <a:pt x="0" y="34636"/>
                    <a:pt x="33591" y="59787"/>
                    <a:pt x="36726" y="59787"/>
                  </a:cubicBezTo>
                  <a:cubicBezTo>
                    <a:pt x="37052" y="59787"/>
                    <a:pt x="38438" y="59996"/>
                    <a:pt x="40296" y="59996"/>
                  </a:cubicBezTo>
                  <a:cubicBezTo>
                    <a:pt x="46047" y="59996"/>
                    <a:pt x="56319" y="57995"/>
                    <a:pt x="53672" y="41607"/>
                  </a:cubicBezTo>
                  <a:cubicBezTo>
                    <a:pt x="51370" y="27030"/>
                    <a:pt x="45232" y="12220"/>
                    <a:pt x="41496" y="4147"/>
                  </a:cubicBezTo>
                  <a:cubicBezTo>
                    <a:pt x="40216" y="1342"/>
                    <a:pt x="37612" y="0"/>
                    <a:pt x="350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514;p70">
              <a:extLst>
                <a:ext uri="{FF2B5EF4-FFF2-40B4-BE49-F238E27FC236}">
                  <a16:creationId xmlns:a16="http://schemas.microsoft.com/office/drawing/2014/main" id="{111EE90E-C85B-3285-B01E-6673510540D8}"/>
                </a:ext>
              </a:extLst>
            </p:cNvPr>
            <p:cNvSpPr/>
            <p:nvPr/>
          </p:nvSpPr>
          <p:spPr>
            <a:xfrm>
              <a:off x="7096124" y="2883219"/>
              <a:ext cx="1014791" cy="1764089"/>
            </a:xfrm>
            <a:custGeom>
              <a:avLst/>
              <a:gdLst/>
              <a:ahLst/>
              <a:cxnLst/>
              <a:rect l="l" t="t" r="r" b="b"/>
              <a:pathLst>
                <a:path w="35960" h="62512" fill="none" extrusionOk="0">
                  <a:moveTo>
                    <a:pt x="0" y="39462"/>
                  </a:moveTo>
                  <a:lnTo>
                    <a:pt x="16245" y="47568"/>
                  </a:lnTo>
                  <a:cubicBezTo>
                    <a:pt x="16245" y="47568"/>
                    <a:pt x="10041" y="26353"/>
                    <a:pt x="8339" y="12976"/>
                  </a:cubicBezTo>
                  <a:cubicBezTo>
                    <a:pt x="8073" y="11142"/>
                    <a:pt x="8106" y="9307"/>
                    <a:pt x="8473" y="7506"/>
                  </a:cubicBezTo>
                  <a:cubicBezTo>
                    <a:pt x="9874" y="901"/>
                    <a:pt x="18980" y="0"/>
                    <a:pt x="21816" y="6138"/>
                  </a:cubicBezTo>
                  <a:cubicBezTo>
                    <a:pt x="25518" y="14244"/>
                    <a:pt x="31656" y="29054"/>
                    <a:pt x="33991" y="43665"/>
                  </a:cubicBezTo>
                  <a:cubicBezTo>
                    <a:pt x="35959" y="55840"/>
                    <a:pt x="30789" y="60077"/>
                    <a:pt x="25618" y="61444"/>
                  </a:cubicBezTo>
                  <a:cubicBezTo>
                    <a:pt x="21415" y="62512"/>
                    <a:pt x="16946" y="61811"/>
                    <a:pt x="13243" y="59510"/>
                  </a:cubicBezTo>
                  <a:lnTo>
                    <a:pt x="4570" y="54172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5" name="Google Shape;2705;p75"/>
          <p:cNvSpPr/>
          <p:nvPr/>
        </p:nvSpPr>
        <p:spPr>
          <a:xfrm>
            <a:off x="2864200" y="2401279"/>
            <a:ext cx="233355" cy="218879"/>
          </a:xfrm>
          <a:custGeom>
            <a:avLst/>
            <a:gdLst/>
            <a:ahLst/>
            <a:cxnLst/>
            <a:rect l="l" t="t" r="r" b="b"/>
            <a:pathLst>
              <a:path w="3482" h="3266" extrusionOk="0">
                <a:moveTo>
                  <a:pt x="618" y="0"/>
                </a:moveTo>
                <a:cubicBezTo>
                  <a:pt x="469" y="0"/>
                  <a:pt x="324" y="58"/>
                  <a:pt x="214" y="168"/>
                </a:cubicBezTo>
                <a:cubicBezTo>
                  <a:pt x="7" y="381"/>
                  <a:pt x="1" y="728"/>
                  <a:pt x="208" y="947"/>
                </a:cubicBezTo>
                <a:lnTo>
                  <a:pt x="2374" y="3265"/>
                </a:lnTo>
                <a:lnTo>
                  <a:pt x="3481" y="1434"/>
                </a:lnTo>
                <a:lnTo>
                  <a:pt x="883" y="65"/>
                </a:lnTo>
                <a:cubicBezTo>
                  <a:pt x="798" y="21"/>
                  <a:pt x="708" y="0"/>
                  <a:pt x="6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6" name="Google Shape;2706;p75"/>
          <p:cNvSpPr/>
          <p:nvPr/>
        </p:nvSpPr>
        <p:spPr>
          <a:xfrm>
            <a:off x="2370383" y="1223532"/>
            <a:ext cx="1235700" cy="1235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707" name="Google Shape;2707;p75"/>
          <p:cNvSpPr txBox="1">
            <a:spLocks noGrp="1"/>
          </p:cNvSpPr>
          <p:nvPr>
            <p:ph type="title" idx="2"/>
          </p:nvPr>
        </p:nvSpPr>
        <p:spPr>
          <a:xfrm>
            <a:off x="2437575" y="1539723"/>
            <a:ext cx="1101300" cy="6033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708" name="Google Shape;2708;p75"/>
          <p:cNvSpPr txBox="1">
            <a:spLocks noGrp="1"/>
          </p:cNvSpPr>
          <p:nvPr>
            <p:ph type="title"/>
          </p:nvPr>
        </p:nvSpPr>
        <p:spPr>
          <a:xfrm>
            <a:off x="3215029" y="2365603"/>
            <a:ext cx="5366600" cy="758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54E55"/>
                </a:solidFill>
              </a:rPr>
              <a:t>CTRL+V e CTRL+X</a:t>
            </a:r>
            <a:endParaRPr dirty="0">
              <a:solidFill>
                <a:srgbClr val="E54E55"/>
              </a:solidFill>
            </a:endParaRPr>
          </a:p>
        </p:txBody>
      </p:sp>
      <p:sp>
        <p:nvSpPr>
          <p:cNvPr id="2709" name="Google Shape;2709;p75"/>
          <p:cNvSpPr txBox="1">
            <a:spLocks noGrp="1"/>
          </p:cNvSpPr>
          <p:nvPr>
            <p:ph type="subTitle" idx="1"/>
          </p:nvPr>
        </p:nvSpPr>
        <p:spPr>
          <a:xfrm>
            <a:off x="3635579" y="1092818"/>
            <a:ext cx="4525500" cy="35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 b="1" dirty="0">
                <a:solidFill>
                  <a:schemeClr val="lt2"/>
                </a:solidFill>
                <a:latin typeface="Cairo"/>
                <a:cs typeface="Cairo"/>
                <a:sym typeface="Cairo"/>
              </a:rPr>
              <a:t>Basicamente</a:t>
            </a:r>
            <a:r>
              <a:rPr lang="en" sz="5400" b="1" dirty="0">
                <a:solidFill>
                  <a:schemeClr val="lt2"/>
                </a:solidFill>
                <a:latin typeface="Cairo"/>
                <a:cs typeface="Cairo"/>
                <a:sym typeface="Cairo"/>
              </a:rPr>
              <a:t>:</a:t>
            </a:r>
            <a:endParaRPr sz="5400" b="1" dirty="0">
              <a:solidFill>
                <a:schemeClr val="lt2"/>
              </a:solidFill>
              <a:latin typeface="Cairo"/>
              <a:cs typeface="Cairo"/>
              <a:sym typeface="Cairo"/>
            </a:endParaRPr>
          </a:p>
        </p:txBody>
      </p:sp>
      <p:grpSp>
        <p:nvGrpSpPr>
          <p:cNvPr id="2710" name="Google Shape;2710;p75"/>
          <p:cNvGrpSpPr/>
          <p:nvPr/>
        </p:nvGrpSpPr>
        <p:grpSpPr>
          <a:xfrm>
            <a:off x="847358" y="2029475"/>
            <a:ext cx="2537706" cy="3723632"/>
            <a:chOff x="847358" y="2029475"/>
            <a:chExt cx="2537706" cy="3723632"/>
          </a:xfrm>
        </p:grpSpPr>
        <p:grpSp>
          <p:nvGrpSpPr>
            <p:cNvPr id="2711" name="Google Shape;2711;p75"/>
            <p:cNvGrpSpPr/>
            <p:nvPr/>
          </p:nvGrpSpPr>
          <p:grpSpPr>
            <a:xfrm>
              <a:off x="847358" y="2029475"/>
              <a:ext cx="2537706" cy="3723632"/>
              <a:chOff x="345625" y="2029475"/>
              <a:chExt cx="2537706" cy="3723632"/>
            </a:xfrm>
          </p:grpSpPr>
          <p:sp>
            <p:nvSpPr>
              <p:cNvPr id="2712" name="Google Shape;2712;p75"/>
              <p:cNvSpPr/>
              <p:nvPr/>
            </p:nvSpPr>
            <p:spPr>
              <a:xfrm>
                <a:off x="745509" y="2029475"/>
                <a:ext cx="1150556" cy="1064908"/>
              </a:xfrm>
              <a:custGeom>
                <a:avLst/>
                <a:gdLst/>
                <a:ahLst/>
                <a:cxnLst/>
                <a:rect l="l" t="t" r="r" b="b"/>
                <a:pathLst>
                  <a:path w="17168" h="15890" extrusionOk="0">
                    <a:moveTo>
                      <a:pt x="5612" y="0"/>
                    </a:moveTo>
                    <a:cubicBezTo>
                      <a:pt x="5496" y="0"/>
                      <a:pt x="5381" y="34"/>
                      <a:pt x="5284" y="100"/>
                    </a:cubicBezTo>
                    <a:cubicBezTo>
                      <a:pt x="5059" y="276"/>
                      <a:pt x="5059" y="623"/>
                      <a:pt x="5138" y="903"/>
                    </a:cubicBezTo>
                    <a:cubicBezTo>
                      <a:pt x="5254" y="1292"/>
                      <a:pt x="5491" y="1639"/>
                      <a:pt x="5807" y="1889"/>
                    </a:cubicBezTo>
                    <a:cubicBezTo>
                      <a:pt x="5429" y="1671"/>
                      <a:pt x="4969" y="1565"/>
                      <a:pt x="4511" y="1565"/>
                    </a:cubicBezTo>
                    <a:cubicBezTo>
                      <a:pt x="4203" y="1565"/>
                      <a:pt x="3896" y="1613"/>
                      <a:pt x="3617" y="1706"/>
                    </a:cubicBezTo>
                    <a:cubicBezTo>
                      <a:pt x="3294" y="1816"/>
                      <a:pt x="2966" y="2017"/>
                      <a:pt x="2856" y="2339"/>
                    </a:cubicBezTo>
                    <a:cubicBezTo>
                      <a:pt x="2777" y="2589"/>
                      <a:pt x="2862" y="2850"/>
                      <a:pt x="3069" y="3008"/>
                    </a:cubicBezTo>
                    <a:cubicBezTo>
                      <a:pt x="3041" y="3006"/>
                      <a:pt x="3013" y="3004"/>
                      <a:pt x="2984" y="3004"/>
                    </a:cubicBezTo>
                    <a:cubicBezTo>
                      <a:pt x="2402" y="3004"/>
                      <a:pt x="1694" y="3577"/>
                      <a:pt x="1566" y="4128"/>
                    </a:cubicBezTo>
                    <a:cubicBezTo>
                      <a:pt x="1414" y="4785"/>
                      <a:pt x="1779" y="5485"/>
                      <a:pt x="2321" y="5893"/>
                    </a:cubicBezTo>
                    <a:cubicBezTo>
                      <a:pt x="1956" y="5996"/>
                      <a:pt x="1578" y="6106"/>
                      <a:pt x="1286" y="6343"/>
                    </a:cubicBezTo>
                    <a:cubicBezTo>
                      <a:pt x="994" y="6586"/>
                      <a:pt x="812" y="7000"/>
                      <a:pt x="946" y="7353"/>
                    </a:cubicBezTo>
                    <a:cubicBezTo>
                      <a:pt x="1013" y="7517"/>
                      <a:pt x="1134" y="7651"/>
                      <a:pt x="1183" y="7821"/>
                    </a:cubicBezTo>
                    <a:cubicBezTo>
                      <a:pt x="1262" y="8120"/>
                      <a:pt x="1080" y="8418"/>
                      <a:pt x="867" y="8631"/>
                    </a:cubicBezTo>
                    <a:cubicBezTo>
                      <a:pt x="654" y="8850"/>
                      <a:pt x="392" y="9038"/>
                      <a:pt x="264" y="9312"/>
                    </a:cubicBezTo>
                    <a:cubicBezTo>
                      <a:pt x="1" y="9851"/>
                      <a:pt x="474" y="10591"/>
                      <a:pt x="1069" y="10591"/>
                    </a:cubicBezTo>
                    <a:cubicBezTo>
                      <a:pt x="1079" y="10591"/>
                      <a:pt x="1088" y="10590"/>
                      <a:pt x="1098" y="10590"/>
                    </a:cubicBezTo>
                    <a:lnTo>
                      <a:pt x="1384" y="10578"/>
                    </a:lnTo>
                    <a:lnTo>
                      <a:pt x="1384" y="10578"/>
                    </a:lnTo>
                    <a:cubicBezTo>
                      <a:pt x="1183" y="10791"/>
                      <a:pt x="1037" y="11046"/>
                      <a:pt x="964" y="11332"/>
                    </a:cubicBezTo>
                    <a:cubicBezTo>
                      <a:pt x="915" y="11491"/>
                      <a:pt x="915" y="11661"/>
                      <a:pt x="964" y="11819"/>
                    </a:cubicBezTo>
                    <a:cubicBezTo>
                      <a:pt x="1013" y="11977"/>
                      <a:pt x="1159" y="12093"/>
                      <a:pt x="1329" y="12105"/>
                    </a:cubicBezTo>
                    <a:cubicBezTo>
                      <a:pt x="1664" y="12105"/>
                      <a:pt x="1857" y="11617"/>
                      <a:pt x="2183" y="11617"/>
                    </a:cubicBezTo>
                    <a:cubicBezTo>
                      <a:pt x="2194" y="11617"/>
                      <a:pt x="2206" y="11617"/>
                      <a:pt x="2217" y="11618"/>
                    </a:cubicBezTo>
                    <a:cubicBezTo>
                      <a:pt x="2004" y="11874"/>
                      <a:pt x="1755" y="12142"/>
                      <a:pt x="1651" y="12464"/>
                    </a:cubicBezTo>
                    <a:cubicBezTo>
                      <a:pt x="1548" y="12781"/>
                      <a:pt x="1591" y="13170"/>
                      <a:pt x="1840" y="13395"/>
                    </a:cubicBezTo>
                    <a:cubicBezTo>
                      <a:pt x="1944" y="13487"/>
                      <a:pt x="2084" y="13532"/>
                      <a:pt x="2221" y="13532"/>
                    </a:cubicBezTo>
                    <a:cubicBezTo>
                      <a:pt x="2421" y="13532"/>
                      <a:pt x="2616" y="13437"/>
                      <a:pt x="2692" y="13249"/>
                    </a:cubicBezTo>
                    <a:cubicBezTo>
                      <a:pt x="2875" y="13559"/>
                      <a:pt x="2832" y="13949"/>
                      <a:pt x="2887" y="14302"/>
                    </a:cubicBezTo>
                    <a:cubicBezTo>
                      <a:pt x="2940" y="14644"/>
                      <a:pt x="3171" y="15033"/>
                      <a:pt x="3507" y="15033"/>
                    </a:cubicBezTo>
                    <a:cubicBezTo>
                      <a:pt x="3517" y="15033"/>
                      <a:pt x="3528" y="15033"/>
                      <a:pt x="3538" y="15032"/>
                    </a:cubicBezTo>
                    <a:cubicBezTo>
                      <a:pt x="3685" y="15020"/>
                      <a:pt x="3820" y="14940"/>
                      <a:pt x="3966" y="14940"/>
                    </a:cubicBezTo>
                    <a:cubicBezTo>
                      <a:pt x="3972" y="14940"/>
                      <a:pt x="3977" y="14940"/>
                      <a:pt x="3982" y="14941"/>
                    </a:cubicBezTo>
                    <a:cubicBezTo>
                      <a:pt x="4402" y="14959"/>
                      <a:pt x="4487" y="15580"/>
                      <a:pt x="4846" y="15805"/>
                    </a:cubicBezTo>
                    <a:cubicBezTo>
                      <a:pt x="4949" y="15865"/>
                      <a:pt x="5064" y="15889"/>
                      <a:pt x="5182" y="15889"/>
                    </a:cubicBezTo>
                    <a:cubicBezTo>
                      <a:pt x="5337" y="15889"/>
                      <a:pt x="5498" y="15848"/>
                      <a:pt x="5643" y="15793"/>
                    </a:cubicBezTo>
                    <a:cubicBezTo>
                      <a:pt x="5899" y="15689"/>
                      <a:pt x="6148" y="15555"/>
                      <a:pt x="6422" y="15549"/>
                    </a:cubicBezTo>
                    <a:cubicBezTo>
                      <a:pt x="6428" y="15549"/>
                      <a:pt x="6435" y="15549"/>
                      <a:pt x="6441" y="15549"/>
                    </a:cubicBezTo>
                    <a:cubicBezTo>
                      <a:pt x="6708" y="15549"/>
                      <a:pt x="6958" y="15672"/>
                      <a:pt x="7219" y="15713"/>
                    </a:cubicBezTo>
                    <a:cubicBezTo>
                      <a:pt x="7262" y="15720"/>
                      <a:pt x="7306" y="15723"/>
                      <a:pt x="7350" y="15723"/>
                    </a:cubicBezTo>
                    <a:cubicBezTo>
                      <a:pt x="7591" y="15723"/>
                      <a:pt x="7840" y="15624"/>
                      <a:pt x="7907" y="15403"/>
                    </a:cubicBezTo>
                    <a:cubicBezTo>
                      <a:pt x="8406" y="13730"/>
                      <a:pt x="7785" y="11996"/>
                      <a:pt x="6836" y="10420"/>
                    </a:cubicBezTo>
                    <a:lnTo>
                      <a:pt x="14594" y="10195"/>
                    </a:lnTo>
                    <a:lnTo>
                      <a:pt x="14594" y="10195"/>
                    </a:lnTo>
                    <a:lnTo>
                      <a:pt x="14065" y="11856"/>
                    </a:lnTo>
                    <a:cubicBezTo>
                      <a:pt x="14329" y="12195"/>
                      <a:pt x="14735" y="12393"/>
                      <a:pt x="15165" y="12393"/>
                    </a:cubicBezTo>
                    <a:cubicBezTo>
                      <a:pt x="15189" y="12393"/>
                      <a:pt x="15214" y="12392"/>
                      <a:pt x="15239" y="12391"/>
                    </a:cubicBezTo>
                    <a:cubicBezTo>
                      <a:pt x="15324" y="12391"/>
                      <a:pt x="15415" y="12367"/>
                      <a:pt x="15488" y="12318"/>
                    </a:cubicBezTo>
                    <a:cubicBezTo>
                      <a:pt x="15647" y="12203"/>
                      <a:pt x="15641" y="11971"/>
                      <a:pt x="15586" y="11783"/>
                    </a:cubicBezTo>
                    <a:cubicBezTo>
                      <a:pt x="15519" y="11539"/>
                      <a:pt x="15373" y="11326"/>
                      <a:pt x="15172" y="11180"/>
                    </a:cubicBezTo>
                    <a:cubicBezTo>
                      <a:pt x="15247" y="11116"/>
                      <a:pt x="15338" y="11093"/>
                      <a:pt x="15435" y="11093"/>
                    </a:cubicBezTo>
                    <a:cubicBezTo>
                      <a:pt x="15559" y="11093"/>
                      <a:pt x="15692" y="11131"/>
                      <a:pt x="15811" y="11168"/>
                    </a:cubicBezTo>
                    <a:cubicBezTo>
                      <a:pt x="15912" y="11196"/>
                      <a:pt x="16022" y="11219"/>
                      <a:pt x="16126" y="11219"/>
                    </a:cubicBezTo>
                    <a:cubicBezTo>
                      <a:pt x="16249" y="11219"/>
                      <a:pt x="16362" y="11187"/>
                      <a:pt x="16438" y="11095"/>
                    </a:cubicBezTo>
                    <a:cubicBezTo>
                      <a:pt x="16517" y="10986"/>
                      <a:pt x="16535" y="10846"/>
                      <a:pt x="16492" y="10724"/>
                    </a:cubicBezTo>
                    <a:cubicBezTo>
                      <a:pt x="16444" y="10602"/>
                      <a:pt x="16377" y="10493"/>
                      <a:pt x="16286" y="10401"/>
                    </a:cubicBezTo>
                    <a:cubicBezTo>
                      <a:pt x="16225" y="10334"/>
                      <a:pt x="16164" y="10268"/>
                      <a:pt x="16103" y="10207"/>
                    </a:cubicBezTo>
                    <a:cubicBezTo>
                      <a:pt x="16139" y="10207"/>
                      <a:pt x="16170" y="10201"/>
                      <a:pt x="16200" y="10195"/>
                    </a:cubicBezTo>
                    <a:cubicBezTo>
                      <a:pt x="16492" y="10134"/>
                      <a:pt x="16766" y="9957"/>
                      <a:pt x="16851" y="9671"/>
                    </a:cubicBezTo>
                    <a:cubicBezTo>
                      <a:pt x="16943" y="9379"/>
                      <a:pt x="16809" y="9063"/>
                      <a:pt x="16638" y="8813"/>
                    </a:cubicBezTo>
                    <a:cubicBezTo>
                      <a:pt x="16468" y="8564"/>
                      <a:pt x="16255" y="8333"/>
                      <a:pt x="16158" y="8041"/>
                    </a:cubicBezTo>
                    <a:lnTo>
                      <a:pt x="16158" y="8041"/>
                    </a:lnTo>
                    <a:cubicBezTo>
                      <a:pt x="16191" y="8047"/>
                      <a:pt x="16224" y="8050"/>
                      <a:pt x="16257" y="8050"/>
                    </a:cubicBezTo>
                    <a:cubicBezTo>
                      <a:pt x="16581" y="8050"/>
                      <a:pt x="16882" y="7763"/>
                      <a:pt x="16943" y="7432"/>
                    </a:cubicBezTo>
                    <a:cubicBezTo>
                      <a:pt x="17010" y="7067"/>
                      <a:pt x="16839" y="6696"/>
                      <a:pt x="16584" y="6428"/>
                    </a:cubicBezTo>
                    <a:cubicBezTo>
                      <a:pt x="16328" y="6166"/>
                      <a:pt x="15987" y="5990"/>
                      <a:pt x="15659" y="5813"/>
                    </a:cubicBezTo>
                    <a:cubicBezTo>
                      <a:pt x="15854" y="5698"/>
                      <a:pt x="16091" y="5655"/>
                      <a:pt x="16310" y="5600"/>
                    </a:cubicBezTo>
                    <a:cubicBezTo>
                      <a:pt x="16535" y="5540"/>
                      <a:pt x="16760" y="5467"/>
                      <a:pt x="16924" y="5308"/>
                    </a:cubicBezTo>
                    <a:cubicBezTo>
                      <a:pt x="17089" y="5150"/>
                      <a:pt x="17168" y="4882"/>
                      <a:pt x="17046" y="4688"/>
                    </a:cubicBezTo>
                    <a:cubicBezTo>
                      <a:pt x="16941" y="4514"/>
                      <a:pt x="16742" y="4464"/>
                      <a:pt x="16532" y="4464"/>
                    </a:cubicBezTo>
                    <a:cubicBezTo>
                      <a:pt x="16425" y="4464"/>
                      <a:pt x="16315" y="4477"/>
                      <a:pt x="16213" y="4493"/>
                    </a:cubicBezTo>
                    <a:lnTo>
                      <a:pt x="15038" y="4676"/>
                    </a:lnTo>
                    <a:cubicBezTo>
                      <a:pt x="14965" y="4511"/>
                      <a:pt x="15093" y="4323"/>
                      <a:pt x="15239" y="4213"/>
                    </a:cubicBezTo>
                    <a:cubicBezTo>
                      <a:pt x="15385" y="4110"/>
                      <a:pt x="15568" y="4037"/>
                      <a:pt x="15671" y="3891"/>
                    </a:cubicBezTo>
                    <a:cubicBezTo>
                      <a:pt x="15835" y="3666"/>
                      <a:pt x="15756" y="3325"/>
                      <a:pt x="15555" y="3136"/>
                    </a:cubicBezTo>
                    <a:cubicBezTo>
                      <a:pt x="15369" y="2966"/>
                      <a:pt x="15119" y="2826"/>
                      <a:pt x="14867" y="2809"/>
                    </a:cubicBezTo>
                    <a:lnTo>
                      <a:pt x="14867" y="2809"/>
                    </a:lnTo>
                    <a:cubicBezTo>
                      <a:pt x="15128" y="2784"/>
                      <a:pt x="15341" y="2499"/>
                      <a:pt x="15324" y="2230"/>
                    </a:cubicBezTo>
                    <a:cubicBezTo>
                      <a:pt x="15300" y="1925"/>
                      <a:pt x="15056" y="1676"/>
                      <a:pt x="14783" y="1554"/>
                    </a:cubicBezTo>
                    <a:cubicBezTo>
                      <a:pt x="14503" y="1438"/>
                      <a:pt x="14192" y="1420"/>
                      <a:pt x="13888" y="1420"/>
                    </a:cubicBezTo>
                    <a:cubicBezTo>
                      <a:pt x="13590" y="1414"/>
                      <a:pt x="13280" y="1420"/>
                      <a:pt x="12994" y="1329"/>
                    </a:cubicBezTo>
                    <a:cubicBezTo>
                      <a:pt x="13170" y="994"/>
                      <a:pt x="12939" y="550"/>
                      <a:pt x="12592" y="404"/>
                    </a:cubicBezTo>
                    <a:cubicBezTo>
                      <a:pt x="12462" y="347"/>
                      <a:pt x="12323" y="322"/>
                      <a:pt x="12183" y="322"/>
                    </a:cubicBezTo>
                    <a:cubicBezTo>
                      <a:pt x="11949" y="322"/>
                      <a:pt x="11710" y="390"/>
                      <a:pt x="11497" y="489"/>
                    </a:cubicBezTo>
                    <a:cubicBezTo>
                      <a:pt x="11095" y="678"/>
                      <a:pt x="10614" y="982"/>
                      <a:pt x="10359" y="1335"/>
                    </a:cubicBezTo>
                    <a:cubicBezTo>
                      <a:pt x="10249" y="1034"/>
                      <a:pt x="9980" y="882"/>
                      <a:pt x="9712" y="882"/>
                    </a:cubicBezTo>
                    <a:cubicBezTo>
                      <a:pt x="9458" y="882"/>
                      <a:pt x="9205" y="1018"/>
                      <a:pt x="9087" y="1292"/>
                    </a:cubicBezTo>
                    <a:cubicBezTo>
                      <a:pt x="8984" y="903"/>
                      <a:pt x="8740" y="550"/>
                      <a:pt x="8375" y="374"/>
                    </a:cubicBezTo>
                    <a:cubicBezTo>
                      <a:pt x="8262" y="321"/>
                      <a:pt x="8135" y="284"/>
                      <a:pt x="8014" y="284"/>
                    </a:cubicBezTo>
                    <a:cubicBezTo>
                      <a:pt x="7926" y="284"/>
                      <a:pt x="7841" y="303"/>
                      <a:pt x="7767" y="349"/>
                    </a:cubicBezTo>
                    <a:cubicBezTo>
                      <a:pt x="7529" y="501"/>
                      <a:pt x="7499" y="836"/>
                      <a:pt x="7560" y="1110"/>
                    </a:cubicBezTo>
                    <a:cubicBezTo>
                      <a:pt x="7621" y="1384"/>
                      <a:pt x="7755" y="1651"/>
                      <a:pt x="7736" y="1931"/>
                    </a:cubicBezTo>
                    <a:cubicBezTo>
                      <a:pt x="7383" y="1329"/>
                      <a:pt x="6824" y="751"/>
                      <a:pt x="6276" y="313"/>
                    </a:cubicBezTo>
                    <a:cubicBezTo>
                      <a:pt x="6142" y="191"/>
                      <a:pt x="5978" y="94"/>
                      <a:pt x="5807" y="33"/>
                    </a:cubicBezTo>
                    <a:cubicBezTo>
                      <a:pt x="5744" y="11"/>
                      <a:pt x="5677" y="0"/>
                      <a:pt x="56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75"/>
              <p:cNvSpPr/>
              <p:nvPr/>
            </p:nvSpPr>
            <p:spPr>
              <a:xfrm>
                <a:off x="620859" y="4530105"/>
                <a:ext cx="1566802" cy="1223002"/>
              </a:xfrm>
              <a:custGeom>
                <a:avLst/>
                <a:gdLst/>
                <a:ahLst/>
                <a:cxnLst/>
                <a:rect l="l" t="t" r="r" b="b"/>
                <a:pathLst>
                  <a:path w="23379" h="18249" extrusionOk="0">
                    <a:moveTo>
                      <a:pt x="5294" y="1"/>
                    </a:moveTo>
                    <a:cubicBezTo>
                      <a:pt x="1327" y="6633"/>
                      <a:pt x="1" y="18249"/>
                      <a:pt x="1" y="18249"/>
                    </a:cubicBezTo>
                    <a:lnTo>
                      <a:pt x="22320" y="18249"/>
                    </a:lnTo>
                    <a:cubicBezTo>
                      <a:pt x="23378" y="4789"/>
                      <a:pt x="18535" y="1"/>
                      <a:pt x="185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75"/>
              <p:cNvSpPr/>
              <p:nvPr/>
            </p:nvSpPr>
            <p:spPr>
              <a:xfrm>
                <a:off x="347233" y="4045245"/>
                <a:ext cx="1062361" cy="1633686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24377" extrusionOk="0">
                    <a:moveTo>
                      <a:pt x="7333" y="1"/>
                    </a:moveTo>
                    <a:cubicBezTo>
                      <a:pt x="7333" y="1"/>
                      <a:pt x="4260" y="13381"/>
                      <a:pt x="1" y="23409"/>
                    </a:cubicBezTo>
                    <a:cubicBezTo>
                      <a:pt x="1209" y="23837"/>
                      <a:pt x="2374" y="23942"/>
                      <a:pt x="3578" y="23942"/>
                    </a:cubicBezTo>
                    <a:cubicBezTo>
                      <a:pt x="4746" y="23942"/>
                      <a:pt x="5950" y="23843"/>
                      <a:pt x="7262" y="23843"/>
                    </a:cubicBezTo>
                    <a:cubicBezTo>
                      <a:pt x="8614" y="23843"/>
                      <a:pt x="10081" y="23948"/>
                      <a:pt x="11744" y="24377"/>
                    </a:cubicBezTo>
                    <a:cubicBezTo>
                      <a:pt x="11744" y="24377"/>
                      <a:pt x="15852" y="14580"/>
                      <a:pt x="1431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75"/>
              <p:cNvSpPr/>
              <p:nvPr/>
            </p:nvSpPr>
            <p:spPr>
              <a:xfrm>
                <a:off x="1645598" y="3094759"/>
                <a:ext cx="890260" cy="1375534"/>
              </a:xfrm>
              <a:custGeom>
                <a:avLst/>
                <a:gdLst/>
                <a:ahLst/>
                <a:cxnLst/>
                <a:rect l="l" t="t" r="r" b="b"/>
                <a:pathLst>
                  <a:path w="13284" h="20525" extrusionOk="0">
                    <a:moveTo>
                      <a:pt x="2836" y="0"/>
                    </a:moveTo>
                    <a:lnTo>
                      <a:pt x="1" y="10855"/>
                    </a:lnTo>
                    <a:cubicBezTo>
                      <a:pt x="1" y="10855"/>
                      <a:pt x="7175" y="19435"/>
                      <a:pt x="12383" y="20524"/>
                    </a:cubicBezTo>
                    <a:lnTo>
                      <a:pt x="13284" y="12413"/>
                    </a:lnTo>
                    <a:cubicBezTo>
                      <a:pt x="13284" y="12413"/>
                      <a:pt x="5203" y="1813"/>
                      <a:pt x="28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75"/>
              <p:cNvSpPr/>
              <p:nvPr/>
            </p:nvSpPr>
            <p:spPr>
              <a:xfrm>
                <a:off x="2190839" y="3092280"/>
                <a:ext cx="692492" cy="1378014"/>
              </a:xfrm>
              <a:custGeom>
                <a:avLst/>
                <a:gdLst/>
                <a:ahLst/>
                <a:cxnLst/>
                <a:rect l="l" t="t" r="r" b="b"/>
                <a:pathLst>
                  <a:path w="10333" h="20562" extrusionOk="0">
                    <a:moveTo>
                      <a:pt x="5312" y="1"/>
                    </a:moveTo>
                    <a:lnTo>
                      <a:pt x="0" y="11696"/>
                    </a:lnTo>
                    <a:lnTo>
                      <a:pt x="4253" y="20561"/>
                    </a:lnTo>
                    <a:cubicBezTo>
                      <a:pt x="6706" y="16283"/>
                      <a:pt x="9462" y="8793"/>
                      <a:pt x="10332" y="3043"/>
                    </a:cubicBezTo>
                    <a:lnTo>
                      <a:pt x="531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75"/>
              <p:cNvSpPr/>
              <p:nvPr/>
            </p:nvSpPr>
            <p:spPr>
              <a:xfrm>
                <a:off x="2187555" y="3627267"/>
                <a:ext cx="156218" cy="518447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7736" extrusionOk="0">
                    <a:moveTo>
                      <a:pt x="1654" y="0"/>
                    </a:moveTo>
                    <a:cubicBezTo>
                      <a:pt x="1569" y="0"/>
                      <a:pt x="1479" y="58"/>
                      <a:pt x="1467" y="171"/>
                    </a:cubicBezTo>
                    <a:lnTo>
                      <a:pt x="1467" y="208"/>
                    </a:lnTo>
                    <a:cubicBezTo>
                      <a:pt x="1418" y="208"/>
                      <a:pt x="1370" y="244"/>
                      <a:pt x="1351" y="293"/>
                    </a:cubicBezTo>
                    <a:cubicBezTo>
                      <a:pt x="1175" y="810"/>
                      <a:pt x="1004" y="1327"/>
                      <a:pt x="865" y="1851"/>
                    </a:cubicBezTo>
                    <a:cubicBezTo>
                      <a:pt x="615" y="2782"/>
                      <a:pt x="414" y="3731"/>
                      <a:pt x="274" y="4686"/>
                    </a:cubicBezTo>
                    <a:cubicBezTo>
                      <a:pt x="207" y="5161"/>
                      <a:pt x="147" y="5635"/>
                      <a:pt x="104" y="6116"/>
                    </a:cubicBezTo>
                    <a:cubicBezTo>
                      <a:pt x="80" y="6359"/>
                      <a:pt x="61" y="6597"/>
                      <a:pt x="43" y="6840"/>
                    </a:cubicBezTo>
                    <a:cubicBezTo>
                      <a:pt x="13" y="7084"/>
                      <a:pt x="0" y="7327"/>
                      <a:pt x="7" y="7570"/>
                    </a:cubicBezTo>
                    <a:cubicBezTo>
                      <a:pt x="17" y="7671"/>
                      <a:pt x="115" y="7736"/>
                      <a:pt x="202" y="7736"/>
                    </a:cubicBezTo>
                    <a:cubicBezTo>
                      <a:pt x="268" y="7736"/>
                      <a:pt x="328" y="7699"/>
                      <a:pt x="341" y="7613"/>
                    </a:cubicBezTo>
                    <a:cubicBezTo>
                      <a:pt x="384" y="7345"/>
                      <a:pt x="378" y="7065"/>
                      <a:pt x="402" y="6798"/>
                    </a:cubicBezTo>
                    <a:cubicBezTo>
                      <a:pt x="420" y="6530"/>
                      <a:pt x="439" y="6256"/>
                      <a:pt x="469" y="5988"/>
                    </a:cubicBezTo>
                    <a:cubicBezTo>
                      <a:pt x="645" y="4266"/>
                      <a:pt x="974" y="2562"/>
                      <a:pt x="1443" y="895"/>
                    </a:cubicBezTo>
                    <a:cubicBezTo>
                      <a:pt x="1443" y="1096"/>
                      <a:pt x="1449" y="1297"/>
                      <a:pt x="1455" y="1492"/>
                    </a:cubicBezTo>
                    <a:cubicBezTo>
                      <a:pt x="1473" y="1918"/>
                      <a:pt x="1510" y="2343"/>
                      <a:pt x="1564" y="2769"/>
                    </a:cubicBezTo>
                    <a:cubicBezTo>
                      <a:pt x="1686" y="3627"/>
                      <a:pt x="1875" y="4479"/>
                      <a:pt x="2130" y="5307"/>
                    </a:cubicBezTo>
                    <a:cubicBezTo>
                      <a:pt x="2142" y="5356"/>
                      <a:pt x="2180" y="5377"/>
                      <a:pt x="2217" y="5377"/>
                    </a:cubicBezTo>
                    <a:cubicBezTo>
                      <a:pt x="2273" y="5377"/>
                      <a:pt x="2331" y="5331"/>
                      <a:pt x="2313" y="5258"/>
                    </a:cubicBezTo>
                    <a:cubicBezTo>
                      <a:pt x="2100" y="4431"/>
                      <a:pt x="1960" y="3585"/>
                      <a:pt x="1887" y="2727"/>
                    </a:cubicBezTo>
                    <a:cubicBezTo>
                      <a:pt x="1850" y="2301"/>
                      <a:pt x="1820" y="1875"/>
                      <a:pt x="1808" y="1449"/>
                    </a:cubicBezTo>
                    <a:cubicBezTo>
                      <a:pt x="1796" y="1023"/>
                      <a:pt x="1820" y="597"/>
                      <a:pt x="1820" y="171"/>
                    </a:cubicBezTo>
                    <a:cubicBezTo>
                      <a:pt x="1820" y="56"/>
                      <a:pt x="1739" y="0"/>
                      <a:pt x="16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75"/>
              <p:cNvSpPr/>
              <p:nvPr/>
            </p:nvSpPr>
            <p:spPr>
              <a:xfrm>
                <a:off x="345625" y="3356523"/>
                <a:ext cx="723856" cy="1500321"/>
              </a:xfrm>
              <a:custGeom>
                <a:avLst/>
                <a:gdLst/>
                <a:ahLst/>
                <a:cxnLst/>
                <a:rect l="l" t="t" r="r" b="b"/>
                <a:pathLst>
                  <a:path w="10801" h="22387" extrusionOk="0">
                    <a:moveTo>
                      <a:pt x="4722" y="0"/>
                    </a:moveTo>
                    <a:cubicBezTo>
                      <a:pt x="2848" y="1759"/>
                      <a:pt x="0" y="20561"/>
                      <a:pt x="1795" y="22387"/>
                    </a:cubicBezTo>
                    <a:lnTo>
                      <a:pt x="7479" y="19009"/>
                    </a:lnTo>
                    <a:lnTo>
                      <a:pt x="10801" y="7296"/>
                    </a:lnTo>
                    <a:lnTo>
                      <a:pt x="47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75"/>
              <p:cNvSpPr/>
              <p:nvPr/>
            </p:nvSpPr>
            <p:spPr>
              <a:xfrm>
                <a:off x="647397" y="3077737"/>
                <a:ext cx="1395505" cy="1452470"/>
              </a:xfrm>
              <a:custGeom>
                <a:avLst/>
                <a:gdLst/>
                <a:ahLst/>
                <a:cxnLst/>
                <a:rect l="l" t="t" r="r" b="b"/>
                <a:pathLst>
                  <a:path w="20823" h="21673" extrusionOk="0">
                    <a:moveTo>
                      <a:pt x="13079" y="0"/>
                    </a:moveTo>
                    <a:cubicBezTo>
                      <a:pt x="10932" y="0"/>
                      <a:pt x="8975" y="84"/>
                      <a:pt x="8975" y="84"/>
                    </a:cubicBezTo>
                    <a:cubicBezTo>
                      <a:pt x="8975" y="84"/>
                      <a:pt x="2896" y="1702"/>
                      <a:pt x="219" y="4160"/>
                    </a:cubicBezTo>
                    <a:cubicBezTo>
                      <a:pt x="0" y="5171"/>
                      <a:pt x="493" y="12418"/>
                      <a:pt x="4898" y="21673"/>
                    </a:cubicBezTo>
                    <a:lnTo>
                      <a:pt x="18139" y="21673"/>
                    </a:lnTo>
                    <a:cubicBezTo>
                      <a:pt x="17707" y="15265"/>
                      <a:pt x="20500" y="14754"/>
                      <a:pt x="20658" y="11322"/>
                    </a:cubicBezTo>
                    <a:cubicBezTo>
                      <a:pt x="20822" y="7848"/>
                      <a:pt x="16843" y="5213"/>
                      <a:pt x="17731" y="254"/>
                    </a:cubicBezTo>
                    <a:cubicBezTo>
                      <a:pt x="16685" y="55"/>
                      <a:pt x="14819" y="0"/>
                      <a:pt x="130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75"/>
              <p:cNvSpPr/>
              <p:nvPr/>
            </p:nvSpPr>
            <p:spPr>
              <a:xfrm>
                <a:off x="1136278" y="3079212"/>
                <a:ext cx="670108" cy="1476261"/>
              </a:xfrm>
              <a:custGeom>
                <a:avLst/>
                <a:gdLst/>
                <a:ahLst/>
                <a:cxnLst/>
                <a:rect l="l" t="t" r="r" b="b"/>
                <a:pathLst>
                  <a:path w="9999" h="22028" extrusionOk="0">
                    <a:moveTo>
                      <a:pt x="7339" y="1"/>
                    </a:moveTo>
                    <a:lnTo>
                      <a:pt x="1" y="573"/>
                    </a:lnTo>
                    <a:cubicBezTo>
                      <a:pt x="1" y="573"/>
                      <a:pt x="2855" y="9359"/>
                      <a:pt x="3226" y="12243"/>
                    </a:cubicBezTo>
                    <a:cubicBezTo>
                      <a:pt x="3597" y="15134"/>
                      <a:pt x="3554" y="22028"/>
                      <a:pt x="3554" y="22028"/>
                    </a:cubicBezTo>
                    <a:lnTo>
                      <a:pt x="9998" y="22028"/>
                    </a:lnTo>
                    <a:cubicBezTo>
                      <a:pt x="9998" y="22028"/>
                      <a:pt x="9457" y="10862"/>
                      <a:pt x="9475" y="9803"/>
                    </a:cubicBezTo>
                    <a:cubicBezTo>
                      <a:pt x="9493" y="8745"/>
                      <a:pt x="7339" y="1"/>
                      <a:pt x="73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75"/>
              <p:cNvSpPr/>
              <p:nvPr/>
            </p:nvSpPr>
            <p:spPr>
              <a:xfrm>
                <a:off x="1723471" y="4077882"/>
                <a:ext cx="620314" cy="1576185"/>
              </a:xfrm>
              <a:custGeom>
                <a:avLst/>
                <a:gdLst/>
                <a:ahLst/>
                <a:cxnLst/>
                <a:rect l="l" t="t" r="r" b="b"/>
                <a:pathLst>
                  <a:path w="9256" h="23519" extrusionOk="0">
                    <a:moveTo>
                      <a:pt x="938" y="1"/>
                    </a:moveTo>
                    <a:lnTo>
                      <a:pt x="1" y="4321"/>
                    </a:lnTo>
                    <a:cubicBezTo>
                      <a:pt x="3129" y="10028"/>
                      <a:pt x="4893" y="23518"/>
                      <a:pt x="4893" y="23518"/>
                    </a:cubicBezTo>
                    <a:cubicBezTo>
                      <a:pt x="4893" y="23518"/>
                      <a:pt x="7163" y="23433"/>
                      <a:pt x="9256" y="22764"/>
                    </a:cubicBezTo>
                    <a:cubicBezTo>
                      <a:pt x="8544" y="20543"/>
                      <a:pt x="7954" y="16484"/>
                      <a:pt x="6287" y="11446"/>
                    </a:cubicBezTo>
                    <a:cubicBezTo>
                      <a:pt x="6256" y="11349"/>
                      <a:pt x="6226" y="11245"/>
                      <a:pt x="6189" y="11142"/>
                    </a:cubicBezTo>
                    <a:cubicBezTo>
                      <a:pt x="6153" y="11038"/>
                      <a:pt x="6116" y="10935"/>
                      <a:pt x="6080" y="10831"/>
                    </a:cubicBezTo>
                    <a:lnTo>
                      <a:pt x="5995" y="10582"/>
                    </a:lnTo>
                    <a:cubicBezTo>
                      <a:pt x="4711" y="6876"/>
                      <a:pt x="3013" y="3329"/>
                      <a:pt x="93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75"/>
              <p:cNvSpPr/>
              <p:nvPr/>
            </p:nvSpPr>
            <p:spPr>
              <a:xfrm>
                <a:off x="1156718" y="2668203"/>
                <a:ext cx="424154" cy="677145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10104" extrusionOk="0">
                    <a:moveTo>
                      <a:pt x="0" y="0"/>
                    </a:moveTo>
                    <a:lnTo>
                      <a:pt x="694" y="7643"/>
                    </a:lnTo>
                    <a:cubicBezTo>
                      <a:pt x="818" y="9040"/>
                      <a:pt x="1991" y="10104"/>
                      <a:pt x="3383" y="10104"/>
                    </a:cubicBezTo>
                    <a:cubicBezTo>
                      <a:pt x="3422" y="10104"/>
                      <a:pt x="3460" y="10103"/>
                      <a:pt x="3499" y="10101"/>
                    </a:cubicBezTo>
                    <a:cubicBezTo>
                      <a:pt x="4929" y="10046"/>
                      <a:pt x="6067" y="8884"/>
                      <a:pt x="6097" y="7454"/>
                    </a:cubicBezTo>
                    <a:lnTo>
                      <a:pt x="6121" y="6158"/>
                    </a:lnTo>
                    <a:lnTo>
                      <a:pt x="6231" y="3688"/>
                    </a:lnTo>
                    <a:lnTo>
                      <a:pt x="6328" y="15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7C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75"/>
              <p:cNvSpPr/>
              <p:nvPr/>
            </p:nvSpPr>
            <p:spPr>
              <a:xfrm>
                <a:off x="1136278" y="3072711"/>
                <a:ext cx="499615" cy="343800"/>
              </a:xfrm>
              <a:custGeom>
                <a:avLst/>
                <a:gdLst/>
                <a:ahLst/>
                <a:cxnLst/>
                <a:rect l="l" t="t" r="r" b="b"/>
                <a:pathLst>
                  <a:path w="7455" h="5130" extrusionOk="0">
                    <a:moveTo>
                      <a:pt x="6432" y="0"/>
                    </a:moveTo>
                    <a:lnTo>
                      <a:pt x="5264" y="3566"/>
                    </a:lnTo>
                    <a:lnTo>
                      <a:pt x="889" y="390"/>
                    </a:lnTo>
                    <a:lnTo>
                      <a:pt x="1" y="670"/>
                    </a:lnTo>
                    <a:lnTo>
                      <a:pt x="2070" y="5130"/>
                    </a:lnTo>
                    <a:lnTo>
                      <a:pt x="7455" y="4187"/>
                    </a:lnTo>
                    <a:lnTo>
                      <a:pt x="7339" y="98"/>
                    </a:lnTo>
                    <a:lnTo>
                      <a:pt x="64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75"/>
              <p:cNvSpPr/>
              <p:nvPr/>
            </p:nvSpPr>
            <p:spPr>
              <a:xfrm>
                <a:off x="1483286" y="3538002"/>
                <a:ext cx="27812" cy="3545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529" extrusionOk="0">
                    <a:moveTo>
                      <a:pt x="184" y="0"/>
                    </a:moveTo>
                    <a:cubicBezTo>
                      <a:pt x="161" y="0"/>
                      <a:pt x="138" y="6"/>
                      <a:pt x="117" y="18"/>
                    </a:cubicBezTo>
                    <a:cubicBezTo>
                      <a:pt x="92" y="25"/>
                      <a:pt x="74" y="37"/>
                      <a:pt x="56" y="55"/>
                    </a:cubicBezTo>
                    <a:cubicBezTo>
                      <a:pt x="31" y="73"/>
                      <a:pt x="19" y="104"/>
                      <a:pt x="7" y="134"/>
                    </a:cubicBezTo>
                    <a:cubicBezTo>
                      <a:pt x="7" y="152"/>
                      <a:pt x="7" y="165"/>
                      <a:pt x="7" y="177"/>
                    </a:cubicBezTo>
                    <a:cubicBezTo>
                      <a:pt x="1" y="207"/>
                      <a:pt x="13" y="238"/>
                      <a:pt x="25" y="268"/>
                    </a:cubicBezTo>
                    <a:cubicBezTo>
                      <a:pt x="44" y="298"/>
                      <a:pt x="56" y="335"/>
                      <a:pt x="74" y="365"/>
                    </a:cubicBezTo>
                    <a:cubicBezTo>
                      <a:pt x="86" y="396"/>
                      <a:pt x="104" y="426"/>
                      <a:pt x="129" y="450"/>
                    </a:cubicBezTo>
                    <a:cubicBezTo>
                      <a:pt x="141" y="463"/>
                      <a:pt x="153" y="475"/>
                      <a:pt x="165" y="487"/>
                    </a:cubicBezTo>
                    <a:cubicBezTo>
                      <a:pt x="177" y="499"/>
                      <a:pt x="196" y="511"/>
                      <a:pt x="214" y="517"/>
                    </a:cubicBezTo>
                    <a:cubicBezTo>
                      <a:pt x="226" y="524"/>
                      <a:pt x="238" y="524"/>
                      <a:pt x="250" y="524"/>
                    </a:cubicBezTo>
                    <a:cubicBezTo>
                      <a:pt x="257" y="527"/>
                      <a:pt x="263" y="528"/>
                      <a:pt x="269" y="528"/>
                    </a:cubicBezTo>
                    <a:cubicBezTo>
                      <a:pt x="275" y="528"/>
                      <a:pt x="281" y="527"/>
                      <a:pt x="287" y="524"/>
                    </a:cubicBezTo>
                    <a:cubicBezTo>
                      <a:pt x="299" y="524"/>
                      <a:pt x="311" y="524"/>
                      <a:pt x="323" y="517"/>
                    </a:cubicBezTo>
                    <a:cubicBezTo>
                      <a:pt x="342" y="511"/>
                      <a:pt x="360" y="499"/>
                      <a:pt x="372" y="487"/>
                    </a:cubicBezTo>
                    <a:lnTo>
                      <a:pt x="396" y="457"/>
                    </a:lnTo>
                    <a:cubicBezTo>
                      <a:pt x="403" y="444"/>
                      <a:pt x="409" y="432"/>
                      <a:pt x="409" y="420"/>
                    </a:cubicBezTo>
                    <a:lnTo>
                      <a:pt x="415" y="384"/>
                    </a:lnTo>
                    <a:cubicBezTo>
                      <a:pt x="415" y="365"/>
                      <a:pt x="415" y="347"/>
                      <a:pt x="415" y="329"/>
                    </a:cubicBezTo>
                    <a:cubicBezTo>
                      <a:pt x="415" y="304"/>
                      <a:pt x="409" y="286"/>
                      <a:pt x="403" y="262"/>
                    </a:cubicBezTo>
                    <a:lnTo>
                      <a:pt x="396" y="238"/>
                    </a:lnTo>
                    <a:cubicBezTo>
                      <a:pt x="384" y="201"/>
                      <a:pt x="366" y="171"/>
                      <a:pt x="354" y="134"/>
                    </a:cubicBezTo>
                    <a:cubicBezTo>
                      <a:pt x="348" y="104"/>
                      <a:pt x="330" y="73"/>
                      <a:pt x="311" y="55"/>
                    </a:cubicBezTo>
                    <a:cubicBezTo>
                      <a:pt x="293" y="37"/>
                      <a:pt x="275" y="25"/>
                      <a:pt x="250" y="18"/>
                    </a:cubicBezTo>
                    <a:cubicBezTo>
                      <a:pt x="229" y="6"/>
                      <a:pt x="206" y="0"/>
                      <a:pt x="1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75"/>
              <p:cNvSpPr/>
              <p:nvPr/>
            </p:nvSpPr>
            <p:spPr>
              <a:xfrm>
                <a:off x="1524099" y="3826372"/>
                <a:ext cx="24528" cy="37932"/>
              </a:xfrm>
              <a:custGeom>
                <a:avLst/>
                <a:gdLst/>
                <a:ahLst/>
                <a:cxnLst/>
                <a:rect l="l" t="t" r="r" b="b"/>
                <a:pathLst>
                  <a:path w="366" h="566" extrusionOk="0">
                    <a:moveTo>
                      <a:pt x="174" y="1"/>
                    </a:moveTo>
                    <a:cubicBezTo>
                      <a:pt x="166" y="1"/>
                      <a:pt x="159" y="2"/>
                      <a:pt x="153" y="5"/>
                    </a:cubicBezTo>
                    <a:cubicBezTo>
                      <a:pt x="128" y="5"/>
                      <a:pt x="110" y="11"/>
                      <a:pt x="92" y="24"/>
                    </a:cubicBezTo>
                    <a:lnTo>
                      <a:pt x="55" y="54"/>
                    </a:lnTo>
                    <a:cubicBezTo>
                      <a:pt x="37" y="66"/>
                      <a:pt x="25" y="90"/>
                      <a:pt x="19" y="109"/>
                    </a:cubicBezTo>
                    <a:cubicBezTo>
                      <a:pt x="7" y="127"/>
                      <a:pt x="0" y="151"/>
                      <a:pt x="7" y="176"/>
                    </a:cubicBezTo>
                    <a:cubicBezTo>
                      <a:pt x="7" y="212"/>
                      <a:pt x="13" y="249"/>
                      <a:pt x="13" y="291"/>
                    </a:cubicBezTo>
                    <a:cubicBezTo>
                      <a:pt x="19" y="316"/>
                      <a:pt x="19" y="334"/>
                      <a:pt x="25" y="358"/>
                    </a:cubicBezTo>
                    <a:cubicBezTo>
                      <a:pt x="25" y="370"/>
                      <a:pt x="25" y="376"/>
                      <a:pt x="31" y="389"/>
                    </a:cubicBezTo>
                    <a:cubicBezTo>
                      <a:pt x="31" y="407"/>
                      <a:pt x="37" y="425"/>
                      <a:pt x="43" y="443"/>
                    </a:cubicBezTo>
                    <a:cubicBezTo>
                      <a:pt x="55" y="486"/>
                      <a:pt x="86" y="522"/>
                      <a:pt x="122" y="547"/>
                    </a:cubicBezTo>
                    <a:cubicBezTo>
                      <a:pt x="140" y="553"/>
                      <a:pt x="159" y="565"/>
                      <a:pt x="177" y="565"/>
                    </a:cubicBezTo>
                    <a:lnTo>
                      <a:pt x="220" y="565"/>
                    </a:lnTo>
                    <a:cubicBezTo>
                      <a:pt x="244" y="559"/>
                      <a:pt x="262" y="553"/>
                      <a:pt x="280" y="547"/>
                    </a:cubicBezTo>
                    <a:lnTo>
                      <a:pt x="317" y="516"/>
                    </a:lnTo>
                    <a:cubicBezTo>
                      <a:pt x="347" y="486"/>
                      <a:pt x="359" y="449"/>
                      <a:pt x="359" y="401"/>
                    </a:cubicBezTo>
                    <a:cubicBezTo>
                      <a:pt x="366" y="383"/>
                      <a:pt x="366" y="364"/>
                      <a:pt x="366" y="346"/>
                    </a:cubicBezTo>
                    <a:cubicBezTo>
                      <a:pt x="366" y="310"/>
                      <a:pt x="359" y="279"/>
                      <a:pt x="353" y="249"/>
                    </a:cubicBezTo>
                    <a:lnTo>
                      <a:pt x="341" y="127"/>
                    </a:lnTo>
                    <a:cubicBezTo>
                      <a:pt x="329" y="103"/>
                      <a:pt x="317" y="72"/>
                      <a:pt x="293" y="54"/>
                    </a:cubicBezTo>
                    <a:lnTo>
                      <a:pt x="256" y="24"/>
                    </a:lnTo>
                    <a:cubicBezTo>
                      <a:pt x="238" y="11"/>
                      <a:pt x="220" y="5"/>
                      <a:pt x="195" y="5"/>
                    </a:cubicBezTo>
                    <a:cubicBezTo>
                      <a:pt x="189" y="2"/>
                      <a:pt x="181" y="1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75"/>
              <p:cNvSpPr/>
              <p:nvPr/>
            </p:nvSpPr>
            <p:spPr>
              <a:xfrm>
                <a:off x="1238678" y="2858126"/>
                <a:ext cx="338907" cy="217003"/>
              </a:xfrm>
              <a:custGeom>
                <a:avLst/>
                <a:gdLst/>
                <a:ahLst/>
                <a:cxnLst/>
                <a:rect l="l" t="t" r="r" b="b"/>
                <a:pathLst>
                  <a:path w="5057" h="3238" extrusionOk="0">
                    <a:moveTo>
                      <a:pt x="989" y="0"/>
                    </a:moveTo>
                    <a:cubicBezTo>
                      <a:pt x="588" y="0"/>
                      <a:pt x="241" y="25"/>
                      <a:pt x="0" y="87"/>
                    </a:cubicBezTo>
                    <a:cubicBezTo>
                      <a:pt x="582" y="1732"/>
                      <a:pt x="1797" y="3238"/>
                      <a:pt x="4235" y="3238"/>
                    </a:cubicBezTo>
                    <a:cubicBezTo>
                      <a:pt x="4449" y="3238"/>
                      <a:pt x="4672" y="3226"/>
                      <a:pt x="4904" y="3202"/>
                    </a:cubicBezTo>
                    <a:lnTo>
                      <a:pt x="5057" y="397"/>
                    </a:lnTo>
                    <a:cubicBezTo>
                      <a:pt x="5057" y="397"/>
                      <a:pt x="2591" y="0"/>
                      <a:pt x="9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75"/>
              <p:cNvSpPr/>
              <p:nvPr/>
            </p:nvSpPr>
            <p:spPr>
              <a:xfrm>
                <a:off x="1039641" y="2234008"/>
                <a:ext cx="753277" cy="774253"/>
              </a:xfrm>
              <a:custGeom>
                <a:avLst/>
                <a:gdLst/>
                <a:ahLst/>
                <a:cxnLst/>
                <a:rect l="l" t="t" r="r" b="b"/>
                <a:pathLst>
                  <a:path w="11240" h="11553" extrusionOk="0">
                    <a:moveTo>
                      <a:pt x="6338" y="1"/>
                    </a:moveTo>
                    <a:cubicBezTo>
                      <a:pt x="4487" y="1"/>
                      <a:pt x="2399" y="1039"/>
                      <a:pt x="1461" y="2317"/>
                    </a:cubicBezTo>
                    <a:cubicBezTo>
                      <a:pt x="1" y="4295"/>
                      <a:pt x="335" y="6747"/>
                      <a:pt x="1619" y="8621"/>
                    </a:cubicBezTo>
                    <a:cubicBezTo>
                      <a:pt x="2209" y="9491"/>
                      <a:pt x="2994" y="10221"/>
                      <a:pt x="3907" y="10745"/>
                    </a:cubicBezTo>
                    <a:cubicBezTo>
                      <a:pt x="4793" y="11247"/>
                      <a:pt x="5831" y="11553"/>
                      <a:pt x="6840" y="11553"/>
                    </a:cubicBezTo>
                    <a:cubicBezTo>
                      <a:pt x="7654" y="11553"/>
                      <a:pt x="8449" y="11353"/>
                      <a:pt x="9128" y="10897"/>
                    </a:cubicBezTo>
                    <a:cubicBezTo>
                      <a:pt x="10229" y="10161"/>
                      <a:pt x="10862" y="8846"/>
                      <a:pt x="11002" y="7526"/>
                    </a:cubicBezTo>
                    <a:cubicBezTo>
                      <a:pt x="11239" y="5299"/>
                      <a:pt x="10394" y="2287"/>
                      <a:pt x="8659" y="772"/>
                    </a:cubicBezTo>
                    <a:cubicBezTo>
                      <a:pt x="8106" y="291"/>
                      <a:pt x="7406" y="60"/>
                      <a:pt x="6651" y="11"/>
                    </a:cubicBezTo>
                    <a:cubicBezTo>
                      <a:pt x="6548" y="4"/>
                      <a:pt x="6443" y="1"/>
                      <a:pt x="6338" y="1"/>
                    </a:cubicBezTo>
                    <a:close/>
                  </a:path>
                </a:pathLst>
              </a:custGeom>
              <a:solidFill>
                <a:srgbClr val="F7C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75"/>
              <p:cNvSpPr/>
              <p:nvPr/>
            </p:nvSpPr>
            <p:spPr>
              <a:xfrm>
                <a:off x="1626432" y="2530285"/>
                <a:ext cx="59646" cy="66682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95" extrusionOk="0">
                    <a:moveTo>
                      <a:pt x="367" y="1"/>
                    </a:moveTo>
                    <a:cubicBezTo>
                      <a:pt x="327" y="1"/>
                      <a:pt x="288" y="9"/>
                      <a:pt x="250" y="26"/>
                    </a:cubicBezTo>
                    <a:cubicBezTo>
                      <a:pt x="68" y="117"/>
                      <a:pt x="1" y="397"/>
                      <a:pt x="110" y="659"/>
                    </a:cubicBezTo>
                    <a:cubicBezTo>
                      <a:pt x="198" y="864"/>
                      <a:pt x="368" y="994"/>
                      <a:pt x="526" y="994"/>
                    </a:cubicBezTo>
                    <a:cubicBezTo>
                      <a:pt x="565" y="994"/>
                      <a:pt x="603" y="986"/>
                      <a:pt x="640" y="969"/>
                    </a:cubicBezTo>
                    <a:cubicBezTo>
                      <a:pt x="828" y="878"/>
                      <a:pt x="889" y="598"/>
                      <a:pt x="786" y="336"/>
                    </a:cubicBezTo>
                    <a:cubicBezTo>
                      <a:pt x="698" y="132"/>
                      <a:pt x="528" y="1"/>
                      <a:pt x="3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75"/>
              <p:cNvSpPr/>
              <p:nvPr/>
            </p:nvSpPr>
            <p:spPr>
              <a:xfrm>
                <a:off x="1433158" y="2603332"/>
                <a:ext cx="59981" cy="66414"/>
              </a:xfrm>
              <a:custGeom>
                <a:avLst/>
                <a:gdLst/>
                <a:ahLst/>
                <a:cxnLst/>
                <a:rect l="l" t="t" r="r" b="b"/>
                <a:pathLst>
                  <a:path w="895" h="991" extrusionOk="0">
                    <a:moveTo>
                      <a:pt x="367" y="0"/>
                    </a:moveTo>
                    <a:cubicBezTo>
                      <a:pt x="327" y="0"/>
                      <a:pt x="288" y="8"/>
                      <a:pt x="250" y="25"/>
                    </a:cubicBezTo>
                    <a:cubicBezTo>
                      <a:pt x="67" y="110"/>
                      <a:pt x="1" y="396"/>
                      <a:pt x="110" y="652"/>
                    </a:cubicBezTo>
                    <a:cubicBezTo>
                      <a:pt x="197" y="859"/>
                      <a:pt x="364" y="990"/>
                      <a:pt x="523" y="990"/>
                    </a:cubicBezTo>
                    <a:cubicBezTo>
                      <a:pt x="565" y="990"/>
                      <a:pt x="606" y="981"/>
                      <a:pt x="646" y="962"/>
                    </a:cubicBezTo>
                    <a:cubicBezTo>
                      <a:pt x="828" y="877"/>
                      <a:pt x="895" y="597"/>
                      <a:pt x="785" y="335"/>
                    </a:cubicBezTo>
                    <a:cubicBezTo>
                      <a:pt x="698" y="131"/>
                      <a:pt x="528" y="0"/>
                      <a:pt x="3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75"/>
              <p:cNvSpPr/>
              <p:nvPr/>
            </p:nvSpPr>
            <p:spPr>
              <a:xfrm>
                <a:off x="1526109" y="2521573"/>
                <a:ext cx="123647" cy="194016"/>
              </a:xfrm>
              <a:custGeom>
                <a:avLst/>
                <a:gdLst/>
                <a:ahLst/>
                <a:cxnLst/>
                <a:rect l="l" t="t" r="r" b="b"/>
                <a:pathLst>
                  <a:path w="1845" h="2895" extrusionOk="0">
                    <a:moveTo>
                      <a:pt x="75" y="1"/>
                    </a:moveTo>
                    <a:cubicBezTo>
                      <a:pt x="36" y="1"/>
                      <a:pt x="1" y="43"/>
                      <a:pt x="31" y="83"/>
                    </a:cubicBezTo>
                    <a:cubicBezTo>
                      <a:pt x="378" y="545"/>
                      <a:pt x="731" y="1002"/>
                      <a:pt x="1096" y="1446"/>
                    </a:cubicBezTo>
                    <a:cubicBezTo>
                      <a:pt x="1273" y="1665"/>
                      <a:pt x="1498" y="1884"/>
                      <a:pt x="1589" y="2158"/>
                    </a:cubicBezTo>
                    <a:cubicBezTo>
                      <a:pt x="1662" y="2389"/>
                      <a:pt x="1559" y="2602"/>
                      <a:pt x="1431" y="2785"/>
                    </a:cubicBezTo>
                    <a:cubicBezTo>
                      <a:pt x="1396" y="2831"/>
                      <a:pt x="1428" y="2895"/>
                      <a:pt x="1484" y="2895"/>
                    </a:cubicBezTo>
                    <a:cubicBezTo>
                      <a:pt x="1486" y="2895"/>
                      <a:pt x="1489" y="2894"/>
                      <a:pt x="1492" y="2894"/>
                    </a:cubicBezTo>
                    <a:cubicBezTo>
                      <a:pt x="1711" y="2864"/>
                      <a:pt x="1839" y="2632"/>
                      <a:pt x="1839" y="2426"/>
                    </a:cubicBezTo>
                    <a:cubicBezTo>
                      <a:pt x="1845" y="2127"/>
                      <a:pt x="1668" y="1866"/>
                      <a:pt x="1492" y="1641"/>
                    </a:cubicBezTo>
                    <a:cubicBezTo>
                      <a:pt x="1054" y="1081"/>
                      <a:pt x="591" y="551"/>
                      <a:pt x="116" y="22"/>
                    </a:cubicBezTo>
                    <a:cubicBezTo>
                      <a:pt x="105" y="7"/>
                      <a:pt x="90" y="1"/>
                      <a:pt x="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75"/>
              <p:cNvSpPr/>
              <p:nvPr/>
            </p:nvSpPr>
            <p:spPr>
              <a:xfrm>
                <a:off x="1020475" y="2214573"/>
                <a:ext cx="610529" cy="575479"/>
              </a:xfrm>
              <a:custGeom>
                <a:avLst/>
                <a:gdLst/>
                <a:ahLst/>
                <a:cxnLst/>
                <a:rect l="l" t="t" r="r" b="b"/>
                <a:pathLst>
                  <a:path w="9110" h="8587" extrusionOk="0">
                    <a:moveTo>
                      <a:pt x="7643" y="1"/>
                    </a:moveTo>
                    <a:cubicBezTo>
                      <a:pt x="7323" y="1"/>
                      <a:pt x="7003" y="74"/>
                      <a:pt x="6706" y="222"/>
                    </a:cubicBezTo>
                    <a:cubicBezTo>
                      <a:pt x="6421" y="187"/>
                      <a:pt x="6128" y="169"/>
                      <a:pt x="5832" y="169"/>
                    </a:cubicBezTo>
                    <a:cubicBezTo>
                      <a:pt x="4431" y="169"/>
                      <a:pt x="2968" y="572"/>
                      <a:pt x="1948" y="1482"/>
                    </a:cubicBezTo>
                    <a:cubicBezTo>
                      <a:pt x="700" y="2607"/>
                      <a:pt x="1" y="4208"/>
                      <a:pt x="7" y="5887"/>
                    </a:cubicBezTo>
                    <a:cubicBezTo>
                      <a:pt x="13" y="6788"/>
                      <a:pt x="360" y="7652"/>
                      <a:pt x="980" y="8309"/>
                    </a:cubicBezTo>
                    <a:cubicBezTo>
                      <a:pt x="1156" y="8496"/>
                      <a:pt x="1408" y="8586"/>
                      <a:pt x="1664" y="8586"/>
                    </a:cubicBezTo>
                    <a:cubicBezTo>
                      <a:pt x="1941" y="8586"/>
                      <a:pt x="2221" y="8481"/>
                      <a:pt x="2410" y="8278"/>
                    </a:cubicBezTo>
                    <a:cubicBezTo>
                      <a:pt x="2745" y="7922"/>
                      <a:pt x="2773" y="7341"/>
                      <a:pt x="2523" y="6918"/>
                    </a:cubicBezTo>
                    <a:lnTo>
                      <a:pt x="2523" y="6918"/>
                    </a:lnTo>
                    <a:cubicBezTo>
                      <a:pt x="2566" y="6929"/>
                      <a:pt x="2610" y="6935"/>
                      <a:pt x="2655" y="6935"/>
                    </a:cubicBezTo>
                    <a:cubicBezTo>
                      <a:pt x="2725" y="6935"/>
                      <a:pt x="2796" y="6920"/>
                      <a:pt x="2861" y="6891"/>
                    </a:cubicBezTo>
                    <a:cubicBezTo>
                      <a:pt x="3080" y="6788"/>
                      <a:pt x="3213" y="6544"/>
                      <a:pt x="3232" y="6301"/>
                    </a:cubicBezTo>
                    <a:cubicBezTo>
                      <a:pt x="3238" y="6051"/>
                      <a:pt x="3183" y="5808"/>
                      <a:pt x="3074" y="5589"/>
                    </a:cubicBezTo>
                    <a:cubicBezTo>
                      <a:pt x="2874" y="5190"/>
                      <a:pt x="2600" y="4835"/>
                      <a:pt x="2269" y="4545"/>
                    </a:cubicBezTo>
                    <a:lnTo>
                      <a:pt x="2269" y="4545"/>
                    </a:lnTo>
                    <a:cubicBezTo>
                      <a:pt x="2342" y="4571"/>
                      <a:pt x="2420" y="4584"/>
                      <a:pt x="2498" y="4584"/>
                    </a:cubicBezTo>
                    <a:cubicBezTo>
                      <a:pt x="2593" y="4584"/>
                      <a:pt x="2689" y="4564"/>
                      <a:pt x="2775" y="4524"/>
                    </a:cubicBezTo>
                    <a:cubicBezTo>
                      <a:pt x="3042" y="4388"/>
                      <a:pt x="3216" y="4119"/>
                      <a:pt x="3242" y="3824"/>
                    </a:cubicBezTo>
                    <a:lnTo>
                      <a:pt x="3242" y="3824"/>
                    </a:lnTo>
                    <a:cubicBezTo>
                      <a:pt x="3314" y="3855"/>
                      <a:pt x="3393" y="3873"/>
                      <a:pt x="3476" y="3873"/>
                    </a:cubicBezTo>
                    <a:cubicBezTo>
                      <a:pt x="3572" y="3873"/>
                      <a:pt x="3673" y="3849"/>
                      <a:pt x="3773" y="3794"/>
                    </a:cubicBezTo>
                    <a:cubicBezTo>
                      <a:pt x="4047" y="3642"/>
                      <a:pt x="4169" y="3313"/>
                      <a:pt x="4242" y="3009"/>
                    </a:cubicBezTo>
                    <a:cubicBezTo>
                      <a:pt x="4321" y="2705"/>
                      <a:pt x="4321" y="2358"/>
                      <a:pt x="4552" y="2145"/>
                    </a:cubicBezTo>
                    <a:cubicBezTo>
                      <a:pt x="4570" y="2638"/>
                      <a:pt x="4741" y="3112"/>
                      <a:pt x="5033" y="3502"/>
                    </a:cubicBezTo>
                    <a:cubicBezTo>
                      <a:pt x="5167" y="3696"/>
                      <a:pt x="5355" y="3855"/>
                      <a:pt x="5568" y="3952"/>
                    </a:cubicBezTo>
                    <a:cubicBezTo>
                      <a:pt x="5656" y="3988"/>
                      <a:pt x="5749" y="4006"/>
                      <a:pt x="5840" y="4006"/>
                    </a:cubicBezTo>
                    <a:cubicBezTo>
                      <a:pt x="5983" y="4006"/>
                      <a:pt x="6123" y="3962"/>
                      <a:pt x="6238" y="3873"/>
                    </a:cubicBezTo>
                    <a:cubicBezTo>
                      <a:pt x="6469" y="3684"/>
                      <a:pt x="6499" y="3331"/>
                      <a:pt x="6408" y="3045"/>
                    </a:cubicBezTo>
                    <a:cubicBezTo>
                      <a:pt x="6317" y="2759"/>
                      <a:pt x="6140" y="2516"/>
                      <a:pt x="6000" y="2248"/>
                    </a:cubicBezTo>
                    <a:cubicBezTo>
                      <a:pt x="5866" y="1987"/>
                      <a:pt x="5806" y="1676"/>
                      <a:pt x="5909" y="1396"/>
                    </a:cubicBezTo>
                    <a:lnTo>
                      <a:pt x="5909" y="1396"/>
                    </a:lnTo>
                    <a:cubicBezTo>
                      <a:pt x="6244" y="1415"/>
                      <a:pt x="6475" y="1731"/>
                      <a:pt x="6664" y="2005"/>
                    </a:cubicBezTo>
                    <a:cubicBezTo>
                      <a:pt x="6852" y="2279"/>
                      <a:pt x="7096" y="2583"/>
                      <a:pt x="7436" y="2583"/>
                    </a:cubicBezTo>
                    <a:cubicBezTo>
                      <a:pt x="7704" y="2583"/>
                      <a:pt x="7947" y="2352"/>
                      <a:pt x="8002" y="2084"/>
                    </a:cubicBezTo>
                    <a:cubicBezTo>
                      <a:pt x="8051" y="1810"/>
                      <a:pt x="7966" y="1530"/>
                      <a:pt x="7777" y="1329"/>
                    </a:cubicBezTo>
                    <a:cubicBezTo>
                      <a:pt x="7595" y="1129"/>
                      <a:pt x="7236" y="1056"/>
                      <a:pt x="6974" y="970"/>
                    </a:cubicBezTo>
                    <a:cubicBezTo>
                      <a:pt x="7061" y="924"/>
                      <a:pt x="7156" y="905"/>
                      <a:pt x="7254" y="905"/>
                    </a:cubicBezTo>
                    <a:cubicBezTo>
                      <a:pt x="7400" y="905"/>
                      <a:pt x="7551" y="948"/>
                      <a:pt x="7686" y="1007"/>
                    </a:cubicBezTo>
                    <a:cubicBezTo>
                      <a:pt x="7911" y="1104"/>
                      <a:pt x="8118" y="1244"/>
                      <a:pt x="8355" y="1305"/>
                    </a:cubicBezTo>
                    <a:cubicBezTo>
                      <a:pt x="8416" y="1319"/>
                      <a:pt x="8479" y="1326"/>
                      <a:pt x="8541" y="1326"/>
                    </a:cubicBezTo>
                    <a:cubicBezTo>
                      <a:pt x="8731" y="1326"/>
                      <a:pt x="8918" y="1260"/>
                      <a:pt x="9018" y="1104"/>
                    </a:cubicBezTo>
                    <a:cubicBezTo>
                      <a:pt x="9110" y="928"/>
                      <a:pt x="9098" y="721"/>
                      <a:pt x="8988" y="563"/>
                    </a:cubicBezTo>
                    <a:cubicBezTo>
                      <a:pt x="8878" y="405"/>
                      <a:pt x="8726" y="283"/>
                      <a:pt x="8550" y="204"/>
                    </a:cubicBezTo>
                    <a:cubicBezTo>
                      <a:pt x="8263" y="69"/>
                      <a:pt x="7953" y="1"/>
                      <a:pt x="76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75"/>
              <p:cNvSpPr/>
              <p:nvPr/>
            </p:nvSpPr>
            <p:spPr>
              <a:xfrm>
                <a:off x="955670" y="2697556"/>
                <a:ext cx="290789" cy="258486"/>
              </a:xfrm>
              <a:custGeom>
                <a:avLst/>
                <a:gdLst/>
                <a:ahLst/>
                <a:cxnLst/>
                <a:rect l="l" t="t" r="r" b="b"/>
                <a:pathLst>
                  <a:path w="4339" h="3857" extrusionOk="0">
                    <a:moveTo>
                      <a:pt x="1487" y="0"/>
                    </a:moveTo>
                    <a:cubicBezTo>
                      <a:pt x="988" y="0"/>
                      <a:pt x="482" y="213"/>
                      <a:pt x="238" y="639"/>
                    </a:cubicBezTo>
                    <a:cubicBezTo>
                      <a:pt x="0" y="1059"/>
                      <a:pt x="61" y="1582"/>
                      <a:pt x="219" y="2039"/>
                    </a:cubicBezTo>
                    <a:cubicBezTo>
                      <a:pt x="426" y="2623"/>
                      <a:pt x="797" y="3158"/>
                      <a:pt x="1321" y="3493"/>
                    </a:cubicBezTo>
                    <a:cubicBezTo>
                      <a:pt x="1670" y="3723"/>
                      <a:pt x="2089" y="3856"/>
                      <a:pt x="2505" y="3856"/>
                    </a:cubicBezTo>
                    <a:cubicBezTo>
                      <a:pt x="2704" y="3856"/>
                      <a:pt x="2902" y="3826"/>
                      <a:pt x="3091" y="3761"/>
                    </a:cubicBezTo>
                    <a:cubicBezTo>
                      <a:pt x="3682" y="3566"/>
                      <a:pt x="4156" y="3031"/>
                      <a:pt x="4217" y="2416"/>
                    </a:cubicBezTo>
                    <a:cubicBezTo>
                      <a:pt x="4339" y="1230"/>
                      <a:pt x="2769" y="171"/>
                      <a:pt x="1740" y="19"/>
                    </a:cubicBezTo>
                    <a:cubicBezTo>
                      <a:pt x="1657" y="6"/>
                      <a:pt x="1572" y="0"/>
                      <a:pt x="1487" y="0"/>
                    </a:cubicBezTo>
                    <a:close/>
                  </a:path>
                </a:pathLst>
              </a:custGeom>
              <a:solidFill>
                <a:srgbClr val="F7C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75"/>
              <p:cNvSpPr/>
              <p:nvPr/>
            </p:nvSpPr>
            <p:spPr>
              <a:xfrm>
                <a:off x="1845037" y="3926158"/>
                <a:ext cx="126462" cy="226854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3385" extrusionOk="0">
                    <a:moveTo>
                      <a:pt x="0" y="1"/>
                    </a:moveTo>
                    <a:lnTo>
                      <a:pt x="0" y="646"/>
                    </a:lnTo>
                    <a:lnTo>
                      <a:pt x="0" y="1796"/>
                    </a:lnTo>
                    <a:lnTo>
                      <a:pt x="0" y="2380"/>
                    </a:lnTo>
                    <a:lnTo>
                      <a:pt x="0" y="2484"/>
                    </a:lnTo>
                    <a:lnTo>
                      <a:pt x="0" y="2636"/>
                    </a:lnTo>
                    <a:lnTo>
                      <a:pt x="0" y="3384"/>
                    </a:lnTo>
                    <a:lnTo>
                      <a:pt x="1887" y="3384"/>
                    </a:lnTo>
                    <a:lnTo>
                      <a:pt x="1887" y="3001"/>
                    </a:lnTo>
                    <a:lnTo>
                      <a:pt x="1887" y="2952"/>
                    </a:lnTo>
                    <a:lnTo>
                      <a:pt x="1887" y="2484"/>
                    </a:lnTo>
                    <a:lnTo>
                      <a:pt x="1887" y="2380"/>
                    </a:lnTo>
                    <a:lnTo>
                      <a:pt x="1887" y="2307"/>
                    </a:lnTo>
                    <a:lnTo>
                      <a:pt x="1887" y="2295"/>
                    </a:lnTo>
                    <a:lnTo>
                      <a:pt x="1887" y="1796"/>
                    </a:lnTo>
                    <a:lnTo>
                      <a:pt x="1887" y="1595"/>
                    </a:lnTo>
                    <a:lnTo>
                      <a:pt x="1887" y="889"/>
                    </a:lnTo>
                    <a:lnTo>
                      <a:pt x="1887" y="646"/>
                    </a:lnTo>
                    <a:lnTo>
                      <a:pt x="188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75"/>
              <p:cNvSpPr/>
              <p:nvPr/>
            </p:nvSpPr>
            <p:spPr>
              <a:xfrm>
                <a:off x="1517598" y="4441644"/>
                <a:ext cx="776867" cy="21647"/>
              </a:xfrm>
              <a:custGeom>
                <a:avLst/>
                <a:gdLst/>
                <a:ahLst/>
                <a:cxnLst/>
                <a:rect l="l" t="t" r="r" b="b"/>
                <a:pathLst>
                  <a:path w="11592" h="323" extrusionOk="0">
                    <a:moveTo>
                      <a:pt x="0" y="0"/>
                    </a:moveTo>
                    <a:lnTo>
                      <a:pt x="0" y="323"/>
                    </a:lnTo>
                    <a:lnTo>
                      <a:pt x="11592" y="323"/>
                    </a:lnTo>
                    <a:lnTo>
                      <a:pt x="115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75"/>
              <p:cNvSpPr/>
              <p:nvPr/>
            </p:nvSpPr>
            <p:spPr>
              <a:xfrm>
                <a:off x="1659873" y="4259361"/>
                <a:ext cx="38401" cy="32906"/>
              </a:xfrm>
              <a:custGeom>
                <a:avLst/>
                <a:gdLst/>
                <a:ahLst/>
                <a:cxnLst/>
                <a:rect l="l" t="t" r="r" b="b"/>
                <a:pathLst>
                  <a:path w="573" h="491" extrusionOk="0">
                    <a:moveTo>
                      <a:pt x="244" y="0"/>
                    </a:moveTo>
                    <a:cubicBezTo>
                      <a:pt x="110" y="0"/>
                      <a:pt x="1" y="110"/>
                      <a:pt x="1" y="244"/>
                    </a:cubicBezTo>
                    <a:cubicBezTo>
                      <a:pt x="1" y="392"/>
                      <a:pt x="121" y="491"/>
                      <a:pt x="249" y="491"/>
                    </a:cubicBezTo>
                    <a:cubicBezTo>
                      <a:pt x="308" y="491"/>
                      <a:pt x="370" y="469"/>
                      <a:pt x="421" y="420"/>
                    </a:cubicBezTo>
                    <a:cubicBezTo>
                      <a:pt x="573" y="262"/>
                      <a:pt x="463" y="0"/>
                      <a:pt x="244" y="0"/>
                    </a:cubicBezTo>
                    <a:close/>
                  </a:path>
                </a:pathLst>
              </a:custGeom>
              <a:solidFill>
                <a:srgbClr val="FF6E24"/>
              </a:solidFill>
              <a:ln w="1975" cap="flat" cmpd="sng">
                <a:solidFill>
                  <a:srgbClr val="FFAE8E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75"/>
              <p:cNvSpPr/>
              <p:nvPr/>
            </p:nvSpPr>
            <p:spPr>
              <a:xfrm>
                <a:off x="1601167" y="3926158"/>
                <a:ext cx="126864" cy="22685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3385" extrusionOk="0">
                    <a:moveTo>
                      <a:pt x="0" y="1"/>
                    </a:moveTo>
                    <a:lnTo>
                      <a:pt x="0" y="646"/>
                    </a:lnTo>
                    <a:lnTo>
                      <a:pt x="0" y="1796"/>
                    </a:lnTo>
                    <a:lnTo>
                      <a:pt x="0" y="2380"/>
                    </a:lnTo>
                    <a:lnTo>
                      <a:pt x="0" y="2484"/>
                    </a:lnTo>
                    <a:lnTo>
                      <a:pt x="0" y="2636"/>
                    </a:lnTo>
                    <a:lnTo>
                      <a:pt x="0" y="3384"/>
                    </a:lnTo>
                    <a:lnTo>
                      <a:pt x="1893" y="3384"/>
                    </a:lnTo>
                    <a:lnTo>
                      <a:pt x="1893" y="3001"/>
                    </a:lnTo>
                    <a:lnTo>
                      <a:pt x="1893" y="2952"/>
                    </a:lnTo>
                    <a:lnTo>
                      <a:pt x="1893" y="2484"/>
                    </a:lnTo>
                    <a:lnTo>
                      <a:pt x="1893" y="2380"/>
                    </a:lnTo>
                    <a:lnTo>
                      <a:pt x="1893" y="2307"/>
                    </a:lnTo>
                    <a:lnTo>
                      <a:pt x="1893" y="2295"/>
                    </a:lnTo>
                    <a:lnTo>
                      <a:pt x="1893" y="1796"/>
                    </a:lnTo>
                    <a:lnTo>
                      <a:pt x="1893" y="1595"/>
                    </a:lnTo>
                    <a:lnTo>
                      <a:pt x="1893" y="889"/>
                    </a:lnTo>
                    <a:lnTo>
                      <a:pt x="1893" y="646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75"/>
              <p:cNvSpPr/>
              <p:nvPr/>
            </p:nvSpPr>
            <p:spPr>
              <a:xfrm>
                <a:off x="1601167" y="4152940"/>
                <a:ext cx="126864" cy="265121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3956" extrusionOk="0">
                    <a:moveTo>
                      <a:pt x="1118" y="1585"/>
                    </a:moveTo>
                    <a:cubicBezTo>
                      <a:pt x="1243" y="1585"/>
                      <a:pt x="1363" y="1683"/>
                      <a:pt x="1363" y="1832"/>
                    </a:cubicBezTo>
                    <a:cubicBezTo>
                      <a:pt x="1370" y="1966"/>
                      <a:pt x="1254" y="2075"/>
                      <a:pt x="1120" y="2075"/>
                    </a:cubicBezTo>
                    <a:cubicBezTo>
                      <a:pt x="901" y="2075"/>
                      <a:pt x="792" y="1813"/>
                      <a:pt x="950" y="1655"/>
                    </a:cubicBezTo>
                    <a:cubicBezTo>
                      <a:pt x="998" y="1606"/>
                      <a:pt x="1059" y="1585"/>
                      <a:pt x="1118" y="1585"/>
                    </a:cubicBezTo>
                    <a:close/>
                    <a:moveTo>
                      <a:pt x="0" y="0"/>
                    </a:moveTo>
                    <a:lnTo>
                      <a:pt x="0" y="3036"/>
                    </a:lnTo>
                    <a:cubicBezTo>
                      <a:pt x="19" y="3548"/>
                      <a:pt x="433" y="3955"/>
                      <a:pt x="944" y="3955"/>
                    </a:cubicBezTo>
                    <a:cubicBezTo>
                      <a:pt x="1455" y="3955"/>
                      <a:pt x="1875" y="3548"/>
                      <a:pt x="1893" y="3036"/>
                    </a:cubicBezTo>
                    <a:lnTo>
                      <a:pt x="1893" y="31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75"/>
              <p:cNvSpPr/>
              <p:nvPr/>
            </p:nvSpPr>
            <p:spPr>
              <a:xfrm>
                <a:off x="1577108" y="3862158"/>
                <a:ext cx="174581" cy="36793"/>
              </a:xfrm>
              <a:custGeom>
                <a:avLst/>
                <a:gdLst/>
                <a:ahLst/>
                <a:cxnLst/>
                <a:rect l="l" t="t" r="r" b="b"/>
                <a:pathLst>
                  <a:path w="2605" h="549" extrusionOk="0">
                    <a:moveTo>
                      <a:pt x="274" y="1"/>
                    </a:moveTo>
                    <a:cubicBezTo>
                      <a:pt x="122" y="1"/>
                      <a:pt x="0" y="122"/>
                      <a:pt x="0" y="274"/>
                    </a:cubicBezTo>
                    <a:cubicBezTo>
                      <a:pt x="0" y="347"/>
                      <a:pt x="31" y="414"/>
                      <a:pt x="80" y="469"/>
                    </a:cubicBezTo>
                    <a:cubicBezTo>
                      <a:pt x="134" y="518"/>
                      <a:pt x="201" y="548"/>
                      <a:pt x="274" y="548"/>
                    </a:cubicBezTo>
                    <a:lnTo>
                      <a:pt x="2331" y="548"/>
                    </a:lnTo>
                    <a:cubicBezTo>
                      <a:pt x="2477" y="548"/>
                      <a:pt x="2599" y="427"/>
                      <a:pt x="2599" y="274"/>
                    </a:cubicBezTo>
                    <a:cubicBezTo>
                      <a:pt x="2605" y="201"/>
                      <a:pt x="2574" y="135"/>
                      <a:pt x="2526" y="80"/>
                    </a:cubicBezTo>
                    <a:cubicBezTo>
                      <a:pt x="2471" y="25"/>
                      <a:pt x="2404" y="1"/>
                      <a:pt x="23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75"/>
              <p:cNvSpPr/>
              <p:nvPr/>
            </p:nvSpPr>
            <p:spPr>
              <a:xfrm>
                <a:off x="1601154" y="3888834"/>
                <a:ext cx="126864" cy="36996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408" extrusionOk="0">
                    <a:moveTo>
                      <a:pt x="0" y="0"/>
                    </a:moveTo>
                    <a:lnTo>
                      <a:pt x="0" y="408"/>
                    </a:lnTo>
                    <a:lnTo>
                      <a:pt x="1893" y="408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75"/>
              <p:cNvSpPr/>
              <p:nvPr/>
            </p:nvSpPr>
            <p:spPr>
              <a:xfrm>
                <a:off x="1654176" y="4259361"/>
                <a:ext cx="38401" cy="38401"/>
              </a:xfrm>
              <a:custGeom>
                <a:avLst/>
                <a:gdLst/>
                <a:ahLst/>
                <a:cxnLst/>
                <a:rect l="l" t="t" r="r" b="b"/>
                <a:pathLst>
                  <a:path w="573" h="573" fill="none" extrusionOk="0">
                    <a:moveTo>
                      <a:pt x="572" y="244"/>
                    </a:moveTo>
                    <a:cubicBezTo>
                      <a:pt x="572" y="463"/>
                      <a:pt x="311" y="572"/>
                      <a:pt x="159" y="414"/>
                    </a:cubicBezTo>
                    <a:cubicBezTo>
                      <a:pt x="1" y="262"/>
                      <a:pt x="110" y="0"/>
                      <a:pt x="329" y="0"/>
                    </a:cubicBezTo>
                    <a:cubicBezTo>
                      <a:pt x="463" y="0"/>
                      <a:pt x="572" y="110"/>
                      <a:pt x="572" y="244"/>
                    </a:cubicBezTo>
                    <a:close/>
                  </a:path>
                </a:pathLst>
              </a:custGeom>
              <a:noFill/>
              <a:ln w="1675" cap="flat" cmpd="sng">
                <a:solidFill>
                  <a:srgbClr val="FFAE8E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75"/>
              <p:cNvSpPr/>
              <p:nvPr/>
            </p:nvSpPr>
            <p:spPr>
              <a:xfrm>
                <a:off x="2294379" y="4089275"/>
                <a:ext cx="46175" cy="410750"/>
              </a:xfrm>
              <a:custGeom>
                <a:avLst/>
                <a:gdLst/>
                <a:ahLst/>
                <a:cxnLst/>
                <a:rect l="l" t="t" r="r" b="b"/>
                <a:pathLst>
                  <a:path w="689" h="6129" extrusionOk="0">
                    <a:moveTo>
                      <a:pt x="1" y="1"/>
                    </a:moveTo>
                    <a:lnTo>
                      <a:pt x="1" y="950"/>
                    </a:lnTo>
                    <a:lnTo>
                      <a:pt x="1" y="5258"/>
                    </a:lnTo>
                    <a:lnTo>
                      <a:pt x="1" y="5581"/>
                    </a:lnTo>
                    <a:lnTo>
                      <a:pt x="1" y="6128"/>
                    </a:lnTo>
                    <a:lnTo>
                      <a:pt x="688" y="6128"/>
                    </a:lnTo>
                    <a:lnTo>
                      <a:pt x="6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75"/>
              <p:cNvSpPr/>
              <p:nvPr/>
            </p:nvSpPr>
            <p:spPr>
              <a:xfrm>
                <a:off x="1471491" y="4089275"/>
                <a:ext cx="46175" cy="410750"/>
              </a:xfrm>
              <a:custGeom>
                <a:avLst/>
                <a:gdLst/>
                <a:ahLst/>
                <a:cxnLst/>
                <a:rect l="l" t="t" r="r" b="b"/>
                <a:pathLst>
                  <a:path w="689" h="6129" extrusionOk="0">
                    <a:moveTo>
                      <a:pt x="1" y="1"/>
                    </a:moveTo>
                    <a:lnTo>
                      <a:pt x="1" y="6128"/>
                    </a:lnTo>
                    <a:lnTo>
                      <a:pt x="688" y="6128"/>
                    </a:lnTo>
                    <a:lnTo>
                      <a:pt x="688" y="5581"/>
                    </a:lnTo>
                    <a:lnTo>
                      <a:pt x="688" y="5258"/>
                    </a:lnTo>
                    <a:lnTo>
                      <a:pt x="688" y="950"/>
                    </a:lnTo>
                    <a:lnTo>
                      <a:pt x="6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75"/>
              <p:cNvSpPr/>
              <p:nvPr/>
            </p:nvSpPr>
            <p:spPr>
              <a:xfrm>
                <a:off x="1845037" y="4152940"/>
                <a:ext cx="126462" cy="265121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3956" extrusionOk="0">
                    <a:moveTo>
                      <a:pt x="1146" y="1585"/>
                    </a:moveTo>
                    <a:cubicBezTo>
                      <a:pt x="1273" y="1585"/>
                      <a:pt x="1394" y="1683"/>
                      <a:pt x="1394" y="1832"/>
                    </a:cubicBezTo>
                    <a:cubicBezTo>
                      <a:pt x="1394" y="1966"/>
                      <a:pt x="1284" y="2075"/>
                      <a:pt x="1150" y="2075"/>
                    </a:cubicBezTo>
                    <a:cubicBezTo>
                      <a:pt x="931" y="2075"/>
                      <a:pt x="822" y="1813"/>
                      <a:pt x="974" y="1655"/>
                    </a:cubicBezTo>
                    <a:cubicBezTo>
                      <a:pt x="1025" y="1606"/>
                      <a:pt x="1086" y="1585"/>
                      <a:pt x="1146" y="1585"/>
                    </a:cubicBezTo>
                    <a:close/>
                    <a:moveTo>
                      <a:pt x="900" y="2765"/>
                    </a:moveTo>
                    <a:cubicBezTo>
                      <a:pt x="1027" y="2765"/>
                      <a:pt x="1150" y="2863"/>
                      <a:pt x="1150" y="3012"/>
                    </a:cubicBezTo>
                    <a:cubicBezTo>
                      <a:pt x="1150" y="3146"/>
                      <a:pt x="1041" y="3256"/>
                      <a:pt x="907" y="3256"/>
                    </a:cubicBezTo>
                    <a:cubicBezTo>
                      <a:pt x="688" y="3256"/>
                      <a:pt x="578" y="2994"/>
                      <a:pt x="730" y="2836"/>
                    </a:cubicBezTo>
                    <a:cubicBezTo>
                      <a:pt x="779" y="2787"/>
                      <a:pt x="840" y="2765"/>
                      <a:pt x="900" y="2765"/>
                    </a:cubicBezTo>
                    <a:close/>
                    <a:moveTo>
                      <a:pt x="0" y="0"/>
                    </a:moveTo>
                    <a:lnTo>
                      <a:pt x="0" y="3036"/>
                    </a:lnTo>
                    <a:cubicBezTo>
                      <a:pt x="18" y="3548"/>
                      <a:pt x="432" y="3955"/>
                      <a:pt x="943" y="3955"/>
                    </a:cubicBezTo>
                    <a:cubicBezTo>
                      <a:pt x="1454" y="3955"/>
                      <a:pt x="1874" y="3548"/>
                      <a:pt x="1887" y="3036"/>
                    </a:cubicBezTo>
                    <a:lnTo>
                      <a:pt x="1887" y="317"/>
                    </a:lnTo>
                    <a:lnTo>
                      <a:pt x="18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75"/>
              <p:cNvSpPr/>
              <p:nvPr/>
            </p:nvSpPr>
            <p:spPr>
              <a:xfrm>
                <a:off x="1820979" y="3862158"/>
                <a:ext cx="174581" cy="36793"/>
              </a:xfrm>
              <a:custGeom>
                <a:avLst/>
                <a:gdLst/>
                <a:ahLst/>
                <a:cxnLst/>
                <a:rect l="l" t="t" r="r" b="b"/>
                <a:pathLst>
                  <a:path w="2605" h="549" extrusionOk="0">
                    <a:moveTo>
                      <a:pt x="274" y="1"/>
                    </a:moveTo>
                    <a:cubicBezTo>
                      <a:pt x="122" y="1"/>
                      <a:pt x="0" y="122"/>
                      <a:pt x="0" y="274"/>
                    </a:cubicBezTo>
                    <a:cubicBezTo>
                      <a:pt x="0" y="347"/>
                      <a:pt x="31" y="414"/>
                      <a:pt x="85" y="469"/>
                    </a:cubicBezTo>
                    <a:cubicBezTo>
                      <a:pt x="134" y="518"/>
                      <a:pt x="201" y="548"/>
                      <a:pt x="274" y="548"/>
                    </a:cubicBezTo>
                    <a:lnTo>
                      <a:pt x="2331" y="548"/>
                    </a:lnTo>
                    <a:cubicBezTo>
                      <a:pt x="2483" y="548"/>
                      <a:pt x="2605" y="427"/>
                      <a:pt x="2605" y="274"/>
                    </a:cubicBezTo>
                    <a:cubicBezTo>
                      <a:pt x="2605" y="201"/>
                      <a:pt x="2574" y="128"/>
                      <a:pt x="2525" y="80"/>
                    </a:cubicBezTo>
                    <a:cubicBezTo>
                      <a:pt x="2471" y="31"/>
                      <a:pt x="2404" y="1"/>
                      <a:pt x="23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75"/>
              <p:cNvSpPr/>
              <p:nvPr/>
            </p:nvSpPr>
            <p:spPr>
              <a:xfrm>
                <a:off x="1845028" y="3888834"/>
                <a:ext cx="126462" cy="3699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408" extrusionOk="0">
                    <a:moveTo>
                      <a:pt x="0" y="0"/>
                    </a:moveTo>
                    <a:lnTo>
                      <a:pt x="0" y="408"/>
                    </a:lnTo>
                    <a:lnTo>
                      <a:pt x="1887" y="408"/>
                    </a:lnTo>
                    <a:lnTo>
                      <a:pt x="188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75"/>
              <p:cNvSpPr/>
              <p:nvPr/>
            </p:nvSpPr>
            <p:spPr>
              <a:xfrm>
                <a:off x="1889067" y="4338038"/>
                <a:ext cx="38803" cy="3304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93" extrusionOk="0">
                    <a:moveTo>
                      <a:pt x="250" y="1"/>
                    </a:moveTo>
                    <a:cubicBezTo>
                      <a:pt x="110" y="1"/>
                      <a:pt x="0" y="110"/>
                      <a:pt x="6" y="250"/>
                    </a:cubicBezTo>
                    <a:cubicBezTo>
                      <a:pt x="6" y="398"/>
                      <a:pt x="125" y="493"/>
                      <a:pt x="249" y="493"/>
                    </a:cubicBezTo>
                    <a:cubicBezTo>
                      <a:pt x="309" y="493"/>
                      <a:pt x="371" y="470"/>
                      <a:pt x="420" y="420"/>
                    </a:cubicBezTo>
                    <a:cubicBezTo>
                      <a:pt x="578" y="268"/>
                      <a:pt x="46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75" cap="flat" cmpd="sng">
                <a:solidFill>
                  <a:schemeClr val="accent2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75"/>
              <p:cNvSpPr/>
              <p:nvPr/>
            </p:nvSpPr>
            <p:spPr>
              <a:xfrm>
                <a:off x="1905754" y="4259361"/>
                <a:ext cx="32705" cy="3270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88" extrusionOk="0">
                    <a:moveTo>
                      <a:pt x="244" y="0"/>
                    </a:moveTo>
                    <a:cubicBezTo>
                      <a:pt x="110" y="0"/>
                      <a:pt x="1" y="110"/>
                      <a:pt x="1" y="244"/>
                    </a:cubicBezTo>
                    <a:cubicBezTo>
                      <a:pt x="1" y="378"/>
                      <a:pt x="110" y="487"/>
                      <a:pt x="244" y="487"/>
                    </a:cubicBezTo>
                    <a:cubicBezTo>
                      <a:pt x="378" y="487"/>
                      <a:pt x="488" y="378"/>
                      <a:pt x="488" y="244"/>
                    </a:cubicBezTo>
                    <a:cubicBezTo>
                      <a:pt x="488" y="110"/>
                      <a:pt x="378" y="0"/>
                      <a:pt x="2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75" cap="flat" cmpd="sng">
                <a:solidFill>
                  <a:schemeClr val="accent2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75"/>
              <p:cNvSpPr/>
              <p:nvPr/>
            </p:nvSpPr>
            <p:spPr>
              <a:xfrm>
                <a:off x="1883773" y="4338038"/>
                <a:ext cx="38401" cy="38401"/>
              </a:xfrm>
              <a:custGeom>
                <a:avLst/>
                <a:gdLst/>
                <a:ahLst/>
                <a:cxnLst/>
                <a:rect l="l" t="t" r="r" b="b"/>
                <a:pathLst>
                  <a:path w="573" h="573" fill="none" extrusionOk="0">
                    <a:moveTo>
                      <a:pt x="572" y="250"/>
                    </a:moveTo>
                    <a:cubicBezTo>
                      <a:pt x="572" y="463"/>
                      <a:pt x="305" y="573"/>
                      <a:pt x="152" y="420"/>
                    </a:cubicBezTo>
                    <a:cubicBezTo>
                      <a:pt x="0" y="262"/>
                      <a:pt x="110" y="1"/>
                      <a:pt x="329" y="1"/>
                    </a:cubicBezTo>
                    <a:cubicBezTo>
                      <a:pt x="463" y="1"/>
                      <a:pt x="572" y="110"/>
                      <a:pt x="572" y="25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675" cap="flat" cmpd="sng">
                <a:solidFill>
                  <a:schemeClr val="accent2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75"/>
              <p:cNvSpPr/>
              <p:nvPr/>
            </p:nvSpPr>
            <p:spPr>
              <a:xfrm>
                <a:off x="1905754" y="4259361"/>
                <a:ext cx="32705" cy="3270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88" fill="none" extrusionOk="0">
                    <a:moveTo>
                      <a:pt x="488" y="244"/>
                    </a:moveTo>
                    <a:cubicBezTo>
                      <a:pt x="488" y="378"/>
                      <a:pt x="378" y="487"/>
                      <a:pt x="244" y="487"/>
                    </a:cubicBezTo>
                    <a:cubicBezTo>
                      <a:pt x="110" y="487"/>
                      <a:pt x="1" y="378"/>
                      <a:pt x="1" y="244"/>
                    </a:cubicBezTo>
                    <a:cubicBezTo>
                      <a:pt x="1" y="110"/>
                      <a:pt x="110" y="0"/>
                      <a:pt x="244" y="0"/>
                    </a:cubicBezTo>
                    <a:cubicBezTo>
                      <a:pt x="378" y="0"/>
                      <a:pt x="488" y="110"/>
                      <a:pt x="488" y="24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675" cap="flat" cmpd="sng">
                <a:solidFill>
                  <a:schemeClr val="accent2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75"/>
              <p:cNvSpPr/>
              <p:nvPr/>
            </p:nvSpPr>
            <p:spPr>
              <a:xfrm>
                <a:off x="1517598" y="4152940"/>
                <a:ext cx="778073" cy="67"/>
              </a:xfrm>
              <a:custGeom>
                <a:avLst/>
                <a:gdLst/>
                <a:ahLst/>
                <a:cxnLst/>
                <a:rect l="l" t="t" r="r" b="b"/>
                <a:pathLst>
                  <a:path w="11610" h="1" fill="none" extrusionOk="0">
                    <a:moveTo>
                      <a:pt x="0" y="0"/>
                    </a:moveTo>
                    <a:lnTo>
                      <a:pt x="1247" y="0"/>
                    </a:lnTo>
                    <a:lnTo>
                      <a:pt x="1655" y="0"/>
                    </a:lnTo>
                    <a:lnTo>
                      <a:pt x="3140" y="0"/>
                    </a:lnTo>
                    <a:lnTo>
                      <a:pt x="4886" y="0"/>
                    </a:lnTo>
                    <a:lnTo>
                      <a:pt x="5294" y="0"/>
                    </a:lnTo>
                    <a:lnTo>
                      <a:pt x="6773" y="0"/>
                    </a:lnTo>
                    <a:lnTo>
                      <a:pt x="8482" y="0"/>
                    </a:lnTo>
                    <a:lnTo>
                      <a:pt x="8890" y="0"/>
                    </a:lnTo>
                    <a:lnTo>
                      <a:pt x="10369" y="0"/>
                    </a:lnTo>
                    <a:lnTo>
                      <a:pt x="11592" y="0"/>
                    </a:lnTo>
                    <a:lnTo>
                      <a:pt x="11610" y="0"/>
                    </a:lnTo>
                  </a:path>
                </a:pathLst>
              </a:custGeom>
              <a:noFill/>
              <a:ln w="19050" cap="flat" cmpd="sng">
                <a:solidFill>
                  <a:srgbClr val="2B0046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75"/>
              <p:cNvSpPr/>
              <p:nvPr/>
            </p:nvSpPr>
            <p:spPr>
              <a:xfrm>
                <a:off x="1025501" y="2804179"/>
                <a:ext cx="138190" cy="57501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858" extrusionOk="0">
                    <a:moveTo>
                      <a:pt x="769" y="0"/>
                    </a:moveTo>
                    <a:cubicBezTo>
                      <a:pt x="551" y="0"/>
                      <a:pt x="326" y="32"/>
                      <a:pt x="96" y="83"/>
                    </a:cubicBezTo>
                    <a:cubicBezTo>
                      <a:pt x="1" y="101"/>
                      <a:pt x="10" y="253"/>
                      <a:pt x="109" y="253"/>
                    </a:cubicBezTo>
                    <a:cubicBezTo>
                      <a:pt x="110" y="253"/>
                      <a:pt x="112" y="253"/>
                      <a:pt x="114" y="253"/>
                    </a:cubicBezTo>
                    <a:cubicBezTo>
                      <a:pt x="146" y="251"/>
                      <a:pt x="177" y="249"/>
                      <a:pt x="209" y="249"/>
                    </a:cubicBezTo>
                    <a:cubicBezTo>
                      <a:pt x="702" y="249"/>
                      <a:pt x="1243" y="550"/>
                      <a:pt x="1575" y="819"/>
                    </a:cubicBezTo>
                    <a:cubicBezTo>
                      <a:pt x="1617" y="844"/>
                      <a:pt x="1667" y="858"/>
                      <a:pt x="1717" y="858"/>
                    </a:cubicBezTo>
                    <a:cubicBezTo>
                      <a:pt x="1739" y="858"/>
                      <a:pt x="1761" y="855"/>
                      <a:pt x="1782" y="849"/>
                    </a:cubicBezTo>
                    <a:cubicBezTo>
                      <a:pt x="2013" y="795"/>
                      <a:pt x="2061" y="484"/>
                      <a:pt x="1861" y="357"/>
                    </a:cubicBezTo>
                    <a:cubicBezTo>
                      <a:pt x="1516" y="97"/>
                      <a:pt x="1152" y="0"/>
                      <a:pt x="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75"/>
              <p:cNvSpPr/>
              <p:nvPr/>
            </p:nvSpPr>
            <p:spPr>
              <a:xfrm>
                <a:off x="1575232" y="2361807"/>
                <a:ext cx="127869" cy="63935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954" extrusionOk="0">
                    <a:moveTo>
                      <a:pt x="1222" y="1"/>
                    </a:moveTo>
                    <a:cubicBezTo>
                      <a:pt x="760" y="1"/>
                      <a:pt x="92" y="325"/>
                      <a:pt x="35" y="666"/>
                    </a:cubicBezTo>
                    <a:cubicBezTo>
                      <a:pt x="0" y="868"/>
                      <a:pt x="211" y="954"/>
                      <a:pt x="493" y="954"/>
                    </a:cubicBezTo>
                    <a:cubicBezTo>
                      <a:pt x="1058" y="954"/>
                      <a:pt x="1907" y="606"/>
                      <a:pt x="1611" y="155"/>
                    </a:cubicBezTo>
                    <a:cubicBezTo>
                      <a:pt x="1539" y="47"/>
                      <a:pt x="1395" y="1"/>
                      <a:pt x="12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75"/>
              <p:cNvSpPr/>
              <p:nvPr/>
            </p:nvSpPr>
            <p:spPr>
              <a:xfrm>
                <a:off x="1270377" y="2477945"/>
                <a:ext cx="140067" cy="84308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1258" extrusionOk="0">
                    <a:moveTo>
                      <a:pt x="1407" y="1"/>
                    </a:moveTo>
                    <a:cubicBezTo>
                      <a:pt x="872" y="1"/>
                      <a:pt x="53" y="472"/>
                      <a:pt x="20" y="892"/>
                    </a:cubicBezTo>
                    <a:cubicBezTo>
                      <a:pt x="0" y="1155"/>
                      <a:pt x="154" y="1257"/>
                      <a:pt x="379" y="1257"/>
                    </a:cubicBezTo>
                    <a:cubicBezTo>
                      <a:pt x="980" y="1257"/>
                      <a:pt x="2090" y="529"/>
                      <a:pt x="1785" y="144"/>
                    </a:cubicBezTo>
                    <a:cubicBezTo>
                      <a:pt x="1704" y="44"/>
                      <a:pt x="1568" y="1"/>
                      <a:pt x="14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75"/>
              <p:cNvSpPr/>
              <p:nvPr/>
            </p:nvSpPr>
            <p:spPr>
              <a:xfrm>
                <a:off x="1507010" y="2765577"/>
                <a:ext cx="90139" cy="42556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635" extrusionOk="0">
                    <a:moveTo>
                      <a:pt x="762" y="1"/>
                    </a:moveTo>
                    <a:cubicBezTo>
                      <a:pt x="425" y="1"/>
                      <a:pt x="45" y="49"/>
                      <a:pt x="30" y="123"/>
                    </a:cubicBezTo>
                    <a:cubicBezTo>
                      <a:pt x="0" y="268"/>
                      <a:pt x="269" y="634"/>
                      <a:pt x="654" y="634"/>
                    </a:cubicBezTo>
                    <a:cubicBezTo>
                      <a:pt x="657" y="634"/>
                      <a:pt x="660" y="634"/>
                      <a:pt x="663" y="634"/>
                    </a:cubicBezTo>
                    <a:cubicBezTo>
                      <a:pt x="1132" y="628"/>
                      <a:pt x="1345" y="166"/>
                      <a:pt x="1272" y="81"/>
                    </a:cubicBezTo>
                    <a:cubicBezTo>
                      <a:pt x="1221" y="25"/>
                      <a:pt x="1002" y="1"/>
                      <a:pt x="7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75"/>
              <p:cNvSpPr/>
              <p:nvPr/>
            </p:nvSpPr>
            <p:spPr>
              <a:xfrm>
                <a:off x="2546827" y="3092280"/>
                <a:ext cx="336495" cy="230205"/>
              </a:xfrm>
              <a:custGeom>
                <a:avLst/>
                <a:gdLst/>
                <a:ahLst/>
                <a:cxnLst/>
                <a:rect l="l" t="t" r="r" b="b"/>
                <a:pathLst>
                  <a:path w="5021" h="3435" extrusionOk="0">
                    <a:moveTo>
                      <a:pt x="0" y="1"/>
                    </a:moveTo>
                    <a:cubicBezTo>
                      <a:pt x="6" y="19"/>
                      <a:pt x="49" y="134"/>
                      <a:pt x="122" y="305"/>
                    </a:cubicBezTo>
                    <a:cubicBezTo>
                      <a:pt x="463" y="1084"/>
                      <a:pt x="1479" y="3079"/>
                      <a:pt x="3146" y="3390"/>
                    </a:cubicBezTo>
                    <a:cubicBezTo>
                      <a:pt x="3293" y="3419"/>
                      <a:pt x="3444" y="3434"/>
                      <a:pt x="3601" y="3434"/>
                    </a:cubicBezTo>
                    <a:cubicBezTo>
                      <a:pt x="4036" y="3434"/>
                      <a:pt x="4510" y="3316"/>
                      <a:pt x="5020" y="3043"/>
                    </a:cubicBezTo>
                    <a:lnTo>
                      <a:pt x="3341" y="2021"/>
                    </a:lnTo>
                    <a:lnTo>
                      <a:pt x="195" y="1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75"/>
              <p:cNvSpPr/>
              <p:nvPr/>
            </p:nvSpPr>
            <p:spPr>
              <a:xfrm>
                <a:off x="2554936" y="2939752"/>
                <a:ext cx="234561" cy="380123"/>
              </a:xfrm>
              <a:custGeom>
                <a:avLst/>
                <a:gdLst/>
                <a:ahLst/>
                <a:cxnLst/>
                <a:rect l="l" t="t" r="r" b="b"/>
                <a:pathLst>
                  <a:path w="3500" h="5672" extrusionOk="0">
                    <a:moveTo>
                      <a:pt x="1023" y="1"/>
                    </a:moveTo>
                    <a:lnTo>
                      <a:pt x="74" y="2404"/>
                    </a:lnTo>
                    <a:lnTo>
                      <a:pt x="1" y="2587"/>
                    </a:lnTo>
                    <a:cubicBezTo>
                      <a:pt x="342" y="3366"/>
                      <a:pt x="1358" y="5355"/>
                      <a:pt x="3025" y="5672"/>
                    </a:cubicBezTo>
                    <a:cubicBezTo>
                      <a:pt x="3092" y="5240"/>
                      <a:pt x="3159" y="4777"/>
                      <a:pt x="3220" y="4303"/>
                    </a:cubicBezTo>
                    <a:cubicBezTo>
                      <a:pt x="3378" y="3061"/>
                      <a:pt x="3475" y="1814"/>
                      <a:pt x="3500" y="561"/>
                    </a:cubicBezTo>
                    <a:lnTo>
                      <a:pt x="1023" y="1"/>
                    </a:lnTo>
                    <a:close/>
                  </a:path>
                </a:pathLst>
              </a:custGeom>
              <a:solidFill>
                <a:srgbClr val="F7C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75"/>
              <p:cNvSpPr/>
              <p:nvPr/>
            </p:nvSpPr>
            <p:spPr>
              <a:xfrm>
                <a:off x="547879" y="4399759"/>
                <a:ext cx="1037498" cy="405657"/>
              </a:xfrm>
              <a:custGeom>
                <a:avLst/>
                <a:gdLst/>
                <a:ahLst/>
                <a:cxnLst/>
                <a:rect l="l" t="t" r="r" b="b"/>
                <a:pathLst>
                  <a:path w="15481" h="6053" extrusionOk="0">
                    <a:moveTo>
                      <a:pt x="10764" y="1"/>
                    </a:moveTo>
                    <a:cubicBezTo>
                      <a:pt x="7856" y="1"/>
                      <a:pt x="3955" y="82"/>
                      <a:pt x="98" y="412"/>
                    </a:cubicBezTo>
                    <a:lnTo>
                      <a:pt x="0" y="6053"/>
                    </a:lnTo>
                    <a:lnTo>
                      <a:pt x="14640" y="2609"/>
                    </a:lnTo>
                    <a:lnTo>
                      <a:pt x="15480" y="78"/>
                    </a:lnTo>
                    <a:cubicBezTo>
                      <a:pt x="15480" y="78"/>
                      <a:pt x="13591" y="1"/>
                      <a:pt x="10764" y="1"/>
                    </a:cubicBezTo>
                    <a:close/>
                  </a:path>
                </a:pathLst>
              </a:custGeom>
              <a:solidFill>
                <a:srgbClr val="F7C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75"/>
              <p:cNvSpPr/>
              <p:nvPr/>
            </p:nvSpPr>
            <p:spPr>
              <a:xfrm>
                <a:off x="1449912" y="4275646"/>
                <a:ext cx="687600" cy="298965"/>
              </a:xfrm>
              <a:custGeom>
                <a:avLst/>
                <a:gdLst/>
                <a:ahLst/>
                <a:cxnLst/>
                <a:rect l="l" t="t" r="r" b="b"/>
                <a:pathLst>
                  <a:path w="10260" h="4461" extrusionOk="0">
                    <a:moveTo>
                      <a:pt x="2623" y="1"/>
                    </a:moveTo>
                    <a:lnTo>
                      <a:pt x="0" y="3487"/>
                    </a:lnTo>
                    <a:lnTo>
                      <a:pt x="1174" y="4461"/>
                    </a:lnTo>
                    <a:lnTo>
                      <a:pt x="10259" y="4461"/>
                    </a:lnTo>
                    <a:lnTo>
                      <a:pt x="26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75"/>
              <p:cNvSpPr/>
              <p:nvPr/>
            </p:nvSpPr>
            <p:spPr>
              <a:xfrm>
                <a:off x="1584011" y="4215801"/>
                <a:ext cx="158697" cy="143820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2146" extrusionOk="0">
                    <a:moveTo>
                      <a:pt x="1091" y="1"/>
                    </a:moveTo>
                    <a:cubicBezTo>
                      <a:pt x="869" y="1"/>
                      <a:pt x="645" y="63"/>
                      <a:pt x="445" y="194"/>
                    </a:cubicBezTo>
                    <a:lnTo>
                      <a:pt x="348" y="255"/>
                    </a:lnTo>
                    <a:cubicBezTo>
                      <a:pt x="37" y="456"/>
                      <a:pt x="1" y="894"/>
                      <a:pt x="269" y="1149"/>
                    </a:cubicBezTo>
                    <a:lnTo>
                      <a:pt x="1200" y="1995"/>
                    </a:lnTo>
                    <a:cubicBezTo>
                      <a:pt x="1306" y="2096"/>
                      <a:pt x="1443" y="2146"/>
                      <a:pt x="1579" y="2146"/>
                    </a:cubicBezTo>
                    <a:cubicBezTo>
                      <a:pt x="1746" y="2146"/>
                      <a:pt x="1913" y="2072"/>
                      <a:pt x="2027" y="1928"/>
                    </a:cubicBezTo>
                    <a:cubicBezTo>
                      <a:pt x="2319" y="1563"/>
                      <a:pt x="2368" y="1052"/>
                      <a:pt x="2149" y="638"/>
                    </a:cubicBezTo>
                    <a:cubicBezTo>
                      <a:pt x="1933" y="230"/>
                      <a:pt x="1517" y="1"/>
                      <a:pt x="10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75"/>
              <p:cNvSpPr/>
              <p:nvPr/>
            </p:nvSpPr>
            <p:spPr>
              <a:xfrm>
                <a:off x="1804225" y="4420400"/>
                <a:ext cx="500822" cy="154207"/>
              </a:xfrm>
              <a:custGeom>
                <a:avLst/>
                <a:gdLst/>
                <a:ahLst/>
                <a:cxnLst/>
                <a:rect l="l" t="t" r="r" b="b"/>
                <a:pathLst>
                  <a:path w="7473" h="2301" extrusionOk="0">
                    <a:moveTo>
                      <a:pt x="1" y="1"/>
                    </a:moveTo>
                    <a:lnTo>
                      <a:pt x="4972" y="2301"/>
                    </a:lnTo>
                    <a:lnTo>
                      <a:pt x="5118" y="2203"/>
                    </a:lnTo>
                    <a:cubicBezTo>
                      <a:pt x="5497" y="1952"/>
                      <a:pt x="5938" y="1823"/>
                      <a:pt x="6384" y="1823"/>
                    </a:cubicBezTo>
                    <a:cubicBezTo>
                      <a:pt x="6596" y="1823"/>
                      <a:pt x="6809" y="1853"/>
                      <a:pt x="7017" y="1911"/>
                    </a:cubicBezTo>
                    <a:cubicBezTo>
                      <a:pt x="7041" y="1918"/>
                      <a:pt x="7065" y="1922"/>
                      <a:pt x="7089" y="1922"/>
                    </a:cubicBezTo>
                    <a:cubicBezTo>
                      <a:pt x="7168" y="1922"/>
                      <a:pt x="7244" y="1884"/>
                      <a:pt x="7290" y="1814"/>
                    </a:cubicBezTo>
                    <a:cubicBezTo>
                      <a:pt x="7296" y="1802"/>
                      <a:pt x="7303" y="1784"/>
                      <a:pt x="7309" y="1771"/>
                    </a:cubicBezTo>
                    <a:cubicBezTo>
                      <a:pt x="7473" y="1370"/>
                      <a:pt x="7327" y="907"/>
                      <a:pt x="6968" y="670"/>
                    </a:cubicBezTo>
                    <a:cubicBezTo>
                      <a:pt x="6907" y="634"/>
                      <a:pt x="6840" y="603"/>
                      <a:pt x="6773" y="579"/>
                    </a:cubicBezTo>
                    <a:lnTo>
                      <a:pt x="6445" y="488"/>
                    </a:lnTo>
                    <a:lnTo>
                      <a:pt x="6408" y="481"/>
                    </a:lnTo>
                    <a:cubicBezTo>
                      <a:pt x="6253" y="438"/>
                      <a:pt x="6094" y="416"/>
                      <a:pt x="5937" y="416"/>
                    </a:cubicBezTo>
                    <a:cubicBezTo>
                      <a:pt x="5526" y="416"/>
                      <a:pt x="5121" y="562"/>
                      <a:pt x="4796" y="834"/>
                    </a:cubicBezTo>
                    <a:lnTo>
                      <a:pt x="147" y="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75"/>
              <p:cNvSpPr/>
              <p:nvPr/>
            </p:nvSpPr>
            <p:spPr>
              <a:xfrm>
                <a:off x="1906625" y="4448279"/>
                <a:ext cx="346279" cy="107161"/>
              </a:xfrm>
              <a:custGeom>
                <a:avLst/>
                <a:gdLst/>
                <a:ahLst/>
                <a:cxnLst/>
                <a:rect l="l" t="t" r="r" b="b"/>
                <a:pathLst>
                  <a:path w="5167" h="1599" extrusionOk="0">
                    <a:moveTo>
                      <a:pt x="4411" y="0"/>
                    </a:moveTo>
                    <a:cubicBezTo>
                      <a:pt x="3998" y="0"/>
                      <a:pt x="3593" y="146"/>
                      <a:pt x="3268" y="418"/>
                    </a:cubicBezTo>
                    <a:lnTo>
                      <a:pt x="2239" y="1094"/>
                    </a:lnTo>
                    <a:lnTo>
                      <a:pt x="0" y="905"/>
                    </a:lnTo>
                    <a:lnTo>
                      <a:pt x="0" y="905"/>
                    </a:lnTo>
                    <a:lnTo>
                      <a:pt x="2507" y="1599"/>
                    </a:lnTo>
                    <a:cubicBezTo>
                      <a:pt x="3084" y="1157"/>
                      <a:pt x="3591" y="1004"/>
                      <a:pt x="4053" y="1004"/>
                    </a:cubicBezTo>
                    <a:cubicBezTo>
                      <a:pt x="4298" y="1004"/>
                      <a:pt x="4529" y="1047"/>
                      <a:pt x="4752" y="1112"/>
                    </a:cubicBezTo>
                    <a:cubicBezTo>
                      <a:pt x="4775" y="1119"/>
                      <a:pt x="4798" y="1122"/>
                      <a:pt x="4820" y="1122"/>
                    </a:cubicBezTo>
                    <a:cubicBezTo>
                      <a:pt x="4901" y="1122"/>
                      <a:pt x="4979" y="1081"/>
                      <a:pt x="5026" y="1015"/>
                    </a:cubicBezTo>
                    <a:cubicBezTo>
                      <a:pt x="5032" y="1003"/>
                      <a:pt x="5038" y="984"/>
                      <a:pt x="5044" y="972"/>
                    </a:cubicBezTo>
                    <a:cubicBezTo>
                      <a:pt x="5166" y="668"/>
                      <a:pt x="5117" y="327"/>
                      <a:pt x="4917" y="72"/>
                    </a:cubicBezTo>
                    <a:lnTo>
                      <a:pt x="4886" y="65"/>
                    </a:lnTo>
                    <a:cubicBezTo>
                      <a:pt x="4729" y="22"/>
                      <a:pt x="4570" y="0"/>
                      <a:pt x="44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75"/>
              <p:cNvSpPr/>
              <p:nvPr/>
            </p:nvSpPr>
            <p:spPr>
              <a:xfrm>
                <a:off x="1723069" y="4367391"/>
                <a:ext cx="502899" cy="154207"/>
              </a:xfrm>
              <a:custGeom>
                <a:avLst/>
                <a:gdLst/>
                <a:ahLst/>
                <a:cxnLst/>
                <a:rect l="l" t="t" r="r" b="b"/>
                <a:pathLst>
                  <a:path w="7504" h="2301" extrusionOk="0">
                    <a:moveTo>
                      <a:pt x="1" y="1"/>
                    </a:moveTo>
                    <a:lnTo>
                      <a:pt x="4978" y="2301"/>
                    </a:lnTo>
                    <a:lnTo>
                      <a:pt x="5118" y="2210"/>
                    </a:lnTo>
                    <a:cubicBezTo>
                      <a:pt x="5497" y="1958"/>
                      <a:pt x="5941" y="1827"/>
                      <a:pt x="6388" y="1827"/>
                    </a:cubicBezTo>
                    <a:cubicBezTo>
                      <a:pt x="6601" y="1827"/>
                      <a:pt x="6815" y="1857"/>
                      <a:pt x="7023" y="1917"/>
                    </a:cubicBezTo>
                    <a:cubicBezTo>
                      <a:pt x="7045" y="1924"/>
                      <a:pt x="7068" y="1927"/>
                      <a:pt x="7090" y="1927"/>
                    </a:cubicBezTo>
                    <a:cubicBezTo>
                      <a:pt x="7187" y="1927"/>
                      <a:pt x="7275" y="1866"/>
                      <a:pt x="7315" y="1771"/>
                    </a:cubicBezTo>
                    <a:cubicBezTo>
                      <a:pt x="7503" y="1297"/>
                      <a:pt x="7260" y="755"/>
                      <a:pt x="6779" y="579"/>
                    </a:cubicBezTo>
                    <a:lnTo>
                      <a:pt x="6414" y="481"/>
                    </a:lnTo>
                    <a:cubicBezTo>
                      <a:pt x="6260" y="439"/>
                      <a:pt x="6102" y="419"/>
                      <a:pt x="5944" y="419"/>
                    </a:cubicBezTo>
                    <a:cubicBezTo>
                      <a:pt x="5531" y="419"/>
                      <a:pt x="5123" y="561"/>
                      <a:pt x="4802" y="834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75"/>
              <p:cNvSpPr/>
              <p:nvPr/>
            </p:nvSpPr>
            <p:spPr>
              <a:xfrm>
                <a:off x="1920899" y="4481586"/>
                <a:ext cx="270617" cy="49593"/>
              </a:xfrm>
              <a:custGeom>
                <a:avLst/>
                <a:gdLst/>
                <a:ahLst/>
                <a:cxnLst/>
                <a:rect l="l" t="t" r="r" b="b"/>
                <a:pathLst>
                  <a:path w="4038" h="740" extrusionOk="0">
                    <a:moveTo>
                      <a:pt x="3503" y="1"/>
                    </a:moveTo>
                    <a:cubicBezTo>
                      <a:pt x="3050" y="1"/>
                      <a:pt x="2590" y="297"/>
                      <a:pt x="2166" y="426"/>
                    </a:cubicBezTo>
                    <a:cubicBezTo>
                      <a:pt x="1996" y="487"/>
                      <a:pt x="1813" y="524"/>
                      <a:pt x="1637" y="542"/>
                    </a:cubicBezTo>
                    <a:cubicBezTo>
                      <a:pt x="1567" y="547"/>
                      <a:pt x="1497" y="549"/>
                      <a:pt x="1428" y="549"/>
                    </a:cubicBezTo>
                    <a:cubicBezTo>
                      <a:pt x="1315" y="549"/>
                      <a:pt x="1202" y="543"/>
                      <a:pt x="1089" y="536"/>
                    </a:cubicBezTo>
                    <a:cubicBezTo>
                      <a:pt x="913" y="524"/>
                      <a:pt x="730" y="506"/>
                      <a:pt x="560" y="481"/>
                    </a:cubicBezTo>
                    <a:cubicBezTo>
                      <a:pt x="383" y="457"/>
                      <a:pt x="213" y="420"/>
                      <a:pt x="43" y="408"/>
                    </a:cubicBezTo>
                    <a:cubicBezTo>
                      <a:pt x="40" y="408"/>
                      <a:pt x="38" y="408"/>
                      <a:pt x="36" y="408"/>
                    </a:cubicBezTo>
                    <a:cubicBezTo>
                      <a:pt x="1" y="408"/>
                      <a:pt x="7" y="457"/>
                      <a:pt x="30" y="469"/>
                    </a:cubicBezTo>
                    <a:cubicBezTo>
                      <a:pt x="359" y="591"/>
                      <a:pt x="700" y="676"/>
                      <a:pt x="1047" y="718"/>
                    </a:cubicBezTo>
                    <a:cubicBezTo>
                      <a:pt x="1176" y="733"/>
                      <a:pt x="1306" y="740"/>
                      <a:pt x="1435" y="740"/>
                    </a:cubicBezTo>
                    <a:cubicBezTo>
                      <a:pt x="1634" y="740"/>
                      <a:pt x="1833" y="724"/>
                      <a:pt x="2032" y="694"/>
                    </a:cubicBezTo>
                    <a:cubicBezTo>
                      <a:pt x="2367" y="658"/>
                      <a:pt x="2683" y="475"/>
                      <a:pt x="2975" y="335"/>
                    </a:cubicBezTo>
                    <a:cubicBezTo>
                      <a:pt x="3174" y="240"/>
                      <a:pt x="3404" y="159"/>
                      <a:pt x="3630" y="159"/>
                    </a:cubicBezTo>
                    <a:cubicBezTo>
                      <a:pt x="3736" y="159"/>
                      <a:pt x="3842" y="177"/>
                      <a:pt x="3943" y="220"/>
                    </a:cubicBezTo>
                    <a:cubicBezTo>
                      <a:pt x="3952" y="224"/>
                      <a:pt x="3960" y="226"/>
                      <a:pt x="3968" y="226"/>
                    </a:cubicBezTo>
                    <a:cubicBezTo>
                      <a:pt x="4010" y="226"/>
                      <a:pt x="4038" y="166"/>
                      <a:pt x="3992" y="140"/>
                    </a:cubicBezTo>
                    <a:cubicBezTo>
                      <a:pt x="3831" y="40"/>
                      <a:pt x="3667" y="1"/>
                      <a:pt x="35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75"/>
              <p:cNvSpPr/>
              <p:nvPr/>
            </p:nvSpPr>
            <p:spPr>
              <a:xfrm>
                <a:off x="2031408" y="4513418"/>
                <a:ext cx="192943" cy="48052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717" extrusionOk="0">
                    <a:moveTo>
                      <a:pt x="2251" y="1"/>
                    </a:moveTo>
                    <a:cubicBezTo>
                      <a:pt x="1987" y="1"/>
                      <a:pt x="1719" y="41"/>
                      <a:pt x="1466" y="104"/>
                    </a:cubicBezTo>
                    <a:cubicBezTo>
                      <a:pt x="1241" y="164"/>
                      <a:pt x="1022" y="262"/>
                      <a:pt x="821" y="390"/>
                    </a:cubicBezTo>
                    <a:cubicBezTo>
                      <a:pt x="718" y="450"/>
                      <a:pt x="602" y="493"/>
                      <a:pt x="493" y="529"/>
                    </a:cubicBezTo>
                    <a:cubicBezTo>
                      <a:pt x="454" y="541"/>
                      <a:pt x="413" y="546"/>
                      <a:pt x="370" y="546"/>
                    </a:cubicBezTo>
                    <a:cubicBezTo>
                      <a:pt x="251" y="546"/>
                      <a:pt x="123" y="507"/>
                      <a:pt x="24" y="463"/>
                    </a:cubicBezTo>
                    <a:cubicBezTo>
                      <a:pt x="23" y="462"/>
                      <a:pt x="22" y="462"/>
                      <a:pt x="20" y="462"/>
                    </a:cubicBezTo>
                    <a:cubicBezTo>
                      <a:pt x="10" y="462"/>
                      <a:pt x="1" y="481"/>
                      <a:pt x="6" y="481"/>
                    </a:cubicBezTo>
                    <a:cubicBezTo>
                      <a:pt x="181" y="566"/>
                      <a:pt x="373" y="717"/>
                      <a:pt x="574" y="717"/>
                    </a:cubicBezTo>
                    <a:cubicBezTo>
                      <a:pt x="618" y="717"/>
                      <a:pt x="662" y="710"/>
                      <a:pt x="706" y="694"/>
                    </a:cubicBezTo>
                    <a:cubicBezTo>
                      <a:pt x="925" y="615"/>
                      <a:pt x="1114" y="450"/>
                      <a:pt x="1326" y="347"/>
                    </a:cubicBezTo>
                    <a:cubicBezTo>
                      <a:pt x="1552" y="231"/>
                      <a:pt x="1795" y="152"/>
                      <a:pt x="2051" y="122"/>
                    </a:cubicBezTo>
                    <a:cubicBezTo>
                      <a:pt x="2127" y="116"/>
                      <a:pt x="2204" y="114"/>
                      <a:pt x="2281" y="114"/>
                    </a:cubicBezTo>
                    <a:cubicBezTo>
                      <a:pt x="2459" y="114"/>
                      <a:pt x="2638" y="128"/>
                      <a:pt x="2817" y="158"/>
                    </a:cubicBezTo>
                    <a:cubicBezTo>
                      <a:pt x="2860" y="158"/>
                      <a:pt x="2878" y="97"/>
                      <a:pt x="2836" y="79"/>
                    </a:cubicBezTo>
                    <a:cubicBezTo>
                      <a:pt x="2649" y="24"/>
                      <a:pt x="2451" y="1"/>
                      <a:pt x="22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75"/>
              <p:cNvSpPr/>
              <p:nvPr/>
            </p:nvSpPr>
            <p:spPr>
              <a:xfrm>
                <a:off x="1651362" y="4337502"/>
                <a:ext cx="70167" cy="28415"/>
              </a:xfrm>
              <a:custGeom>
                <a:avLst/>
                <a:gdLst/>
                <a:ahLst/>
                <a:cxnLst/>
                <a:rect l="l" t="t" r="r" b="b"/>
                <a:pathLst>
                  <a:path w="1047" h="424" extrusionOk="0">
                    <a:moveTo>
                      <a:pt x="87" y="0"/>
                    </a:moveTo>
                    <a:cubicBezTo>
                      <a:pt x="42" y="0"/>
                      <a:pt x="1" y="47"/>
                      <a:pt x="24" y="94"/>
                    </a:cubicBezTo>
                    <a:cubicBezTo>
                      <a:pt x="116" y="282"/>
                      <a:pt x="298" y="404"/>
                      <a:pt x="511" y="422"/>
                    </a:cubicBezTo>
                    <a:cubicBezTo>
                      <a:pt x="524" y="423"/>
                      <a:pt x="536" y="424"/>
                      <a:pt x="549" y="424"/>
                    </a:cubicBezTo>
                    <a:cubicBezTo>
                      <a:pt x="640" y="424"/>
                      <a:pt x="730" y="404"/>
                      <a:pt x="815" y="355"/>
                    </a:cubicBezTo>
                    <a:cubicBezTo>
                      <a:pt x="894" y="301"/>
                      <a:pt x="961" y="234"/>
                      <a:pt x="1022" y="155"/>
                    </a:cubicBezTo>
                    <a:cubicBezTo>
                      <a:pt x="1046" y="126"/>
                      <a:pt x="1020" y="85"/>
                      <a:pt x="987" y="85"/>
                    </a:cubicBezTo>
                    <a:cubicBezTo>
                      <a:pt x="979" y="85"/>
                      <a:pt x="970" y="88"/>
                      <a:pt x="961" y="94"/>
                    </a:cubicBezTo>
                    <a:cubicBezTo>
                      <a:pt x="900" y="136"/>
                      <a:pt x="827" y="161"/>
                      <a:pt x="748" y="167"/>
                    </a:cubicBezTo>
                    <a:cubicBezTo>
                      <a:pt x="695" y="176"/>
                      <a:pt x="638" y="181"/>
                      <a:pt x="583" y="181"/>
                    </a:cubicBezTo>
                    <a:cubicBezTo>
                      <a:pt x="563" y="181"/>
                      <a:pt x="543" y="181"/>
                      <a:pt x="523" y="179"/>
                    </a:cubicBezTo>
                    <a:cubicBezTo>
                      <a:pt x="377" y="167"/>
                      <a:pt x="237" y="106"/>
                      <a:pt x="128" y="15"/>
                    </a:cubicBezTo>
                    <a:cubicBezTo>
                      <a:pt x="115" y="5"/>
                      <a:pt x="101" y="0"/>
                      <a:pt x="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75"/>
              <p:cNvSpPr/>
              <p:nvPr/>
            </p:nvSpPr>
            <p:spPr>
              <a:xfrm>
                <a:off x="1351198" y="4390645"/>
                <a:ext cx="233757" cy="227591"/>
              </a:xfrm>
              <a:custGeom>
                <a:avLst/>
                <a:gdLst/>
                <a:ahLst/>
                <a:cxnLst/>
                <a:rect l="l" t="t" r="r" b="b"/>
                <a:pathLst>
                  <a:path w="3488" h="3396" extrusionOk="0">
                    <a:moveTo>
                      <a:pt x="925" y="1"/>
                    </a:moveTo>
                    <a:cubicBezTo>
                      <a:pt x="925" y="1"/>
                      <a:pt x="0" y="2142"/>
                      <a:pt x="828" y="3396"/>
                    </a:cubicBezTo>
                    <a:lnTo>
                      <a:pt x="3487" y="2532"/>
                    </a:lnTo>
                    <a:lnTo>
                      <a:pt x="3043" y="195"/>
                    </a:lnTo>
                    <a:lnTo>
                      <a:pt x="9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75"/>
              <p:cNvSpPr/>
              <p:nvPr/>
            </p:nvSpPr>
            <p:spPr>
              <a:xfrm>
                <a:off x="466321" y="4324970"/>
                <a:ext cx="886172" cy="542105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8089" extrusionOk="0">
                    <a:moveTo>
                      <a:pt x="864" y="1"/>
                    </a:moveTo>
                    <a:lnTo>
                      <a:pt x="0" y="7936"/>
                    </a:lnTo>
                    <a:cubicBezTo>
                      <a:pt x="379" y="8043"/>
                      <a:pt x="916" y="8089"/>
                      <a:pt x="1558" y="8089"/>
                    </a:cubicBezTo>
                    <a:cubicBezTo>
                      <a:pt x="5429" y="8089"/>
                      <a:pt x="13125" y="6414"/>
                      <a:pt x="13125" y="6414"/>
                    </a:cubicBezTo>
                    <a:lnTo>
                      <a:pt x="13223" y="1041"/>
                    </a:lnTo>
                    <a:cubicBezTo>
                      <a:pt x="13223" y="1041"/>
                      <a:pt x="5373" y="123"/>
                      <a:pt x="8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75"/>
              <p:cNvSpPr/>
              <p:nvPr/>
            </p:nvSpPr>
            <p:spPr>
              <a:xfrm>
                <a:off x="677621" y="3430777"/>
                <a:ext cx="629227" cy="1126899"/>
              </a:xfrm>
              <a:custGeom>
                <a:avLst/>
                <a:gdLst/>
                <a:ahLst/>
                <a:cxnLst/>
                <a:rect l="l" t="t" r="r" b="b"/>
                <a:pathLst>
                  <a:path w="9389" h="16815" extrusionOk="0">
                    <a:moveTo>
                      <a:pt x="331" y="1"/>
                    </a:moveTo>
                    <a:cubicBezTo>
                      <a:pt x="289" y="1"/>
                      <a:pt x="252" y="67"/>
                      <a:pt x="291" y="97"/>
                    </a:cubicBezTo>
                    <a:cubicBezTo>
                      <a:pt x="1034" y="700"/>
                      <a:pt x="1636" y="1479"/>
                      <a:pt x="2105" y="2306"/>
                    </a:cubicBezTo>
                    <a:cubicBezTo>
                      <a:pt x="2518" y="3042"/>
                      <a:pt x="2841" y="3827"/>
                      <a:pt x="3072" y="4643"/>
                    </a:cubicBezTo>
                    <a:cubicBezTo>
                      <a:pt x="3194" y="5056"/>
                      <a:pt x="3291" y="5482"/>
                      <a:pt x="3364" y="5902"/>
                    </a:cubicBezTo>
                    <a:cubicBezTo>
                      <a:pt x="3401" y="6115"/>
                      <a:pt x="3462" y="6322"/>
                      <a:pt x="3510" y="6535"/>
                    </a:cubicBezTo>
                    <a:cubicBezTo>
                      <a:pt x="3571" y="6797"/>
                      <a:pt x="3571" y="7089"/>
                      <a:pt x="3583" y="7356"/>
                    </a:cubicBezTo>
                    <a:cubicBezTo>
                      <a:pt x="3705" y="9498"/>
                      <a:pt x="3413" y="11622"/>
                      <a:pt x="3133" y="13733"/>
                    </a:cubicBezTo>
                    <a:cubicBezTo>
                      <a:pt x="3127" y="13776"/>
                      <a:pt x="3133" y="13812"/>
                      <a:pt x="3151" y="13849"/>
                    </a:cubicBezTo>
                    <a:cubicBezTo>
                      <a:pt x="2579" y="14257"/>
                      <a:pt x="2026" y="14689"/>
                      <a:pt x="1502" y="15151"/>
                    </a:cubicBezTo>
                    <a:cubicBezTo>
                      <a:pt x="967" y="15626"/>
                      <a:pt x="517" y="16179"/>
                      <a:pt x="42" y="16709"/>
                    </a:cubicBezTo>
                    <a:cubicBezTo>
                      <a:pt x="0" y="16755"/>
                      <a:pt x="39" y="16815"/>
                      <a:pt x="87" y="16815"/>
                    </a:cubicBezTo>
                    <a:cubicBezTo>
                      <a:pt x="102" y="16815"/>
                      <a:pt x="118" y="16809"/>
                      <a:pt x="133" y="16794"/>
                    </a:cubicBezTo>
                    <a:cubicBezTo>
                      <a:pt x="626" y="16301"/>
                      <a:pt x="1186" y="15881"/>
                      <a:pt x="1721" y="15425"/>
                    </a:cubicBezTo>
                    <a:cubicBezTo>
                      <a:pt x="2111" y="15090"/>
                      <a:pt x="2512" y="14768"/>
                      <a:pt x="2926" y="14464"/>
                    </a:cubicBezTo>
                    <a:lnTo>
                      <a:pt x="2926" y="14464"/>
                    </a:lnTo>
                    <a:cubicBezTo>
                      <a:pt x="2896" y="14500"/>
                      <a:pt x="2871" y="14537"/>
                      <a:pt x="2841" y="14579"/>
                    </a:cubicBezTo>
                    <a:cubicBezTo>
                      <a:pt x="2713" y="14756"/>
                      <a:pt x="2591" y="14950"/>
                      <a:pt x="2482" y="15151"/>
                    </a:cubicBezTo>
                    <a:cubicBezTo>
                      <a:pt x="2281" y="15559"/>
                      <a:pt x="2123" y="15991"/>
                      <a:pt x="1959" y="16417"/>
                    </a:cubicBezTo>
                    <a:cubicBezTo>
                      <a:pt x="1943" y="16457"/>
                      <a:pt x="1982" y="16489"/>
                      <a:pt x="2018" y="16489"/>
                    </a:cubicBezTo>
                    <a:cubicBezTo>
                      <a:pt x="2036" y="16489"/>
                      <a:pt x="2054" y="16480"/>
                      <a:pt x="2062" y="16459"/>
                    </a:cubicBezTo>
                    <a:cubicBezTo>
                      <a:pt x="2257" y="16052"/>
                      <a:pt x="2494" y="15668"/>
                      <a:pt x="2762" y="15309"/>
                    </a:cubicBezTo>
                    <a:cubicBezTo>
                      <a:pt x="2896" y="15127"/>
                      <a:pt x="3017" y="14932"/>
                      <a:pt x="3151" y="14750"/>
                    </a:cubicBezTo>
                    <a:cubicBezTo>
                      <a:pt x="3212" y="14658"/>
                      <a:pt x="3279" y="14573"/>
                      <a:pt x="3352" y="14488"/>
                    </a:cubicBezTo>
                    <a:cubicBezTo>
                      <a:pt x="3395" y="14427"/>
                      <a:pt x="3449" y="14366"/>
                      <a:pt x="3498" y="14305"/>
                    </a:cubicBezTo>
                    <a:cubicBezTo>
                      <a:pt x="3918" y="14354"/>
                      <a:pt x="4344" y="14384"/>
                      <a:pt x="4770" y="14409"/>
                    </a:cubicBezTo>
                    <a:cubicBezTo>
                      <a:pt x="5524" y="14457"/>
                      <a:pt x="6279" y="14488"/>
                      <a:pt x="7033" y="14488"/>
                    </a:cubicBezTo>
                    <a:cubicBezTo>
                      <a:pt x="7417" y="14488"/>
                      <a:pt x="7806" y="14488"/>
                      <a:pt x="8183" y="14457"/>
                    </a:cubicBezTo>
                    <a:cubicBezTo>
                      <a:pt x="8561" y="14427"/>
                      <a:pt x="8932" y="14391"/>
                      <a:pt x="9315" y="14384"/>
                    </a:cubicBezTo>
                    <a:cubicBezTo>
                      <a:pt x="9388" y="14384"/>
                      <a:pt x="9388" y="14275"/>
                      <a:pt x="9315" y="14275"/>
                    </a:cubicBezTo>
                    <a:cubicBezTo>
                      <a:pt x="9290" y="14275"/>
                      <a:pt x="9264" y="14275"/>
                      <a:pt x="9239" y="14275"/>
                    </a:cubicBezTo>
                    <a:cubicBezTo>
                      <a:pt x="8827" y="14275"/>
                      <a:pt x="8420" y="14231"/>
                      <a:pt x="8007" y="14214"/>
                    </a:cubicBezTo>
                    <a:cubicBezTo>
                      <a:pt x="7252" y="14190"/>
                      <a:pt x="6504" y="14147"/>
                      <a:pt x="5743" y="14111"/>
                    </a:cubicBezTo>
                    <a:cubicBezTo>
                      <a:pt x="4983" y="14074"/>
                      <a:pt x="4228" y="14001"/>
                      <a:pt x="3468" y="13952"/>
                    </a:cubicBezTo>
                    <a:lnTo>
                      <a:pt x="3449" y="13952"/>
                    </a:lnTo>
                    <a:cubicBezTo>
                      <a:pt x="3449" y="13934"/>
                      <a:pt x="3443" y="13910"/>
                      <a:pt x="3431" y="13892"/>
                    </a:cubicBezTo>
                    <a:cubicBezTo>
                      <a:pt x="3419" y="13879"/>
                      <a:pt x="3413" y="13867"/>
                      <a:pt x="3401" y="13861"/>
                    </a:cubicBezTo>
                    <a:cubicBezTo>
                      <a:pt x="3413" y="13843"/>
                      <a:pt x="3425" y="13825"/>
                      <a:pt x="3425" y="13806"/>
                    </a:cubicBezTo>
                    <a:cubicBezTo>
                      <a:pt x="3589" y="12583"/>
                      <a:pt x="3742" y="11354"/>
                      <a:pt x="3821" y="10125"/>
                    </a:cubicBezTo>
                    <a:cubicBezTo>
                      <a:pt x="3900" y="9042"/>
                      <a:pt x="3881" y="7953"/>
                      <a:pt x="3778" y="6870"/>
                    </a:cubicBezTo>
                    <a:cubicBezTo>
                      <a:pt x="3760" y="6736"/>
                      <a:pt x="3742" y="6596"/>
                      <a:pt x="3742" y="6456"/>
                    </a:cubicBezTo>
                    <a:cubicBezTo>
                      <a:pt x="3735" y="6352"/>
                      <a:pt x="3735" y="6243"/>
                      <a:pt x="3729" y="6139"/>
                    </a:cubicBezTo>
                    <a:cubicBezTo>
                      <a:pt x="3705" y="5920"/>
                      <a:pt x="3675" y="5701"/>
                      <a:pt x="3626" y="5488"/>
                    </a:cubicBezTo>
                    <a:cubicBezTo>
                      <a:pt x="3535" y="5056"/>
                      <a:pt x="3425" y="4630"/>
                      <a:pt x="3285" y="4217"/>
                    </a:cubicBezTo>
                    <a:cubicBezTo>
                      <a:pt x="3017" y="3383"/>
                      <a:pt x="2634" y="2586"/>
                      <a:pt x="2141" y="1862"/>
                    </a:cubicBezTo>
                    <a:cubicBezTo>
                      <a:pt x="1648" y="1150"/>
                      <a:pt x="1046" y="529"/>
                      <a:pt x="358" y="12"/>
                    </a:cubicBezTo>
                    <a:cubicBezTo>
                      <a:pt x="349" y="4"/>
                      <a:pt x="340" y="1"/>
                      <a:pt x="3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75"/>
              <p:cNvSpPr/>
              <p:nvPr/>
            </p:nvSpPr>
            <p:spPr>
              <a:xfrm>
                <a:off x="646928" y="4762918"/>
                <a:ext cx="649601" cy="106692"/>
              </a:xfrm>
              <a:custGeom>
                <a:avLst/>
                <a:gdLst/>
                <a:ahLst/>
                <a:cxnLst/>
                <a:rect l="l" t="t" r="r" b="b"/>
                <a:pathLst>
                  <a:path w="9693" h="1592" extrusionOk="0">
                    <a:moveTo>
                      <a:pt x="9609" y="1"/>
                    </a:moveTo>
                    <a:cubicBezTo>
                      <a:pt x="9607" y="1"/>
                      <a:pt x="9605" y="1"/>
                      <a:pt x="9603" y="1"/>
                    </a:cubicBezTo>
                    <a:cubicBezTo>
                      <a:pt x="8915" y="92"/>
                      <a:pt x="8216" y="135"/>
                      <a:pt x="7528" y="214"/>
                    </a:cubicBezTo>
                    <a:cubicBezTo>
                      <a:pt x="6305" y="360"/>
                      <a:pt x="5094" y="536"/>
                      <a:pt x="3877" y="707"/>
                    </a:cubicBezTo>
                    <a:lnTo>
                      <a:pt x="2039" y="975"/>
                    </a:lnTo>
                    <a:lnTo>
                      <a:pt x="1151" y="1102"/>
                    </a:lnTo>
                    <a:cubicBezTo>
                      <a:pt x="841" y="1145"/>
                      <a:pt x="524" y="1181"/>
                      <a:pt x="220" y="1242"/>
                    </a:cubicBezTo>
                    <a:cubicBezTo>
                      <a:pt x="0" y="1277"/>
                      <a:pt x="39" y="1592"/>
                      <a:pt x="242" y="1592"/>
                    </a:cubicBezTo>
                    <a:cubicBezTo>
                      <a:pt x="252" y="1592"/>
                      <a:pt x="263" y="1591"/>
                      <a:pt x="275" y="1589"/>
                    </a:cubicBezTo>
                    <a:cubicBezTo>
                      <a:pt x="622" y="1559"/>
                      <a:pt x="968" y="1492"/>
                      <a:pt x="1315" y="1443"/>
                    </a:cubicBezTo>
                    <a:lnTo>
                      <a:pt x="2338" y="1297"/>
                    </a:lnTo>
                    <a:cubicBezTo>
                      <a:pt x="3555" y="1115"/>
                      <a:pt x="4765" y="944"/>
                      <a:pt x="5976" y="762"/>
                    </a:cubicBezTo>
                    <a:cubicBezTo>
                      <a:pt x="6591" y="670"/>
                      <a:pt x="7212" y="567"/>
                      <a:pt x="7814" y="463"/>
                    </a:cubicBezTo>
                    <a:cubicBezTo>
                      <a:pt x="8422" y="360"/>
                      <a:pt x="9013" y="220"/>
                      <a:pt x="9621" y="123"/>
                    </a:cubicBezTo>
                    <a:cubicBezTo>
                      <a:pt x="9692" y="105"/>
                      <a:pt x="9677" y="1"/>
                      <a:pt x="96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70" name="Google Shape;2770;p75"/>
            <p:cNvGrpSpPr/>
            <p:nvPr/>
          </p:nvGrpSpPr>
          <p:grpSpPr>
            <a:xfrm>
              <a:off x="2868288" y="2327696"/>
              <a:ext cx="433933" cy="818269"/>
              <a:chOff x="2366555" y="2327696"/>
              <a:chExt cx="433933" cy="818269"/>
            </a:xfrm>
          </p:grpSpPr>
          <p:sp>
            <p:nvSpPr>
              <p:cNvPr id="2771" name="Google Shape;2771;p75"/>
              <p:cNvSpPr/>
              <p:nvPr/>
            </p:nvSpPr>
            <p:spPr>
              <a:xfrm>
                <a:off x="2445298" y="2352961"/>
                <a:ext cx="52676" cy="16419"/>
              </a:xfrm>
              <a:custGeom>
                <a:avLst/>
                <a:gdLst/>
                <a:ahLst/>
                <a:cxnLst/>
                <a:rect l="l" t="t" r="r" b="b"/>
                <a:pathLst>
                  <a:path w="786" h="245" fill="none" extrusionOk="0">
                    <a:moveTo>
                      <a:pt x="785" y="244"/>
                    </a:moveTo>
                    <a:lnTo>
                      <a:pt x="0" y="1"/>
                    </a:lnTo>
                  </a:path>
                </a:pathLst>
              </a:custGeom>
              <a:noFill/>
              <a:ln w="1825" cap="flat" cmpd="sng">
                <a:solidFill>
                  <a:srgbClr val="BF3B0D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75"/>
              <p:cNvSpPr/>
              <p:nvPr/>
            </p:nvSpPr>
            <p:spPr>
              <a:xfrm>
                <a:off x="2430622" y="2401480"/>
                <a:ext cx="52609" cy="16017"/>
              </a:xfrm>
              <a:custGeom>
                <a:avLst/>
                <a:gdLst/>
                <a:ahLst/>
                <a:cxnLst/>
                <a:rect l="l" t="t" r="r" b="b"/>
                <a:pathLst>
                  <a:path w="785" h="239" fill="none" extrusionOk="0">
                    <a:moveTo>
                      <a:pt x="785" y="238"/>
                    </a:moveTo>
                    <a:lnTo>
                      <a:pt x="0" y="1"/>
                    </a:lnTo>
                  </a:path>
                </a:pathLst>
              </a:custGeom>
              <a:noFill/>
              <a:ln w="1825" cap="flat" cmpd="sng">
                <a:solidFill>
                  <a:srgbClr val="BF3B0D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75"/>
              <p:cNvSpPr/>
              <p:nvPr/>
            </p:nvSpPr>
            <p:spPr>
              <a:xfrm>
                <a:off x="2507690" y="2624978"/>
                <a:ext cx="283886" cy="361157"/>
              </a:xfrm>
              <a:custGeom>
                <a:avLst/>
                <a:gdLst/>
                <a:ahLst/>
                <a:cxnLst/>
                <a:rect l="l" t="t" r="r" b="b"/>
                <a:pathLst>
                  <a:path w="4236" h="5389" extrusionOk="0">
                    <a:moveTo>
                      <a:pt x="0" y="0"/>
                    </a:moveTo>
                    <a:cubicBezTo>
                      <a:pt x="581" y="3157"/>
                      <a:pt x="1069" y="5389"/>
                      <a:pt x="3200" y="5389"/>
                    </a:cubicBezTo>
                    <a:cubicBezTo>
                      <a:pt x="3500" y="5389"/>
                      <a:pt x="3834" y="5344"/>
                      <a:pt x="4205" y="5251"/>
                    </a:cubicBezTo>
                    <a:lnTo>
                      <a:pt x="4235" y="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75"/>
              <p:cNvSpPr/>
              <p:nvPr/>
            </p:nvSpPr>
            <p:spPr>
              <a:xfrm>
                <a:off x="2366555" y="2327696"/>
                <a:ext cx="427036" cy="650070"/>
              </a:xfrm>
              <a:custGeom>
                <a:avLst/>
                <a:gdLst/>
                <a:ahLst/>
                <a:cxnLst/>
                <a:rect l="l" t="t" r="r" b="b"/>
                <a:pathLst>
                  <a:path w="6372" h="9700" extrusionOk="0">
                    <a:moveTo>
                      <a:pt x="3075" y="0"/>
                    </a:moveTo>
                    <a:cubicBezTo>
                      <a:pt x="3044" y="0"/>
                      <a:pt x="3013" y="2"/>
                      <a:pt x="2982" y="7"/>
                    </a:cubicBezTo>
                    <a:lnTo>
                      <a:pt x="439" y="323"/>
                    </a:lnTo>
                    <a:cubicBezTo>
                      <a:pt x="189" y="347"/>
                      <a:pt x="1" y="566"/>
                      <a:pt x="13" y="816"/>
                    </a:cubicBezTo>
                    <a:cubicBezTo>
                      <a:pt x="25" y="1053"/>
                      <a:pt x="208" y="1236"/>
                      <a:pt x="439" y="1260"/>
                    </a:cubicBezTo>
                    <a:lnTo>
                      <a:pt x="2483" y="1436"/>
                    </a:lnTo>
                    <a:lnTo>
                      <a:pt x="2982" y="2763"/>
                    </a:lnTo>
                    <a:cubicBezTo>
                      <a:pt x="2982" y="2763"/>
                      <a:pt x="2447" y="6420"/>
                      <a:pt x="3512" y="7905"/>
                    </a:cubicBezTo>
                    <a:cubicBezTo>
                      <a:pt x="4388" y="9359"/>
                      <a:pt x="5824" y="9116"/>
                      <a:pt x="6146" y="9700"/>
                    </a:cubicBezTo>
                    <a:lnTo>
                      <a:pt x="6353" y="4521"/>
                    </a:lnTo>
                    <a:cubicBezTo>
                      <a:pt x="6372" y="4077"/>
                      <a:pt x="6238" y="3651"/>
                      <a:pt x="5970" y="3305"/>
                    </a:cubicBezTo>
                    <a:lnTo>
                      <a:pt x="3609" y="226"/>
                    </a:lnTo>
                    <a:cubicBezTo>
                      <a:pt x="3467" y="83"/>
                      <a:pt x="3274" y="0"/>
                      <a:pt x="30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75"/>
              <p:cNvSpPr/>
              <p:nvPr/>
            </p:nvSpPr>
            <p:spPr>
              <a:xfrm>
                <a:off x="2454680" y="2481028"/>
                <a:ext cx="254465" cy="345475"/>
              </a:xfrm>
              <a:custGeom>
                <a:avLst/>
                <a:gdLst/>
                <a:ahLst/>
                <a:cxnLst/>
                <a:rect l="l" t="t" r="r" b="b"/>
                <a:pathLst>
                  <a:path w="3797" h="5155" extrusionOk="0">
                    <a:moveTo>
                      <a:pt x="1619" y="0"/>
                    </a:moveTo>
                    <a:cubicBezTo>
                      <a:pt x="341" y="372"/>
                      <a:pt x="0" y="1254"/>
                      <a:pt x="554" y="1814"/>
                    </a:cubicBezTo>
                    <a:cubicBezTo>
                      <a:pt x="469" y="2580"/>
                      <a:pt x="767" y="2982"/>
                      <a:pt x="1393" y="3189"/>
                    </a:cubicBezTo>
                    <a:cubicBezTo>
                      <a:pt x="481" y="3304"/>
                      <a:pt x="578" y="4168"/>
                      <a:pt x="895" y="4479"/>
                    </a:cubicBezTo>
                    <a:cubicBezTo>
                      <a:pt x="1211" y="4789"/>
                      <a:pt x="2860" y="5154"/>
                      <a:pt x="2860" y="5154"/>
                    </a:cubicBezTo>
                    <a:lnTo>
                      <a:pt x="3797" y="1144"/>
                    </a:lnTo>
                    <a:lnTo>
                      <a:pt x="1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75"/>
              <p:cNvSpPr/>
              <p:nvPr/>
            </p:nvSpPr>
            <p:spPr>
              <a:xfrm>
                <a:off x="2581877" y="2469970"/>
                <a:ext cx="128406" cy="39741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593" extrusionOk="0">
                    <a:moveTo>
                      <a:pt x="460" y="0"/>
                    </a:moveTo>
                    <a:cubicBezTo>
                      <a:pt x="314" y="0"/>
                      <a:pt x="165" y="31"/>
                      <a:pt x="37" y="92"/>
                    </a:cubicBezTo>
                    <a:cubicBezTo>
                      <a:pt x="1" y="105"/>
                      <a:pt x="7" y="153"/>
                      <a:pt x="37" y="159"/>
                    </a:cubicBezTo>
                    <a:cubicBezTo>
                      <a:pt x="189" y="190"/>
                      <a:pt x="347" y="208"/>
                      <a:pt x="499" y="220"/>
                    </a:cubicBezTo>
                    <a:cubicBezTo>
                      <a:pt x="652" y="238"/>
                      <a:pt x="798" y="244"/>
                      <a:pt x="944" y="263"/>
                    </a:cubicBezTo>
                    <a:cubicBezTo>
                      <a:pt x="1254" y="317"/>
                      <a:pt x="1552" y="427"/>
                      <a:pt x="1820" y="585"/>
                    </a:cubicBezTo>
                    <a:cubicBezTo>
                      <a:pt x="1827" y="590"/>
                      <a:pt x="1835" y="592"/>
                      <a:pt x="1843" y="592"/>
                    </a:cubicBezTo>
                    <a:cubicBezTo>
                      <a:pt x="1883" y="592"/>
                      <a:pt x="1916" y="531"/>
                      <a:pt x="1875" y="500"/>
                    </a:cubicBezTo>
                    <a:cubicBezTo>
                      <a:pt x="1601" y="324"/>
                      <a:pt x="1303" y="184"/>
                      <a:pt x="992" y="92"/>
                    </a:cubicBezTo>
                    <a:cubicBezTo>
                      <a:pt x="834" y="38"/>
                      <a:pt x="664" y="7"/>
                      <a:pt x="499" y="1"/>
                    </a:cubicBezTo>
                    <a:cubicBezTo>
                      <a:pt x="486" y="1"/>
                      <a:pt x="473" y="0"/>
                      <a:pt x="4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75"/>
              <p:cNvSpPr/>
              <p:nvPr/>
            </p:nvSpPr>
            <p:spPr>
              <a:xfrm>
                <a:off x="2509365" y="2563592"/>
                <a:ext cx="169420" cy="50464"/>
              </a:xfrm>
              <a:custGeom>
                <a:avLst/>
                <a:gdLst/>
                <a:ahLst/>
                <a:cxnLst/>
                <a:rect l="l" t="t" r="r" b="b"/>
                <a:pathLst>
                  <a:path w="2528" h="753" extrusionOk="0">
                    <a:moveTo>
                      <a:pt x="943" y="0"/>
                    </a:moveTo>
                    <a:cubicBezTo>
                      <a:pt x="746" y="0"/>
                      <a:pt x="549" y="24"/>
                      <a:pt x="358" y="71"/>
                    </a:cubicBezTo>
                    <a:cubicBezTo>
                      <a:pt x="310" y="83"/>
                      <a:pt x="255" y="101"/>
                      <a:pt x="206" y="119"/>
                    </a:cubicBezTo>
                    <a:cubicBezTo>
                      <a:pt x="158" y="150"/>
                      <a:pt x="103" y="180"/>
                      <a:pt x="48" y="204"/>
                    </a:cubicBezTo>
                    <a:cubicBezTo>
                      <a:pt x="1" y="215"/>
                      <a:pt x="22" y="289"/>
                      <a:pt x="72" y="289"/>
                    </a:cubicBezTo>
                    <a:cubicBezTo>
                      <a:pt x="79" y="289"/>
                      <a:pt x="88" y="288"/>
                      <a:pt x="97" y="283"/>
                    </a:cubicBezTo>
                    <a:cubicBezTo>
                      <a:pt x="145" y="265"/>
                      <a:pt x="200" y="253"/>
                      <a:pt x="261" y="253"/>
                    </a:cubicBezTo>
                    <a:cubicBezTo>
                      <a:pt x="310" y="241"/>
                      <a:pt x="358" y="235"/>
                      <a:pt x="413" y="223"/>
                    </a:cubicBezTo>
                    <a:cubicBezTo>
                      <a:pt x="504" y="204"/>
                      <a:pt x="608" y="192"/>
                      <a:pt x="705" y="186"/>
                    </a:cubicBezTo>
                    <a:cubicBezTo>
                      <a:pt x="731" y="185"/>
                      <a:pt x="756" y="185"/>
                      <a:pt x="782" y="185"/>
                    </a:cubicBezTo>
                    <a:cubicBezTo>
                      <a:pt x="958" y="185"/>
                      <a:pt x="1138" y="203"/>
                      <a:pt x="1308" y="235"/>
                    </a:cubicBezTo>
                    <a:cubicBezTo>
                      <a:pt x="1721" y="296"/>
                      <a:pt x="2105" y="472"/>
                      <a:pt x="2427" y="740"/>
                    </a:cubicBezTo>
                    <a:cubicBezTo>
                      <a:pt x="2438" y="749"/>
                      <a:pt x="2448" y="753"/>
                      <a:pt x="2459" y="753"/>
                    </a:cubicBezTo>
                    <a:cubicBezTo>
                      <a:pt x="2497" y="753"/>
                      <a:pt x="2528" y="699"/>
                      <a:pt x="2494" y="661"/>
                    </a:cubicBezTo>
                    <a:cubicBezTo>
                      <a:pt x="2184" y="344"/>
                      <a:pt x="1782" y="125"/>
                      <a:pt x="1350" y="34"/>
                    </a:cubicBezTo>
                    <a:cubicBezTo>
                      <a:pt x="1216" y="12"/>
                      <a:pt x="1079" y="0"/>
                      <a:pt x="9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75"/>
              <p:cNvSpPr/>
              <p:nvPr/>
            </p:nvSpPr>
            <p:spPr>
              <a:xfrm>
                <a:off x="2553328" y="2670482"/>
                <a:ext cx="89401" cy="31833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475" extrusionOk="0">
                    <a:moveTo>
                      <a:pt x="251" y="0"/>
                    </a:moveTo>
                    <a:cubicBezTo>
                      <a:pt x="234" y="0"/>
                      <a:pt x="217" y="1"/>
                      <a:pt x="201" y="3"/>
                    </a:cubicBezTo>
                    <a:cubicBezTo>
                      <a:pt x="191" y="2"/>
                      <a:pt x="181" y="1"/>
                      <a:pt x="172" y="1"/>
                    </a:cubicBezTo>
                    <a:cubicBezTo>
                      <a:pt x="129" y="1"/>
                      <a:pt x="89" y="11"/>
                      <a:pt x="49" y="21"/>
                    </a:cubicBezTo>
                    <a:cubicBezTo>
                      <a:pt x="13" y="33"/>
                      <a:pt x="1" y="76"/>
                      <a:pt x="31" y="100"/>
                    </a:cubicBezTo>
                    <a:cubicBezTo>
                      <a:pt x="116" y="149"/>
                      <a:pt x="207" y="185"/>
                      <a:pt x="305" y="210"/>
                    </a:cubicBezTo>
                    <a:cubicBezTo>
                      <a:pt x="408" y="240"/>
                      <a:pt x="518" y="271"/>
                      <a:pt x="621" y="289"/>
                    </a:cubicBezTo>
                    <a:cubicBezTo>
                      <a:pt x="834" y="325"/>
                      <a:pt x="1041" y="386"/>
                      <a:pt x="1236" y="471"/>
                    </a:cubicBezTo>
                    <a:cubicBezTo>
                      <a:pt x="1242" y="473"/>
                      <a:pt x="1248" y="474"/>
                      <a:pt x="1254" y="474"/>
                    </a:cubicBezTo>
                    <a:cubicBezTo>
                      <a:pt x="1304" y="474"/>
                      <a:pt x="1334" y="407"/>
                      <a:pt x="1284" y="374"/>
                    </a:cubicBezTo>
                    <a:cubicBezTo>
                      <a:pt x="1090" y="264"/>
                      <a:pt x="895" y="173"/>
                      <a:pt x="688" y="88"/>
                    </a:cubicBezTo>
                    <a:cubicBezTo>
                      <a:pt x="585" y="51"/>
                      <a:pt x="481" y="21"/>
                      <a:pt x="372" y="9"/>
                    </a:cubicBezTo>
                    <a:cubicBezTo>
                      <a:pt x="333" y="5"/>
                      <a:pt x="291" y="0"/>
                      <a:pt x="2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75"/>
              <p:cNvSpPr/>
              <p:nvPr/>
            </p:nvSpPr>
            <p:spPr>
              <a:xfrm>
                <a:off x="2573299" y="2910399"/>
                <a:ext cx="227189" cy="235567"/>
              </a:xfrm>
              <a:custGeom>
                <a:avLst/>
                <a:gdLst/>
                <a:ahLst/>
                <a:cxnLst/>
                <a:rect l="l" t="t" r="r" b="b"/>
                <a:pathLst>
                  <a:path w="3390" h="3515" extrusionOk="0">
                    <a:moveTo>
                      <a:pt x="3226" y="1"/>
                    </a:moveTo>
                    <a:lnTo>
                      <a:pt x="749" y="439"/>
                    </a:lnTo>
                    <a:lnTo>
                      <a:pt x="1" y="2337"/>
                    </a:lnTo>
                    <a:cubicBezTo>
                      <a:pt x="1" y="2337"/>
                      <a:pt x="1027" y="3514"/>
                      <a:pt x="2687" y="3514"/>
                    </a:cubicBezTo>
                    <a:cubicBezTo>
                      <a:pt x="2910" y="3514"/>
                      <a:pt x="3145" y="3493"/>
                      <a:pt x="3390" y="3445"/>
                    </a:cubicBezTo>
                    <a:lnTo>
                      <a:pt x="322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80" name="Google Shape;2780;p75"/>
          <p:cNvGrpSpPr/>
          <p:nvPr/>
        </p:nvGrpSpPr>
        <p:grpSpPr>
          <a:xfrm rot="8100000" flipH="1">
            <a:off x="3806547" y="3836509"/>
            <a:ext cx="1924526" cy="1364190"/>
            <a:chOff x="193669" y="148127"/>
            <a:chExt cx="1982873" cy="1405549"/>
          </a:xfrm>
        </p:grpSpPr>
        <p:sp>
          <p:nvSpPr>
            <p:cNvPr id="2781" name="Google Shape;2781;p75"/>
            <p:cNvSpPr/>
            <p:nvPr/>
          </p:nvSpPr>
          <p:spPr>
            <a:xfrm rot="2541214">
              <a:off x="375899" y="290031"/>
              <a:ext cx="284505" cy="651194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82" name="Google Shape;2782;p75"/>
            <p:cNvGrpSpPr/>
            <p:nvPr/>
          </p:nvGrpSpPr>
          <p:grpSpPr>
            <a:xfrm rot="-3943890">
              <a:off x="413745" y="559232"/>
              <a:ext cx="579901" cy="745140"/>
              <a:chOff x="234492" y="148127"/>
              <a:chExt cx="579920" cy="745164"/>
            </a:xfrm>
          </p:grpSpPr>
          <p:sp>
            <p:nvSpPr>
              <p:cNvPr id="2783" name="Google Shape;2783;p75"/>
              <p:cNvSpPr/>
              <p:nvPr/>
            </p:nvSpPr>
            <p:spPr>
              <a:xfrm rot="9702664">
                <a:off x="434883" y="213883"/>
                <a:ext cx="284520" cy="651219"/>
              </a:xfrm>
              <a:custGeom>
                <a:avLst/>
                <a:gdLst/>
                <a:ahLst/>
                <a:cxnLst/>
                <a:rect l="l" t="t" r="r" b="b"/>
                <a:pathLst>
                  <a:path w="9359" h="21419" extrusionOk="0">
                    <a:moveTo>
                      <a:pt x="666" y="0"/>
                    </a:moveTo>
                    <a:cubicBezTo>
                      <a:pt x="334" y="0"/>
                      <a:pt x="1" y="265"/>
                      <a:pt x="149" y="661"/>
                    </a:cubicBezTo>
                    <a:cubicBezTo>
                      <a:pt x="2637" y="7531"/>
                      <a:pt x="5667" y="14185"/>
                      <a:pt x="8155" y="21056"/>
                    </a:cubicBezTo>
                    <a:cubicBezTo>
                      <a:pt x="8251" y="21310"/>
                      <a:pt x="8470" y="21419"/>
                      <a:pt x="8687" y="21419"/>
                    </a:cubicBezTo>
                    <a:cubicBezTo>
                      <a:pt x="9025" y="21419"/>
                      <a:pt x="9359" y="21154"/>
                      <a:pt x="9210" y="20758"/>
                    </a:cubicBezTo>
                    <a:cubicBezTo>
                      <a:pt x="6722" y="13888"/>
                      <a:pt x="3692" y="7234"/>
                      <a:pt x="1177" y="363"/>
                    </a:cubicBezTo>
                    <a:cubicBezTo>
                      <a:pt x="1092" y="109"/>
                      <a:pt x="880" y="0"/>
                      <a:pt x="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75"/>
              <p:cNvSpPr/>
              <p:nvPr/>
            </p:nvSpPr>
            <p:spPr>
              <a:xfrm rot="2700279">
                <a:off x="267482" y="181696"/>
                <a:ext cx="161255" cy="160115"/>
              </a:xfrm>
              <a:custGeom>
                <a:avLst/>
                <a:gdLst/>
                <a:ahLst/>
                <a:cxnLst/>
                <a:rect l="l" t="t" r="r" b="b"/>
                <a:pathLst>
                  <a:path w="7412" h="7359" extrusionOk="0">
                    <a:moveTo>
                      <a:pt x="3702" y="0"/>
                    </a:moveTo>
                    <a:cubicBezTo>
                      <a:pt x="3685" y="0"/>
                      <a:pt x="3668" y="1"/>
                      <a:pt x="3652" y="1"/>
                    </a:cubicBezTo>
                    <a:cubicBezTo>
                      <a:pt x="1623" y="28"/>
                      <a:pt x="0" y="1678"/>
                      <a:pt x="27" y="3734"/>
                    </a:cubicBezTo>
                    <a:cubicBezTo>
                      <a:pt x="54" y="5746"/>
                      <a:pt x="1704" y="7358"/>
                      <a:pt x="3710" y="7358"/>
                    </a:cubicBezTo>
                    <a:cubicBezTo>
                      <a:pt x="3727" y="7358"/>
                      <a:pt x="3743" y="7358"/>
                      <a:pt x="3760" y="7358"/>
                    </a:cubicBezTo>
                    <a:cubicBezTo>
                      <a:pt x="5789" y="7331"/>
                      <a:pt x="7412" y="5654"/>
                      <a:pt x="7385" y="3625"/>
                    </a:cubicBezTo>
                    <a:cubicBezTo>
                      <a:pt x="7358" y="1613"/>
                      <a:pt x="5708" y="0"/>
                      <a:pt x="37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85" name="Google Shape;2785;p75"/>
            <p:cNvGrpSpPr/>
            <p:nvPr/>
          </p:nvGrpSpPr>
          <p:grpSpPr>
            <a:xfrm>
              <a:off x="539292" y="148127"/>
              <a:ext cx="1637250" cy="1405549"/>
              <a:chOff x="234492" y="148127"/>
              <a:chExt cx="1637250" cy="1405549"/>
            </a:xfrm>
          </p:grpSpPr>
          <p:sp>
            <p:nvSpPr>
              <p:cNvPr id="2786" name="Google Shape;2786;p75"/>
              <p:cNvSpPr/>
              <p:nvPr/>
            </p:nvSpPr>
            <p:spPr>
              <a:xfrm rot="9702664">
                <a:off x="434883" y="213883"/>
                <a:ext cx="284520" cy="651219"/>
              </a:xfrm>
              <a:custGeom>
                <a:avLst/>
                <a:gdLst/>
                <a:ahLst/>
                <a:cxnLst/>
                <a:rect l="l" t="t" r="r" b="b"/>
                <a:pathLst>
                  <a:path w="9359" h="21419" extrusionOk="0">
                    <a:moveTo>
                      <a:pt x="666" y="0"/>
                    </a:moveTo>
                    <a:cubicBezTo>
                      <a:pt x="334" y="0"/>
                      <a:pt x="1" y="265"/>
                      <a:pt x="149" y="661"/>
                    </a:cubicBezTo>
                    <a:cubicBezTo>
                      <a:pt x="2637" y="7531"/>
                      <a:pt x="5667" y="14185"/>
                      <a:pt x="8155" y="21056"/>
                    </a:cubicBezTo>
                    <a:cubicBezTo>
                      <a:pt x="8251" y="21310"/>
                      <a:pt x="8470" y="21419"/>
                      <a:pt x="8687" y="21419"/>
                    </a:cubicBezTo>
                    <a:cubicBezTo>
                      <a:pt x="9025" y="21419"/>
                      <a:pt x="9359" y="21154"/>
                      <a:pt x="9210" y="20758"/>
                    </a:cubicBezTo>
                    <a:cubicBezTo>
                      <a:pt x="6722" y="13888"/>
                      <a:pt x="3692" y="7234"/>
                      <a:pt x="1177" y="363"/>
                    </a:cubicBezTo>
                    <a:cubicBezTo>
                      <a:pt x="1092" y="109"/>
                      <a:pt x="880" y="0"/>
                      <a:pt x="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75"/>
              <p:cNvSpPr/>
              <p:nvPr/>
            </p:nvSpPr>
            <p:spPr>
              <a:xfrm rot="2700279">
                <a:off x="267482" y="181696"/>
                <a:ext cx="161255" cy="160115"/>
              </a:xfrm>
              <a:custGeom>
                <a:avLst/>
                <a:gdLst/>
                <a:ahLst/>
                <a:cxnLst/>
                <a:rect l="l" t="t" r="r" b="b"/>
                <a:pathLst>
                  <a:path w="7412" h="7359" extrusionOk="0">
                    <a:moveTo>
                      <a:pt x="3702" y="0"/>
                    </a:moveTo>
                    <a:cubicBezTo>
                      <a:pt x="3685" y="0"/>
                      <a:pt x="3668" y="1"/>
                      <a:pt x="3652" y="1"/>
                    </a:cubicBezTo>
                    <a:cubicBezTo>
                      <a:pt x="1623" y="28"/>
                      <a:pt x="0" y="1678"/>
                      <a:pt x="27" y="3734"/>
                    </a:cubicBezTo>
                    <a:cubicBezTo>
                      <a:pt x="54" y="5746"/>
                      <a:pt x="1704" y="7358"/>
                      <a:pt x="3710" y="7358"/>
                    </a:cubicBezTo>
                    <a:cubicBezTo>
                      <a:pt x="3727" y="7358"/>
                      <a:pt x="3743" y="7358"/>
                      <a:pt x="3760" y="7358"/>
                    </a:cubicBezTo>
                    <a:cubicBezTo>
                      <a:pt x="5789" y="7331"/>
                      <a:pt x="7412" y="5654"/>
                      <a:pt x="7385" y="3625"/>
                    </a:cubicBezTo>
                    <a:cubicBezTo>
                      <a:pt x="7358" y="1613"/>
                      <a:pt x="5708" y="0"/>
                      <a:pt x="3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88" name="Google Shape;2788;p75"/>
              <p:cNvGrpSpPr/>
              <p:nvPr/>
            </p:nvGrpSpPr>
            <p:grpSpPr>
              <a:xfrm rot="2700200">
                <a:off x="726654" y="558761"/>
                <a:ext cx="1036634" cy="736202"/>
                <a:chOff x="2374700" y="1045220"/>
                <a:chExt cx="852487" cy="605389"/>
              </a:xfrm>
            </p:grpSpPr>
            <p:sp>
              <p:nvSpPr>
                <p:cNvPr id="2789" name="Google Shape;2789;p75"/>
                <p:cNvSpPr/>
                <p:nvPr/>
              </p:nvSpPr>
              <p:spPr>
                <a:xfrm>
                  <a:off x="2450150" y="1109250"/>
                  <a:ext cx="198025" cy="45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1" h="18165" extrusionOk="0">
                      <a:moveTo>
                        <a:pt x="7266" y="1"/>
                      </a:moveTo>
                      <a:cubicBezTo>
                        <a:pt x="7044" y="1"/>
                        <a:pt x="6817" y="113"/>
                        <a:pt x="6720" y="373"/>
                      </a:cubicBezTo>
                      <a:lnTo>
                        <a:pt x="147" y="17522"/>
                      </a:lnTo>
                      <a:cubicBezTo>
                        <a:pt x="1" y="17912"/>
                        <a:pt x="322" y="18165"/>
                        <a:pt x="655" y="18165"/>
                      </a:cubicBezTo>
                      <a:cubicBezTo>
                        <a:pt x="877" y="18165"/>
                        <a:pt x="1104" y="18052"/>
                        <a:pt x="1202" y="17793"/>
                      </a:cubicBezTo>
                      <a:lnTo>
                        <a:pt x="7775" y="644"/>
                      </a:lnTo>
                      <a:cubicBezTo>
                        <a:pt x="7921" y="254"/>
                        <a:pt x="7599" y="1"/>
                        <a:pt x="726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0" name="Google Shape;2790;p75"/>
                <p:cNvSpPr/>
                <p:nvPr/>
              </p:nvSpPr>
              <p:spPr>
                <a:xfrm>
                  <a:off x="2449975" y="1511450"/>
                  <a:ext cx="623075" cy="5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23" h="2111" extrusionOk="0">
                      <a:moveTo>
                        <a:pt x="24252" y="0"/>
                      </a:moveTo>
                      <a:cubicBezTo>
                        <a:pt x="24244" y="0"/>
                        <a:pt x="24236" y="0"/>
                        <a:pt x="24228" y="1"/>
                      </a:cubicBezTo>
                      <a:lnTo>
                        <a:pt x="695" y="1028"/>
                      </a:lnTo>
                      <a:cubicBezTo>
                        <a:pt x="0" y="1055"/>
                        <a:pt x="18" y="2111"/>
                        <a:pt x="670" y="2111"/>
                      </a:cubicBezTo>
                      <a:cubicBezTo>
                        <a:pt x="678" y="2111"/>
                        <a:pt x="687" y="2111"/>
                        <a:pt x="695" y="2110"/>
                      </a:cubicBezTo>
                      <a:lnTo>
                        <a:pt x="24228" y="1083"/>
                      </a:lnTo>
                      <a:cubicBezTo>
                        <a:pt x="24922" y="1056"/>
                        <a:pt x="24904" y="0"/>
                        <a:pt x="2425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1" name="Google Shape;2791;p75"/>
                <p:cNvSpPr/>
                <p:nvPr/>
              </p:nvSpPr>
              <p:spPr>
                <a:xfrm>
                  <a:off x="2374700" y="1458700"/>
                  <a:ext cx="185300" cy="18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12" h="7359" extrusionOk="0">
                      <a:moveTo>
                        <a:pt x="3702" y="0"/>
                      </a:moveTo>
                      <a:cubicBezTo>
                        <a:pt x="3685" y="0"/>
                        <a:pt x="3668" y="1"/>
                        <a:pt x="3652" y="1"/>
                      </a:cubicBezTo>
                      <a:cubicBezTo>
                        <a:pt x="1623" y="28"/>
                        <a:pt x="0" y="1678"/>
                        <a:pt x="27" y="3734"/>
                      </a:cubicBezTo>
                      <a:cubicBezTo>
                        <a:pt x="54" y="5746"/>
                        <a:pt x="1704" y="7358"/>
                        <a:pt x="3710" y="7358"/>
                      </a:cubicBezTo>
                      <a:cubicBezTo>
                        <a:pt x="3727" y="7358"/>
                        <a:pt x="3743" y="7358"/>
                        <a:pt x="3760" y="7358"/>
                      </a:cubicBezTo>
                      <a:cubicBezTo>
                        <a:pt x="5789" y="7331"/>
                        <a:pt x="7412" y="5654"/>
                        <a:pt x="7385" y="3625"/>
                      </a:cubicBezTo>
                      <a:cubicBezTo>
                        <a:pt x="7358" y="1613"/>
                        <a:pt x="5708" y="0"/>
                        <a:pt x="370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2" name="Google Shape;2792;p75"/>
                <p:cNvSpPr/>
                <p:nvPr/>
              </p:nvSpPr>
              <p:spPr>
                <a:xfrm>
                  <a:off x="2991366" y="1416101"/>
                  <a:ext cx="235822" cy="234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3" h="9281" extrusionOk="0">
                      <a:moveTo>
                        <a:pt x="4649" y="1"/>
                      </a:moveTo>
                      <a:cubicBezTo>
                        <a:pt x="4632" y="1"/>
                        <a:pt x="4615" y="1"/>
                        <a:pt x="4598" y="1"/>
                      </a:cubicBezTo>
                      <a:cubicBezTo>
                        <a:pt x="2029" y="55"/>
                        <a:pt x="0" y="2165"/>
                        <a:pt x="27" y="4708"/>
                      </a:cubicBezTo>
                      <a:cubicBezTo>
                        <a:pt x="54" y="7244"/>
                        <a:pt x="2110" y="9280"/>
                        <a:pt x="4635" y="9280"/>
                      </a:cubicBezTo>
                      <a:cubicBezTo>
                        <a:pt x="4668" y="9280"/>
                        <a:pt x="4701" y="9280"/>
                        <a:pt x="4734" y="9279"/>
                      </a:cubicBezTo>
                      <a:cubicBezTo>
                        <a:pt x="7303" y="9252"/>
                        <a:pt x="9332" y="7142"/>
                        <a:pt x="9305" y="4600"/>
                      </a:cubicBezTo>
                      <a:cubicBezTo>
                        <a:pt x="9278" y="2047"/>
                        <a:pt x="7196" y="1"/>
                        <a:pt x="464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3" name="Google Shape;2793;p75"/>
                <p:cNvSpPr/>
                <p:nvPr/>
              </p:nvSpPr>
              <p:spPr>
                <a:xfrm>
                  <a:off x="2576281" y="1045220"/>
                  <a:ext cx="119040" cy="117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6" h="5222" extrusionOk="0">
                      <a:moveTo>
                        <a:pt x="2647" y="0"/>
                      </a:moveTo>
                      <a:cubicBezTo>
                        <a:pt x="2630" y="0"/>
                        <a:pt x="2614" y="0"/>
                        <a:pt x="2598" y="1"/>
                      </a:cubicBezTo>
                      <a:cubicBezTo>
                        <a:pt x="1137" y="28"/>
                        <a:pt x="1" y="1191"/>
                        <a:pt x="1" y="2651"/>
                      </a:cubicBezTo>
                      <a:cubicBezTo>
                        <a:pt x="28" y="4069"/>
                        <a:pt x="1191" y="5221"/>
                        <a:pt x="2629" y="5221"/>
                      </a:cubicBezTo>
                      <a:cubicBezTo>
                        <a:pt x="2646" y="5221"/>
                        <a:pt x="2662" y="5221"/>
                        <a:pt x="2679" y="5221"/>
                      </a:cubicBezTo>
                      <a:cubicBezTo>
                        <a:pt x="4112" y="5221"/>
                        <a:pt x="5276" y="4031"/>
                        <a:pt x="5249" y="2570"/>
                      </a:cubicBezTo>
                      <a:cubicBezTo>
                        <a:pt x="5222" y="1153"/>
                        <a:pt x="4058" y="0"/>
                        <a:pt x="264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94" name="Google Shape;2794;p75"/>
          <p:cNvGrpSpPr/>
          <p:nvPr/>
        </p:nvGrpSpPr>
        <p:grpSpPr>
          <a:xfrm rot="7166138">
            <a:off x="6167928" y="2816570"/>
            <a:ext cx="661435" cy="929041"/>
            <a:chOff x="2374700" y="1056350"/>
            <a:chExt cx="797300" cy="1119875"/>
          </a:xfrm>
        </p:grpSpPr>
        <p:sp>
          <p:nvSpPr>
            <p:cNvPr id="2795" name="Google Shape;2795;p75"/>
            <p:cNvSpPr/>
            <p:nvPr/>
          </p:nvSpPr>
          <p:spPr>
            <a:xfrm>
              <a:off x="2450775" y="1537550"/>
              <a:ext cx="233975" cy="535475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75"/>
            <p:cNvSpPr/>
            <p:nvPr/>
          </p:nvSpPr>
          <p:spPr>
            <a:xfrm>
              <a:off x="2450150" y="1109250"/>
              <a:ext cx="198025" cy="454125"/>
            </a:xfrm>
            <a:custGeom>
              <a:avLst/>
              <a:gdLst/>
              <a:ahLst/>
              <a:cxnLst/>
              <a:rect l="l" t="t" r="r" b="b"/>
              <a:pathLst>
                <a:path w="7921" h="18165" extrusionOk="0">
                  <a:moveTo>
                    <a:pt x="7266" y="1"/>
                  </a:moveTo>
                  <a:cubicBezTo>
                    <a:pt x="7044" y="1"/>
                    <a:pt x="6817" y="113"/>
                    <a:pt x="6720" y="373"/>
                  </a:cubicBezTo>
                  <a:lnTo>
                    <a:pt x="147" y="17522"/>
                  </a:lnTo>
                  <a:cubicBezTo>
                    <a:pt x="1" y="17912"/>
                    <a:pt x="322" y="18165"/>
                    <a:pt x="655" y="18165"/>
                  </a:cubicBezTo>
                  <a:cubicBezTo>
                    <a:pt x="877" y="18165"/>
                    <a:pt x="1104" y="18052"/>
                    <a:pt x="1202" y="17793"/>
                  </a:cubicBezTo>
                  <a:lnTo>
                    <a:pt x="7775" y="644"/>
                  </a:lnTo>
                  <a:cubicBezTo>
                    <a:pt x="7921" y="254"/>
                    <a:pt x="7599" y="1"/>
                    <a:pt x="7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75"/>
            <p:cNvSpPr/>
            <p:nvPr/>
          </p:nvSpPr>
          <p:spPr>
            <a:xfrm>
              <a:off x="2449975" y="1511450"/>
              <a:ext cx="623075" cy="52775"/>
            </a:xfrm>
            <a:custGeom>
              <a:avLst/>
              <a:gdLst/>
              <a:ahLst/>
              <a:cxnLst/>
              <a:rect l="l" t="t" r="r" b="b"/>
              <a:pathLst>
                <a:path w="24923" h="2111" extrusionOk="0">
                  <a:moveTo>
                    <a:pt x="24252" y="0"/>
                  </a:moveTo>
                  <a:cubicBezTo>
                    <a:pt x="24244" y="0"/>
                    <a:pt x="24236" y="0"/>
                    <a:pt x="24228" y="1"/>
                  </a:cubicBezTo>
                  <a:lnTo>
                    <a:pt x="695" y="1028"/>
                  </a:lnTo>
                  <a:cubicBezTo>
                    <a:pt x="0" y="1055"/>
                    <a:pt x="18" y="2111"/>
                    <a:pt x="670" y="2111"/>
                  </a:cubicBezTo>
                  <a:cubicBezTo>
                    <a:pt x="678" y="2111"/>
                    <a:pt x="687" y="2111"/>
                    <a:pt x="695" y="2110"/>
                  </a:cubicBezTo>
                  <a:lnTo>
                    <a:pt x="24228" y="1083"/>
                  </a:lnTo>
                  <a:cubicBezTo>
                    <a:pt x="24922" y="1056"/>
                    <a:pt x="24904" y="0"/>
                    <a:pt x="242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75"/>
            <p:cNvSpPr/>
            <p:nvPr/>
          </p:nvSpPr>
          <p:spPr>
            <a:xfrm>
              <a:off x="2374700" y="1458700"/>
              <a:ext cx="185300" cy="183975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75"/>
            <p:cNvSpPr/>
            <p:nvPr/>
          </p:nvSpPr>
          <p:spPr>
            <a:xfrm>
              <a:off x="2551175" y="1944225"/>
              <a:ext cx="233325" cy="232000"/>
            </a:xfrm>
            <a:custGeom>
              <a:avLst/>
              <a:gdLst/>
              <a:ahLst/>
              <a:cxnLst/>
              <a:rect l="l" t="t" r="r" b="b"/>
              <a:pathLst>
                <a:path w="9333" h="9280" extrusionOk="0">
                  <a:moveTo>
                    <a:pt x="4649" y="1"/>
                  </a:moveTo>
                  <a:cubicBezTo>
                    <a:pt x="4633" y="1"/>
                    <a:pt x="4616" y="1"/>
                    <a:pt x="4599" y="1"/>
                  </a:cubicBezTo>
                  <a:cubicBezTo>
                    <a:pt x="2030" y="28"/>
                    <a:pt x="1" y="2138"/>
                    <a:pt x="28" y="4708"/>
                  </a:cubicBezTo>
                  <a:cubicBezTo>
                    <a:pt x="55" y="7260"/>
                    <a:pt x="2137" y="9279"/>
                    <a:pt x="4684" y="9279"/>
                  </a:cubicBezTo>
                  <a:cubicBezTo>
                    <a:pt x="4701" y="9279"/>
                    <a:pt x="4718" y="9279"/>
                    <a:pt x="4735" y="9279"/>
                  </a:cubicBezTo>
                  <a:cubicBezTo>
                    <a:pt x="7304" y="9252"/>
                    <a:pt x="9333" y="7142"/>
                    <a:pt x="9306" y="4572"/>
                  </a:cubicBezTo>
                  <a:cubicBezTo>
                    <a:pt x="9279" y="2046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75"/>
            <p:cNvSpPr/>
            <p:nvPr/>
          </p:nvSpPr>
          <p:spPr>
            <a:xfrm>
              <a:off x="2938675" y="1409325"/>
              <a:ext cx="233325" cy="232025"/>
            </a:xfrm>
            <a:custGeom>
              <a:avLst/>
              <a:gdLst/>
              <a:ahLst/>
              <a:cxnLst/>
              <a:rect l="l" t="t" r="r" b="b"/>
              <a:pathLst>
                <a:path w="9333" h="9281" extrusionOk="0">
                  <a:moveTo>
                    <a:pt x="4649" y="1"/>
                  </a:moveTo>
                  <a:cubicBezTo>
                    <a:pt x="4632" y="1"/>
                    <a:pt x="4615" y="1"/>
                    <a:pt x="4598" y="1"/>
                  </a:cubicBezTo>
                  <a:cubicBezTo>
                    <a:pt x="2029" y="55"/>
                    <a:pt x="0" y="2165"/>
                    <a:pt x="27" y="4708"/>
                  </a:cubicBezTo>
                  <a:cubicBezTo>
                    <a:pt x="54" y="7244"/>
                    <a:pt x="2110" y="9280"/>
                    <a:pt x="4635" y="9280"/>
                  </a:cubicBezTo>
                  <a:cubicBezTo>
                    <a:pt x="4668" y="9280"/>
                    <a:pt x="4701" y="9280"/>
                    <a:pt x="4734" y="9279"/>
                  </a:cubicBezTo>
                  <a:cubicBezTo>
                    <a:pt x="7303" y="9252"/>
                    <a:pt x="9332" y="7142"/>
                    <a:pt x="9305" y="4600"/>
                  </a:cubicBezTo>
                  <a:cubicBezTo>
                    <a:pt x="9278" y="2047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75"/>
            <p:cNvSpPr/>
            <p:nvPr/>
          </p:nvSpPr>
          <p:spPr>
            <a:xfrm>
              <a:off x="2565375" y="10563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2" name="Google Shape;2802;p75"/>
          <p:cNvGrpSpPr/>
          <p:nvPr/>
        </p:nvGrpSpPr>
        <p:grpSpPr>
          <a:xfrm>
            <a:off x="7733462" y="3836520"/>
            <a:ext cx="852312" cy="681830"/>
            <a:chOff x="580120" y="3836520"/>
            <a:chExt cx="852312" cy="681830"/>
          </a:xfrm>
        </p:grpSpPr>
        <p:sp>
          <p:nvSpPr>
            <p:cNvPr id="2803" name="Google Shape;2803;p75">
              <a:hlinkClick r:id="rId3" action="ppaction://hlinksldjump"/>
            </p:cNvPr>
            <p:cNvSpPr/>
            <p:nvPr/>
          </p:nvSpPr>
          <p:spPr>
            <a:xfrm flipH="1">
              <a:off x="749375" y="4154139"/>
              <a:ext cx="490089" cy="364199"/>
            </a:xfrm>
            <a:custGeom>
              <a:avLst/>
              <a:gdLst/>
              <a:ahLst/>
              <a:cxnLst/>
              <a:rect l="l" t="t" r="r" b="b"/>
              <a:pathLst>
                <a:path w="943" h="701" extrusionOk="0">
                  <a:moveTo>
                    <a:pt x="487" y="1"/>
                  </a:moveTo>
                  <a:cubicBezTo>
                    <a:pt x="0" y="1"/>
                    <a:pt x="0" y="700"/>
                    <a:pt x="487" y="700"/>
                  </a:cubicBezTo>
                  <a:cubicBezTo>
                    <a:pt x="943" y="700"/>
                    <a:pt x="943" y="1"/>
                    <a:pt x="487" y="1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04" name="Google Shape;2804;p75"/>
            <p:cNvGrpSpPr/>
            <p:nvPr/>
          </p:nvGrpSpPr>
          <p:grpSpPr>
            <a:xfrm flipH="1">
              <a:off x="580120" y="3836520"/>
              <a:ext cx="852312" cy="564188"/>
              <a:chOff x="7714849" y="3836520"/>
              <a:chExt cx="852312" cy="564188"/>
            </a:xfrm>
          </p:grpSpPr>
          <p:sp>
            <p:nvSpPr>
              <p:cNvPr id="2805" name="Google Shape;2805;p75"/>
              <p:cNvSpPr/>
              <p:nvPr/>
            </p:nvSpPr>
            <p:spPr>
              <a:xfrm rot="6395088">
                <a:off x="7873578" y="4079841"/>
                <a:ext cx="164284" cy="376748"/>
              </a:xfrm>
              <a:custGeom>
                <a:avLst/>
                <a:gdLst/>
                <a:ahLst/>
                <a:cxnLst/>
                <a:rect l="l" t="t" r="r" b="b"/>
                <a:pathLst>
                  <a:path w="7921" h="18165" extrusionOk="0">
                    <a:moveTo>
                      <a:pt x="7266" y="1"/>
                    </a:moveTo>
                    <a:cubicBezTo>
                      <a:pt x="7044" y="1"/>
                      <a:pt x="6817" y="113"/>
                      <a:pt x="6720" y="373"/>
                    </a:cubicBezTo>
                    <a:lnTo>
                      <a:pt x="147" y="17522"/>
                    </a:lnTo>
                    <a:cubicBezTo>
                      <a:pt x="1" y="17912"/>
                      <a:pt x="322" y="18165"/>
                      <a:pt x="655" y="18165"/>
                    </a:cubicBezTo>
                    <a:cubicBezTo>
                      <a:pt x="877" y="18165"/>
                      <a:pt x="1104" y="18052"/>
                      <a:pt x="1202" y="17793"/>
                    </a:cubicBezTo>
                    <a:lnTo>
                      <a:pt x="7775" y="644"/>
                    </a:lnTo>
                    <a:cubicBezTo>
                      <a:pt x="7921" y="254"/>
                      <a:pt x="7599" y="1"/>
                      <a:pt x="72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75"/>
              <p:cNvSpPr/>
              <p:nvPr/>
            </p:nvSpPr>
            <p:spPr>
              <a:xfrm rot="938168">
                <a:off x="8258408" y="3885292"/>
                <a:ext cx="164282" cy="376743"/>
              </a:xfrm>
              <a:custGeom>
                <a:avLst/>
                <a:gdLst/>
                <a:ahLst/>
                <a:cxnLst/>
                <a:rect l="l" t="t" r="r" b="b"/>
                <a:pathLst>
                  <a:path w="7921" h="18165" extrusionOk="0">
                    <a:moveTo>
                      <a:pt x="7266" y="1"/>
                    </a:moveTo>
                    <a:cubicBezTo>
                      <a:pt x="7044" y="1"/>
                      <a:pt x="6817" y="113"/>
                      <a:pt x="6720" y="373"/>
                    </a:cubicBezTo>
                    <a:lnTo>
                      <a:pt x="147" y="17522"/>
                    </a:lnTo>
                    <a:cubicBezTo>
                      <a:pt x="1" y="17912"/>
                      <a:pt x="322" y="18165"/>
                      <a:pt x="655" y="18165"/>
                    </a:cubicBezTo>
                    <a:cubicBezTo>
                      <a:pt x="877" y="18165"/>
                      <a:pt x="1104" y="18052"/>
                      <a:pt x="1202" y="17793"/>
                    </a:cubicBezTo>
                    <a:lnTo>
                      <a:pt x="7775" y="644"/>
                    </a:lnTo>
                    <a:cubicBezTo>
                      <a:pt x="7921" y="254"/>
                      <a:pt x="7599" y="1"/>
                      <a:pt x="72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75"/>
              <p:cNvSpPr/>
              <p:nvPr/>
            </p:nvSpPr>
            <p:spPr>
              <a:xfrm rot="7166138">
                <a:off x="8338996" y="3871864"/>
                <a:ext cx="193565" cy="192486"/>
              </a:xfrm>
              <a:custGeom>
                <a:avLst/>
                <a:gdLst/>
                <a:ahLst/>
                <a:cxnLst/>
                <a:rect l="l" t="t" r="r" b="b"/>
                <a:pathLst>
                  <a:path w="9333" h="9281" extrusionOk="0">
                    <a:moveTo>
                      <a:pt x="4649" y="1"/>
                    </a:moveTo>
                    <a:cubicBezTo>
                      <a:pt x="4632" y="1"/>
                      <a:pt x="4615" y="1"/>
                      <a:pt x="4598" y="1"/>
                    </a:cubicBezTo>
                    <a:cubicBezTo>
                      <a:pt x="2029" y="55"/>
                      <a:pt x="0" y="2165"/>
                      <a:pt x="27" y="4708"/>
                    </a:cubicBezTo>
                    <a:cubicBezTo>
                      <a:pt x="54" y="7244"/>
                      <a:pt x="2110" y="9280"/>
                      <a:pt x="4635" y="9280"/>
                    </a:cubicBezTo>
                    <a:cubicBezTo>
                      <a:pt x="4668" y="9280"/>
                      <a:pt x="4701" y="9280"/>
                      <a:pt x="4734" y="9279"/>
                    </a:cubicBezTo>
                    <a:cubicBezTo>
                      <a:pt x="7303" y="9252"/>
                      <a:pt x="9332" y="7142"/>
                      <a:pt x="9305" y="4600"/>
                    </a:cubicBezTo>
                    <a:cubicBezTo>
                      <a:pt x="9278" y="2047"/>
                      <a:pt x="7196" y="1"/>
                      <a:pt x="46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75"/>
              <p:cNvSpPr/>
              <p:nvPr/>
            </p:nvSpPr>
            <p:spPr>
              <a:xfrm rot="9061129">
                <a:off x="7736606" y="4096964"/>
                <a:ext cx="122026" cy="121347"/>
              </a:xfrm>
              <a:custGeom>
                <a:avLst/>
                <a:gdLst/>
                <a:ahLst/>
                <a:cxnLst/>
                <a:rect l="l" t="t" r="r" b="b"/>
                <a:pathLst>
                  <a:path w="9333" h="9281" extrusionOk="0">
                    <a:moveTo>
                      <a:pt x="4649" y="1"/>
                    </a:moveTo>
                    <a:cubicBezTo>
                      <a:pt x="4632" y="1"/>
                      <a:pt x="4615" y="1"/>
                      <a:pt x="4598" y="1"/>
                    </a:cubicBezTo>
                    <a:cubicBezTo>
                      <a:pt x="2029" y="55"/>
                      <a:pt x="0" y="2165"/>
                      <a:pt x="27" y="4708"/>
                    </a:cubicBezTo>
                    <a:cubicBezTo>
                      <a:pt x="54" y="7244"/>
                      <a:pt x="2110" y="9280"/>
                      <a:pt x="4635" y="9280"/>
                    </a:cubicBezTo>
                    <a:cubicBezTo>
                      <a:pt x="4668" y="9280"/>
                      <a:pt x="4701" y="9280"/>
                      <a:pt x="4734" y="9279"/>
                    </a:cubicBezTo>
                    <a:cubicBezTo>
                      <a:pt x="7303" y="9252"/>
                      <a:pt x="9332" y="7142"/>
                      <a:pt x="9305" y="4600"/>
                    </a:cubicBezTo>
                    <a:cubicBezTo>
                      <a:pt x="9278" y="2047"/>
                      <a:pt x="7196" y="1"/>
                      <a:pt x="46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09" name="Google Shape;2809;p75"/>
            <p:cNvSpPr/>
            <p:nvPr/>
          </p:nvSpPr>
          <p:spPr>
            <a:xfrm>
              <a:off x="803450" y="4154150"/>
              <a:ext cx="364200" cy="364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0" name="Google Shape;2810;p75"/>
            <p:cNvGrpSpPr/>
            <p:nvPr/>
          </p:nvGrpSpPr>
          <p:grpSpPr>
            <a:xfrm>
              <a:off x="880179" y="4234256"/>
              <a:ext cx="210620" cy="203897"/>
              <a:chOff x="4413424" y="4296701"/>
              <a:chExt cx="317151" cy="306981"/>
            </a:xfrm>
          </p:grpSpPr>
          <p:sp>
            <p:nvSpPr>
              <p:cNvPr id="2811" name="Google Shape;2811;p75"/>
              <p:cNvSpPr/>
              <p:nvPr/>
            </p:nvSpPr>
            <p:spPr>
              <a:xfrm>
                <a:off x="4413424" y="4296701"/>
                <a:ext cx="317151" cy="154491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grpSp>
            <p:nvGrpSpPr>
              <p:cNvPr id="2812" name="Google Shape;2812;p75"/>
              <p:cNvGrpSpPr/>
              <p:nvPr/>
            </p:nvGrpSpPr>
            <p:grpSpPr>
              <a:xfrm>
                <a:off x="4451997" y="4376976"/>
                <a:ext cx="239968" cy="226706"/>
                <a:chOff x="4217800" y="4370325"/>
                <a:chExt cx="260100" cy="245725"/>
              </a:xfrm>
            </p:grpSpPr>
            <p:sp>
              <p:nvSpPr>
                <p:cNvPr id="2813" name="Google Shape;2813;p75"/>
                <p:cNvSpPr/>
                <p:nvPr/>
              </p:nvSpPr>
              <p:spPr>
                <a:xfrm>
                  <a:off x="4217800" y="4370325"/>
                  <a:ext cx="260100" cy="1122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4" name="Google Shape;2814;p75"/>
                <p:cNvSpPr/>
                <p:nvPr/>
              </p:nvSpPr>
              <p:spPr>
                <a:xfrm rot="10800000">
                  <a:off x="4217800" y="4481950"/>
                  <a:ext cx="260100" cy="134100"/>
                </a:xfrm>
                <a:prstGeom prst="round2SameRect">
                  <a:avLst>
                    <a:gd name="adj1" fmla="val 7736"/>
                    <a:gd name="adj2" fmla="val 0"/>
                  </a:avLst>
                </a:pr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815" name="Google Shape;2815;p75">
            <a:hlinkClick r:id="rId3" action="ppaction://hlinksldjump"/>
          </p:cNvPr>
          <p:cNvSpPr/>
          <p:nvPr/>
        </p:nvSpPr>
        <p:spPr>
          <a:xfrm>
            <a:off x="7956730" y="4154150"/>
            <a:ext cx="364200" cy="364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2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2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2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82"/>
          <p:cNvSpPr/>
          <p:nvPr/>
        </p:nvSpPr>
        <p:spPr>
          <a:xfrm>
            <a:off x="7762734" y="-182468"/>
            <a:ext cx="1235700" cy="1235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3213" name="Google Shape;3213;p82"/>
          <p:cNvSpPr txBox="1">
            <a:spLocks noGrp="1"/>
          </p:cNvSpPr>
          <p:nvPr>
            <p:ph type="title"/>
          </p:nvPr>
        </p:nvSpPr>
        <p:spPr>
          <a:xfrm>
            <a:off x="431580" y="305537"/>
            <a:ext cx="3147364" cy="1469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ONDE É </a:t>
            </a:r>
            <a:r>
              <a:rPr lang="en" dirty="0"/>
              <a:t>USADO</a:t>
            </a:r>
            <a:endParaRPr dirty="0"/>
          </a:p>
        </p:txBody>
      </p:sp>
      <p:sp>
        <p:nvSpPr>
          <p:cNvPr id="3214" name="Google Shape;3214;p82"/>
          <p:cNvSpPr txBox="1">
            <a:spLocks noGrp="1"/>
          </p:cNvSpPr>
          <p:nvPr>
            <p:ph type="title" idx="2"/>
          </p:nvPr>
        </p:nvSpPr>
        <p:spPr>
          <a:xfrm>
            <a:off x="7829934" y="-35422"/>
            <a:ext cx="1101300" cy="914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215" name="Google Shape;3215;p82"/>
          <p:cNvSpPr txBox="1">
            <a:spLocks noGrp="1"/>
          </p:cNvSpPr>
          <p:nvPr>
            <p:ph type="subTitle" idx="1"/>
          </p:nvPr>
        </p:nvSpPr>
        <p:spPr>
          <a:xfrm>
            <a:off x="486166" y="1950844"/>
            <a:ext cx="3922650" cy="195517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COMBATE CONTRA O CANCER,  </a:t>
            </a:r>
            <a:r>
              <a:rPr lang="en" sz="1100" dirty="0"/>
              <a:t>Primeira apricação em 2016.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COMBATE CONTRA VIRUS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Que invadem o DNA –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RATOS TIVERAM 50% DO HIV REMOVIDO</a:t>
            </a:r>
            <a:endParaRPr sz="1100" dirty="0"/>
          </a:p>
        </p:txBody>
      </p:sp>
      <p:grpSp>
        <p:nvGrpSpPr>
          <p:cNvPr id="3216" name="Google Shape;3216;p82"/>
          <p:cNvGrpSpPr/>
          <p:nvPr/>
        </p:nvGrpSpPr>
        <p:grpSpPr>
          <a:xfrm>
            <a:off x="3968225" y="2059576"/>
            <a:ext cx="5202900" cy="3875643"/>
            <a:chOff x="3968225" y="2059576"/>
            <a:chExt cx="5202900" cy="3875643"/>
          </a:xfrm>
        </p:grpSpPr>
        <p:grpSp>
          <p:nvGrpSpPr>
            <p:cNvPr id="3217" name="Google Shape;3217;p82"/>
            <p:cNvGrpSpPr/>
            <p:nvPr/>
          </p:nvGrpSpPr>
          <p:grpSpPr>
            <a:xfrm>
              <a:off x="5646881" y="2059576"/>
              <a:ext cx="2710812" cy="3875643"/>
              <a:chOff x="5944393" y="2097100"/>
              <a:chExt cx="2684770" cy="3838411"/>
            </a:xfrm>
          </p:grpSpPr>
          <p:grpSp>
            <p:nvGrpSpPr>
              <p:cNvPr id="3218" name="Google Shape;3218;p82"/>
              <p:cNvGrpSpPr/>
              <p:nvPr/>
            </p:nvGrpSpPr>
            <p:grpSpPr>
              <a:xfrm>
                <a:off x="7151481" y="4565727"/>
                <a:ext cx="903769" cy="1369762"/>
                <a:chOff x="7151481" y="4565727"/>
                <a:chExt cx="903769" cy="1369762"/>
              </a:xfrm>
            </p:grpSpPr>
            <p:sp>
              <p:nvSpPr>
                <p:cNvPr id="3219" name="Google Shape;3219;p82"/>
                <p:cNvSpPr/>
                <p:nvPr/>
              </p:nvSpPr>
              <p:spPr>
                <a:xfrm flipH="1">
                  <a:off x="7151481" y="4565727"/>
                  <a:ext cx="435759" cy="1369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1" h="33468" extrusionOk="0">
                      <a:moveTo>
                        <a:pt x="1" y="1"/>
                      </a:moveTo>
                      <a:lnTo>
                        <a:pt x="585" y="33467"/>
                      </a:lnTo>
                      <a:lnTo>
                        <a:pt x="5301" y="33467"/>
                      </a:lnTo>
                      <a:lnTo>
                        <a:pt x="6311" y="7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5E23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0" name="Google Shape;3220;p82"/>
                <p:cNvSpPr/>
                <p:nvPr/>
              </p:nvSpPr>
              <p:spPr>
                <a:xfrm flipH="1">
                  <a:off x="7535875" y="4597364"/>
                  <a:ext cx="519375" cy="13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2" h="32695" extrusionOk="0">
                      <a:moveTo>
                        <a:pt x="7521" y="0"/>
                      </a:moveTo>
                      <a:lnTo>
                        <a:pt x="1035" y="11647"/>
                      </a:lnTo>
                      <a:lnTo>
                        <a:pt x="0" y="32694"/>
                      </a:lnTo>
                      <a:lnTo>
                        <a:pt x="4716" y="32694"/>
                      </a:lnTo>
                      <a:lnTo>
                        <a:pt x="7521" y="0"/>
                      </a:lnTo>
                      <a:close/>
                    </a:path>
                  </a:pathLst>
                </a:custGeom>
                <a:solidFill>
                  <a:srgbClr val="5E23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221" name="Google Shape;3221;p82"/>
              <p:cNvSpPr/>
              <p:nvPr/>
            </p:nvSpPr>
            <p:spPr>
              <a:xfrm flipH="1">
                <a:off x="6482133" y="2998921"/>
                <a:ext cx="1076934" cy="578756"/>
              </a:xfrm>
              <a:custGeom>
                <a:avLst/>
                <a:gdLst/>
                <a:ahLst/>
                <a:cxnLst/>
                <a:rect l="l" t="t" r="r" b="b"/>
                <a:pathLst>
                  <a:path w="15597" h="8382" extrusionOk="0">
                    <a:moveTo>
                      <a:pt x="2608" y="0"/>
                    </a:moveTo>
                    <a:cubicBezTo>
                      <a:pt x="1416" y="0"/>
                      <a:pt x="369" y="873"/>
                      <a:pt x="189" y="2089"/>
                    </a:cubicBezTo>
                    <a:cubicBezTo>
                      <a:pt x="1" y="3355"/>
                      <a:pt x="816" y="4548"/>
                      <a:pt x="2063" y="4834"/>
                    </a:cubicBezTo>
                    <a:lnTo>
                      <a:pt x="5459" y="6002"/>
                    </a:lnTo>
                    <a:lnTo>
                      <a:pt x="12067" y="8314"/>
                    </a:lnTo>
                    <a:cubicBezTo>
                      <a:pt x="12264" y="8359"/>
                      <a:pt x="12462" y="8381"/>
                      <a:pt x="12657" y="8381"/>
                    </a:cubicBezTo>
                    <a:cubicBezTo>
                      <a:pt x="13824" y="8381"/>
                      <a:pt x="14888" y="7600"/>
                      <a:pt x="15201" y="6422"/>
                    </a:cubicBezTo>
                    <a:cubicBezTo>
                      <a:pt x="15596" y="4937"/>
                      <a:pt x="14677" y="3556"/>
                      <a:pt x="13126" y="3154"/>
                    </a:cubicBezTo>
                    <a:cubicBezTo>
                      <a:pt x="11805" y="2807"/>
                      <a:pt x="9596" y="2089"/>
                      <a:pt x="7333" y="1323"/>
                    </a:cubicBezTo>
                    <a:cubicBezTo>
                      <a:pt x="5623" y="745"/>
                      <a:pt x="4011" y="215"/>
                      <a:pt x="3043" y="39"/>
                    </a:cubicBezTo>
                    <a:cubicBezTo>
                      <a:pt x="2897" y="13"/>
                      <a:pt x="2751" y="0"/>
                      <a:pt x="26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222;p82"/>
              <p:cNvSpPr/>
              <p:nvPr/>
            </p:nvSpPr>
            <p:spPr>
              <a:xfrm flipH="1">
                <a:off x="6213678" y="2589818"/>
                <a:ext cx="232414" cy="248364"/>
              </a:xfrm>
              <a:custGeom>
                <a:avLst/>
                <a:gdLst/>
                <a:ahLst/>
                <a:cxnLst/>
                <a:rect l="l" t="t" r="r" b="b"/>
                <a:pathLst>
                  <a:path w="3366" h="3597" extrusionOk="0">
                    <a:moveTo>
                      <a:pt x="1193" y="1"/>
                    </a:moveTo>
                    <a:lnTo>
                      <a:pt x="0" y="2210"/>
                    </a:lnTo>
                    <a:lnTo>
                      <a:pt x="2221" y="3597"/>
                    </a:lnTo>
                    <a:lnTo>
                      <a:pt x="3365" y="920"/>
                    </a:lnTo>
                    <a:lnTo>
                      <a:pt x="11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223;p82"/>
              <p:cNvSpPr/>
              <p:nvPr/>
            </p:nvSpPr>
            <p:spPr>
              <a:xfrm flipH="1">
                <a:off x="6282173" y="2273446"/>
                <a:ext cx="107645" cy="31644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4583" extrusionOk="0">
                    <a:moveTo>
                      <a:pt x="938" y="1"/>
                    </a:moveTo>
                    <a:cubicBezTo>
                      <a:pt x="706" y="1"/>
                      <a:pt x="505" y="169"/>
                      <a:pt x="463" y="402"/>
                    </a:cubicBezTo>
                    <a:lnTo>
                      <a:pt x="49" y="2830"/>
                    </a:lnTo>
                    <a:cubicBezTo>
                      <a:pt x="1" y="3122"/>
                      <a:pt x="19" y="3414"/>
                      <a:pt x="104" y="3700"/>
                    </a:cubicBezTo>
                    <a:lnTo>
                      <a:pt x="378" y="4583"/>
                    </a:lnTo>
                    <a:lnTo>
                      <a:pt x="1558" y="2204"/>
                    </a:lnTo>
                    <a:lnTo>
                      <a:pt x="1418" y="445"/>
                    </a:lnTo>
                    <a:cubicBezTo>
                      <a:pt x="1400" y="202"/>
                      <a:pt x="1199" y="7"/>
                      <a:pt x="950" y="1"/>
                    </a:cubicBezTo>
                    <a:cubicBezTo>
                      <a:pt x="946" y="1"/>
                      <a:pt x="942" y="1"/>
                      <a:pt x="93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224;p82"/>
              <p:cNvSpPr/>
              <p:nvPr/>
            </p:nvSpPr>
            <p:spPr>
              <a:xfrm flipH="1">
                <a:off x="6084697" y="2162419"/>
                <a:ext cx="224888" cy="251471"/>
              </a:xfrm>
              <a:custGeom>
                <a:avLst/>
                <a:gdLst/>
                <a:ahLst/>
                <a:cxnLst/>
                <a:rect l="l" t="t" r="r" b="b"/>
                <a:pathLst>
                  <a:path w="3257" h="3642" extrusionOk="0">
                    <a:moveTo>
                      <a:pt x="2865" y="1"/>
                    </a:moveTo>
                    <a:cubicBezTo>
                      <a:pt x="2764" y="1"/>
                      <a:pt x="2666" y="45"/>
                      <a:pt x="2599" y="130"/>
                    </a:cubicBezTo>
                    <a:lnTo>
                      <a:pt x="1" y="3641"/>
                    </a:lnTo>
                    <a:lnTo>
                      <a:pt x="1467" y="3556"/>
                    </a:lnTo>
                    <a:lnTo>
                      <a:pt x="3159" y="520"/>
                    </a:lnTo>
                    <a:cubicBezTo>
                      <a:pt x="3256" y="361"/>
                      <a:pt x="3208" y="155"/>
                      <a:pt x="3056" y="57"/>
                    </a:cubicBezTo>
                    <a:cubicBezTo>
                      <a:pt x="2996" y="19"/>
                      <a:pt x="2930" y="1"/>
                      <a:pt x="28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225;p82"/>
              <p:cNvSpPr/>
              <p:nvPr/>
            </p:nvSpPr>
            <p:spPr>
              <a:xfrm flipH="1">
                <a:off x="5958686" y="2251696"/>
                <a:ext cx="248364" cy="243669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3529" extrusionOk="0">
                    <a:moveTo>
                      <a:pt x="3213" y="1"/>
                    </a:moveTo>
                    <a:cubicBezTo>
                      <a:pt x="3122" y="1"/>
                      <a:pt x="3032" y="38"/>
                      <a:pt x="2964" y="109"/>
                    </a:cubicBezTo>
                    <a:lnTo>
                      <a:pt x="1" y="3529"/>
                    </a:lnTo>
                    <a:lnTo>
                      <a:pt x="1315" y="3486"/>
                    </a:lnTo>
                    <a:lnTo>
                      <a:pt x="3487" y="541"/>
                    </a:lnTo>
                    <a:cubicBezTo>
                      <a:pt x="3597" y="389"/>
                      <a:pt x="3566" y="182"/>
                      <a:pt x="3420" y="72"/>
                    </a:cubicBezTo>
                    <a:cubicBezTo>
                      <a:pt x="3358" y="24"/>
                      <a:pt x="3286" y="1"/>
                      <a:pt x="321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226;p82"/>
              <p:cNvSpPr/>
              <p:nvPr/>
            </p:nvSpPr>
            <p:spPr>
              <a:xfrm flipH="1">
                <a:off x="5944393" y="2330271"/>
                <a:ext cx="224819" cy="233588"/>
              </a:xfrm>
              <a:custGeom>
                <a:avLst/>
                <a:gdLst/>
                <a:ahLst/>
                <a:cxnLst/>
                <a:rect l="l" t="t" r="r" b="b"/>
                <a:pathLst>
                  <a:path w="3256" h="3383" extrusionOk="0">
                    <a:moveTo>
                      <a:pt x="2884" y="0"/>
                    </a:moveTo>
                    <a:cubicBezTo>
                      <a:pt x="2795" y="0"/>
                      <a:pt x="2706" y="38"/>
                      <a:pt x="2641" y="109"/>
                    </a:cubicBezTo>
                    <a:lnTo>
                      <a:pt x="0" y="3285"/>
                    </a:lnTo>
                    <a:lnTo>
                      <a:pt x="1132" y="3382"/>
                    </a:lnTo>
                    <a:lnTo>
                      <a:pt x="3152" y="529"/>
                    </a:lnTo>
                    <a:cubicBezTo>
                      <a:pt x="3256" y="383"/>
                      <a:pt x="3225" y="182"/>
                      <a:pt x="3085" y="72"/>
                    </a:cubicBezTo>
                    <a:cubicBezTo>
                      <a:pt x="3026" y="24"/>
                      <a:pt x="2955" y="0"/>
                      <a:pt x="2884" y="0"/>
                    </a:cubicBezTo>
                    <a:close/>
                  </a:path>
                </a:pathLst>
              </a:custGeom>
              <a:solidFill>
                <a:srgbClr val="FF8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227;p82"/>
              <p:cNvSpPr/>
              <p:nvPr/>
            </p:nvSpPr>
            <p:spPr>
              <a:xfrm flipH="1">
                <a:off x="6000252" y="2180509"/>
                <a:ext cx="232828" cy="260654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3775" extrusionOk="0">
                    <a:moveTo>
                      <a:pt x="2971" y="1"/>
                    </a:moveTo>
                    <a:cubicBezTo>
                      <a:pt x="2866" y="1"/>
                      <a:pt x="2761" y="47"/>
                      <a:pt x="2690" y="136"/>
                    </a:cubicBezTo>
                    <a:lnTo>
                      <a:pt x="0" y="3708"/>
                    </a:lnTo>
                    <a:lnTo>
                      <a:pt x="1144" y="3775"/>
                    </a:lnTo>
                    <a:lnTo>
                      <a:pt x="3274" y="538"/>
                    </a:lnTo>
                    <a:cubicBezTo>
                      <a:pt x="3371" y="379"/>
                      <a:pt x="3323" y="166"/>
                      <a:pt x="3164" y="57"/>
                    </a:cubicBezTo>
                    <a:cubicBezTo>
                      <a:pt x="3105" y="19"/>
                      <a:pt x="3038" y="1"/>
                      <a:pt x="2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8" name="Google Shape;3228;p82"/>
              <p:cNvSpPr/>
              <p:nvPr/>
            </p:nvSpPr>
            <p:spPr>
              <a:xfrm flipH="1">
                <a:off x="6032221" y="2324333"/>
                <a:ext cx="331083" cy="329011"/>
              </a:xfrm>
              <a:custGeom>
                <a:avLst/>
                <a:gdLst/>
                <a:ahLst/>
                <a:cxnLst/>
                <a:rect l="l" t="t" r="r" b="b"/>
                <a:pathLst>
                  <a:path w="4795" h="4765" extrusionOk="0">
                    <a:moveTo>
                      <a:pt x="1935" y="0"/>
                    </a:moveTo>
                    <a:lnTo>
                      <a:pt x="1533" y="700"/>
                    </a:lnTo>
                    <a:lnTo>
                      <a:pt x="402" y="1333"/>
                    </a:lnTo>
                    <a:lnTo>
                      <a:pt x="0" y="3846"/>
                    </a:lnTo>
                    <a:lnTo>
                      <a:pt x="2172" y="4765"/>
                    </a:lnTo>
                    <a:cubicBezTo>
                      <a:pt x="3736" y="4466"/>
                      <a:pt x="4795" y="2099"/>
                      <a:pt x="4795" y="2099"/>
                    </a:cubicBezTo>
                    <a:lnTo>
                      <a:pt x="19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9" name="Google Shape;3229;p82"/>
              <p:cNvSpPr/>
              <p:nvPr/>
            </p:nvSpPr>
            <p:spPr>
              <a:xfrm flipH="1">
                <a:off x="6168314" y="2378535"/>
                <a:ext cx="115171" cy="170616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2471" fill="none" extrusionOk="0">
                    <a:moveTo>
                      <a:pt x="0" y="0"/>
                    </a:moveTo>
                    <a:cubicBezTo>
                      <a:pt x="0" y="0"/>
                      <a:pt x="1667" y="1357"/>
                      <a:pt x="870" y="247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0" name="Google Shape;3230;p82"/>
              <p:cNvSpPr/>
              <p:nvPr/>
            </p:nvSpPr>
            <p:spPr>
              <a:xfrm flipH="1">
                <a:off x="6061152" y="2352435"/>
                <a:ext cx="146726" cy="114343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1656" fill="none" extrusionOk="0">
                    <a:moveTo>
                      <a:pt x="0" y="1"/>
                    </a:moveTo>
                    <a:cubicBezTo>
                      <a:pt x="846" y="348"/>
                      <a:pt x="1583" y="920"/>
                      <a:pt x="2124" y="1656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1" name="Google Shape;3231;p82"/>
              <p:cNvSpPr/>
              <p:nvPr/>
            </p:nvSpPr>
            <p:spPr>
              <a:xfrm flipH="1">
                <a:off x="6194344" y="2621787"/>
                <a:ext cx="697932" cy="954513"/>
              </a:xfrm>
              <a:custGeom>
                <a:avLst/>
                <a:gdLst/>
                <a:ahLst/>
                <a:cxnLst/>
                <a:rect l="l" t="t" r="r" b="b"/>
                <a:pathLst>
                  <a:path w="10108" h="13824" extrusionOk="0">
                    <a:moveTo>
                      <a:pt x="6438" y="0"/>
                    </a:moveTo>
                    <a:lnTo>
                      <a:pt x="737" y="9925"/>
                    </a:lnTo>
                    <a:cubicBezTo>
                      <a:pt x="0" y="11221"/>
                      <a:pt x="499" y="12870"/>
                      <a:pt x="1832" y="13545"/>
                    </a:cubicBezTo>
                    <a:cubicBezTo>
                      <a:pt x="2209" y="13734"/>
                      <a:pt x="2609" y="13824"/>
                      <a:pt x="3004" y="13824"/>
                    </a:cubicBezTo>
                    <a:cubicBezTo>
                      <a:pt x="4016" y="13824"/>
                      <a:pt x="4987" y="13235"/>
                      <a:pt x="5416" y="12237"/>
                    </a:cubicBezTo>
                    <a:lnTo>
                      <a:pt x="10107" y="1978"/>
                    </a:lnTo>
                    <a:lnTo>
                      <a:pt x="64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2" name="Google Shape;3232;p82"/>
              <p:cNvSpPr/>
              <p:nvPr/>
            </p:nvSpPr>
            <p:spPr>
              <a:xfrm flipH="1">
                <a:off x="6761027" y="3155057"/>
                <a:ext cx="76919" cy="144171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2088" fill="none" extrusionOk="0">
                    <a:moveTo>
                      <a:pt x="1114" y="0"/>
                    </a:moveTo>
                    <a:lnTo>
                      <a:pt x="0" y="2088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3" name="Google Shape;3233;p82"/>
              <p:cNvSpPr/>
              <p:nvPr/>
            </p:nvSpPr>
            <p:spPr>
              <a:xfrm flipH="1">
                <a:off x="7038033" y="2997333"/>
                <a:ext cx="1218896" cy="2938178"/>
              </a:xfrm>
              <a:custGeom>
                <a:avLst/>
                <a:gdLst/>
                <a:ahLst/>
                <a:cxnLst/>
                <a:rect l="l" t="t" r="r" b="b"/>
                <a:pathLst>
                  <a:path w="17653" h="42553" extrusionOk="0">
                    <a:moveTo>
                      <a:pt x="12639" y="1"/>
                    </a:moveTo>
                    <a:cubicBezTo>
                      <a:pt x="12615" y="1"/>
                      <a:pt x="12602" y="1"/>
                      <a:pt x="12602" y="1"/>
                    </a:cubicBezTo>
                    <a:lnTo>
                      <a:pt x="6779" y="1078"/>
                    </a:lnTo>
                    <a:lnTo>
                      <a:pt x="2739" y="2332"/>
                    </a:lnTo>
                    <a:lnTo>
                      <a:pt x="2465" y="7278"/>
                    </a:lnTo>
                    <a:lnTo>
                      <a:pt x="4948" y="14294"/>
                    </a:lnTo>
                    <a:lnTo>
                      <a:pt x="1" y="42552"/>
                    </a:lnTo>
                    <a:lnTo>
                      <a:pt x="10047" y="42552"/>
                    </a:lnTo>
                    <a:lnTo>
                      <a:pt x="11793" y="27352"/>
                    </a:lnTo>
                    <a:lnTo>
                      <a:pt x="13588" y="42552"/>
                    </a:lnTo>
                    <a:lnTo>
                      <a:pt x="17653" y="41700"/>
                    </a:lnTo>
                    <a:lnTo>
                      <a:pt x="16235" y="20622"/>
                    </a:lnTo>
                    <a:cubicBezTo>
                      <a:pt x="16144" y="18706"/>
                      <a:pt x="15986" y="16795"/>
                      <a:pt x="15760" y="14891"/>
                    </a:cubicBezTo>
                    <a:lnTo>
                      <a:pt x="15456" y="2003"/>
                    </a:lnTo>
                    <a:cubicBezTo>
                      <a:pt x="14894" y="73"/>
                      <a:pt x="12932" y="1"/>
                      <a:pt x="126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4" name="Google Shape;3234;p82"/>
              <p:cNvSpPr/>
              <p:nvPr/>
            </p:nvSpPr>
            <p:spPr>
              <a:xfrm flipH="1">
                <a:off x="7512815" y="3078525"/>
                <a:ext cx="279010" cy="345372"/>
              </a:xfrm>
              <a:custGeom>
                <a:avLst/>
                <a:gdLst/>
                <a:ahLst/>
                <a:cxnLst/>
                <a:rect l="l" t="t" r="r" b="b"/>
                <a:pathLst>
                  <a:path w="3998" h="5100" extrusionOk="0">
                    <a:moveTo>
                      <a:pt x="0" y="0"/>
                    </a:moveTo>
                    <a:lnTo>
                      <a:pt x="3998" y="5099"/>
                    </a:lnTo>
                    <a:lnTo>
                      <a:pt x="372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5" name="Google Shape;3235;p82"/>
              <p:cNvSpPr/>
              <p:nvPr/>
            </p:nvSpPr>
            <p:spPr>
              <a:xfrm flipH="1">
                <a:off x="7442583" y="3423835"/>
                <a:ext cx="70290" cy="1462150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176" fill="none" extrusionOk="0">
                    <a:moveTo>
                      <a:pt x="1" y="0"/>
                    </a:moveTo>
                    <a:lnTo>
                      <a:pt x="1017" y="21175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6" name="Google Shape;3236;p82"/>
              <p:cNvSpPr/>
              <p:nvPr/>
            </p:nvSpPr>
            <p:spPr>
              <a:xfrm flipH="1">
                <a:off x="7511524" y="3159125"/>
                <a:ext cx="190801" cy="271148"/>
              </a:xfrm>
              <a:custGeom>
                <a:avLst/>
                <a:gdLst/>
                <a:ahLst/>
                <a:cxnLst/>
                <a:rect l="l" t="t" r="r" b="b"/>
                <a:pathLst>
                  <a:path w="2526" h="3628" extrusionOk="0">
                    <a:moveTo>
                      <a:pt x="2331" y="1"/>
                    </a:moveTo>
                    <a:lnTo>
                      <a:pt x="1" y="408"/>
                    </a:lnTo>
                    <a:lnTo>
                      <a:pt x="2526" y="362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7" name="Google Shape;3237;p82"/>
              <p:cNvSpPr/>
              <p:nvPr/>
            </p:nvSpPr>
            <p:spPr>
              <a:xfrm flipH="1">
                <a:off x="7294752" y="3023432"/>
                <a:ext cx="620599" cy="561770"/>
              </a:xfrm>
              <a:custGeom>
                <a:avLst/>
                <a:gdLst/>
                <a:ahLst/>
                <a:cxnLst/>
                <a:rect l="l" t="t" r="r" b="b"/>
                <a:pathLst>
                  <a:path w="8988" h="8136" fill="none" extrusionOk="0">
                    <a:moveTo>
                      <a:pt x="5617" y="0"/>
                    </a:moveTo>
                    <a:lnTo>
                      <a:pt x="8379" y="2173"/>
                    </a:lnTo>
                    <a:lnTo>
                      <a:pt x="6712" y="3201"/>
                    </a:lnTo>
                    <a:lnTo>
                      <a:pt x="8988" y="4418"/>
                    </a:lnTo>
                    <a:lnTo>
                      <a:pt x="5946" y="8136"/>
                    </a:lnTo>
                    <a:lnTo>
                      <a:pt x="737" y="6176"/>
                    </a:lnTo>
                    <a:lnTo>
                      <a:pt x="2441" y="3986"/>
                    </a:lnTo>
                    <a:lnTo>
                      <a:pt x="1" y="3250"/>
                    </a:lnTo>
                    <a:lnTo>
                      <a:pt x="1832" y="70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8" name="Google Shape;3238;p82"/>
              <p:cNvSpPr/>
              <p:nvPr/>
            </p:nvSpPr>
            <p:spPr>
              <a:xfrm flipH="1">
                <a:off x="7151479" y="4204823"/>
                <a:ext cx="114757" cy="414354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6001" fill="none" extrusionOk="0">
                    <a:moveTo>
                      <a:pt x="1" y="1"/>
                    </a:moveTo>
                    <a:lnTo>
                      <a:pt x="1662" y="600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9" name="Google Shape;3239;p82"/>
              <p:cNvSpPr/>
              <p:nvPr/>
            </p:nvSpPr>
            <p:spPr>
              <a:xfrm flipH="1">
                <a:off x="7182137" y="3204473"/>
                <a:ext cx="5524" cy="208869"/>
              </a:xfrm>
              <a:custGeom>
                <a:avLst/>
                <a:gdLst/>
                <a:ahLst/>
                <a:cxnLst/>
                <a:rect l="l" t="t" r="r" b="b"/>
                <a:pathLst>
                  <a:path w="80" h="3025" fill="none" extrusionOk="0">
                    <a:moveTo>
                      <a:pt x="80" y="3025"/>
                    </a:moveTo>
                    <a:lnTo>
                      <a:pt x="1" y="1"/>
                    </a:lnTo>
                  </a:path>
                </a:pathLst>
              </a:custGeom>
              <a:noFill/>
              <a:ln w="2425" cap="rnd" cmpd="sng">
                <a:solidFill>
                  <a:srgbClr val="E8DC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0" name="Google Shape;3240;p82"/>
              <p:cNvSpPr/>
              <p:nvPr/>
            </p:nvSpPr>
            <p:spPr>
              <a:xfrm flipH="1">
                <a:off x="7875785" y="3150685"/>
                <a:ext cx="753377" cy="1017346"/>
              </a:xfrm>
              <a:custGeom>
                <a:avLst/>
                <a:gdLst/>
                <a:ahLst/>
                <a:cxnLst/>
                <a:rect l="l" t="t" r="r" b="b"/>
                <a:pathLst>
                  <a:path w="10911" h="14734" extrusionOk="0">
                    <a:moveTo>
                      <a:pt x="8859" y="1"/>
                    </a:moveTo>
                    <a:cubicBezTo>
                      <a:pt x="7927" y="1"/>
                      <a:pt x="7040" y="523"/>
                      <a:pt x="6603" y="1407"/>
                    </a:cubicBezTo>
                    <a:lnTo>
                      <a:pt x="646" y="10820"/>
                    </a:lnTo>
                    <a:cubicBezTo>
                      <a:pt x="1" y="12128"/>
                      <a:pt x="499" y="13716"/>
                      <a:pt x="1789" y="14410"/>
                    </a:cubicBezTo>
                    <a:cubicBezTo>
                      <a:pt x="2199" y="14630"/>
                      <a:pt x="2639" y="14734"/>
                      <a:pt x="3071" y="14734"/>
                    </a:cubicBezTo>
                    <a:cubicBezTo>
                      <a:pt x="4108" y="14734"/>
                      <a:pt x="5103" y="14136"/>
                      <a:pt x="5550" y="13114"/>
                    </a:cubicBezTo>
                    <a:cubicBezTo>
                      <a:pt x="6116" y="11824"/>
                      <a:pt x="7552" y="9597"/>
                      <a:pt x="8860" y="7516"/>
                    </a:cubicBezTo>
                    <a:cubicBezTo>
                      <a:pt x="9852" y="5946"/>
                      <a:pt x="9931" y="5721"/>
                      <a:pt x="10339" y="4784"/>
                    </a:cubicBezTo>
                    <a:cubicBezTo>
                      <a:pt x="10911" y="3481"/>
                      <a:pt x="9797" y="184"/>
                      <a:pt x="9797" y="184"/>
                    </a:cubicBezTo>
                    <a:cubicBezTo>
                      <a:pt x="9490" y="60"/>
                      <a:pt x="9172" y="1"/>
                      <a:pt x="885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1" name="Google Shape;3241;p82"/>
              <p:cNvSpPr/>
              <p:nvPr/>
            </p:nvSpPr>
            <p:spPr>
              <a:xfrm flipH="1">
                <a:off x="7958989" y="3576290"/>
                <a:ext cx="64352" cy="103019"/>
              </a:xfrm>
              <a:custGeom>
                <a:avLst/>
                <a:gdLst/>
                <a:ahLst/>
                <a:cxnLst/>
                <a:rect l="l" t="t" r="r" b="b"/>
                <a:pathLst>
                  <a:path w="932" h="1492" fill="none" extrusionOk="0">
                    <a:moveTo>
                      <a:pt x="1" y="1492"/>
                    </a:moveTo>
                    <a:lnTo>
                      <a:pt x="932" y="1"/>
                    </a:lnTo>
                  </a:path>
                </a:pathLst>
              </a:custGeom>
              <a:noFill/>
              <a:ln w="2425" cap="rnd" cmpd="sng">
                <a:solidFill>
                  <a:srgbClr val="E8DC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42;p82"/>
              <p:cNvSpPr/>
              <p:nvPr/>
            </p:nvSpPr>
            <p:spPr>
              <a:xfrm flipH="1">
                <a:off x="7809362" y="3802418"/>
                <a:ext cx="817730" cy="805025"/>
              </a:xfrm>
              <a:custGeom>
                <a:avLst/>
                <a:gdLst/>
                <a:ahLst/>
                <a:cxnLst/>
                <a:rect l="l" t="t" r="r" b="b"/>
                <a:pathLst>
                  <a:path w="11843" h="11659" extrusionOk="0">
                    <a:moveTo>
                      <a:pt x="3026" y="0"/>
                    </a:moveTo>
                    <a:cubicBezTo>
                      <a:pt x="2309" y="0"/>
                      <a:pt x="1593" y="285"/>
                      <a:pt x="1060" y="851"/>
                    </a:cubicBezTo>
                    <a:cubicBezTo>
                      <a:pt x="1" y="1977"/>
                      <a:pt x="117" y="3772"/>
                      <a:pt x="1309" y="4758"/>
                    </a:cubicBezTo>
                    <a:lnTo>
                      <a:pt x="9931" y="11658"/>
                    </a:lnTo>
                    <a:lnTo>
                      <a:pt x="11842" y="7575"/>
                    </a:lnTo>
                    <a:lnTo>
                      <a:pt x="4954" y="815"/>
                    </a:lnTo>
                    <a:cubicBezTo>
                      <a:pt x="4425" y="271"/>
                      <a:pt x="3726" y="0"/>
                      <a:pt x="30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3" name="Google Shape;3243;p82"/>
              <p:cNvSpPr/>
              <p:nvPr/>
            </p:nvSpPr>
            <p:spPr>
              <a:xfrm flipH="1">
                <a:off x="7760684" y="4204823"/>
                <a:ext cx="223162" cy="476497"/>
              </a:xfrm>
              <a:custGeom>
                <a:avLst/>
                <a:gdLst/>
                <a:ahLst/>
                <a:cxnLst/>
                <a:rect l="l" t="t" r="r" b="b"/>
                <a:pathLst>
                  <a:path w="3232" h="6901" fill="none" extrusionOk="0">
                    <a:moveTo>
                      <a:pt x="3232" y="1"/>
                    </a:moveTo>
                    <a:lnTo>
                      <a:pt x="1" y="6901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4" name="Google Shape;3244;p82"/>
              <p:cNvSpPr/>
              <p:nvPr/>
            </p:nvSpPr>
            <p:spPr>
              <a:xfrm flipH="1">
                <a:off x="7817372" y="4186802"/>
                <a:ext cx="133262" cy="130293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887" fill="none" extrusionOk="0">
                    <a:moveTo>
                      <a:pt x="1" y="0"/>
                    </a:moveTo>
                    <a:lnTo>
                      <a:pt x="1929" y="1886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5" name="Google Shape;3245;p82"/>
              <p:cNvSpPr/>
              <p:nvPr/>
            </p:nvSpPr>
            <p:spPr>
              <a:xfrm flipH="1">
                <a:off x="7948908" y="4549367"/>
                <a:ext cx="65181" cy="52131"/>
              </a:xfrm>
              <a:custGeom>
                <a:avLst/>
                <a:gdLst/>
                <a:ahLst/>
                <a:cxnLst/>
                <a:rect l="l" t="t" r="r" b="b"/>
                <a:pathLst>
                  <a:path w="944" h="755" fill="none" extrusionOk="0">
                    <a:moveTo>
                      <a:pt x="1" y="0"/>
                    </a:moveTo>
                    <a:lnTo>
                      <a:pt x="944" y="755"/>
                    </a:lnTo>
                  </a:path>
                </a:pathLst>
              </a:custGeom>
              <a:noFill/>
              <a:ln w="2425" cap="rnd" cmpd="sng">
                <a:solidFill>
                  <a:srgbClr val="E8DC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6" name="Google Shape;3246;p82"/>
              <p:cNvSpPr/>
              <p:nvPr/>
            </p:nvSpPr>
            <p:spPr>
              <a:xfrm flipH="1">
                <a:off x="8177869" y="3858622"/>
                <a:ext cx="107645" cy="99221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437" fill="none" extrusionOk="0">
                    <a:moveTo>
                      <a:pt x="1559" y="1437"/>
                    </a:moveTo>
                    <a:lnTo>
                      <a:pt x="1" y="1"/>
                    </a:lnTo>
                  </a:path>
                </a:pathLst>
              </a:custGeom>
              <a:noFill/>
              <a:ln w="2425" cap="rnd" cmpd="sng">
                <a:solidFill>
                  <a:srgbClr val="E8DC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7" name="Google Shape;3247;p82"/>
              <p:cNvSpPr/>
              <p:nvPr/>
            </p:nvSpPr>
            <p:spPr>
              <a:xfrm flipH="1">
                <a:off x="7370359" y="2127481"/>
                <a:ext cx="649599" cy="585730"/>
              </a:xfrm>
              <a:custGeom>
                <a:avLst/>
                <a:gdLst/>
                <a:ahLst/>
                <a:cxnLst/>
                <a:rect l="l" t="t" r="r" b="b"/>
                <a:pathLst>
                  <a:path w="9408" h="8483" extrusionOk="0">
                    <a:moveTo>
                      <a:pt x="4758" y="0"/>
                    </a:moveTo>
                    <a:cubicBezTo>
                      <a:pt x="4558" y="0"/>
                      <a:pt x="4355" y="13"/>
                      <a:pt x="4150" y="40"/>
                    </a:cubicBezTo>
                    <a:cubicBezTo>
                      <a:pt x="1723" y="362"/>
                      <a:pt x="1" y="2498"/>
                      <a:pt x="305" y="4817"/>
                    </a:cubicBezTo>
                    <a:cubicBezTo>
                      <a:pt x="583" y="6946"/>
                      <a:pt x="2465" y="8483"/>
                      <a:pt x="4650" y="8483"/>
                    </a:cubicBezTo>
                    <a:cubicBezTo>
                      <a:pt x="4850" y="8483"/>
                      <a:pt x="5053" y="8470"/>
                      <a:pt x="5258" y="8443"/>
                    </a:cubicBezTo>
                    <a:cubicBezTo>
                      <a:pt x="7686" y="8121"/>
                      <a:pt x="9408" y="5985"/>
                      <a:pt x="9103" y="3667"/>
                    </a:cubicBezTo>
                    <a:cubicBezTo>
                      <a:pt x="8825" y="1537"/>
                      <a:pt x="6943" y="0"/>
                      <a:pt x="4758" y="0"/>
                    </a:cubicBezTo>
                    <a:close/>
                  </a:path>
                </a:pathLst>
              </a:custGeom>
              <a:solidFill>
                <a:srgbClr val="752C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8" name="Google Shape;3248;p82"/>
              <p:cNvSpPr/>
              <p:nvPr/>
            </p:nvSpPr>
            <p:spPr>
              <a:xfrm flipH="1">
                <a:off x="7293924" y="2444475"/>
                <a:ext cx="181112" cy="155564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2253" extrusionOk="0">
                    <a:moveTo>
                      <a:pt x="1283" y="0"/>
                    </a:moveTo>
                    <a:cubicBezTo>
                      <a:pt x="1131" y="0"/>
                      <a:pt x="973" y="33"/>
                      <a:pt x="816" y="104"/>
                    </a:cubicBezTo>
                    <a:cubicBezTo>
                      <a:pt x="250" y="359"/>
                      <a:pt x="1" y="1023"/>
                      <a:pt x="250" y="1589"/>
                    </a:cubicBezTo>
                    <a:cubicBezTo>
                      <a:pt x="452" y="2033"/>
                      <a:pt x="865" y="2252"/>
                      <a:pt x="1277" y="2252"/>
                    </a:cubicBezTo>
                    <a:cubicBezTo>
                      <a:pt x="1711" y="2252"/>
                      <a:pt x="2144" y="2009"/>
                      <a:pt x="2325" y="1528"/>
                    </a:cubicBezTo>
                    <a:cubicBezTo>
                      <a:pt x="2622" y="752"/>
                      <a:pt x="2018" y="0"/>
                      <a:pt x="1283" y="0"/>
                    </a:cubicBezTo>
                    <a:close/>
                  </a:path>
                </a:pathLst>
              </a:custGeom>
              <a:solidFill>
                <a:srgbClr val="FF90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9" name="Google Shape;3249;p82"/>
              <p:cNvSpPr/>
              <p:nvPr/>
            </p:nvSpPr>
            <p:spPr>
              <a:xfrm flipH="1">
                <a:off x="7531648" y="2563800"/>
                <a:ext cx="257202" cy="517175"/>
              </a:xfrm>
              <a:custGeom>
                <a:avLst/>
                <a:gdLst/>
                <a:ahLst/>
                <a:cxnLst/>
                <a:rect l="l" t="t" r="r" b="b"/>
                <a:pathLst>
                  <a:path w="3725" h="7358" extrusionOk="0">
                    <a:moveTo>
                      <a:pt x="298" y="0"/>
                    </a:moveTo>
                    <a:lnTo>
                      <a:pt x="0" y="7357"/>
                    </a:lnTo>
                    <a:lnTo>
                      <a:pt x="3724" y="7357"/>
                    </a:lnTo>
                    <a:lnTo>
                      <a:pt x="3207" y="246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0" name="Google Shape;3250;p82"/>
              <p:cNvSpPr/>
              <p:nvPr/>
            </p:nvSpPr>
            <p:spPr>
              <a:xfrm flipH="1">
                <a:off x="7547673" y="2728050"/>
                <a:ext cx="184081" cy="189535"/>
              </a:xfrm>
              <a:custGeom>
                <a:avLst/>
                <a:gdLst/>
                <a:ahLst/>
                <a:cxnLst/>
                <a:rect l="l" t="t" r="r" b="b"/>
                <a:pathLst>
                  <a:path w="2666" h="2745" extrusionOk="0">
                    <a:moveTo>
                      <a:pt x="1" y="1"/>
                    </a:moveTo>
                    <a:lnTo>
                      <a:pt x="2666" y="2745"/>
                    </a:lnTo>
                    <a:lnTo>
                      <a:pt x="2380" y="8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1" name="Google Shape;3251;p82"/>
              <p:cNvSpPr/>
              <p:nvPr/>
            </p:nvSpPr>
            <p:spPr>
              <a:xfrm flipH="1">
                <a:off x="7333764" y="2162280"/>
                <a:ext cx="560873" cy="626537"/>
              </a:xfrm>
              <a:custGeom>
                <a:avLst/>
                <a:gdLst/>
                <a:ahLst/>
                <a:cxnLst/>
                <a:rect l="l" t="t" r="r" b="b"/>
                <a:pathLst>
                  <a:path w="8123" h="9074" extrusionOk="0">
                    <a:moveTo>
                      <a:pt x="4545" y="1"/>
                    </a:moveTo>
                    <a:cubicBezTo>
                      <a:pt x="2191" y="1"/>
                      <a:pt x="0" y="2336"/>
                      <a:pt x="1106" y="6089"/>
                    </a:cubicBezTo>
                    <a:cubicBezTo>
                      <a:pt x="1966" y="9009"/>
                      <a:pt x="4294" y="9065"/>
                      <a:pt x="4473" y="9065"/>
                    </a:cubicBezTo>
                    <a:cubicBezTo>
                      <a:pt x="4480" y="9065"/>
                      <a:pt x="4483" y="9065"/>
                      <a:pt x="4483" y="9065"/>
                    </a:cubicBezTo>
                    <a:cubicBezTo>
                      <a:pt x="4578" y="9071"/>
                      <a:pt x="4671" y="9073"/>
                      <a:pt x="4761" y="9073"/>
                    </a:cubicBezTo>
                    <a:cubicBezTo>
                      <a:pt x="6659" y="9073"/>
                      <a:pt x="7571" y="7817"/>
                      <a:pt x="7879" y="6272"/>
                    </a:cubicBezTo>
                    <a:cubicBezTo>
                      <a:pt x="8122" y="5024"/>
                      <a:pt x="7708" y="3126"/>
                      <a:pt x="7337" y="2025"/>
                    </a:cubicBezTo>
                    <a:cubicBezTo>
                      <a:pt x="7215" y="1653"/>
                      <a:pt x="6869" y="814"/>
                      <a:pt x="6540" y="601"/>
                    </a:cubicBezTo>
                    <a:cubicBezTo>
                      <a:pt x="5911" y="193"/>
                      <a:pt x="5222" y="1"/>
                      <a:pt x="45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2" name="Google Shape;3252;p82"/>
              <p:cNvSpPr/>
              <p:nvPr/>
            </p:nvSpPr>
            <p:spPr>
              <a:xfrm flipH="1">
                <a:off x="7411098" y="2493636"/>
                <a:ext cx="26100" cy="55928"/>
              </a:xfrm>
              <a:custGeom>
                <a:avLst/>
                <a:gdLst/>
                <a:ahLst/>
                <a:cxnLst/>
                <a:rect l="l" t="t" r="r" b="b"/>
                <a:pathLst>
                  <a:path w="378" h="810" fill="none" extrusionOk="0">
                    <a:moveTo>
                      <a:pt x="6" y="0"/>
                    </a:moveTo>
                    <a:lnTo>
                      <a:pt x="353" y="560"/>
                    </a:lnTo>
                    <a:cubicBezTo>
                      <a:pt x="377" y="627"/>
                      <a:pt x="347" y="694"/>
                      <a:pt x="286" y="718"/>
                    </a:cubicBezTo>
                    <a:lnTo>
                      <a:pt x="0" y="81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3" name="Google Shape;3253;p82"/>
              <p:cNvSpPr/>
              <p:nvPr/>
            </p:nvSpPr>
            <p:spPr>
              <a:xfrm flipH="1">
                <a:off x="7516878" y="2444406"/>
                <a:ext cx="47228" cy="4018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82" extrusionOk="0">
                    <a:moveTo>
                      <a:pt x="303" y="1"/>
                    </a:moveTo>
                    <a:cubicBezTo>
                      <a:pt x="295" y="1"/>
                      <a:pt x="288" y="1"/>
                      <a:pt x="281" y="1"/>
                    </a:cubicBezTo>
                    <a:cubicBezTo>
                      <a:pt x="122" y="14"/>
                      <a:pt x="1" y="154"/>
                      <a:pt x="13" y="318"/>
                    </a:cubicBezTo>
                    <a:cubicBezTo>
                      <a:pt x="28" y="481"/>
                      <a:pt x="165" y="582"/>
                      <a:pt x="304" y="582"/>
                    </a:cubicBezTo>
                    <a:cubicBezTo>
                      <a:pt x="384" y="582"/>
                      <a:pt x="464" y="549"/>
                      <a:pt x="524" y="476"/>
                    </a:cubicBezTo>
                    <a:cubicBezTo>
                      <a:pt x="683" y="287"/>
                      <a:pt x="545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4" name="Google Shape;3254;p82"/>
              <p:cNvSpPr/>
              <p:nvPr/>
            </p:nvSpPr>
            <p:spPr>
              <a:xfrm flipH="1">
                <a:off x="7361107" y="2425073"/>
                <a:ext cx="43776" cy="37079"/>
              </a:xfrm>
              <a:custGeom>
                <a:avLst/>
                <a:gdLst/>
                <a:ahLst/>
                <a:cxnLst/>
                <a:rect l="l" t="t" r="r" b="b"/>
                <a:pathLst>
                  <a:path w="634" h="537" extrusionOk="0">
                    <a:moveTo>
                      <a:pt x="285" y="0"/>
                    </a:moveTo>
                    <a:cubicBezTo>
                      <a:pt x="276" y="0"/>
                      <a:pt x="266" y="0"/>
                      <a:pt x="256" y="1"/>
                    </a:cubicBezTo>
                    <a:cubicBezTo>
                      <a:pt x="110" y="14"/>
                      <a:pt x="1" y="141"/>
                      <a:pt x="13" y="294"/>
                    </a:cubicBezTo>
                    <a:cubicBezTo>
                      <a:pt x="25" y="444"/>
                      <a:pt x="149" y="536"/>
                      <a:pt x="279" y="536"/>
                    </a:cubicBezTo>
                    <a:cubicBezTo>
                      <a:pt x="354" y="536"/>
                      <a:pt x="430" y="506"/>
                      <a:pt x="488" y="440"/>
                    </a:cubicBezTo>
                    <a:cubicBezTo>
                      <a:pt x="633" y="265"/>
                      <a:pt x="505" y="0"/>
                      <a:pt x="2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5" name="Google Shape;3255;p82"/>
              <p:cNvSpPr/>
              <p:nvPr/>
            </p:nvSpPr>
            <p:spPr>
              <a:xfrm flipH="1">
                <a:off x="7512804" y="2302031"/>
                <a:ext cx="141616" cy="61452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890" extrusionOk="0">
                    <a:moveTo>
                      <a:pt x="1158" y="1"/>
                    </a:moveTo>
                    <a:cubicBezTo>
                      <a:pt x="1079" y="1"/>
                      <a:pt x="996" y="10"/>
                      <a:pt x="913" y="31"/>
                    </a:cubicBezTo>
                    <a:cubicBezTo>
                      <a:pt x="323" y="183"/>
                      <a:pt x="0" y="889"/>
                      <a:pt x="0" y="889"/>
                    </a:cubicBezTo>
                    <a:lnTo>
                      <a:pt x="2051" y="347"/>
                    </a:lnTo>
                    <a:cubicBezTo>
                      <a:pt x="2051" y="347"/>
                      <a:pt x="1650" y="1"/>
                      <a:pt x="11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6" name="Google Shape;3256;p82"/>
              <p:cNvSpPr/>
              <p:nvPr/>
            </p:nvSpPr>
            <p:spPr>
              <a:xfrm flipH="1">
                <a:off x="7340531" y="2280143"/>
                <a:ext cx="112202" cy="45088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653" extrusionOk="0">
                    <a:moveTo>
                      <a:pt x="798" y="0"/>
                    </a:moveTo>
                    <a:cubicBezTo>
                      <a:pt x="346" y="0"/>
                      <a:pt x="0" y="543"/>
                      <a:pt x="0" y="543"/>
                    </a:cubicBezTo>
                    <a:lnTo>
                      <a:pt x="1625" y="652"/>
                    </a:lnTo>
                    <a:cubicBezTo>
                      <a:pt x="1625" y="652"/>
                      <a:pt x="1302" y="32"/>
                      <a:pt x="834" y="1"/>
                    </a:cubicBezTo>
                    <a:cubicBezTo>
                      <a:pt x="822" y="0"/>
                      <a:pt x="809" y="0"/>
                      <a:pt x="7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7" name="Google Shape;3257;p82"/>
              <p:cNvSpPr/>
              <p:nvPr/>
            </p:nvSpPr>
            <p:spPr>
              <a:xfrm flipH="1">
                <a:off x="7420350" y="2582706"/>
                <a:ext cx="107231" cy="39564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573" fill="none" extrusionOk="0">
                    <a:moveTo>
                      <a:pt x="1553" y="92"/>
                    </a:moveTo>
                    <a:cubicBezTo>
                      <a:pt x="1553" y="92"/>
                      <a:pt x="494" y="572"/>
                      <a:pt x="1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8" name="Google Shape;3258;p82"/>
              <p:cNvSpPr/>
              <p:nvPr/>
            </p:nvSpPr>
            <p:spPr>
              <a:xfrm flipH="1">
                <a:off x="7295581" y="2356233"/>
                <a:ext cx="418911" cy="63524"/>
              </a:xfrm>
              <a:custGeom>
                <a:avLst/>
                <a:gdLst/>
                <a:ahLst/>
                <a:cxnLst/>
                <a:rect l="l" t="t" r="r" b="b"/>
                <a:pathLst>
                  <a:path w="6067" h="920" extrusionOk="0">
                    <a:moveTo>
                      <a:pt x="6036" y="1"/>
                    </a:moveTo>
                    <a:lnTo>
                      <a:pt x="0" y="542"/>
                    </a:lnTo>
                    <a:lnTo>
                      <a:pt x="37" y="919"/>
                    </a:lnTo>
                    <a:lnTo>
                      <a:pt x="6067" y="378"/>
                    </a:lnTo>
                    <a:lnTo>
                      <a:pt x="60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9" name="Google Shape;3259;p82"/>
              <p:cNvSpPr/>
              <p:nvPr/>
            </p:nvSpPr>
            <p:spPr>
              <a:xfrm flipH="1">
                <a:off x="7711937" y="2393242"/>
                <a:ext cx="62212" cy="71878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041" extrusionOk="0">
                    <a:moveTo>
                      <a:pt x="864" y="0"/>
                    </a:moveTo>
                    <a:lnTo>
                      <a:pt x="0" y="651"/>
                    </a:lnTo>
                    <a:lnTo>
                      <a:pt x="37" y="1041"/>
                    </a:lnTo>
                    <a:lnTo>
                      <a:pt x="901" y="377"/>
                    </a:lnTo>
                    <a:lnTo>
                      <a:pt x="8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0" name="Google Shape;3260;p82"/>
              <p:cNvSpPr/>
              <p:nvPr/>
            </p:nvSpPr>
            <p:spPr>
              <a:xfrm flipH="1">
                <a:off x="7734999" y="2230637"/>
                <a:ext cx="250919" cy="354628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5136" extrusionOk="0">
                    <a:moveTo>
                      <a:pt x="2532" y="0"/>
                    </a:moveTo>
                    <a:lnTo>
                      <a:pt x="0" y="2909"/>
                    </a:lnTo>
                    <a:lnTo>
                      <a:pt x="3146" y="5136"/>
                    </a:lnTo>
                    <a:lnTo>
                      <a:pt x="3487" y="2805"/>
                    </a:lnTo>
                    <a:cubicBezTo>
                      <a:pt x="3633" y="1838"/>
                      <a:pt x="3329" y="858"/>
                      <a:pt x="2666" y="140"/>
                    </a:cubicBezTo>
                    <a:lnTo>
                      <a:pt x="2532" y="0"/>
                    </a:lnTo>
                    <a:close/>
                  </a:path>
                </a:pathLst>
              </a:custGeom>
              <a:solidFill>
                <a:srgbClr val="752C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82"/>
              <p:cNvSpPr/>
              <p:nvPr/>
            </p:nvSpPr>
            <p:spPr>
              <a:xfrm flipH="1">
                <a:off x="7745494" y="2485420"/>
                <a:ext cx="180352" cy="154597"/>
              </a:xfrm>
              <a:custGeom>
                <a:avLst/>
                <a:gdLst/>
                <a:ahLst/>
                <a:cxnLst/>
                <a:rect l="l" t="t" r="r" b="b"/>
                <a:pathLst>
                  <a:path w="2612" h="2239" extrusionOk="0">
                    <a:moveTo>
                      <a:pt x="1278" y="0"/>
                    </a:moveTo>
                    <a:cubicBezTo>
                      <a:pt x="1127" y="0"/>
                      <a:pt x="971" y="32"/>
                      <a:pt x="816" y="101"/>
                    </a:cubicBezTo>
                    <a:cubicBezTo>
                      <a:pt x="256" y="351"/>
                      <a:pt x="1" y="1014"/>
                      <a:pt x="250" y="1580"/>
                    </a:cubicBezTo>
                    <a:cubicBezTo>
                      <a:pt x="448" y="2021"/>
                      <a:pt x="859" y="2239"/>
                      <a:pt x="1269" y="2239"/>
                    </a:cubicBezTo>
                    <a:cubicBezTo>
                      <a:pt x="1702" y="2239"/>
                      <a:pt x="2135" y="1997"/>
                      <a:pt x="2319" y="1519"/>
                    </a:cubicBezTo>
                    <a:cubicBezTo>
                      <a:pt x="2612" y="751"/>
                      <a:pt x="2012" y="0"/>
                      <a:pt x="12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82"/>
              <p:cNvSpPr/>
              <p:nvPr/>
            </p:nvSpPr>
            <p:spPr>
              <a:xfrm flipH="1">
                <a:off x="7807706" y="2520910"/>
                <a:ext cx="67736" cy="56412"/>
              </a:xfrm>
              <a:custGeom>
                <a:avLst/>
                <a:gdLst/>
                <a:ahLst/>
                <a:cxnLst/>
                <a:rect l="l" t="t" r="r" b="b"/>
                <a:pathLst>
                  <a:path w="981" h="817" fill="none" extrusionOk="0">
                    <a:moveTo>
                      <a:pt x="1" y="348"/>
                    </a:moveTo>
                    <a:cubicBezTo>
                      <a:pt x="1" y="348"/>
                      <a:pt x="725" y="1"/>
                      <a:pt x="980" y="816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82"/>
              <p:cNvSpPr/>
              <p:nvPr/>
            </p:nvSpPr>
            <p:spPr>
              <a:xfrm flipH="1">
                <a:off x="7858110" y="2198254"/>
                <a:ext cx="248364" cy="408485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5916" extrusionOk="0">
                    <a:moveTo>
                      <a:pt x="2610" y="1"/>
                    </a:moveTo>
                    <a:cubicBezTo>
                      <a:pt x="2610" y="1"/>
                      <a:pt x="0" y="2684"/>
                      <a:pt x="2379" y="5915"/>
                    </a:cubicBezTo>
                    <a:lnTo>
                      <a:pt x="3596" y="780"/>
                    </a:lnTo>
                    <a:lnTo>
                      <a:pt x="2610" y="1"/>
                    </a:lnTo>
                    <a:close/>
                  </a:path>
                </a:pathLst>
              </a:custGeom>
              <a:solidFill>
                <a:srgbClr val="752C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82"/>
              <p:cNvSpPr/>
              <p:nvPr/>
            </p:nvSpPr>
            <p:spPr>
              <a:xfrm flipH="1">
                <a:off x="7414894" y="2097100"/>
                <a:ext cx="579447" cy="242426"/>
              </a:xfrm>
              <a:custGeom>
                <a:avLst/>
                <a:gdLst/>
                <a:ahLst/>
                <a:cxnLst/>
                <a:rect l="l" t="t" r="r" b="b"/>
                <a:pathLst>
                  <a:path w="8392" h="3511" extrusionOk="0">
                    <a:moveTo>
                      <a:pt x="4709" y="1"/>
                    </a:moveTo>
                    <a:cubicBezTo>
                      <a:pt x="3860" y="1"/>
                      <a:pt x="3037" y="132"/>
                      <a:pt x="2264" y="504"/>
                    </a:cubicBezTo>
                    <a:cubicBezTo>
                      <a:pt x="1352" y="948"/>
                      <a:pt x="354" y="1813"/>
                      <a:pt x="1" y="3510"/>
                    </a:cubicBezTo>
                    <a:lnTo>
                      <a:pt x="2994" y="2744"/>
                    </a:lnTo>
                    <a:cubicBezTo>
                      <a:pt x="2994" y="2744"/>
                      <a:pt x="3581" y="1856"/>
                      <a:pt x="4834" y="1856"/>
                    </a:cubicBezTo>
                    <a:cubicBezTo>
                      <a:pt x="5030" y="1856"/>
                      <a:pt x="5242" y="1878"/>
                      <a:pt x="5471" y="1928"/>
                    </a:cubicBezTo>
                    <a:cubicBezTo>
                      <a:pt x="6177" y="2086"/>
                      <a:pt x="6802" y="2132"/>
                      <a:pt x="7290" y="2132"/>
                    </a:cubicBezTo>
                    <a:cubicBezTo>
                      <a:pt x="7967" y="2132"/>
                      <a:pt x="8380" y="2044"/>
                      <a:pt x="8380" y="2044"/>
                    </a:cubicBezTo>
                    <a:cubicBezTo>
                      <a:pt x="8380" y="2044"/>
                      <a:pt x="8392" y="97"/>
                      <a:pt x="4990" y="5"/>
                    </a:cubicBezTo>
                    <a:cubicBezTo>
                      <a:pt x="4896" y="2"/>
                      <a:pt x="4803" y="1"/>
                      <a:pt x="4709" y="1"/>
                    </a:cubicBezTo>
                    <a:close/>
                  </a:path>
                </a:pathLst>
              </a:custGeom>
              <a:solidFill>
                <a:srgbClr val="752C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82"/>
              <p:cNvSpPr/>
              <p:nvPr/>
            </p:nvSpPr>
            <p:spPr>
              <a:xfrm flipH="1">
                <a:off x="7297652" y="2355819"/>
                <a:ext cx="416840" cy="186912"/>
              </a:xfrm>
              <a:custGeom>
                <a:avLst/>
                <a:gdLst/>
                <a:ahLst/>
                <a:cxnLst/>
                <a:rect l="l" t="t" r="r" b="b"/>
                <a:pathLst>
                  <a:path w="6037" h="2707" extrusionOk="0">
                    <a:moveTo>
                      <a:pt x="6036" y="0"/>
                    </a:moveTo>
                    <a:lnTo>
                      <a:pt x="0" y="542"/>
                    </a:lnTo>
                    <a:lnTo>
                      <a:pt x="420" y="1838"/>
                    </a:lnTo>
                    <a:cubicBezTo>
                      <a:pt x="591" y="2363"/>
                      <a:pt x="1052" y="2707"/>
                      <a:pt x="1551" y="2707"/>
                    </a:cubicBezTo>
                    <a:cubicBezTo>
                      <a:pt x="1583" y="2707"/>
                      <a:pt x="1616" y="2705"/>
                      <a:pt x="1649" y="2702"/>
                    </a:cubicBezTo>
                    <a:lnTo>
                      <a:pt x="3146" y="2568"/>
                    </a:lnTo>
                    <a:cubicBezTo>
                      <a:pt x="3310" y="2550"/>
                      <a:pt x="3456" y="2453"/>
                      <a:pt x="3542" y="2307"/>
                    </a:cubicBezTo>
                    <a:cubicBezTo>
                      <a:pt x="3743" y="1962"/>
                      <a:pt x="3896" y="1842"/>
                      <a:pt x="4014" y="1842"/>
                    </a:cubicBezTo>
                    <a:cubicBezTo>
                      <a:pt x="4144" y="1842"/>
                      <a:pt x="4229" y="1991"/>
                      <a:pt x="4284" y="2142"/>
                    </a:cubicBezTo>
                    <a:cubicBezTo>
                      <a:pt x="4337" y="2314"/>
                      <a:pt x="4495" y="2429"/>
                      <a:pt x="4677" y="2429"/>
                    </a:cubicBezTo>
                    <a:cubicBezTo>
                      <a:pt x="4682" y="2429"/>
                      <a:pt x="4687" y="2428"/>
                      <a:pt x="4692" y="2428"/>
                    </a:cubicBezTo>
                    <a:lnTo>
                      <a:pt x="5264" y="2374"/>
                    </a:lnTo>
                    <a:cubicBezTo>
                      <a:pt x="5677" y="2337"/>
                      <a:pt x="5994" y="1972"/>
                      <a:pt x="6000" y="1528"/>
                    </a:cubicBezTo>
                    <a:lnTo>
                      <a:pt x="6036" y="0"/>
                    </a:lnTo>
                    <a:close/>
                  </a:path>
                </a:pathLst>
              </a:custGeom>
              <a:solidFill>
                <a:srgbClr val="FFFFFF">
                  <a:alpha val="37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66" name="Google Shape;3266;p82"/>
            <p:cNvGrpSpPr/>
            <p:nvPr/>
          </p:nvGrpSpPr>
          <p:grpSpPr>
            <a:xfrm>
              <a:off x="5483115" y="3604065"/>
              <a:ext cx="2698124" cy="1531465"/>
              <a:chOff x="5782200" y="3450694"/>
              <a:chExt cx="2672203" cy="1516752"/>
            </a:xfrm>
          </p:grpSpPr>
          <p:sp>
            <p:nvSpPr>
              <p:cNvPr id="3267" name="Google Shape;3267;p82"/>
              <p:cNvSpPr/>
              <p:nvPr/>
            </p:nvSpPr>
            <p:spPr>
              <a:xfrm flipH="1">
                <a:off x="6328779" y="4836739"/>
                <a:ext cx="655123" cy="127807"/>
              </a:xfrm>
              <a:custGeom>
                <a:avLst/>
                <a:gdLst/>
                <a:ahLst/>
                <a:cxnLst/>
                <a:rect l="l" t="t" r="r" b="b"/>
                <a:pathLst>
                  <a:path w="9488" h="1851" extrusionOk="0">
                    <a:moveTo>
                      <a:pt x="1" y="0"/>
                    </a:moveTo>
                    <a:lnTo>
                      <a:pt x="1" y="1850"/>
                    </a:lnTo>
                    <a:lnTo>
                      <a:pt x="9487" y="1850"/>
                    </a:lnTo>
                    <a:lnTo>
                      <a:pt x="948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82"/>
              <p:cNvSpPr/>
              <p:nvPr/>
            </p:nvSpPr>
            <p:spPr>
              <a:xfrm flipH="1">
                <a:off x="6328779" y="4880446"/>
                <a:ext cx="655123" cy="40393"/>
              </a:xfrm>
              <a:custGeom>
                <a:avLst/>
                <a:gdLst/>
                <a:ahLst/>
                <a:cxnLst/>
                <a:rect l="l" t="t" r="r" b="b"/>
                <a:pathLst>
                  <a:path w="9488" h="585" extrusionOk="0">
                    <a:moveTo>
                      <a:pt x="1" y="0"/>
                    </a:moveTo>
                    <a:lnTo>
                      <a:pt x="1" y="584"/>
                    </a:lnTo>
                    <a:lnTo>
                      <a:pt x="9487" y="584"/>
                    </a:lnTo>
                    <a:lnTo>
                      <a:pt x="948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82"/>
              <p:cNvSpPr/>
              <p:nvPr/>
            </p:nvSpPr>
            <p:spPr>
              <a:xfrm flipH="1">
                <a:off x="5966212" y="4774114"/>
                <a:ext cx="44605" cy="80786"/>
              </a:xfrm>
              <a:custGeom>
                <a:avLst/>
                <a:gdLst/>
                <a:ahLst/>
                <a:cxnLst/>
                <a:rect l="l" t="t" r="r" b="b"/>
                <a:pathLst>
                  <a:path w="646" h="1170" extrusionOk="0">
                    <a:moveTo>
                      <a:pt x="0" y="1"/>
                    </a:moveTo>
                    <a:lnTo>
                      <a:pt x="0" y="1169"/>
                    </a:lnTo>
                    <a:lnTo>
                      <a:pt x="645" y="1169"/>
                    </a:lnTo>
                    <a:lnTo>
                      <a:pt x="64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82"/>
              <p:cNvSpPr/>
              <p:nvPr/>
            </p:nvSpPr>
            <p:spPr>
              <a:xfrm flipH="1">
                <a:off x="6376698" y="3914965"/>
                <a:ext cx="449223" cy="859227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12444" extrusionOk="0">
                    <a:moveTo>
                      <a:pt x="2465" y="0"/>
                    </a:moveTo>
                    <a:cubicBezTo>
                      <a:pt x="1996" y="0"/>
                      <a:pt x="1926" y="676"/>
                      <a:pt x="2386" y="773"/>
                    </a:cubicBezTo>
                    <a:lnTo>
                      <a:pt x="2386" y="6432"/>
                    </a:lnTo>
                    <a:cubicBezTo>
                      <a:pt x="919" y="6864"/>
                      <a:pt x="1" y="8306"/>
                      <a:pt x="214" y="9815"/>
                    </a:cubicBezTo>
                    <a:cubicBezTo>
                      <a:pt x="433" y="11324"/>
                      <a:pt x="1729" y="12444"/>
                      <a:pt x="3250" y="12444"/>
                    </a:cubicBezTo>
                    <a:cubicBezTo>
                      <a:pt x="4777" y="12444"/>
                      <a:pt x="6073" y="11324"/>
                      <a:pt x="6292" y="9815"/>
                    </a:cubicBezTo>
                    <a:cubicBezTo>
                      <a:pt x="6505" y="8306"/>
                      <a:pt x="5587" y="6864"/>
                      <a:pt x="4120" y="6432"/>
                    </a:cubicBezTo>
                    <a:lnTo>
                      <a:pt x="4120" y="773"/>
                    </a:lnTo>
                    <a:cubicBezTo>
                      <a:pt x="4580" y="676"/>
                      <a:pt x="4510" y="0"/>
                      <a:pt x="4041" y="0"/>
                    </a:cubicBezTo>
                    <a:cubicBezTo>
                      <a:pt x="4039" y="0"/>
                      <a:pt x="4037" y="0"/>
                      <a:pt x="4035" y="0"/>
                    </a:cubicBezTo>
                    <a:lnTo>
                      <a:pt x="2471" y="0"/>
                    </a:lnTo>
                    <a:cubicBezTo>
                      <a:pt x="2469" y="0"/>
                      <a:pt x="2467" y="0"/>
                      <a:pt x="24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82"/>
              <p:cNvSpPr/>
              <p:nvPr/>
            </p:nvSpPr>
            <p:spPr>
              <a:xfrm flipH="1">
                <a:off x="6394927" y="4481286"/>
                <a:ext cx="415873" cy="254785"/>
              </a:xfrm>
              <a:custGeom>
                <a:avLst/>
                <a:gdLst/>
                <a:ahLst/>
                <a:cxnLst/>
                <a:rect l="l" t="t" r="r" b="b"/>
                <a:pathLst>
                  <a:path w="6023" h="3690" extrusionOk="0">
                    <a:moveTo>
                      <a:pt x="1151" y="1"/>
                    </a:moveTo>
                    <a:cubicBezTo>
                      <a:pt x="1078" y="1"/>
                      <a:pt x="1011" y="7"/>
                      <a:pt x="938" y="13"/>
                    </a:cubicBezTo>
                    <a:cubicBezTo>
                      <a:pt x="1" y="1601"/>
                      <a:pt x="1102" y="3615"/>
                      <a:pt x="2946" y="3688"/>
                    </a:cubicBezTo>
                    <a:cubicBezTo>
                      <a:pt x="2977" y="3689"/>
                      <a:pt x="3008" y="3690"/>
                      <a:pt x="3039" y="3690"/>
                    </a:cubicBezTo>
                    <a:cubicBezTo>
                      <a:pt x="4831" y="3690"/>
                      <a:pt x="6023" y="1798"/>
                      <a:pt x="5215" y="171"/>
                    </a:cubicBezTo>
                    <a:lnTo>
                      <a:pt x="5215" y="171"/>
                    </a:lnTo>
                    <a:cubicBezTo>
                      <a:pt x="4887" y="408"/>
                      <a:pt x="4503" y="548"/>
                      <a:pt x="4102" y="579"/>
                    </a:cubicBezTo>
                    <a:cubicBezTo>
                      <a:pt x="4049" y="583"/>
                      <a:pt x="3996" y="584"/>
                      <a:pt x="3944" y="584"/>
                    </a:cubicBezTo>
                    <a:cubicBezTo>
                      <a:pt x="3500" y="584"/>
                      <a:pt x="3065" y="454"/>
                      <a:pt x="2635" y="329"/>
                    </a:cubicBezTo>
                    <a:cubicBezTo>
                      <a:pt x="2161" y="189"/>
                      <a:pt x="1656" y="13"/>
                      <a:pt x="11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82"/>
              <p:cNvSpPr/>
              <p:nvPr/>
            </p:nvSpPr>
            <p:spPr>
              <a:xfrm flipH="1">
                <a:off x="6666215" y="4543498"/>
                <a:ext cx="51717" cy="44259"/>
              </a:xfrm>
              <a:custGeom>
                <a:avLst/>
                <a:gdLst/>
                <a:ahLst/>
                <a:cxnLst/>
                <a:rect l="l" t="t" r="r" b="b"/>
                <a:pathLst>
                  <a:path w="749" h="641" extrusionOk="0">
                    <a:moveTo>
                      <a:pt x="426" y="0"/>
                    </a:moveTo>
                    <a:cubicBezTo>
                      <a:pt x="140" y="0"/>
                      <a:pt x="0" y="347"/>
                      <a:pt x="201" y="548"/>
                    </a:cubicBezTo>
                    <a:cubicBezTo>
                      <a:pt x="266" y="612"/>
                      <a:pt x="345" y="641"/>
                      <a:pt x="423" y="641"/>
                    </a:cubicBezTo>
                    <a:cubicBezTo>
                      <a:pt x="589" y="641"/>
                      <a:pt x="749" y="511"/>
                      <a:pt x="749" y="317"/>
                    </a:cubicBezTo>
                    <a:cubicBezTo>
                      <a:pt x="749" y="140"/>
                      <a:pt x="603" y="0"/>
                      <a:pt x="4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82"/>
              <p:cNvSpPr/>
              <p:nvPr/>
            </p:nvSpPr>
            <p:spPr>
              <a:xfrm flipH="1">
                <a:off x="6593093" y="4644720"/>
                <a:ext cx="30312" cy="30726"/>
              </a:xfrm>
              <a:custGeom>
                <a:avLst/>
                <a:gdLst/>
                <a:ahLst/>
                <a:cxnLst/>
                <a:rect l="l" t="t" r="r" b="b"/>
                <a:pathLst>
                  <a:path w="439" h="445" extrusionOk="0">
                    <a:moveTo>
                      <a:pt x="220" y="1"/>
                    </a:moveTo>
                    <a:cubicBezTo>
                      <a:pt x="98" y="1"/>
                      <a:pt x="1" y="104"/>
                      <a:pt x="1" y="226"/>
                    </a:cubicBezTo>
                    <a:cubicBezTo>
                      <a:pt x="1" y="347"/>
                      <a:pt x="98" y="445"/>
                      <a:pt x="220" y="445"/>
                    </a:cubicBezTo>
                    <a:cubicBezTo>
                      <a:pt x="341" y="445"/>
                      <a:pt x="439" y="347"/>
                      <a:pt x="439" y="226"/>
                    </a:cubicBezTo>
                    <a:cubicBezTo>
                      <a:pt x="439" y="104"/>
                      <a:pt x="341" y="1"/>
                      <a:pt x="22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82"/>
              <p:cNvSpPr/>
              <p:nvPr/>
            </p:nvSpPr>
            <p:spPr>
              <a:xfrm flipH="1">
                <a:off x="6513689" y="4577054"/>
                <a:ext cx="35352" cy="30588"/>
              </a:xfrm>
              <a:custGeom>
                <a:avLst/>
                <a:gdLst/>
                <a:ahLst/>
                <a:cxnLst/>
                <a:rect l="l" t="t" r="r" b="b"/>
                <a:pathLst>
                  <a:path w="512" h="443" extrusionOk="0">
                    <a:moveTo>
                      <a:pt x="293" y="1"/>
                    </a:moveTo>
                    <a:cubicBezTo>
                      <a:pt x="98" y="1"/>
                      <a:pt x="1" y="238"/>
                      <a:pt x="141" y="378"/>
                    </a:cubicBezTo>
                    <a:cubicBezTo>
                      <a:pt x="183" y="423"/>
                      <a:pt x="237" y="443"/>
                      <a:pt x="289" y="443"/>
                    </a:cubicBezTo>
                    <a:cubicBezTo>
                      <a:pt x="402" y="443"/>
                      <a:pt x="512" y="353"/>
                      <a:pt x="512" y="220"/>
                    </a:cubicBezTo>
                    <a:cubicBezTo>
                      <a:pt x="512" y="98"/>
                      <a:pt x="414" y="1"/>
                      <a:pt x="29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82"/>
              <p:cNvSpPr/>
              <p:nvPr/>
            </p:nvSpPr>
            <p:spPr>
              <a:xfrm flipH="1">
                <a:off x="6532608" y="4459882"/>
                <a:ext cx="30312" cy="30726"/>
              </a:xfrm>
              <a:custGeom>
                <a:avLst/>
                <a:gdLst/>
                <a:ahLst/>
                <a:cxnLst/>
                <a:rect l="l" t="t" r="r" b="b"/>
                <a:pathLst>
                  <a:path w="439" h="445" extrusionOk="0">
                    <a:moveTo>
                      <a:pt x="220" y="0"/>
                    </a:moveTo>
                    <a:cubicBezTo>
                      <a:pt x="98" y="0"/>
                      <a:pt x="1" y="104"/>
                      <a:pt x="1" y="219"/>
                    </a:cubicBezTo>
                    <a:cubicBezTo>
                      <a:pt x="1" y="341"/>
                      <a:pt x="98" y="444"/>
                      <a:pt x="220" y="444"/>
                    </a:cubicBezTo>
                    <a:cubicBezTo>
                      <a:pt x="342" y="444"/>
                      <a:pt x="439" y="341"/>
                      <a:pt x="439" y="219"/>
                    </a:cubicBezTo>
                    <a:cubicBezTo>
                      <a:pt x="439" y="104"/>
                      <a:pt x="342" y="0"/>
                      <a:pt x="2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82"/>
              <p:cNvSpPr/>
              <p:nvPr/>
            </p:nvSpPr>
            <p:spPr>
              <a:xfrm flipH="1">
                <a:off x="6586810" y="4378752"/>
                <a:ext cx="42878" cy="42533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16" extrusionOk="0">
                    <a:moveTo>
                      <a:pt x="311" y="1"/>
                    </a:moveTo>
                    <a:cubicBezTo>
                      <a:pt x="140" y="1"/>
                      <a:pt x="0" y="135"/>
                      <a:pt x="0" y="305"/>
                    </a:cubicBezTo>
                    <a:cubicBezTo>
                      <a:pt x="0" y="482"/>
                      <a:pt x="140" y="615"/>
                      <a:pt x="311" y="615"/>
                    </a:cubicBezTo>
                    <a:cubicBezTo>
                      <a:pt x="481" y="615"/>
                      <a:pt x="621" y="482"/>
                      <a:pt x="621" y="305"/>
                    </a:cubicBezTo>
                    <a:cubicBezTo>
                      <a:pt x="621" y="135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82"/>
              <p:cNvSpPr/>
              <p:nvPr/>
            </p:nvSpPr>
            <p:spPr>
              <a:xfrm flipH="1">
                <a:off x="5994382" y="3450694"/>
                <a:ext cx="929448" cy="1426038"/>
              </a:xfrm>
              <a:custGeom>
                <a:avLst/>
                <a:gdLst/>
                <a:ahLst/>
                <a:cxnLst/>
                <a:rect l="l" t="t" r="r" b="b"/>
                <a:pathLst>
                  <a:path w="13461" h="20653" fill="none" extrusionOk="0">
                    <a:moveTo>
                      <a:pt x="1" y="20652"/>
                    </a:moveTo>
                    <a:lnTo>
                      <a:pt x="1" y="8781"/>
                    </a:lnTo>
                    <a:lnTo>
                      <a:pt x="7589" y="8781"/>
                    </a:lnTo>
                    <a:cubicBezTo>
                      <a:pt x="8155" y="8781"/>
                      <a:pt x="8611" y="8318"/>
                      <a:pt x="8611" y="7753"/>
                    </a:cubicBezTo>
                    <a:lnTo>
                      <a:pt x="8611" y="1723"/>
                    </a:lnTo>
                    <a:cubicBezTo>
                      <a:pt x="8611" y="773"/>
                      <a:pt x="9384" y="1"/>
                      <a:pt x="10339" y="1"/>
                    </a:cubicBezTo>
                    <a:lnTo>
                      <a:pt x="11739" y="1"/>
                    </a:lnTo>
                    <a:cubicBezTo>
                      <a:pt x="12688" y="1"/>
                      <a:pt x="13461" y="773"/>
                      <a:pt x="13461" y="1723"/>
                    </a:cubicBezTo>
                    <a:lnTo>
                      <a:pt x="13461" y="11349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82"/>
              <p:cNvSpPr/>
              <p:nvPr/>
            </p:nvSpPr>
            <p:spPr>
              <a:xfrm flipH="1">
                <a:off x="6864933" y="3997683"/>
                <a:ext cx="118140" cy="118140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1711" extrusionOk="0">
                    <a:moveTo>
                      <a:pt x="859" y="1"/>
                    </a:moveTo>
                    <a:cubicBezTo>
                      <a:pt x="384" y="1"/>
                      <a:pt x="1" y="384"/>
                      <a:pt x="1" y="859"/>
                    </a:cubicBezTo>
                    <a:cubicBezTo>
                      <a:pt x="1" y="1327"/>
                      <a:pt x="384" y="1711"/>
                      <a:pt x="859" y="1711"/>
                    </a:cubicBezTo>
                    <a:cubicBezTo>
                      <a:pt x="1327" y="1711"/>
                      <a:pt x="1711" y="1327"/>
                      <a:pt x="1711" y="859"/>
                    </a:cubicBezTo>
                    <a:cubicBezTo>
                      <a:pt x="1711" y="384"/>
                      <a:pt x="1327" y="1"/>
                      <a:pt x="8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82"/>
              <p:cNvSpPr/>
              <p:nvPr/>
            </p:nvSpPr>
            <p:spPr>
              <a:xfrm flipH="1">
                <a:off x="5946879" y="4657770"/>
                <a:ext cx="83271" cy="143343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2076" extrusionOk="0">
                    <a:moveTo>
                      <a:pt x="603" y="0"/>
                    </a:moveTo>
                    <a:cubicBezTo>
                      <a:pt x="603" y="0"/>
                      <a:pt x="0" y="1162"/>
                      <a:pt x="0" y="1497"/>
                    </a:cubicBezTo>
                    <a:cubicBezTo>
                      <a:pt x="13" y="1820"/>
                      <a:pt x="280" y="2075"/>
                      <a:pt x="603" y="2075"/>
                    </a:cubicBezTo>
                    <a:cubicBezTo>
                      <a:pt x="925" y="2075"/>
                      <a:pt x="1193" y="1820"/>
                      <a:pt x="1205" y="1497"/>
                    </a:cubicBezTo>
                    <a:cubicBezTo>
                      <a:pt x="1205" y="1162"/>
                      <a:pt x="603" y="0"/>
                      <a:pt x="6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82"/>
              <p:cNvSpPr/>
              <p:nvPr/>
            </p:nvSpPr>
            <p:spPr>
              <a:xfrm flipH="1">
                <a:off x="5966212" y="4703134"/>
                <a:ext cx="44605" cy="76919"/>
              </a:xfrm>
              <a:custGeom>
                <a:avLst/>
                <a:gdLst/>
                <a:ahLst/>
                <a:cxnLst/>
                <a:rect l="l" t="t" r="r" b="b"/>
                <a:pathLst>
                  <a:path w="646" h="1114" extrusionOk="0">
                    <a:moveTo>
                      <a:pt x="323" y="0"/>
                    </a:moveTo>
                    <a:cubicBezTo>
                      <a:pt x="323" y="0"/>
                      <a:pt x="0" y="627"/>
                      <a:pt x="0" y="804"/>
                    </a:cubicBezTo>
                    <a:cubicBezTo>
                      <a:pt x="9" y="1010"/>
                      <a:pt x="166" y="1114"/>
                      <a:pt x="323" y="1114"/>
                    </a:cubicBezTo>
                    <a:cubicBezTo>
                      <a:pt x="479" y="1114"/>
                      <a:pt x="636" y="1010"/>
                      <a:pt x="645" y="804"/>
                    </a:cubicBezTo>
                    <a:cubicBezTo>
                      <a:pt x="645" y="627"/>
                      <a:pt x="323" y="0"/>
                      <a:pt x="32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82"/>
              <p:cNvSpPr/>
              <p:nvPr/>
            </p:nvSpPr>
            <p:spPr>
              <a:xfrm flipH="1">
                <a:off x="5855322" y="4836739"/>
                <a:ext cx="266454" cy="127807"/>
              </a:xfrm>
              <a:custGeom>
                <a:avLst/>
                <a:gdLst/>
                <a:ahLst/>
                <a:cxnLst/>
                <a:rect l="l" t="t" r="r" b="b"/>
                <a:pathLst>
                  <a:path w="3859" h="1851" extrusionOk="0">
                    <a:moveTo>
                      <a:pt x="1" y="0"/>
                    </a:moveTo>
                    <a:lnTo>
                      <a:pt x="1" y="1850"/>
                    </a:lnTo>
                    <a:lnTo>
                      <a:pt x="3859" y="1850"/>
                    </a:lnTo>
                    <a:lnTo>
                      <a:pt x="38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82"/>
              <p:cNvSpPr/>
              <p:nvPr/>
            </p:nvSpPr>
            <p:spPr>
              <a:xfrm flipH="1">
                <a:off x="5782200" y="4115753"/>
                <a:ext cx="412214" cy="470213"/>
              </a:xfrm>
              <a:custGeom>
                <a:avLst/>
                <a:gdLst/>
                <a:ahLst/>
                <a:cxnLst/>
                <a:rect l="l" t="t" r="r" b="b"/>
                <a:pathLst>
                  <a:path w="5970" h="6810" extrusionOk="0">
                    <a:moveTo>
                      <a:pt x="2385" y="1"/>
                    </a:moveTo>
                    <a:cubicBezTo>
                      <a:pt x="2221" y="1"/>
                      <a:pt x="2081" y="116"/>
                      <a:pt x="2057" y="275"/>
                    </a:cubicBezTo>
                    <a:cubicBezTo>
                      <a:pt x="2039" y="433"/>
                      <a:pt x="2142" y="585"/>
                      <a:pt x="2294" y="615"/>
                    </a:cubicBezTo>
                    <a:lnTo>
                      <a:pt x="2294" y="2356"/>
                    </a:lnTo>
                    <a:lnTo>
                      <a:pt x="219" y="5958"/>
                    </a:lnTo>
                    <a:cubicBezTo>
                      <a:pt x="0" y="6335"/>
                      <a:pt x="274" y="6810"/>
                      <a:pt x="712" y="6810"/>
                    </a:cubicBezTo>
                    <a:lnTo>
                      <a:pt x="5257" y="6810"/>
                    </a:lnTo>
                    <a:cubicBezTo>
                      <a:pt x="5696" y="6810"/>
                      <a:pt x="5969" y="6335"/>
                      <a:pt x="5750" y="5958"/>
                    </a:cubicBezTo>
                    <a:lnTo>
                      <a:pt x="3669" y="2356"/>
                    </a:lnTo>
                    <a:lnTo>
                      <a:pt x="3669" y="615"/>
                    </a:lnTo>
                    <a:cubicBezTo>
                      <a:pt x="3828" y="585"/>
                      <a:pt x="3931" y="433"/>
                      <a:pt x="3913" y="275"/>
                    </a:cubicBezTo>
                    <a:cubicBezTo>
                      <a:pt x="3882" y="116"/>
                      <a:pt x="3742" y="1"/>
                      <a:pt x="35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82"/>
              <p:cNvSpPr/>
              <p:nvPr/>
            </p:nvSpPr>
            <p:spPr>
              <a:xfrm flipH="1">
                <a:off x="5848624" y="4337186"/>
                <a:ext cx="279850" cy="202585"/>
              </a:xfrm>
              <a:custGeom>
                <a:avLst/>
                <a:gdLst/>
                <a:ahLst/>
                <a:cxnLst/>
                <a:rect l="l" t="t" r="r" b="b"/>
                <a:pathLst>
                  <a:path w="4053" h="2934" extrusionOk="0">
                    <a:moveTo>
                      <a:pt x="1576" y="1"/>
                    </a:moveTo>
                    <a:lnTo>
                      <a:pt x="92" y="2568"/>
                    </a:lnTo>
                    <a:cubicBezTo>
                      <a:pt x="0" y="2733"/>
                      <a:pt x="116" y="2933"/>
                      <a:pt x="305" y="2933"/>
                    </a:cubicBezTo>
                    <a:lnTo>
                      <a:pt x="3755" y="2933"/>
                    </a:lnTo>
                    <a:cubicBezTo>
                      <a:pt x="3937" y="2933"/>
                      <a:pt x="4053" y="2733"/>
                      <a:pt x="3962" y="2568"/>
                    </a:cubicBezTo>
                    <a:lnTo>
                      <a:pt x="24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82"/>
              <p:cNvSpPr/>
              <p:nvPr/>
            </p:nvSpPr>
            <p:spPr>
              <a:xfrm flipH="1">
                <a:off x="5988515" y="4278772"/>
                <a:ext cx="22302" cy="21957"/>
              </a:xfrm>
              <a:custGeom>
                <a:avLst/>
                <a:gdLst/>
                <a:ahLst/>
                <a:cxnLst/>
                <a:rect l="l" t="t" r="r" b="b"/>
                <a:pathLst>
                  <a:path w="323" h="318" extrusionOk="0">
                    <a:moveTo>
                      <a:pt x="165" y="1"/>
                    </a:moveTo>
                    <a:cubicBezTo>
                      <a:pt x="73" y="1"/>
                      <a:pt x="0" y="74"/>
                      <a:pt x="0" y="159"/>
                    </a:cubicBezTo>
                    <a:cubicBezTo>
                      <a:pt x="0" y="250"/>
                      <a:pt x="73" y="317"/>
                      <a:pt x="165" y="317"/>
                    </a:cubicBezTo>
                    <a:cubicBezTo>
                      <a:pt x="250" y="317"/>
                      <a:pt x="323" y="250"/>
                      <a:pt x="323" y="159"/>
                    </a:cubicBezTo>
                    <a:cubicBezTo>
                      <a:pt x="323" y="74"/>
                      <a:pt x="250" y="1"/>
                      <a:pt x="1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82"/>
              <p:cNvSpPr/>
              <p:nvPr/>
            </p:nvSpPr>
            <p:spPr>
              <a:xfrm flipH="1">
                <a:off x="5966212" y="4220359"/>
                <a:ext cx="35352" cy="30312"/>
              </a:xfrm>
              <a:custGeom>
                <a:avLst/>
                <a:gdLst/>
                <a:ahLst/>
                <a:cxnLst/>
                <a:rect l="l" t="t" r="r" b="b"/>
                <a:pathLst>
                  <a:path w="512" h="439" extrusionOk="0">
                    <a:moveTo>
                      <a:pt x="292" y="1"/>
                    </a:moveTo>
                    <a:cubicBezTo>
                      <a:pt x="97" y="1"/>
                      <a:pt x="0" y="232"/>
                      <a:pt x="140" y="372"/>
                    </a:cubicBezTo>
                    <a:cubicBezTo>
                      <a:pt x="184" y="418"/>
                      <a:pt x="238" y="438"/>
                      <a:pt x="292" y="438"/>
                    </a:cubicBezTo>
                    <a:cubicBezTo>
                      <a:pt x="404" y="438"/>
                      <a:pt x="511" y="351"/>
                      <a:pt x="511" y="220"/>
                    </a:cubicBezTo>
                    <a:cubicBezTo>
                      <a:pt x="511" y="98"/>
                      <a:pt x="414" y="1"/>
                      <a:pt x="2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82"/>
              <p:cNvSpPr/>
              <p:nvPr/>
            </p:nvSpPr>
            <p:spPr>
              <a:xfrm flipH="1">
                <a:off x="5857393" y="4893841"/>
                <a:ext cx="264383" cy="26998"/>
              </a:xfrm>
              <a:custGeom>
                <a:avLst/>
                <a:gdLst/>
                <a:ahLst/>
                <a:cxnLst/>
                <a:rect l="l" t="t" r="r" b="b"/>
                <a:pathLst>
                  <a:path w="3829" h="391" extrusionOk="0">
                    <a:moveTo>
                      <a:pt x="1" y="1"/>
                    </a:moveTo>
                    <a:lnTo>
                      <a:pt x="1" y="390"/>
                    </a:lnTo>
                    <a:lnTo>
                      <a:pt x="3828" y="390"/>
                    </a:lnTo>
                    <a:lnTo>
                      <a:pt x="38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82"/>
              <p:cNvSpPr/>
              <p:nvPr/>
            </p:nvSpPr>
            <p:spPr>
              <a:xfrm flipH="1">
                <a:off x="8148869" y="4877891"/>
                <a:ext cx="216464" cy="89555"/>
              </a:xfrm>
              <a:custGeom>
                <a:avLst/>
                <a:gdLst/>
                <a:ahLst/>
                <a:cxnLst/>
                <a:rect l="l" t="t" r="r" b="b"/>
                <a:pathLst>
                  <a:path w="3135" h="1297" extrusionOk="0">
                    <a:moveTo>
                      <a:pt x="287" y="1"/>
                    </a:moveTo>
                    <a:cubicBezTo>
                      <a:pt x="129" y="1"/>
                      <a:pt x="1" y="128"/>
                      <a:pt x="1" y="287"/>
                    </a:cubicBezTo>
                    <a:lnTo>
                      <a:pt x="1" y="1297"/>
                    </a:lnTo>
                    <a:lnTo>
                      <a:pt x="3135" y="1297"/>
                    </a:lnTo>
                    <a:lnTo>
                      <a:pt x="3135" y="287"/>
                    </a:lnTo>
                    <a:cubicBezTo>
                      <a:pt x="3135" y="128"/>
                      <a:pt x="3007" y="1"/>
                      <a:pt x="28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82"/>
              <p:cNvSpPr/>
              <p:nvPr/>
            </p:nvSpPr>
            <p:spPr>
              <a:xfrm flipH="1">
                <a:off x="8257274" y="4203166"/>
                <a:ext cx="69" cy="674801"/>
              </a:xfrm>
              <a:custGeom>
                <a:avLst/>
                <a:gdLst/>
                <a:ahLst/>
                <a:cxnLst/>
                <a:rect l="l" t="t" r="r" b="b"/>
                <a:pathLst>
                  <a:path w="1" h="9773" fill="none" extrusionOk="0">
                    <a:moveTo>
                      <a:pt x="1" y="0"/>
                    </a:moveTo>
                    <a:lnTo>
                      <a:pt x="1" y="977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82"/>
              <p:cNvSpPr/>
              <p:nvPr/>
            </p:nvSpPr>
            <p:spPr>
              <a:xfrm flipH="1">
                <a:off x="8059797" y="4286782"/>
                <a:ext cx="394606" cy="394537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5" y="0"/>
                    </a:moveTo>
                    <a:cubicBezTo>
                      <a:pt x="1279" y="0"/>
                      <a:pt x="1" y="1278"/>
                      <a:pt x="1" y="2854"/>
                    </a:cubicBezTo>
                    <a:cubicBezTo>
                      <a:pt x="1" y="4430"/>
                      <a:pt x="1279" y="5714"/>
                      <a:pt x="2855" y="5714"/>
                    </a:cubicBezTo>
                    <a:cubicBezTo>
                      <a:pt x="4437" y="5714"/>
                      <a:pt x="5714" y="4430"/>
                      <a:pt x="5714" y="2854"/>
                    </a:cubicBezTo>
                    <a:cubicBezTo>
                      <a:pt x="5714" y="1278"/>
                      <a:pt x="4437" y="0"/>
                      <a:pt x="28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82"/>
              <p:cNvSpPr/>
              <p:nvPr/>
            </p:nvSpPr>
            <p:spPr>
              <a:xfrm flipH="1">
                <a:off x="8115243" y="4286782"/>
                <a:ext cx="283647" cy="394537"/>
              </a:xfrm>
              <a:custGeom>
                <a:avLst/>
                <a:gdLst/>
                <a:ahLst/>
                <a:cxnLst/>
                <a:rect l="l" t="t" r="r" b="b"/>
                <a:pathLst>
                  <a:path w="4108" h="5714" fill="none" extrusionOk="0">
                    <a:moveTo>
                      <a:pt x="4107" y="2854"/>
                    </a:moveTo>
                    <a:cubicBezTo>
                      <a:pt x="4107" y="4430"/>
                      <a:pt x="3188" y="5714"/>
                      <a:pt x="2051" y="5714"/>
                    </a:cubicBezTo>
                    <a:cubicBezTo>
                      <a:pt x="919" y="5714"/>
                      <a:pt x="0" y="4430"/>
                      <a:pt x="0" y="2854"/>
                    </a:cubicBezTo>
                    <a:cubicBezTo>
                      <a:pt x="0" y="1278"/>
                      <a:pt x="919" y="0"/>
                      <a:pt x="2051" y="0"/>
                    </a:cubicBezTo>
                    <a:cubicBezTo>
                      <a:pt x="3188" y="0"/>
                      <a:pt x="4107" y="1278"/>
                      <a:pt x="4107" y="285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82"/>
              <p:cNvSpPr/>
              <p:nvPr/>
            </p:nvSpPr>
            <p:spPr>
              <a:xfrm flipH="1">
                <a:off x="8203900" y="4286782"/>
                <a:ext cx="106402" cy="394537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5714" fill="none" extrusionOk="0">
                    <a:moveTo>
                      <a:pt x="1540" y="2854"/>
                    </a:moveTo>
                    <a:cubicBezTo>
                      <a:pt x="1540" y="4430"/>
                      <a:pt x="1200" y="5714"/>
                      <a:pt x="768" y="5714"/>
                    </a:cubicBezTo>
                    <a:cubicBezTo>
                      <a:pt x="342" y="5714"/>
                      <a:pt x="1" y="4430"/>
                      <a:pt x="1" y="2854"/>
                    </a:cubicBezTo>
                    <a:cubicBezTo>
                      <a:pt x="1" y="1278"/>
                      <a:pt x="342" y="0"/>
                      <a:pt x="768" y="0"/>
                    </a:cubicBezTo>
                    <a:cubicBezTo>
                      <a:pt x="1200" y="0"/>
                      <a:pt x="1540" y="1278"/>
                      <a:pt x="1540" y="285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82"/>
              <p:cNvSpPr/>
              <p:nvPr/>
            </p:nvSpPr>
            <p:spPr>
              <a:xfrm flipH="1">
                <a:off x="8074919" y="4430468"/>
                <a:ext cx="364778" cy="106747"/>
              </a:xfrm>
              <a:custGeom>
                <a:avLst/>
                <a:gdLst/>
                <a:ahLst/>
                <a:cxnLst/>
                <a:rect l="l" t="t" r="r" b="b"/>
                <a:pathLst>
                  <a:path w="5283" h="1546" fill="none" extrusionOk="0">
                    <a:moveTo>
                      <a:pt x="5282" y="773"/>
                    </a:moveTo>
                    <a:cubicBezTo>
                      <a:pt x="5282" y="1199"/>
                      <a:pt x="4102" y="1546"/>
                      <a:pt x="2642" y="1546"/>
                    </a:cubicBezTo>
                    <a:cubicBezTo>
                      <a:pt x="1187" y="1546"/>
                      <a:pt x="1" y="1199"/>
                      <a:pt x="1" y="773"/>
                    </a:cubicBezTo>
                    <a:cubicBezTo>
                      <a:pt x="1" y="347"/>
                      <a:pt x="1187" y="0"/>
                      <a:pt x="2642" y="0"/>
                    </a:cubicBezTo>
                    <a:cubicBezTo>
                      <a:pt x="4102" y="0"/>
                      <a:pt x="5282" y="347"/>
                      <a:pt x="5282" y="77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608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293" name="Google Shape;3293;p82"/>
            <p:cNvCxnSpPr/>
            <p:nvPr/>
          </p:nvCxnSpPr>
          <p:spPr>
            <a:xfrm>
              <a:off x="3968225" y="5144000"/>
              <a:ext cx="52029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94" name="Google Shape;3294;p82"/>
          <p:cNvGrpSpPr/>
          <p:nvPr/>
        </p:nvGrpSpPr>
        <p:grpSpPr>
          <a:xfrm>
            <a:off x="3041347" y="4128792"/>
            <a:ext cx="821498" cy="800871"/>
            <a:chOff x="4593089" y="1276751"/>
            <a:chExt cx="701116" cy="683512"/>
          </a:xfrm>
        </p:grpSpPr>
        <p:grpSp>
          <p:nvGrpSpPr>
            <p:cNvPr id="3295" name="Google Shape;3295;p82"/>
            <p:cNvGrpSpPr/>
            <p:nvPr/>
          </p:nvGrpSpPr>
          <p:grpSpPr>
            <a:xfrm>
              <a:off x="4658690" y="1276751"/>
              <a:ext cx="600061" cy="670773"/>
              <a:chOff x="4658690" y="1276751"/>
              <a:chExt cx="600061" cy="670773"/>
            </a:xfrm>
          </p:grpSpPr>
          <p:sp>
            <p:nvSpPr>
              <p:cNvPr id="3296" name="Google Shape;3296;p82"/>
              <p:cNvSpPr/>
              <p:nvPr/>
            </p:nvSpPr>
            <p:spPr>
              <a:xfrm rot="9853580">
                <a:off x="4707887" y="1295809"/>
                <a:ext cx="194091" cy="388782"/>
              </a:xfrm>
              <a:custGeom>
                <a:avLst/>
                <a:gdLst/>
                <a:ahLst/>
                <a:cxnLst/>
                <a:rect l="l" t="t" r="r" b="b"/>
                <a:pathLst>
                  <a:path w="9359" h="21419" extrusionOk="0">
                    <a:moveTo>
                      <a:pt x="666" y="0"/>
                    </a:moveTo>
                    <a:cubicBezTo>
                      <a:pt x="334" y="0"/>
                      <a:pt x="1" y="265"/>
                      <a:pt x="149" y="661"/>
                    </a:cubicBezTo>
                    <a:cubicBezTo>
                      <a:pt x="2637" y="7531"/>
                      <a:pt x="5667" y="14185"/>
                      <a:pt x="8155" y="21056"/>
                    </a:cubicBezTo>
                    <a:cubicBezTo>
                      <a:pt x="8251" y="21310"/>
                      <a:pt x="8470" y="21419"/>
                      <a:pt x="8687" y="21419"/>
                    </a:cubicBezTo>
                    <a:cubicBezTo>
                      <a:pt x="9025" y="21419"/>
                      <a:pt x="9359" y="21154"/>
                      <a:pt x="9210" y="20758"/>
                    </a:cubicBezTo>
                    <a:cubicBezTo>
                      <a:pt x="6722" y="13888"/>
                      <a:pt x="3692" y="7234"/>
                      <a:pt x="1177" y="363"/>
                    </a:cubicBezTo>
                    <a:cubicBezTo>
                      <a:pt x="1092" y="109"/>
                      <a:pt x="880" y="0"/>
                      <a:pt x="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82"/>
              <p:cNvSpPr/>
              <p:nvPr/>
            </p:nvSpPr>
            <p:spPr>
              <a:xfrm rot="5804682">
                <a:off x="4996702" y="1406693"/>
                <a:ext cx="163958" cy="343260"/>
              </a:xfrm>
              <a:custGeom>
                <a:avLst/>
                <a:gdLst/>
                <a:ahLst/>
                <a:cxnLst/>
                <a:rect l="l" t="t" r="r" b="b"/>
                <a:pathLst>
                  <a:path w="9359" h="21419" extrusionOk="0">
                    <a:moveTo>
                      <a:pt x="666" y="0"/>
                    </a:moveTo>
                    <a:cubicBezTo>
                      <a:pt x="334" y="0"/>
                      <a:pt x="1" y="265"/>
                      <a:pt x="149" y="661"/>
                    </a:cubicBezTo>
                    <a:cubicBezTo>
                      <a:pt x="2637" y="7531"/>
                      <a:pt x="5667" y="14185"/>
                      <a:pt x="8155" y="21056"/>
                    </a:cubicBezTo>
                    <a:cubicBezTo>
                      <a:pt x="8251" y="21310"/>
                      <a:pt x="8470" y="21419"/>
                      <a:pt x="8687" y="21419"/>
                    </a:cubicBezTo>
                    <a:cubicBezTo>
                      <a:pt x="9025" y="21419"/>
                      <a:pt x="9359" y="21154"/>
                      <a:pt x="9210" y="20758"/>
                    </a:cubicBezTo>
                    <a:cubicBezTo>
                      <a:pt x="6722" y="13888"/>
                      <a:pt x="3692" y="7234"/>
                      <a:pt x="1177" y="363"/>
                    </a:cubicBezTo>
                    <a:cubicBezTo>
                      <a:pt x="1092" y="109"/>
                      <a:pt x="880" y="0"/>
                      <a:pt x="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82"/>
              <p:cNvSpPr/>
              <p:nvPr/>
            </p:nvSpPr>
            <p:spPr>
              <a:xfrm rot="9853580">
                <a:off x="4920637" y="1539684"/>
                <a:ext cx="194091" cy="388782"/>
              </a:xfrm>
              <a:custGeom>
                <a:avLst/>
                <a:gdLst/>
                <a:ahLst/>
                <a:cxnLst/>
                <a:rect l="l" t="t" r="r" b="b"/>
                <a:pathLst>
                  <a:path w="9359" h="21419" extrusionOk="0">
                    <a:moveTo>
                      <a:pt x="666" y="0"/>
                    </a:moveTo>
                    <a:cubicBezTo>
                      <a:pt x="334" y="0"/>
                      <a:pt x="1" y="265"/>
                      <a:pt x="149" y="661"/>
                    </a:cubicBezTo>
                    <a:cubicBezTo>
                      <a:pt x="2637" y="7531"/>
                      <a:pt x="5667" y="14185"/>
                      <a:pt x="8155" y="21056"/>
                    </a:cubicBezTo>
                    <a:cubicBezTo>
                      <a:pt x="8251" y="21310"/>
                      <a:pt x="8470" y="21419"/>
                      <a:pt x="8687" y="21419"/>
                    </a:cubicBezTo>
                    <a:cubicBezTo>
                      <a:pt x="9025" y="21419"/>
                      <a:pt x="9359" y="21154"/>
                      <a:pt x="9210" y="20758"/>
                    </a:cubicBezTo>
                    <a:cubicBezTo>
                      <a:pt x="6722" y="13888"/>
                      <a:pt x="3692" y="7234"/>
                      <a:pt x="1177" y="363"/>
                    </a:cubicBezTo>
                    <a:cubicBezTo>
                      <a:pt x="1092" y="109"/>
                      <a:pt x="880" y="0"/>
                      <a:pt x="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82"/>
              <p:cNvSpPr/>
              <p:nvPr/>
            </p:nvSpPr>
            <p:spPr>
              <a:xfrm rot="2700000">
                <a:off x="4792546" y="1569705"/>
                <a:ext cx="163956" cy="343273"/>
              </a:xfrm>
              <a:custGeom>
                <a:avLst/>
                <a:gdLst/>
                <a:ahLst/>
                <a:cxnLst/>
                <a:rect l="l" t="t" r="r" b="b"/>
                <a:pathLst>
                  <a:path w="9359" h="21419" extrusionOk="0">
                    <a:moveTo>
                      <a:pt x="666" y="0"/>
                    </a:moveTo>
                    <a:cubicBezTo>
                      <a:pt x="334" y="0"/>
                      <a:pt x="1" y="265"/>
                      <a:pt x="149" y="661"/>
                    </a:cubicBezTo>
                    <a:cubicBezTo>
                      <a:pt x="2637" y="7531"/>
                      <a:pt x="5667" y="14185"/>
                      <a:pt x="8155" y="21056"/>
                    </a:cubicBezTo>
                    <a:cubicBezTo>
                      <a:pt x="8251" y="21310"/>
                      <a:pt x="8470" y="21419"/>
                      <a:pt x="8687" y="21419"/>
                    </a:cubicBezTo>
                    <a:cubicBezTo>
                      <a:pt x="9025" y="21419"/>
                      <a:pt x="9359" y="21154"/>
                      <a:pt x="9210" y="20758"/>
                    </a:cubicBezTo>
                    <a:cubicBezTo>
                      <a:pt x="6722" y="13888"/>
                      <a:pt x="3692" y="7234"/>
                      <a:pt x="1177" y="363"/>
                    </a:cubicBezTo>
                    <a:cubicBezTo>
                      <a:pt x="1092" y="109"/>
                      <a:pt x="880" y="0"/>
                      <a:pt x="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00" name="Google Shape;3300;p82"/>
            <p:cNvSpPr/>
            <p:nvPr/>
          </p:nvSpPr>
          <p:spPr>
            <a:xfrm>
              <a:off x="4822034" y="1536462"/>
              <a:ext cx="192314" cy="172448"/>
            </a:xfrm>
            <a:custGeom>
              <a:avLst/>
              <a:gdLst/>
              <a:ahLst/>
              <a:cxnLst/>
              <a:rect l="l" t="t" r="r" b="b"/>
              <a:pathLst>
                <a:path w="9032" h="8099" extrusionOk="0">
                  <a:moveTo>
                    <a:pt x="4528" y="1"/>
                  </a:moveTo>
                  <a:cubicBezTo>
                    <a:pt x="3573" y="1"/>
                    <a:pt x="2614" y="335"/>
                    <a:pt x="1843" y="1014"/>
                  </a:cubicBezTo>
                  <a:cubicBezTo>
                    <a:pt x="168" y="2505"/>
                    <a:pt x="0" y="5051"/>
                    <a:pt x="1491" y="6727"/>
                  </a:cubicBezTo>
                  <a:cubicBezTo>
                    <a:pt x="2289" y="7633"/>
                    <a:pt x="3405" y="8098"/>
                    <a:pt x="4527" y="8098"/>
                  </a:cubicBezTo>
                  <a:cubicBezTo>
                    <a:pt x="5479" y="8098"/>
                    <a:pt x="6436" y="7763"/>
                    <a:pt x="7205" y="7079"/>
                  </a:cubicBezTo>
                  <a:cubicBezTo>
                    <a:pt x="8880" y="5604"/>
                    <a:pt x="9031" y="3041"/>
                    <a:pt x="7557" y="1366"/>
                  </a:cubicBezTo>
                  <a:cubicBezTo>
                    <a:pt x="6761" y="461"/>
                    <a:pt x="5647" y="1"/>
                    <a:pt x="4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82"/>
            <p:cNvSpPr/>
            <p:nvPr/>
          </p:nvSpPr>
          <p:spPr>
            <a:xfrm rot="7166138">
              <a:off x="5165444" y="1494087"/>
              <a:ext cx="109423" cy="108303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82"/>
            <p:cNvSpPr/>
            <p:nvPr/>
          </p:nvSpPr>
          <p:spPr>
            <a:xfrm rot="7166138">
              <a:off x="5071244" y="1811887"/>
              <a:ext cx="109423" cy="108303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82"/>
            <p:cNvSpPr/>
            <p:nvPr/>
          </p:nvSpPr>
          <p:spPr>
            <a:xfrm rot="7166138">
              <a:off x="4760294" y="1831850"/>
              <a:ext cx="109423" cy="108303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82"/>
            <p:cNvSpPr/>
            <p:nvPr/>
          </p:nvSpPr>
          <p:spPr>
            <a:xfrm rot="7166138">
              <a:off x="4620461" y="1304889"/>
              <a:ext cx="153724" cy="152624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5" name="Google Shape;3305;p82"/>
          <p:cNvGrpSpPr/>
          <p:nvPr/>
        </p:nvGrpSpPr>
        <p:grpSpPr>
          <a:xfrm rot="8619379">
            <a:off x="3968387" y="682280"/>
            <a:ext cx="661516" cy="929155"/>
            <a:chOff x="2374700" y="1056350"/>
            <a:chExt cx="797300" cy="1119875"/>
          </a:xfrm>
        </p:grpSpPr>
        <p:sp>
          <p:nvSpPr>
            <p:cNvPr id="3306" name="Google Shape;3306;p82"/>
            <p:cNvSpPr/>
            <p:nvPr/>
          </p:nvSpPr>
          <p:spPr>
            <a:xfrm>
              <a:off x="2450775" y="1537550"/>
              <a:ext cx="233975" cy="535475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82"/>
            <p:cNvSpPr/>
            <p:nvPr/>
          </p:nvSpPr>
          <p:spPr>
            <a:xfrm>
              <a:off x="2450150" y="1109250"/>
              <a:ext cx="198025" cy="454125"/>
            </a:xfrm>
            <a:custGeom>
              <a:avLst/>
              <a:gdLst/>
              <a:ahLst/>
              <a:cxnLst/>
              <a:rect l="l" t="t" r="r" b="b"/>
              <a:pathLst>
                <a:path w="7921" h="18165" extrusionOk="0">
                  <a:moveTo>
                    <a:pt x="7266" y="1"/>
                  </a:moveTo>
                  <a:cubicBezTo>
                    <a:pt x="7044" y="1"/>
                    <a:pt x="6817" y="113"/>
                    <a:pt x="6720" y="373"/>
                  </a:cubicBezTo>
                  <a:lnTo>
                    <a:pt x="147" y="17522"/>
                  </a:lnTo>
                  <a:cubicBezTo>
                    <a:pt x="1" y="17912"/>
                    <a:pt x="322" y="18165"/>
                    <a:pt x="655" y="18165"/>
                  </a:cubicBezTo>
                  <a:cubicBezTo>
                    <a:pt x="877" y="18165"/>
                    <a:pt x="1104" y="18052"/>
                    <a:pt x="1202" y="17793"/>
                  </a:cubicBezTo>
                  <a:lnTo>
                    <a:pt x="7775" y="644"/>
                  </a:lnTo>
                  <a:cubicBezTo>
                    <a:pt x="7921" y="254"/>
                    <a:pt x="7599" y="1"/>
                    <a:pt x="7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82"/>
            <p:cNvSpPr/>
            <p:nvPr/>
          </p:nvSpPr>
          <p:spPr>
            <a:xfrm>
              <a:off x="2449975" y="1511450"/>
              <a:ext cx="623075" cy="52775"/>
            </a:xfrm>
            <a:custGeom>
              <a:avLst/>
              <a:gdLst/>
              <a:ahLst/>
              <a:cxnLst/>
              <a:rect l="l" t="t" r="r" b="b"/>
              <a:pathLst>
                <a:path w="24923" h="2111" extrusionOk="0">
                  <a:moveTo>
                    <a:pt x="24252" y="0"/>
                  </a:moveTo>
                  <a:cubicBezTo>
                    <a:pt x="24244" y="0"/>
                    <a:pt x="24236" y="0"/>
                    <a:pt x="24228" y="1"/>
                  </a:cubicBezTo>
                  <a:lnTo>
                    <a:pt x="695" y="1028"/>
                  </a:lnTo>
                  <a:cubicBezTo>
                    <a:pt x="0" y="1055"/>
                    <a:pt x="18" y="2111"/>
                    <a:pt x="670" y="2111"/>
                  </a:cubicBezTo>
                  <a:cubicBezTo>
                    <a:pt x="678" y="2111"/>
                    <a:pt x="687" y="2111"/>
                    <a:pt x="695" y="2110"/>
                  </a:cubicBezTo>
                  <a:lnTo>
                    <a:pt x="24228" y="1083"/>
                  </a:lnTo>
                  <a:cubicBezTo>
                    <a:pt x="24922" y="1056"/>
                    <a:pt x="24904" y="0"/>
                    <a:pt x="242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82"/>
            <p:cNvSpPr/>
            <p:nvPr/>
          </p:nvSpPr>
          <p:spPr>
            <a:xfrm>
              <a:off x="2374700" y="1458700"/>
              <a:ext cx="185300" cy="183975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82"/>
            <p:cNvSpPr/>
            <p:nvPr/>
          </p:nvSpPr>
          <p:spPr>
            <a:xfrm>
              <a:off x="2551175" y="1944225"/>
              <a:ext cx="233325" cy="232000"/>
            </a:xfrm>
            <a:custGeom>
              <a:avLst/>
              <a:gdLst/>
              <a:ahLst/>
              <a:cxnLst/>
              <a:rect l="l" t="t" r="r" b="b"/>
              <a:pathLst>
                <a:path w="9333" h="9280" extrusionOk="0">
                  <a:moveTo>
                    <a:pt x="4649" y="1"/>
                  </a:moveTo>
                  <a:cubicBezTo>
                    <a:pt x="4633" y="1"/>
                    <a:pt x="4616" y="1"/>
                    <a:pt x="4599" y="1"/>
                  </a:cubicBezTo>
                  <a:cubicBezTo>
                    <a:pt x="2030" y="28"/>
                    <a:pt x="1" y="2138"/>
                    <a:pt x="28" y="4708"/>
                  </a:cubicBezTo>
                  <a:cubicBezTo>
                    <a:pt x="55" y="7260"/>
                    <a:pt x="2137" y="9279"/>
                    <a:pt x="4684" y="9279"/>
                  </a:cubicBezTo>
                  <a:cubicBezTo>
                    <a:pt x="4701" y="9279"/>
                    <a:pt x="4718" y="9279"/>
                    <a:pt x="4735" y="9279"/>
                  </a:cubicBezTo>
                  <a:cubicBezTo>
                    <a:pt x="7304" y="9252"/>
                    <a:pt x="9333" y="7142"/>
                    <a:pt x="9306" y="4572"/>
                  </a:cubicBezTo>
                  <a:cubicBezTo>
                    <a:pt x="9279" y="2046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82"/>
            <p:cNvSpPr/>
            <p:nvPr/>
          </p:nvSpPr>
          <p:spPr>
            <a:xfrm>
              <a:off x="2938675" y="1409325"/>
              <a:ext cx="233325" cy="232025"/>
            </a:xfrm>
            <a:custGeom>
              <a:avLst/>
              <a:gdLst/>
              <a:ahLst/>
              <a:cxnLst/>
              <a:rect l="l" t="t" r="r" b="b"/>
              <a:pathLst>
                <a:path w="9333" h="9281" extrusionOk="0">
                  <a:moveTo>
                    <a:pt x="4649" y="1"/>
                  </a:moveTo>
                  <a:cubicBezTo>
                    <a:pt x="4632" y="1"/>
                    <a:pt x="4615" y="1"/>
                    <a:pt x="4598" y="1"/>
                  </a:cubicBezTo>
                  <a:cubicBezTo>
                    <a:pt x="2029" y="55"/>
                    <a:pt x="0" y="2165"/>
                    <a:pt x="27" y="4708"/>
                  </a:cubicBezTo>
                  <a:cubicBezTo>
                    <a:pt x="54" y="7244"/>
                    <a:pt x="2110" y="9280"/>
                    <a:pt x="4635" y="9280"/>
                  </a:cubicBezTo>
                  <a:cubicBezTo>
                    <a:pt x="4668" y="9280"/>
                    <a:pt x="4701" y="9280"/>
                    <a:pt x="4734" y="9279"/>
                  </a:cubicBezTo>
                  <a:cubicBezTo>
                    <a:pt x="7303" y="9252"/>
                    <a:pt x="9332" y="7142"/>
                    <a:pt x="9305" y="4600"/>
                  </a:cubicBezTo>
                  <a:cubicBezTo>
                    <a:pt x="9278" y="2047"/>
                    <a:pt x="7196" y="1"/>
                    <a:pt x="4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82"/>
            <p:cNvSpPr/>
            <p:nvPr/>
          </p:nvSpPr>
          <p:spPr>
            <a:xfrm>
              <a:off x="2565375" y="1056350"/>
              <a:ext cx="131900" cy="130550"/>
            </a:xfrm>
            <a:custGeom>
              <a:avLst/>
              <a:gdLst/>
              <a:ahLst/>
              <a:cxnLst/>
              <a:rect l="l" t="t" r="r" b="b"/>
              <a:pathLst>
                <a:path w="5276" h="5222" extrusionOk="0">
                  <a:moveTo>
                    <a:pt x="2647" y="0"/>
                  </a:moveTo>
                  <a:cubicBezTo>
                    <a:pt x="2630" y="0"/>
                    <a:pt x="2614" y="0"/>
                    <a:pt x="2598" y="1"/>
                  </a:cubicBezTo>
                  <a:cubicBezTo>
                    <a:pt x="1137" y="28"/>
                    <a:pt x="1" y="1191"/>
                    <a:pt x="1" y="2651"/>
                  </a:cubicBezTo>
                  <a:cubicBezTo>
                    <a:pt x="28" y="4069"/>
                    <a:pt x="1191" y="5221"/>
                    <a:pt x="2629" y="5221"/>
                  </a:cubicBezTo>
                  <a:cubicBezTo>
                    <a:pt x="2646" y="5221"/>
                    <a:pt x="2662" y="5221"/>
                    <a:pt x="2679" y="5221"/>
                  </a:cubicBezTo>
                  <a:cubicBezTo>
                    <a:pt x="4112" y="5221"/>
                    <a:pt x="5276" y="4031"/>
                    <a:pt x="5249" y="2570"/>
                  </a:cubicBezTo>
                  <a:cubicBezTo>
                    <a:pt x="5222" y="1153"/>
                    <a:pt x="4058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3" name="Google Shape;3313;p82"/>
          <p:cNvGrpSpPr/>
          <p:nvPr/>
        </p:nvGrpSpPr>
        <p:grpSpPr>
          <a:xfrm>
            <a:off x="5170987" y="2854762"/>
            <a:ext cx="475878" cy="397876"/>
            <a:chOff x="5428050" y="3546975"/>
            <a:chExt cx="475878" cy="397876"/>
          </a:xfrm>
        </p:grpSpPr>
        <p:sp>
          <p:nvSpPr>
            <p:cNvPr id="3314" name="Google Shape;3314;p82"/>
            <p:cNvSpPr/>
            <p:nvPr/>
          </p:nvSpPr>
          <p:spPr>
            <a:xfrm>
              <a:off x="5509829" y="3637232"/>
              <a:ext cx="92935" cy="234122"/>
            </a:xfrm>
            <a:custGeom>
              <a:avLst/>
              <a:gdLst/>
              <a:ahLst/>
              <a:cxnLst/>
              <a:rect l="l" t="t" r="r" b="b"/>
              <a:pathLst>
                <a:path w="1425" h="3590" extrusionOk="0">
                  <a:moveTo>
                    <a:pt x="239" y="1"/>
                  </a:moveTo>
                  <a:cubicBezTo>
                    <a:pt x="178" y="1"/>
                    <a:pt x="117" y="28"/>
                    <a:pt x="67" y="90"/>
                  </a:cubicBezTo>
                  <a:cubicBezTo>
                    <a:pt x="25" y="139"/>
                    <a:pt x="0" y="200"/>
                    <a:pt x="7" y="267"/>
                  </a:cubicBezTo>
                  <a:cubicBezTo>
                    <a:pt x="13" y="334"/>
                    <a:pt x="25" y="407"/>
                    <a:pt x="49" y="474"/>
                  </a:cubicBezTo>
                  <a:cubicBezTo>
                    <a:pt x="98" y="638"/>
                    <a:pt x="153" y="802"/>
                    <a:pt x="195" y="972"/>
                  </a:cubicBezTo>
                  <a:cubicBezTo>
                    <a:pt x="293" y="1295"/>
                    <a:pt x="390" y="1630"/>
                    <a:pt x="487" y="1952"/>
                  </a:cubicBezTo>
                  <a:cubicBezTo>
                    <a:pt x="566" y="2214"/>
                    <a:pt x="645" y="2482"/>
                    <a:pt x="731" y="2743"/>
                  </a:cubicBezTo>
                  <a:cubicBezTo>
                    <a:pt x="816" y="2999"/>
                    <a:pt x="883" y="3339"/>
                    <a:pt x="1084" y="3540"/>
                  </a:cubicBezTo>
                  <a:cubicBezTo>
                    <a:pt x="1117" y="3574"/>
                    <a:pt x="1160" y="3589"/>
                    <a:pt x="1202" y="3589"/>
                  </a:cubicBezTo>
                  <a:cubicBezTo>
                    <a:pt x="1281" y="3589"/>
                    <a:pt x="1358" y="3534"/>
                    <a:pt x="1370" y="3443"/>
                  </a:cubicBezTo>
                  <a:cubicBezTo>
                    <a:pt x="1424" y="3187"/>
                    <a:pt x="1303" y="2907"/>
                    <a:pt x="1236" y="2658"/>
                  </a:cubicBezTo>
                  <a:cubicBezTo>
                    <a:pt x="1163" y="2378"/>
                    <a:pt x="1071" y="2098"/>
                    <a:pt x="986" y="1818"/>
                  </a:cubicBezTo>
                  <a:cubicBezTo>
                    <a:pt x="895" y="1514"/>
                    <a:pt x="798" y="1210"/>
                    <a:pt x="700" y="906"/>
                  </a:cubicBezTo>
                  <a:cubicBezTo>
                    <a:pt x="627" y="668"/>
                    <a:pt x="566" y="407"/>
                    <a:pt x="475" y="175"/>
                  </a:cubicBezTo>
                  <a:cubicBezTo>
                    <a:pt x="427" y="68"/>
                    <a:pt x="333" y="1"/>
                    <a:pt x="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82"/>
            <p:cNvSpPr/>
            <p:nvPr/>
          </p:nvSpPr>
          <p:spPr>
            <a:xfrm>
              <a:off x="5601912" y="3745032"/>
              <a:ext cx="225848" cy="123517"/>
            </a:xfrm>
            <a:custGeom>
              <a:avLst/>
              <a:gdLst/>
              <a:ahLst/>
              <a:cxnLst/>
              <a:rect l="l" t="t" r="r" b="b"/>
              <a:pathLst>
                <a:path w="3463" h="1894" extrusionOk="0">
                  <a:moveTo>
                    <a:pt x="3195" y="1"/>
                  </a:moveTo>
                  <a:cubicBezTo>
                    <a:pt x="3161" y="1"/>
                    <a:pt x="3127" y="9"/>
                    <a:pt x="3097" y="25"/>
                  </a:cubicBezTo>
                  <a:lnTo>
                    <a:pt x="2939" y="104"/>
                  </a:lnTo>
                  <a:cubicBezTo>
                    <a:pt x="2787" y="153"/>
                    <a:pt x="2641" y="232"/>
                    <a:pt x="2507" y="293"/>
                  </a:cubicBezTo>
                  <a:cubicBezTo>
                    <a:pt x="2239" y="409"/>
                    <a:pt x="1972" y="536"/>
                    <a:pt x="1710" y="664"/>
                  </a:cubicBezTo>
                  <a:cubicBezTo>
                    <a:pt x="1546" y="737"/>
                    <a:pt x="1381" y="816"/>
                    <a:pt x="1217" y="895"/>
                  </a:cubicBezTo>
                  <a:cubicBezTo>
                    <a:pt x="1065" y="975"/>
                    <a:pt x="913" y="1041"/>
                    <a:pt x="761" y="1114"/>
                  </a:cubicBezTo>
                  <a:cubicBezTo>
                    <a:pt x="639" y="1175"/>
                    <a:pt x="499" y="1236"/>
                    <a:pt x="365" y="1309"/>
                  </a:cubicBezTo>
                  <a:lnTo>
                    <a:pt x="359" y="1309"/>
                  </a:lnTo>
                  <a:lnTo>
                    <a:pt x="158" y="1400"/>
                  </a:lnTo>
                  <a:cubicBezTo>
                    <a:pt x="85" y="1437"/>
                    <a:pt x="31" y="1504"/>
                    <a:pt x="12" y="1589"/>
                  </a:cubicBezTo>
                  <a:cubicBezTo>
                    <a:pt x="0" y="1674"/>
                    <a:pt x="24" y="1766"/>
                    <a:pt x="79" y="1826"/>
                  </a:cubicBezTo>
                  <a:cubicBezTo>
                    <a:pt x="117" y="1872"/>
                    <a:pt x="169" y="1894"/>
                    <a:pt x="223" y="1894"/>
                  </a:cubicBezTo>
                  <a:cubicBezTo>
                    <a:pt x="256" y="1894"/>
                    <a:pt x="290" y="1885"/>
                    <a:pt x="323" y="1869"/>
                  </a:cubicBezTo>
                  <a:lnTo>
                    <a:pt x="481" y="1790"/>
                  </a:lnTo>
                  <a:cubicBezTo>
                    <a:pt x="633" y="1741"/>
                    <a:pt x="773" y="1662"/>
                    <a:pt x="913" y="1601"/>
                  </a:cubicBezTo>
                  <a:cubicBezTo>
                    <a:pt x="1181" y="1486"/>
                    <a:pt x="1442" y="1358"/>
                    <a:pt x="1710" y="1230"/>
                  </a:cubicBezTo>
                  <a:cubicBezTo>
                    <a:pt x="1874" y="1157"/>
                    <a:pt x="2039" y="1078"/>
                    <a:pt x="2197" y="999"/>
                  </a:cubicBezTo>
                  <a:cubicBezTo>
                    <a:pt x="2349" y="926"/>
                    <a:pt x="2507" y="853"/>
                    <a:pt x="2659" y="774"/>
                  </a:cubicBezTo>
                  <a:cubicBezTo>
                    <a:pt x="2787" y="713"/>
                    <a:pt x="2927" y="652"/>
                    <a:pt x="3061" y="585"/>
                  </a:cubicBezTo>
                  <a:lnTo>
                    <a:pt x="3262" y="488"/>
                  </a:lnTo>
                  <a:cubicBezTo>
                    <a:pt x="3335" y="451"/>
                    <a:pt x="3389" y="384"/>
                    <a:pt x="3408" y="305"/>
                  </a:cubicBezTo>
                  <a:cubicBezTo>
                    <a:pt x="3462" y="220"/>
                    <a:pt x="3432" y="104"/>
                    <a:pt x="3341" y="68"/>
                  </a:cubicBezTo>
                  <a:cubicBezTo>
                    <a:pt x="3303" y="23"/>
                    <a:pt x="3249" y="1"/>
                    <a:pt x="31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82"/>
            <p:cNvSpPr/>
            <p:nvPr/>
          </p:nvSpPr>
          <p:spPr>
            <a:xfrm>
              <a:off x="5742775" y="3680600"/>
              <a:ext cx="161152" cy="144386"/>
            </a:xfrm>
            <a:custGeom>
              <a:avLst/>
              <a:gdLst/>
              <a:ahLst/>
              <a:cxnLst/>
              <a:rect l="l" t="t" r="r" b="b"/>
              <a:pathLst>
                <a:path w="2471" h="2214" extrusionOk="0">
                  <a:moveTo>
                    <a:pt x="1291" y="0"/>
                  </a:moveTo>
                  <a:cubicBezTo>
                    <a:pt x="952" y="0"/>
                    <a:pt x="612" y="151"/>
                    <a:pt x="384" y="405"/>
                  </a:cubicBezTo>
                  <a:cubicBezTo>
                    <a:pt x="0" y="837"/>
                    <a:pt x="67" y="1531"/>
                    <a:pt x="487" y="1914"/>
                  </a:cubicBezTo>
                  <a:cubicBezTo>
                    <a:pt x="560" y="1981"/>
                    <a:pt x="645" y="2042"/>
                    <a:pt x="730" y="2084"/>
                  </a:cubicBezTo>
                  <a:cubicBezTo>
                    <a:pt x="897" y="2170"/>
                    <a:pt x="1086" y="2214"/>
                    <a:pt x="1275" y="2214"/>
                  </a:cubicBezTo>
                  <a:cubicBezTo>
                    <a:pt x="1568" y="2214"/>
                    <a:pt x="1859" y="2108"/>
                    <a:pt x="2063" y="1890"/>
                  </a:cubicBezTo>
                  <a:cubicBezTo>
                    <a:pt x="2471" y="1464"/>
                    <a:pt x="2459" y="746"/>
                    <a:pt x="2051" y="326"/>
                  </a:cubicBezTo>
                  <a:cubicBezTo>
                    <a:pt x="2027" y="295"/>
                    <a:pt x="1996" y="265"/>
                    <a:pt x="1966" y="241"/>
                  </a:cubicBezTo>
                  <a:cubicBezTo>
                    <a:pt x="1767" y="75"/>
                    <a:pt x="1529" y="0"/>
                    <a:pt x="12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82"/>
            <p:cNvSpPr/>
            <p:nvPr/>
          </p:nvSpPr>
          <p:spPr>
            <a:xfrm>
              <a:off x="5476504" y="3748032"/>
              <a:ext cx="220696" cy="196819"/>
            </a:xfrm>
            <a:custGeom>
              <a:avLst/>
              <a:gdLst/>
              <a:ahLst/>
              <a:cxnLst/>
              <a:rect l="l" t="t" r="r" b="b"/>
              <a:pathLst>
                <a:path w="3384" h="3018" extrusionOk="0">
                  <a:moveTo>
                    <a:pt x="1770" y="0"/>
                  </a:moveTo>
                  <a:cubicBezTo>
                    <a:pt x="1391" y="0"/>
                    <a:pt x="1017" y="147"/>
                    <a:pt x="737" y="423"/>
                  </a:cubicBezTo>
                  <a:cubicBezTo>
                    <a:pt x="232" y="910"/>
                    <a:pt x="0" y="1720"/>
                    <a:pt x="402" y="2377"/>
                  </a:cubicBezTo>
                  <a:cubicBezTo>
                    <a:pt x="457" y="2474"/>
                    <a:pt x="524" y="2559"/>
                    <a:pt x="603" y="2632"/>
                  </a:cubicBezTo>
                  <a:cubicBezTo>
                    <a:pt x="873" y="2889"/>
                    <a:pt x="1249" y="3018"/>
                    <a:pt x="1633" y="3018"/>
                  </a:cubicBezTo>
                  <a:cubicBezTo>
                    <a:pt x="1943" y="3018"/>
                    <a:pt x="2257" y="2934"/>
                    <a:pt x="2526" y="2766"/>
                  </a:cubicBezTo>
                  <a:cubicBezTo>
                    <a:pt x="3286" y="2285"/>
                    <a:pt x="3384" y="1154"/>
                    <a:pt x="2860" y="515"/>
                  </a:cubicBezTo>
                  <a:cubicBezTo>
                    <a:pt x="2739" y="357"/>
                    <a:pt x="2580" y="235"/>
                    <a:pt x="2398" y="144"/>
                  </a:cubicBezTo>
                  <a:cubicBezTo>
                    <a:pt x="2198" y="47"/>
                    <a:pt x="1983" y="0"/>
                    <a:pt x="1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82"/>
            <p:cNvSpPr/>
            <p:nvPr/>
          </p:nvSpPr>
          <p:spPr>
            <a:xfrm>
              <a:off x="5428050" y="3546975"/>
              <a:ext cx="166761" cy="143603"/>
            </a:xfrm>
            <a:custGeom>
              <a:avLst/>
              <a:gdLst/>
              <a:ahLst/>
              <a:cxnLst/>
              <a:rect l="l" t="t" r="r" b="b"/>
              <a:pathLst>
                <a:path w="2557" h="2202" extrusionOk="0">
                  <a:moveTo>
                    <a:pt x="1336" y="0"/>
                  </a:moveTo>
                  <a:cubicBezTo>
                    <a:pt x="1004" y="0"/>
                    <a:pt x="679" y="141"/>
                    <a:pt x="451" y="403"/>
                  </a:cubicBezTo>
                  <a:cubicBezTo>
                    <a:pt x="403" y="458"/>
                    <a:pt x="366" y="513"/>
                    <a:pt x="330" y="574"/>
                  </a:cubicBezTo>
                  <a:cubicBezTo>
                    <a:pt x="1" y="1164"/>
                    <a:pt x="275" y="1748"/>
                    <a:pt x="737" y="2028"/>
                  </a:cubicBezTo>
                  <a:cubicBezTo>
                    <a:pt x="917" y="2138"/>
                    <a:pt x="1126" y="2202"/>
                    <a:pt x="1340" y="2202"/>
                  </a:cubicBezTo>
                  <a:cubicBezTo>
                    <a:pt x="1610" y="2202"/>
                    <a:pt x="1887" y="2099"/>
                    <a:pt x="2119" y="1858"/>
                  </a:cubicBezTo>
                  <a:cubicBezTo>
                    <a:pt x="2557" y="1407"/>
                    <a:pt x="2514" y="634"/>
                    <a:pt x="2033" y="239"/>
                  </a:cubicBezTo>
                  <a:cubicBezTo>
                    <a:pt x="1948" y="166"/>
                    <a:pt x="1851" y="111"/>
                    <a:pt x="1747" y="75"/>
                  </a:cubicBezTo>
                  <a:cubicBezTo>
                    <a:pt x="1613" y="25"/>
                    <a:pt x="1474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9" name="Google Shape;3319;p82"/>
          <p:cNvGrpSpPr/>
          <p:nvPr/>
        </p:nvGrpSpPr>
        <p:grpSpPr>
          <a:xfrm>
            <a:off x="838850" y="4154139"/>
            <a:ext cx="490089" cy="364211"/>
            <a:chOff x="749375" y="4154139"/>
            <a:chExt cx="490089" cy="364211"/>
          </a:xfrm>
        </p:grpSpPr>
        <p:sp>
          <p:nvSpPr>
            <p:cNvPr id="3320" name="Google Shape;3320;p82">
              <a:hlinkClick r:id="rId3" action="ppaction://hlinksldjump"/>
            </p:cNvPr>
            <p:cNvSpPr/>
            <p:nvPr/>
          </p:nvSpPr>
          <p:spPr>
            <a:xfrm flipH="1">
              <a:off x="749375" y="4154139"/>
              <a:ext cx="490089" cy="364199"/>
            </a:xfrm>
            <a:custGeom>
              <a:avLst/>
              <a:gdLst/>
              <a:ahLst/>
              <a:cxnLst/>
              <a:rect l="l" t="t" r="r" b="b"/>
              <a:pathLst>
                <a:path w="943" h="701" extrusionOk="0">
                  <a:moveTo>
                    <a:pt x="487" y="1"/>
                  </a:moveTo>
                  <a:cubicBezTo>
                    <a:pt x="0" y="1"/>
                    <a:pt x="0" y="700"/>
                    <a:pt x="487" y="700"/>
                  </a:cubicBezTo>
                  <a:cubicBezTo>
                    <a:pt x="943" y="700"/>
                    <a:pt x="943" y="1"/>
                    <a:pt x="487" y="1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82"/>
            <p:cNvSpPr/>
            <p:nvPr/>
          </p:nvSpPr>
          <p:spPr>
            <a:xfrm>
              <a:off x="803450" y="4154150"/>
              <a:ext cx="364200" cy="364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22" name="Google Shape;3322;p82"/>
            <p:cNvGrpSpPr/>
            <p:nvPr/>
          </p:nvGrpSpPr>
          <p:grpSpPr>
            <a:xfrm>
              <a:off x="880179" y="4234256"/>
              <a:ext cx="210620" cy="203897"/>
              <a:chOff x="4413424" y="4296701"/>
              <a:chExt cx="317151" cy="306981"/>
            </a:xfrm>
          </p:grpSpPr>
          <p:sp>
            <p:nvSpPr>
              <p:cNvPr id="3323" name="Google Shape;3323;p82"/>
              <p:cNvSpPr/>
              <p:nvPr/>
            </p:nvSpPr>
            <p:spPr>
              <a:xfrm>
                <a:off x="4413424" y="4296701"/>
                <a:ext cx="317151" cy="154491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grpSp>
            <p:nvGrpSpPr>
              <p:cNvPr id="3324" name="Google Shape;3324;p82"/>
              <p:cNvGrpSpPr/>
              <p:nvPr/>
            </p:nvGrpSpPr>
            <p:grpSpPr>
              <a:xfrm>
                <a:off x="4451997" y="4376976"/>
                <a:ext cx="239968" cy="226706"/>
                <a:chOff x="4217800" y="4370325"/>
                <a:chExt cx="260100" cy="245725"/>
              </a:xfrm>
            </p:grpSpPr>
            <p:sp>
              <p:nvSpPr>
                <p:cNvPr id="3325" name="Google Shape;3325;p82"/>
                <p:cNvSpPr/>
                <p:nvPr/>
              </p:nvSpPr>
              <p:spPr>
                <a:xfrm>
                  <a:off x="4217800" y="4370325"/>
                  <a:ext cx="260100" cy="1122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6" name="Google Shape;3326;p82"/>
                <p:cNvSpPr/>
                <p:nvPr/>
              </p:nvSpPr>
              <p:spPr>
                <a:xfrm rot="10800000">
                  <a:off x="4217800" y="4481950"/>
                  <a:ext cx="260100" cy="134100"/>
                </a:xfrm>
                <a:prstGeom prst="round2SameRect">
                  <a:avLst>
                    <a:gd name="adj1" fmla="val 7736"/>
                    <a:gd name="adj2" fmla="val 0"/>
                  </a:avLst>
                </a:pr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327" name="Google Shape;3327;p82">
            <a:hlinkClick r:id="rId4" action="ppaction://hlinksldjump"/>
          </p:cNvPr>
          <p:cNvSpPr/>
          <p:nvPr/>
        </p:nvSpPr>
        <p:spPr>
          <a:xfrm>
            <a:off x="892863" y="4154150"/>
            <a:ext cx="364200" cy="364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35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3500" fill="hold"/>
                                        <p:tgtEl>
                                          <p:spTgt spid="33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3100" fill="hold"/>
                                        <p:tgtEl>
                                          <p:spTgt spid="33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4500" fill="hold"/>
                                        <p:tgtEl>
                                          <p:spTgt spid="32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9" name="Google Shape;3139;p80"/>
          <p:cNvSpPr txBox="1">
            <a:spLocks noGrp="1"/>
          </p:cNvSpPr>
          <p:nvPr>
            <p:ph type="title"/>
          </p:nvPr>
        </p:nvSpPr>
        <p:spPr>
          <a:xfrm>
            <a:off x="1395250" y="2751378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Antigamente</a:t>
            </a:r>
            <a:endParaRPr dirty="0"/>
          </a:p>
        </p:txBody>
      </p:sp>
      <p:sp>
        <p:nvSpPr>
          <p:cNvPr id="3140" name="Google Shape;3140;p80"/>
          <p:cNvSpPr txBox="1">
            <a:spLocks noGrp="1"/>
          </p:cNvSpPr>
          <p:nvPr>
            <p:ph type="title" idx="2"/>
          </p:nvPr>
        </p:nvSpPr>
        <p:spPr>
          <a:xfrm>
            <a:off x="5061167" y="1896925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Hoje em dia</a:t>
            </a:r>
            <a:endParaRPr dirty="0"/>
          </a:p>
        </p:txBody>
      </p:sp>
      <p:pic>
        <p:nvPicPr>
          <p:cNvPr id="3074" name="Picture 2" descr="Computador antigo Royalty Free Stock SVG Vector and Clip Art">
            <a:extLst>
              <a:ext uri="{FF2B5EF4-FFF2-40B4-BE49-F238E27FC236}">
                <a16:creationId xmlns:a16="http://schemas.microsoft.com/office/drawing/2014/main" id="{BE307C9B-7123-E073-8C54-9A650A87FF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18" b="91518" l="9375" r="89286">
                        <a14:foregroundMark x1="18750" y1="14732" x2="42857" y2="7143"/>
                        <a14:foregroundMark x1="42857" y1="7143" x2="75893" y2="8482"/>
                        <a14:foregroundMark x1="75893" y1="8482" x2="67857" y2="56696"/>
                        <a14:foregroundMark x1="67857" y1="56696" x2="44643" y2="83482"/>
                        <a14:foregroundMark x1="44643" y1="83482" x2="43304" y2="78571"/>
                        <a14:foregroundMark x1="80804" y1="7589" x2="80804" y2="7589"/>
                        <a14:foregroundMark x1="80804" y1="7589" x2="49554" y2="9821"/>
                        <a14:foregroundMark x1="47321" y1="4464" x2="47321" y2="4464"/>
                        <a14:foregroundMark x1="24107" y1="80357" x2="24107" y2="80357"/>
                        <a14:foregroundMark x1="33036" y1="79018" x2="23214" y2="83482"/>
                        <a14:foregroundMark x1="27679" y1="74107" x2="27232" y2="83036"/>
                        <a14:foregroundMark x1="26339" y1="85268" x2="66518" y2="81696"/>
                        <a14:foregroundMark x1="68750" y1="81696" x2="70089" y2="81696"/>
                        <a14:foregroundMark x1="70089" y1="91071" x2="37500" y2="91518"/>
                        <a14:foregroundMark x1="51786" y1="83929" x2="72768" y2="834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618"/>
          <a:stretch/>
        </p:blipFill>
        <p:spPr bwMode="auto">
          <a:xfrm>
            <a:off x="1395250" y="442096"/>
            <a:ext cx="2133600" cy="2013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lustração em vetor plana portátil. computador portátil isolado no fundo.  tela de computador moderno | Vetor Premium">
            <a:extLst>
              <a:ext uri="{FF2B5EF4-FFF2-40B4-BE49-F238E27FC236}">
                <a16:creationId xmlns:a16="http://schemas.microsoft.com/office/drawing/2014/main" id="{41CD159D-CC17-9641-C5E9-BF551385E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92" b="89688" l="7668" r="91534">
                        <a14:foregroundMark x1="13419" y1="83933" x2="30351" y2="86571"/>
                        <a14:foregroundMark x1="34185" y1="86571" x2="45847" y2="88489"/>
                        <a14:foregroundMark x1="45847" y1="88489" x2="78435" y2="84892"/>
                        <a14:foregroundMark x1="78435" y1="84892" x2="86262" y2="85851"/>
                        <a14:foregroundMark x1="88498" y1="85132" x2="88498" y2="85132"/>
                        <a14:foregroundMark x1="88978" y1="85132" x2="91693" y2="84652"/>
                        <a14:foregroundMark x1="11661" y1="84892" x2="10224" y2="85612"/>
                        <a14:foregroundMark x1="7668" y1="85132" x2="7668" y2="851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267" y="2303425"/>
            <a:ext cx="3453321" cy="23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personagem de desenho animado de vaca leiteira bonito segurando a garrafa  de leite e um copo de leite. 2188521 Vetor no Vecteezy">
            <a:extLst>
              <a:ext uri="{FF2B5EF4-FFF2-40B4-BE49-F238E27FC236}">
                <a16:creationId xmlns:a16="http://schemas.microsoft.com/office/drawing/2014/main" id="{97353C64-2261-2250-71C6-E8D79244F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251" y="1410202"/>
            <a:ext cx="2607890" cy="260789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77" name="Google Shape;2977;p79"/>
          <p:cNvGrpSpPr/>
          <p:nvPr/>
        </p:nvGrpSpPr>
        <p:grpSpPr>
          <a:xfrm rot="5875890">
            <a:off x="6503393" y="317675"/>
            <a:ext cx="1783961" cy="1890926"/>
            <a:chOff x="3403900" y="3304800"/>
            <a:chExt cx="1556050" cy="1649350"/>
          </a:xfrm>
        </p:grpSpPr>
        <p:sp>
          <p:nvSpPr>
            <p:cNvPr id="2978" name="Google Shape;2978;p79"/>
            <p:cNvSpPr/>
            <p:nvPr/>
          </p:nvSpPr>
          <p:spPr>
            <a:xfrm>
              <a:off x="3960075" y="3761850"/>
              <a:ext cx="510150" cy="213400"/>
            </a:xfrm>
            <a:custGeom>
              <a:avLst/>
              <a:gdLst/>
              <a:ahLst/>
              <a:cxnLst/>
              <a:rect l="l" t="t" r="r" b="b"/>
              <a:pathLst>
                <a:path w="20406" h="8536" extrusionOk="0">
                  <a:moveTo>
                    <a:pt x="19766" y="0"/>
                  </a:moveTo>
                  <a:cubicBezTo>
                    <a:pt x="19714" y="0"/>
                    <a:pt x="19658" y="10"/>
                    <a:pt x="19599" y="31"/>
                  </a:cubicBezTo>
                  <a:cubicBezTo>
                    <a:pt x="13161" y="2358"/>
                    <a:pt x="6967" y="5198"/>
                    <a:pt x="556" y="7524"/>
                  </a:cubicBezTo>
                  <a:cubicBezTo>
                    <a:pt x="1" y="7717"/>
                    <a:pt x="157" y="8536"/>
                    <a:pt x="640" y="8536"/>
                  </a:cubicBezTo>
                  <a:cubicBezTo>
                    <a:pt x="698" y="8536"/>
                    <a:pt x="760" y="8524"/>
                    <a:pt x="827" y="8498"/>
                  </a:cubicBezTo>
                  <a:cubicBezTo>
                    <a:pt x="7238" y="6171"/>
                    <a:pt x="13459" y="3358"/>
                    <a:pt x="19870" y="1005"/>
                  </a:cubicBezTo>
                  <a:cubicBezTo>
                    <a:pt x="20406" y="810"/>
                    <a:pt x="20239" y="0"/>
                    <a:pt x="197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79"/>
            <p:cNvSpPr/>
            <p:nvPr/>
          </p:nvSpPr>
          <p:spPr>
            <a:xfrm>
              <a:off x="3559675" y="3796150"/>
              <a:ext cx="433700" cy="179100"/>
            </a:xfrm>
            <a:custGeom>
              <a:avLst/>
              <a:gdLst/>
              <a:ahLst/>
              <a:cxnLst/>
              <a:rect l="l" t="t" r="r" b="b"/>
              <a:pathLst>
                <a:path w="17348" h="7164" extrusionOk="0">
                  <a:moveTo>
                    <a:pt x="616" y="1"/>
                  </a:moveTo>
                  <a:cubicBezTo>
                    <a:pt x="138" y="1"/>
                    <a:pt x="1" y="819"/>
                    <a:pt x="532" y="1013"/>
                  </a:cubicBezTo>
                  <a:lnTo>
                    <a:pt x="16545" y="7126"/>
                  </a:lnTo>
                  <a:cubicBezTo>
                    <a:pt x="16612" y="7152"/>
                    <a:pt x="16674" y="7164"/>
                    <a:pt x="16732" y="7164"/>
                  </a:cubicBezTo>
                  <a:cubicBezTo>
                    <a:pt x="17210" y="7164"/>
                    <a:pt x="17347" y="6345"/>
                    <a:pt x="16816" y="6152"/>
                  </a:cubicBezTo>
                  <a:lnTo>
                    <a:pt x="803" y="39"/>
                  </a:lnTo>
                  <a:cubicBezTo>
                    <a:pt x="736" y="13"/>
                    <a:pt x="674" y="1"/>
                    <a:pt x="6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79"/>
            <p:cNvSpPr/>
            <p:nvPr/>
          </p:nvSpPr>
          <p:spPr>
            <a:xfrm>
              <a:off x="3713075" y="3949425"/>
              <a:ext cx="287200" cy="502625"/>
            </a:xfrm>
            <a:custGeom>
              <a:avLst/>
              <a:gdLst/>
              <a:ahLst/>
              <a:cxnLst/>
              <a:rect l="l" t="t" r="r" b="b"/>
              <a:pathLst>
                <a:path w="11488" h="20105" extrusionOk="0">
                  <a:moveTo>
                    <a:pt x="10805" y="0"/>
                  </a:moveTo>
                  <a:cubicBezTo>
                    <a:pt x="10652" y="0"/>
                    <a:pt x="10503" y="78"/>
                    <a:pt x="10409" y="264"/>
                  </a:cubicBezTo>
                  <a:cubicBezTo>
                    <a:pt x="7326" y="6702"/>
                    <a:pt x="4134" y="13356"/>
                    <a:pt x="266" y="19361"/>
                  </a:cubicBezTo>
                  <a:cubicBezTo>
                    <a:pt x="1" y="19740"/>
                    <a:pt x="358" y="20105"/>
                    <a:pt x="717" y="20105"/>
                  </a:cubicBezTo>
                  <a:cubicBezTo>
                    <a:pt x="871" y="20105"/>
                    <a:pt x="1026" y="20038"/>
                    <a:pt x="1132" y="19875"/>
                  </a:cubicBezTo>
                  <a:cubicBezTo>
                    <a:pt x="5027" y="13870"/>
                    <a:pt x="8191" y="7216"/>
                    <a:pt x="11302" y="778"/>
                  </a:cubicBezTo>
                  <a:cubicBezTo>
                    <a:pt x="11488" y="370"/>
                    <a:pt x="11138" y="0"/>
                    <a:pt x="10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79"/>
            <p:cNvSpPr/>
            <p:nvPr/>
          </p:nvSpPr>
          <p:spPr>
            <a:xfrm>
              <a:off x="3735975" y="4426625"/>
              <a:ext cx="646450" cy="82025"/>
            </a:xfrm>
            <a:custGeom>
              <a:avLst/>
              <a:gdLst/>
              <a:ahLst/>
              <a:cxnLst/>
              <a:rect l="l" t="t" r="r" b="b"/>
              <a:pathLst>
                <a:path w="25858" h="3281" extrusionOk="0">
                  <a:moveTo>
                    <a:pt x="625" y="1"/>
                  </a:moveTo>
                  <a:cubicBezTo>
                    <a:pt x="1" y="1"/>
                    <a:pt x="43" y="978"/>
                    <a:pt x="675" y="1030"/>
                  </a:cubicBezTo>
                  <a:cubicBezTo>
                    <a:pt x="8871" y="1626"/>
                    <a:pt x="17067" y="2329"/>
                    <a:pt x="25209" y="3276"/>
                  </a:cubicBezTo>
                  <a:cubicBezTo>
                    <a:pt x="25234" y="3279"/>
                    <a:pt x="25257" y="3280"/>
                    <a:pt x="25280" y="3280"/>
                  </a:cubicBezTo>
                  <a:cubicBezTo>
                    <a:pt x="25857" y="3280"/>
                    <a:pt x="25834" y="2326"/>
                    <a:pt x="25209" y="2248"/>
                  </a:cubicBezTo>
                  <a:cubicBezTo>
                    <a:pt x="17067" y="1328"/>
                    <a:pt x="8871" y="625"/>
                    <a:pt x="675" y="3"/>
                  </a:cubicBezTo>
                  <a:cubicBezTo>
                    <a:pt x="658" y="1"/>
                    <a:pt x="641" y="1"/>
                    <a:pt x="6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79"/>
            <p:cNvSpPr/>
            <p:nvPr/>
          </p:nvSpPr>
          <p:spPr>
            <a:xfrm>
              <a:off x="3960700" y="3948925"/>
              <a:ext cx="422675" cy="560600"/>
            </a:xfrm>
            <a:custGeom>
              <a:avLst/>
              <a:gdLst/>
              <a:ahLst/>
              <a:cxnLst/>
              <a:rect l="l" t="t" r="r" b="b"/>
              <a:pathLst>
                <a:path w="16907" h="22424" extrusionOk="0">
                  <a:moveTo>
                    <a:pt x="693" y="1"/>
                  </a:moveTo>
                  <a:cubicBezTo>
                    <a:pt x="337" y="1"/>
                    <a:pt x="0" y="516"/>
                    <a:pt x="288" y="907"/>
                  </a:cubicBezTo>
                  <a:cubicBezTo>
                    <a:pt x="5698" y="7858"/>
                    <a:pt x="10404" y="15351"/>
                    <a:pt x="15868" y="22248"/>
                  </a:cubicBezTo>
                  <a:cubicBezTo>
                    <a:pt x="15966" y="22372"/>
                    <a:pt x="16082" y="22424"/>
                    <a:pt x="16197" y="22424"/>
                  </a:cubicBezTo>
                  <a:cubicBezTo>
                    <a:pt x="16560" y="22424"/>
                    <a:pt x="16907" y="21908"/>
                    <a:pt x="16599" y="21518"/>
                  </a:cubicBezTo>
                  <a:cubicBezTo>
                    <a:pt x="11135" y="14620"/>
                    <a:pt x="6428" y="7128"/>
                    <a:pt x="1018" y="176"/>
                  </a:cubicBezTo>
                  <a:cubicBezTo>
                    <a:pt x="921" y="53"/>
                    <a:pt x="806" y="1"/>
                    <a:pt x="6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79"/>
            <p:cNvSpPr/>
            <p:nvPr/>
          </p:nvSpPr>
          <p:spPr>
            <a:xfrm>
              <a:off x="4353000" y="3762125"/>
              <a:ext cx="113300" cy="745475"/>
            </a:xfrm>
            <a:custGeom>
              <a:avLst/>
              <a:gdLst/>
              <a:ahLst/>
              <a:cxnLst/>
              <a:rect l="l" t="t" r="r" b="b"/>
              <a:pathLst>
                <a:path w="4532" h="29819" extrusionOk="0">
                  <a:moveTo>
                    <a:pt x="4004" y="0"/>
                  </a:moveTo>
                  <a:cubicBezTo>
                    <a:pt x="3754" y="0"/>
                    <a:pt x="3503" y="169"/>
                    <a:pt x="3503" y="507"/>
                  </a:cubicBezTo>
                  <a:cubicBezTo>
                    <a:pt x="3530" y="4673"/>
                    <a:pt x="2773" y="8920"/>
                    <a:pt x="2259" y="13031"/>
                  </a:cubicBezTo>
                  <a:cubicBezTo>
                    <a:pt x="1529" y="18468"/>
                    <a:pt x="744" y="23905"/>
                    <a:pt x="41" y="29342"/>
                  </a:cubicBezTo>
                  <a:cubicBezTo>
                    <a:pt x="1" y="29663"/>
                    <a:pt x="226" y="29818"/>
                    <a:pt x="473" y="29818"/>
                  </a:cubicBezTo>
                  <a:cubicBezTo>
                    <a:pt x="725" y="29818"/>
                    <a:pt x="1001" y="29656"/>
                    <a:pt x="1042" y="29342"/>
                  </a:cubicBezTo>
                  <a:cubicBezTo>
                    <a:pt x="1772" y="23905"/>
                    <a:pt x="2557" y="18468"/>
                    <a:pt x="3260" y="13031"/>
                  </a:cubicBezTo>
                  <a:cubicBezTo>
                    <a:pt x="3801" y="8920"/>
                    <a:pt x="4531" y="4673"/>
                    <a:pt x="4504" y="507"/>
                  </a:cubicBezTo>
                  <a:cubicBezTo>
                    <a:pt x="4504" y="169"/>
                    <a:pt x="4254" y="0"/>
                    <a:pt x="40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79"/>
            <p:cNvSpPr/>
            <p:nvPr/>
          </p:nvSpPr>
          <p:spPr>
            <a:xfrm>
              <a:off x="4348800" y="4483000"/>
              <a:ext cx="542900" cy="320575"/>
            </a:xfrm>
            <a:custGeom>
              <a:avLst/>
              <a:gdLst/>
              <a:ahLst/>
              <a:cxnLst/>
              <a:rect l="l" t="t" r="r" b="b"/>
              <a:pathLst>
                <a:path w="21716" h="12823" extrusionOk="0">
                  <a:moveTo>
                    <a:pt x="709" y="1"/>
                  </a:moveTo>
                  <a:cubicBezTo>
                    <a:pt x="272" y="1"/>
                    <a:pt x="1" y="643"/>
                    <a:pt x="480" y="939"/>
                  </a:cubicBezTo>
                  <a:lnTo>
                    <a:pt x="20739" y="12760"/>
                  </a:lnTo>
                  <a:cubicBezTo>
                    <a:pt x="20823" y="12804"/>
                    <a:pt x="20904" y="12823"/>
                    <a:pt x="20981" y="12823"/>
                  </a:cubicBezTo>
                  <a:cubicBezTo>
                    <a:pt x="21428" y="12823"/>
                    <a:pt x="21715" y="12171"/>
                    <a:pt x="21253" y="11894"/>
                  </a:cubicBezTo>
                  <a:lnTo>
                    <a:pt x="966" y="74"/>
                  </a:lnTo>
                  <a:cubicBezTo>
                    <a:pt x="877" y="23"/>
                    <a:pt x="790" y="1"/>
                    <a:pt x="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79"/>
            <p:cNvSpPr/>
            <p:nvPr/>
          </p:nvSpPr>
          <p:spPr>
            <a:xfrm>
              <a:off x="3496325" y="4429725"/>
              <a:ext cx="250725" cy="370050"/>
            </a:xfrm>
            <a:custGeom>
              <a:avLst/>
              <a:gdLst/>
              <a:ahLst/>
              <a:cxnLst/>
              <a:rect l="l" t="t" r="r" b="b"/>
              <a:pathLst>
                <a:path w="10029" h="14802" extrusionOk="0">
                  <a:moveTo>
                    <a:pt x="9319" y="0"/>
                  </a:moveTo>
                  <a:cubicBezTo>
                    <a:pt x="9166" y="0"/>
                    <a:pt x="9015" y="68"/>
                    <a:pt x="8909" y="230"/>
                  </a:cubicBezTo>
                  <a:lnTo>
                    <a:pt x="226" y="14052"/>
                  </a:lnTo>
                  <a:cubicBezTo>
                    <a:pt x="1" y="14446"/>
                    <a:pt x="348" y="14801"/>
                    <a:pt x="700" y="14801"/>
                  </a:cubicBezTo>
                  <a:cubicBezTo>
                    <a:pt x="855" y="14801"/>
                    <a:pt x="1011" y="14732"/>
                    <a:pt x="1119" y="14566"/>
                  </a:cubicBezTo>
                  <a:lnTo>
                    <a:pt x="9802" y="744"/>
                  </a:lnTo>
                  <a:cubicBezTo>
                    <a:pt x="10029" y="366"/>
                    <a:pt x="9673" y="0"/>
                    <a:pt x="93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79"/>
            <p:cNvSpPr/>
            <p:nvPr/>
          </p:nvSpPr>
          <p:spPr>
            <a:xfrm>
              <a:off x="3940500" y="3400850"/>
              <a:ext cx="49400" cy="573450"/>
            </a:xfrm>
            <a:custGeom>
              <a:avLst/>
              <a:gdLst/>
              <a:ahLst/>
              <a:cxnLst/>
              <a:rect l="l" t="t" r="r" b="b"/>
              <a:pathLst>
                <a:path w="1976" h="22938" extrusionOk="0">
                  <a:moveTo>
                    <a:pt x="508" y="0"/>
                  </a:moveTo>
                  <a:cubicBezTo>
                    <a:pt x="251" y="0"/>
                    <a:pt x="0" y="162"/>
                    <a:pt x="14" y="487"/>
                  </a:cubicBezTo>
                  <a:lnTo>
                    <a:pt x="961" y="22451"/>
                  </a:lnTo>
                  <a:cubicBezTo>
                    <a:pt x="974" y="22775"/>
                    <a:pt x="1231" y="22938"/>
                    <a:pt x="1481" y="22938"/>
                  </a:cubicBezTo>
                  <a:cubicBezTo>
                    <a:pt x="1732" y="22938"/>
                    <a:pt x="1975" y="22775"/>
                    <a:pt x="1962" y="22451"/>
                  </a:cubicBezTo>
                  <a:lnTo>
                    <a:pt x="1042" y="487"/>
                  </a:lnTo>
                  <a:cubicBezTo>
                    <a:pt x="1028" y="162"/>
                    <a:pt x="765" y="0"/>
                    <a:pt x="5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79"/>
            <p:cNvSpPr/>
            <p:nvPr/>
          </p:nvSpPr>
          <p:spPr>
            <a:xfrm>
              <a:off x="4152750" y="4482950"/>
              <a:ext cx="230050" cy="422600"/>
            </a:xfrm>
            <a:custGeom>
              <a:avLst/>
              <a:gdLst/>
              <a:ahLst/>
              <a:cxnLst/>
              <a:rect l="l" t="t" r="r" b="b"/>
              <a:pathLst>
                <a:path w="9202" h="16904" extrusionOk="0">
                  <a:moveTo>
                    <a:pt x="8521" y="0"/>
                  </a:moveTo>
                  <a:cubicBezTo>
                    <a:pt x="8364" y="0"/>
                    <a:pt x="8208" y="77"/>
                    <a:pt x="8105" y="265"/>
                  </a:cubicBezTo>
                  <a:cubicBezTo>
                    <a:pt x="5292" y="5459"/>
                    <a:pt x="3047" y="10950"/>
                    <a:pt x="207" y="16143"/>
                  </a:cubicBezTo>
                  <a:cubicBezTo>
                    <a:pt x="1" y="16537"/>
                    <a:pt x="353" y="16904"/>
                    <a:pt x="696" y="16904"/>
                  </a:cubicBezTo>
                  <a:cubicBezTo>
                    <a:pt x="849" y="16904"/>
                    <a:pt x="1000" y="16832"/>
                    <a:pt x="1099" y="16657"/>
                  </a:cubicBezTo>
                  <a:cubicBezTo>
                    <a:pt x="3913" y="11464"/>
                    <a:pt x="6158" y="5973"/>
                    <a:pt x="8998" y="752"/>
                  </a:cubicBezTo>
                  <a:cubicBezTo>
                    <a:pt x="9201" y="363"/>
                    <a:pt x="8860" y="0"/>
                    <a:pt x="85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79"/>
            <p:cNvSpPr/>
            <p:nvPr/>
          </p:nvSpPr>
          <p:spPr>
            <a:xfrm>
              <a:off x="3665625" y="4343500"/>
              <a:ext cx="173800" cy="171800"/>
            </a:xfrm>
            <a:custGeom>
              <a:avLst/>
              <a:gdLst/>
              <a:ahLst/>
              <a:cxnLst/>
              <a:rect l="l" t="t" r="r" b="b"/>
              <a:pathLst>
                <a:path w="6952" h="6872" extrusionOk="0">
                  <a:moveTo>
                    <a:pt x="3485" y="0"/>
                  </a:moveTo>
                  <a:cubicBezTo>
                    <a:pt x="3469" y="0"/>
                    <a:pt x="3452" y="0"/>
                    <a:pt x="3435" y="1"/>
                  </a:cubicBezTo>
                  <a:cubicBezTo>
                    <a:pt x="1515" y="28"/>
                    <a:pt x="0" y="1569"/>
                    <a:pt x="27" y="3490"/>
                  </a:cubicBezTo>
                  <a:cubicBezTo>
                    <a:pt x="54" y="5367"/>
                    <a:pt x="1595" y="6871"/>
                    <a:pt x="3466" y="6871"/>
                  </a:cubicBezTo>
                  <a:cubicBezTo>
                    <a:pt x="3483" y="6871"/>
                    <a:pt x="3500" y="6871"/>
                    <a:pt x="3516" y="6871"/>
                  </a:cubicBezTo>
                  <a:cubicBezTo>
                    <a:pt x="5410" y="6844"/>
                    <a:pt x="6952" y="5275"/>
                    <a:pt x="6925" y="3382"/>
                  </a:cubicBezTo>
                  <a:cubicBezTo>
                    <a:pt x="6898" y="1505"/>
                    <a:pt x="5356" y="0"/>
                    <a:pt x="34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79"/>
            <p:cNvSpPr/>
            <p:nvPr/>
          </p:nvSpPr>
          <p:spPr>
            <a:xfrm>
              <a:off x="4786800" y="4704600"/>
              <a:ext cx="173150" cy="172475"/>
            </a:xfrm>
            <a:custGeom>
              <a:avLst/>
              <a:gdLst/>
              <a:ahLst/>
              <a:cxnLst/>
              <a:rect l="l" t="t" r="r" b="b"/>
              <a:pathLst>
                <a:path w="6926" h="6899" extrusionOk="0">
                  <a:moveTo>
                    <a:pt x="3409" y="1"/>
                  </a:moveTo>
                  <a:cubicBezTo>
                    <a:pt x="1515" y="28"/>
                    <a:pt x="1" y="1597"/>
                    <a:pt x="28" y="3490"/>
                  </a:cubicBezTo>
                  <a:cubicBezTo>
                    <a:pt x="54" y="5394"/>
                    <a:pt x="1569" y="6899"/>
                    <a:pt x="3440" y="6899"/>
                  </a:cubicBezTo>
                  <a:cubicBezTo>
                    <a:pt x="3457" y="6899"/>
                    <a:pt x="3473" y="6899"/>
                    <a:pt x="3490" y="6898"/>
                  </a:cubicBezTo>
                  <a:cubicBezTo>
                    <a:pt x="5410" y="6871"/>
                    <a:pt x="6925" y="5302"/>
                    <a:pt x="6898" y="3409"/>
                  </a:cubicBezTo>
                  <a:cubicBezTo>
                    <a:pt x="6871" y="1516"/>
                    <a:pt x="5302" y="1"/>
                    <a:pt x="34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79"/>
            <p:cNvSpPr/>
            <p:nvPr/>
          </p:nvSpPr>
          <p:spPr>
            <a:xfrm>
              <a:off x="3890800" y="3876225"/>
              <a:ext cx="173125" cy="171800"/>
            </a:xfrm>
            <a:custGeom>
              <a:avLst/>
              <a:gdLst/>
              <a:ahLst/>
              <a:cxnLst/>
              <a:rect l="l" t="t" r="r" b="b"/>
              <a:pathLst>
                <a:path w="6925" h="6872" extrusionOk="0">
                  <a:moveTo>
                    <a:pt x="3458" y="0"/>
                  </a:moveTo>
                  <a:cubicBezTo>
                    <a:pt x="3442" y="0"/>
                    <a:pt x="3425" y="0"/>
                    <a:pt x="3409" y="1"/>
                  </a:cubicBezTo>
                  <a:cubicBezTo>
                    <a:pt x="1515" y="28"/>
                    <a:pt x="0" y="1596"/>
                    <a:pt x="27" y="3490"/>
                  </a:cubicBezTo>
                  <a:cubicBezTo>
                    <a:pt x="27" y="5367"/>
                    <a:pt x="1569" y="6871"/>
                    <a:pt x="3440" y="6871"/>
                  </a:cubicBezTo>
                  <a:cubicBezTo>
                    <a:pt x="3456" y="6871"/>
                    <a:pt x="3473" y="6871"/>
                    <a:pt x="3490" y="6871"/>
                  </a:cubicBezTo>
                  <a:cubicBezTo>
                    <a:pt x="5410" y="6844"/>
                    <a:pt x="6925" y="5275"/>
                    <a:pt x="6898" y="3382"/>
                  </a:cubicBezTo>
                  <a:cubicBezTo>
                    <a:pt x="6871" y="1505"/>
                    <a:pt x="5330" y="0"/>
                    <a:pt x="3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79"/>
            <p:cNvSpPr/>
            <p:nvPr/>
          </p:nvSpPr>
          <p:spPr>
            <a:xfrm>
              <a:off x="4343875" y="3666600"/>
              <a:ext cx="218450" cy="216425"/>
            </a:xfrm>
            <a:custGeom>
              <a:avLst/>
              <a:gdLst/>
              <a:ahLst/>
              <a:cxnLst/>
              <a:rect l="l" t="t" r="r" b="b"/>
              <a:pathLst>
                <a:path w="8738" h="8657" extrusionOk="0">
                  <a:moveTo>
                    <a:pt x="4352" y="0"/>
                  </a:moveTo>
                  <a:cubicBezTo>
                    <a:pt x="4335" y="0"/>
                    <a:pt x="4318" y="0"/>
                    <a:pt x="4301" y="0"/>
                  </a:cubicBezTo>
                  <a:cubicBezTo>
                    <a:pt x="1921" y="27"/>
                    <a:pt x="0" y="2002"/>
                    <a:pt x="27" y="4382"/>
                  </a:cubicBezTo>
                  <a:cubicBezTo>
                    <a:pt x="81" y="6773"/>
                    <a:pt x="2002" y="8656"/>
                    <a:pt x="4385" y="8656"/>
                  </a:cubicBezTo>
                  <a:cubicBezTo>
                    <a:pt x="4402" y="8656"/>
                    <a:pt x="4419" y="8656"/>
                    <a:pt x="4436" y="8656"/>
                  </a:cubicBezTo>
                  <a:cubicBezTo>
                    <a:pt x="6817" y="8629"/>
                    <a:pt x="8737" y="6654"/>
                    <a:pt x="8710" y="4274"/>
                  </a:cubicBezTo>
                  <a:cubicBezTo>
                    <a:pt x="8656" y="1884"/>
                    <a:pt x="6736" y="0"/>
                    <a:pt x="43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79"/>
            <p:cNvSpPr/>
            <p:nvPr/>
          </p:nvSpPr>
          <p:spPr>
            <a:xfrm>
              <a:off x="3844825" y="3304800"/>
              <a:ext cx="218425" cy="216450"/>
            </a:xfrm>
            <a:custGeom>
              <a:avLst/>
              <a:gdLst/>
              <a:ahLst/>
              <a:cxnLst/>
              <a:rect l="l" t="t" r="r" b="b"/>
              <a:pathLst>
                <a:path w="8737" h="8658" extrusionOk="0">
                  <a:moveTo>
                    <a:pt x="4351" y="1"/>
                  </a:moveTo>
                  <a:cubicBezTo>
                    <a:pt x="4334" y="1"/>
                    <a:pt x="4318" y="1"/>
                    <a:pt x="4301" y="1"/>
                  </a:cubicBezTo>
                  <a:cubicBezTo>
                    <a:pt x="1921" y="28"/>
                    <a:pt x="0" y="2003"/>
                    <a:pt x="27" y="4383"/>
                  </a:cubicBezTo>
                  <a:cubicBezTo>
                    <a:pt x="54" y="6773"/>
                    <a:pt x="2001" y="8657"/>
                    <a:pt x="4359" y="8657"/>
                  </a:cubicBezTo>
                  <a:cubicBezTo>
                    <a:pt x="4375" y="8657"/>
                    <a:pt x="4392" y="8657"/>
                    <a:pt x="4409" y="8657"/>
                  </a:cubicBezTo>
                  <a:cubicBezTo>
                    <a:pt x="6816" y="8630"/>
                    <a:pt x="8737" y="6655"/>
                    <a:pt x="8683" y="4275"/>
                  </a:cubicBezTo>
                  <a:cubicBezTo>
                    <a:pt x="8656" y="1884"/>
                    <a:pt x="6709" y="1"/>
                    <a:pt x="4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79"/>
            <p:cNvSpPr/>
            <p:nvPr/>
          </p:nvSpPr>
          <p:spPr>
            <a:xfrm>
              <a:off x="3403900" y="4678900"/>
              <a:ext cx="218450" cy="216450"/>
            </a:xfrm>
            <a:custGeom>
              <a:avLst/>
              <a:gdLst/>
              <a:ahLst/>
              <a:cxnLst/>
              <a:rect l="l" t="t" r="r" b="b"/>
              <a:pathLst>
                <a:path w="8738" h="8658" extrusionOk="0">
                  <a:moveTo>
                    <a:pt x="4352" y="1"/>
                  </a:moveTo>
                  <a:cubicBezTo>
                    <a:pt x="4335" y="1"/>
                    <a:pt x="4319" y="1"/>
                    <a:pt x="4302" y="1"/>
                  </a:cubicBezTo>
                  <a:cubicBezTo>
                    <a:pt x="1921" y="28"/>
                    <a:pt x="1" y="2003"/>
                    <a:pt x="28" y="4410"/>
                  </a:cubicBezTo>
                  <a:cubicBezTo>
                    <a:pt x="81" y="6758"/>
                    <a:pt x="1976" y="8658"/>
                    <a:pt x="4338" y="8658"/>
                  </a:cubicBezTo>
                  <a:cubicBezTo>
                    <a:pt x="4371" y="8658"/>
                    <a:pt x="4404" y="8657"/>
                    <a:pt x="4437" y="8657"/>
                  </a:cubicBezTo>
                  <a:cubicBezTo>
                    <a:pt x="6817" y="8630"/>
                    <a:pt x="8738" y="6682"/>
                    <a:pt x="8711" y="4275"/>
                  </a:cubicBezTo>
                  <a:cubicBezTo>
                    <a:pt x="8657" y="1911"/>
                    <a:pt x="6736" y="1"/>
                    <a:pt x="43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79"/>
            <p:cNvSpPr/>
            <p:nvPr/>
          </p:nvSpPr>
          <p:spPr>
            <a:xfrm>
              <a:off x="3515500" y="3748400"/>
              <a:ext cx="123100" cy="121775"/>
            </a:xfrm>
            <a:custGeom>
              <a:avLst/>
              <a:gdLst/>
              <a:ahLst/>
              <a:cxnLst/>
              <a:rect l="l" t="t" r="r" b="b"/>
              <a:pathLst>
                <a:path w="4924" h="4871" extrusionOk="0">
                  <a:moveTo>
                    <a:pt x="2457" y="1"/>
                  </a:moveTo>
                  <a:cubicBezTo>
                    <a:pt x="2441" y="1"/>
                    <a:pt x="2424" y="1"/>
                    <a:pt x="2407" y="1"/>
                  </a:cubicBezTo>
                  <a:cubicBezTo>
                    <a:pt x="1082" y="1"/>
                    <a:pt x="0" y="1110"/>
                    <a:pt x="0" y="2463"/>
                  </a:cubicBezTo>
                  <a:cubicBezTo>
                    <a:pt x="27" y="3799"/>
                    <a:pt x="1109" y="4871"/>
                    <a:pt x="2439" y="4871"/>
                  </a:cubicBezTo>
                  <a:cubicBezTo>
                    <a:pt x="2456" y="4871"/>
                    <a:pt x="2472" y="4870"/>
                    <a:pt x="2489" y="4870"/>
                  </a:cubicBezTo>
                  <a:cubicBezTo>
                    <a:pt x="3841" y="4870"/>
                    <a:pt x="4923" y="3761"/>
                    <a:pt x="4896" y="2409"/>
                  </a:cubicBezTo>
                  <a:cubicBezTo>
                    <a:pt x="4869" y="1073"/>
                    <a:pt x="3787" y="1"/>
                    <a:pt x="24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79"/>
            <p:cNvSpPr/>
            <p:nvPr/>
          </p:nvSpPr>
          <p:spPr>
            <a:xfrm>
              <a:off x="4107875" y="4831725"/>
              <a:ext cx="123100" cy="122425"/>
            </a:xfrm>
            <a:custGeom>
              <a:avLst/>
              <a:gdLst/>
              <a:ahLst/>
              <a:cxnLst/>
              <a:rect l="l" t="t" r="r" b="b"/>
              <a:pathLst>
                <a:path w="4924" h="4897" extrusionOk="0">
                  <a:moveTo>
                    <a:pt x="2457" y="1"/>
                  </a:moveTo>
                  <a:cubicBezTo>
                    <a:pt x="2441" y="1"/>
                    <a:pt x="2424" y="1"/>
                    <a:pt x="2408" y="1"/>
                  </a:cubicBezTo>
                  <a:cubicBezTo>
                    <a:pt x="1055" y="28"/>
                    <a:pt x="0" y="1137"/>
                    <a:pt x="0" y="2490"/>
                  </a:cubicBezTo>
                  <a:cubicBezTo>
                    <a:pt x="27" y="3815"/>
                    <a:pt x="1136" y="4897"/>
                    <a:pt x="2489" y="4897"/>
                  </a:cubicBezTo>
                  <a:cubicBezTo>
                    <a:pt x="3841" y="4870"/>
                    <a:pt x="4923" y="3761"/>
                    <a:pt x="4896" y="2408"/>
                  </a:cubicBezTo>
                  <a:cubicBezTo>
                    <a:pt x="4869" y="1073"/>
                    <a:pt x="3787" y="1"/>
                    <a:pt x="24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79"/>
            <p:cNvSpPr/>
            <p:nvPr/>
          </p:nvSpPr>
          <p:spPr>
            <a:xfrm>
              <a:off x="4304650" y="4434125"/>
              <a:ext cx="123775" cy="122425"/>
            </a:xfrm>
            <a:custGeom>
              <a:avLst/>
              <a:gdLst/>
              <a:ahLst/>
              <a:cxnLst/>
              <a:rect l="l" t="t" r="r" b="b"/>
              <a:pathLst>
                <a:path w="4951" h="4897" extrusionOk="0">
                  <a:moveTo>
                    <a:pt x="2435" y="0"/>
                  </a:moveTo>
                  <a:cubicBezTo>
                    <a:pt x="1082" y="27"/>
                    <a:pt x="0" y="1136"/>
                    <a:pt x="28" y="2489"/>
                  </a:cubicBezTo>
                  <a:cubicBezTo>
                    <a:pt x="54" y="3825"/>
                    <a:pt x="1137" y="4897"/>
                    <a:pt x="2466" y="4897"/>
                  </a:cubicBezTo>
                  <a:cubicBezTo>
                    <a:pt x="2483" y="4897"/>
                    <a:pt x="2499" y="4896"/>
                    <a:pt x="2516" y="4896"/>
                  </a:cubicBezTo>
                  <a:cubicBezTo>
                    <a:pt x="3869" y="4896"/>
                    <a:pt x="4950" y="3787"/>
                    <a:pt x="4923" y="2435"/>
                  </a:cubicBezTo>
                  <a:cubicBezTo>
                    <a:pt x="4896" y="1082"/>
                    <a:pt x="3787" y="0"/>
                    <a:pt x="24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7" name="Google Shape;2997;p79"/>
          <p:cNvSpPr txBox="1">
            <a:spLocks noGrp="1"/>
          </p:cNvSpPr>
          <p:nvPr>
            <p:ph type="title"/>
          </p:nvPr>
        </p:nvSpPr>
        <p:spPr>
          <a:xfrm>
            <a:off x="1962957" y="-17440"/>
            <a:ext cx="3587400" cy="159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Hoje: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3000" name="Google Shape;3000;p79"/>
          <p:cNvGrpSpPr/>
          <p:nvPr/>
        </p:nvGrpSpPr>
        <p:grpSpPr>
          <a:xfrm>
            <a:off x="320209" y="1080940"/>
            <a:ext cx="2694116" cy="4367729"/>
            <a:chOff x="663109" y="776140"/>
            <a:chExt cx="2694116" cy="4367729"/>
          </a:xfrm>
        </p:grpSpPr>
        <p:sp>
          <p:nvSpPr>
            <p:cNvPr id="3001" name="Google Shape;3001;p79"/>
            <p:cNvSpPr/>
            <p:nvPr/>
          </p:nvSpPr>
          <p:spPr>
            <a:xfrm flipH="1">
              <a:off x="3091984" y="1996976"/>
              <a:ext cx="232669" cy="196332"/>
            </a:xfrm>
            <a:custGeom>
              <a:avLst/>
              <a:gdLst/>
              <a:ahLst/>
              <a:cxnLst/>
              <a:rect l="l" t="t" r="r" b="b"/>
              <a:pathLst>
                <a:path w="10629" h="8968" extrusionOk="0">
                  <a:moveTo>
                    <a:pt x="6143" y="0"/>
                  </a:moveTo>
                  <a:cubicBezTo>
                    <a:pt x="4347" y="0"/>
                    <a:pt x="2497" y="634"/>
                    <a:pt x="1942" y="1930"/>
                  </a:cubicBezTo>
                  <a:cubicBezTo>
                    <a:pt x="1942" y="1930"/>
                    <a:pt x="0" y="8968"/>
                    <a:pt x="3774" y="8968"/>
                  </a:cubicBezTo>
                  <a:cubicBezTo>
                    <a:pt x="3913" y="8968"/>
                    <a:pt x="4061" y="8958"/>
                    <a:pt x="4216" y="8938"/>
                  </a:cubicBezTo>
                  <a:cubicBezTo>
                    <a:pt x="8578" y="8342"/>
                    <a:pt x="10628" y="4465"/>
                    <a:pt x="10032" y="1930"/>
                  </a:cubicBezTo>
                  <a:cubicBezTo>
                    <a:pt x="9731" y="653"/>
                    <a:pt x="7965" y="0"/>
                    <a:pt x="6143" y="0"/>
                  </a:cubicBezTo>
                  <a:close/>
                </a:path>
              </a:pathLst>
            </a:custGeom>
            <a:solidFill>
              <a:srgbClr val="FFAD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79"/>
            <p:cNvSpPr/>
            <p:nvPr/>
          </p:nvSpPr>
          <p:spPr>
            <a:xfrm flipH="1">
              <a:off x="3076485" y="1764981"/>
              <a:ext cx="256025" cy="437062"/>
            </a:xfrm>
            <a:custGeom>
              <a:avLst/>
              <a:gdLst/>
              <a:ahLst/>
              <a:cxnLst/>
              <a:rect l="l" t="t" r="r" b="b"/>
              <a:pathLst>
                <a:path w="11696" h="19964" extrusionOk="0">
                  <a:moveTo>
                    <a:pt x="9720" y="1"/>
                  </a:moveTo>
                  <a:lnTo>
                    <a:pt x="400" y="18417"/>
                  </a:lnTo>
                  <a:cubicBezTo>
                    <a:pt x="1" y="19265"/>
                    <a:pt x="704" y="19963"/>
                    <a:pt x="1425" y="19963"/>
                  </a:cubicBezTo>
                  <a:cubicBezTo>
                    <a:pt x="1781" y="19963"/>
                    <a:pt x="2141" y="19793"/>
                    <a:pt x="2376" y="19386"/>
                  </a:cubicBezTo>
                  <a:lnTo>
                    <a:pt x="11696" y="1007"/>
                  </a:lnTo>
                  <a:lnTo>
                    <a:pt x="97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79"/>
            <p:cNvSpPr/>
            <p:nvPr/>
          </p:nvSpPr>
          <p:spPr>
            <a:xfrm flipH="1">
              <a:off x="2721495" y="1206744"/>
              <a:ext cx="445593" cy="604999"/>
            </a:xfrm>
            <a:custGeom>
              <a:avLst/>
              <a:gdLst/>
              <a:ahLst/>
              <a:cxnLst/>
              <a:rect l="l" t="t" r="r" b="b"/>
              <a:pathLst>
                <a:path w="20356" h="27635" extrusionOk="0">
                  <a:moveTo>
                    <a:pt x="14801" y="0"/>
                  </a:moveTo>
                  <a:lnTo>
                    <a:pt x="14502" y="597"/>
                  </a:lnTo>
                  <a:cubicBezTo>
                    <a:pt x="10998" y="932"/>
                    <a:pt x="6562" y="4921"/>
                    <a:pt x="3579" y="10811"/>
                  </a:cubicBezTo>
                  <a:cubicBezTo>
                    <a:pt x="560" y="16664"/>
                    <a:pt x="0" y="22592"/>
                    <a:pt x="1790" y="25612"/>
                  </a:cubicBezTo>
                  <a:lnTo>
                    <a:pt x="1454" y="26245"/>
                  </a:lnTo>
                  <a:lnTo>
                    <a:pt x="3579" y="27289"/>
                  </a:lnTo>
                  <a:cubicBezTo>
                    <a:pt x="4093" y="27522"/>
                    <a:pt x="4650" y="27634"/>
                    <a:pt x="5239" y="27634"/>
                  </a:cubicBezTo>
                  <a:cubicBezTo>
                    <a:pt x="8794" y="27634"/>
                    <a:pt x="13493" y="23551"/>
                    <a:pt x="16627" y="17410"/>
                  </a:cubicBezTo>
                  <a:cubicBezTo>
                    <a:pt x="20243" y="10252"/>
                    <a:pt x="20355" y="3020"/>
                    <a:pt x="16888" y="1081"/>
                  </a:cubicBezTo>
                  <a:lnTo>
                    <a:pt x="148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79"/>
            <p:cNvSpPr/>
            <p:nvPr/>
          </p:nvSpPr>
          <p:spPr>
            <a:xfrm flipH="1">
              <a:off x="2759037" y="1200133"/>
              <a:ext cx="448854" cy="592696"/>
            </a:xfrm>
            <a:custGeom>
              <a:avLst/>
              <a:gdLst/>
              <a:ahLst/>
              <a:cxnLst/>
              <a:rect l="l" t="t" r="r" b="b"/>
              <a:pathLst>
                <a:path w="20505" h="27073" extrusionOk="0">
                  <a:moveTo>
                    <a:pt x="15121" y="1"/>
                  </a:moveTo>
                  <a:cubicBezTo>
                    <a:pt x="11557" y="1"/>
                    <a:pt x="6854" y="4094"/>
                    <a:pt x="3728" y="10219"/>
                  </a:cubicBezTo>
                  <a:cubicBezTo>
                    <a:pt x="75" y="17451"/>
                    <a:pt x="0" y="24832"/>
                    <a:pt x="3579" y="26659"/>
                  </a:cubicBezTo>
                  <a:cubicBezTo>
                    <a:pt x="4133" y="26939"/>
                    <a:pt x="4740" y="27073"/>
                    <a:pt x="5384" y="27073"/>
                  </a:cubicBezTo>
                  <a:cubicBezTo>
                    <a:pt x="8947" y="27073"/>
                    <a:pt x="13651" y="22980"/>
                    <a:pt x="16776" y="16855"/>
                  </a:cubicBezTo>
                  <a:cubicBezTo>
                    <a:pt x="20467" y="9585"/>
                    <a:pt x="20504" y="2241"/>
                    <a:pt x="16925" y="414"/>
                  </a:cubicBezTo>
                  <a:cubicBezTo>
                    <a:pt x="16372" y="134"/>
                    <a:pt x="15765" y="1"/>
                    <a:pt x="15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79"/>
            <p:cNvSpPr/>
            <p:nvPr/>
          </p:nvSpPr>
          <p:spPr>
            <a:xfrm flipH="1">
              <a:off x="2795768" y="1235620"/>
              <a:ext cx="374582" cy="521720"/>
            </a:xfrm>
            <a:custGeom>
              <a:avLst/>
              <a:gdLst/>
              <a:ahLst/>
              <a:cxnLst/>
              <a:rect l="l" t="t" r="r" b="b"/>
              <a:pathLst>
                <a:path w="17112" h="23831" extrusionOk="0">
                  <a:moveTo>
                    <a:pt x="13376" y="1"/>
                  </a:moveTo>
                  <a:cubicBezTo>
                    <a:pt x="10755" y="1"/>
                    <a:pt x="6469" y="3373"/>
                    <a:pt x="3467" y="9343"/>
                  </a:cubicBezTo>
                  <a:cubicBezTo>
                    <a:pt x="0" y="16203"/>
                    <a:pt x="187" y="22391"/>
                    <a:pt x="2610" y="23584"/>
                  </a:cubicBezTo>
                  <a:cubicBezTo>
                    <a:pt x="2930" y="23749"/>
                    <a:pt x="3300" y="23831"/>
                    <a:pt x="3708" y="23831"/>
                  </a:cubicBezTo>
                  <a:cubicBezTo>
                    <a:pt x="6339" y="23831"/>
                    <a:pt x="10574" y="20458"/>
                    <a:pt x="13607" y="14488"/>
                  </a:cubicBezTo>
                  <a:cubicBezTo>
                    <a:pt x="17112" y="7628"/>
                    <a:pt x="16851" y="1440"/>
                    <a:pt x="14465" y="247"/>
                  </a:cubicBezTo>
                  <a:cubicBezTo>
                    <a:pt x="14149" y="82"/>
                    <a:pt x="13783" y="1"/>
                    <a:pt x="133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79"/>
            <p:cNvSpPr/>
            <p:nvPr/>
          </p:nvSpPr>
          <p:spPr>
            <a:xfrm flipH="1">
              <a:off x="2800650" y="1251230"/>
              <a:ext cx="334611" cy="506023"/>
            </a:xfrm>
            <a:custGeom>
              <a:avLst/>
              <a:gdLst/>
              <a:ahLst/>
              <a:cxnLst/>
              <a:rect l="l" t="t" r="r" b="b"/>
              <a:pathLst>
                <a:path w="15286" h="23114" extrusionOk="0">
                  <a:moveTo>
                    <a:pt x="13209" y="1"/>
                  </a:moveTo>
                  <a:cubicBezTo>
                    <a:pt x="10566" y="1"/>
                    <a:pt x="6322" y="3399"/>
                    <a:pt x="3281" y="9339"/>
                  </a:cubicBezTo>
                  <a:cubicBezTo>
                    <a:pt x="112" y="15564"/>
                    <a:pt x="0" y="21156"/>
                    <a:pt x="1790" y="23095"/>
                  </a:cubicBezTo>
                  <a:cubicBezTo>
                    <a:pt x="1896" y="23107"/>
                    <a:pt x="2005" y="23113"/>
                    <a:pt x="2117" y="23113"/>
                  </a:cubicBezTo>
                  <a:cubicBezTo>
                    <a:pt x="4760" y="23113"/>
                    <a:pt x="9002" y="19748"/>
                    <a:pt x="12042" y="13775"/>
                  </a:cubicBezTo>
                  <a:cubicBezTo>
                    <a:pt x="15173" y="7586"/>
                    <a:pt x="15285" y="1995"/>
                    <a:pt x="13533" y="19"/>
                  </a:cubicBezTo>
                  <a:cubicBezTo>
                    <a:pt x="13428" y="7"/>
                    <a:pt x="13320" y="1"/>
                    <a:pt x="13209" y="1"/>
                  </a:cubicBezTo>
                  <a:close/>
                </a:path>
              </a:pathLst>
            </a:custGeom>
            <a:solidFill>
              <a:srgbClr val="FFFFFF">
                <a:alpha val="37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79"/>
            <p:cNvSpPr/>
            <p:nvPr/>
          </p:nvSpPr>
          <p:spPr>
            <a:xfrm flipH="1">
              <a:off x="3085460" y="1793923"/>
              <a:ext cx="128144" cy="159246"/>
            </a:xfrm>
            <a:custGeom>
              <a:avLst/>
              <a:gdLst/>
              <a:ahLst/>
              <a:cxnLst/>
              <a:rect l="l" t="t" r="r" b="b"/>
              <a:pathLst>
                <a:path w="5854" h="7274" extrusionOk="0">
                  <a:moveTo>
                    <a:pt x="3444" y="1"/>
                  </a:moveTo>
                  <a:cubicBezTo>
                    <a:pt x="3117" y="1"/>
                    <a:pt x="2807" y="187"/>
                    <a:pt x="2647" y="505"/>
                  </a:cubicBezTo>
                  <a:lnTo>
                    <a:pt x="224" y="5277"/>
                  </a:lnTo>
                  <a:cubicBezTo>
                    <a:pt x="1" y="5687"/>
                    <a:pt x="187" y="6247"/>
                    <a:pt x="597" y="6433"/>
                  </a:cubicBezTo>
                  <a:lnTo>
                    <a:pt x="2014" y="7179"/>
                  </a:lnTo>
                  <a:cubicBezTo>
                    <a:pt x="2142" y="7243"/>
                    <a:pt x="2277" y="7273"/>
                    <a:pt x="2410" y="7273"/>
                  </a:cubicBezTo>
                  <a:cubicBezTo>
                    <a:pt x="2737" y="7273"/>
                    <a:pt x="3047" y="7087"/>
                    <a:pt x="3207" y="6768"/>
                  </a:cubicBezTo>
                  <a:lnTo>
                    <a:pt x="5630" y="1997"/>
                  </a:lnTo>
                  <a:cubicBezTo>
                    <a:pt x="5853" y="1587"/>
                    <a:pt x="5667" y="1027"/>
                    <a:pt x="5220" y="841"/>
                  </a:cubicBezTo>
                  <a:lnTo>
                    <a:pt x="3840" y="95"/>
                  </a:lnTo>
                  <a:cubicBezTo>
                    <a:pt x="3712" y="31"/>
                    <a:pt x="3577" y="1"/>
                    <a:pt x="34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79"/>
            <p:cNvSpPr/>
            <p:nvPr/>
          </p:nvSpPr>
          <p:spPr>
            <a:xfrm flipH="1">
              <a:off x="3023446" y="1776409"/>
              <a:ext cx="211370" cy="334408"/>
            </a:xfrm>
            <a:custGeom>
              <a:avLst/>
              <a:gdLst/>
              <a:ahLst/>
              <a:cxnLst/>
              <a:rect l="l" t="t" r="r" b="b"/>
              <a:pathLst>
                <a:path w="9656" h="15275" extrusionOk="0">
                  <a:moveTo>
                    <a:pt x="3094" y="1"/>
                  </a:moveTo>
                  <a:lnTo>
                    <a:pt x="3094" y="1"/>
                  </a:lnTo>
                  <a:cubicBezTo>
                    <a:pt x="1529" y="1939"/>
                    <a:pt x="4548" y="4586"/>
                    <a:pt x="4548" y="4735"/>
                  </a:cubicBezTo>
                  <a:cubicBezTo>
                    <a:pt x="4548" y="4884"/>
                    <a:pt x="3728" y="6301"/>
                    <a:pt x="1864" y="8463"/>
                  </a:cubicBezTo>
                  <a:cubicBezTo>
                    <a:pt x="0" y="10625"/>
                    <a:pt x="1491" y="13198"/>
                    <a:pt x="1491" y="13645"/>
                  </a:cubicBezTo>
                  <a:cubicBezTo>
                    <a:pt x="1491" y="13645"/>
                    <a:pt x="2776" y="15274"/>
                    <a:pt x="4536" y="15274"/>
                  </a:cubicBezTo>
                  <a:cubicBezTo>
                    <a:pt x="5020" y="15274"/>
                    <a:pt x="5539" y="15151"/>
                    <a:pt x="6077" y="14838"/>
                  </a:cubicBezTo>
                  <a:cubicBezTo>
                    <a:pt x="8575" y="13347"/>
                    <a:pt x="9656" y="4735"/>
                    <a:pt x="7941" y="4139"/>
                  </a:cubicBezTo>
                  <a:cubicBezTo>
                    <a:pt x="6226" y="3542"/>
                    <a:pt x="3095" y="1"/>
                    <a:pt x="3094" y="1"/>
                  </a:cubicBezTo>
                  <a:close/>
                </a:path>
              </a:pathLst>
            </a:custGeom>
            <a:solidFill>
              <a:srgbClr val="FFAD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79"/>
            <p:cNvSpPr/>
            <p:nvPr/>
          </p:nvSpPr>
          <p:spPr>
            <a:xfrm flipH="1">
              <a:off x="3135238" y="1776409"/>
              <a:ext cx="99578" cy="298745"/>
            </a:xfrm>
            <a:custGeom>
              <a:avLst/>
              <a:gdLst/>
              <a:ahLst/>
              <a:cxnLst/>
              <a:rect l="l" t="t" r="r" b="b"/>
              <a:pathLst>
                <a:path w="4549" h="13646" fill="none" extrusionOk="0">
                  <a:moveTo>
                    <a:pt x="1491" y="13645"/>
                  </a:moveTo>
                  <a:cubicBezTo>
                    <a:pt x="1491" y="13198"/>
                    <a:pt x="0" y="10625"/>
                    <a:pt x="1864" y="8463"/>
                  </a:cubicBezTo>
                  <a:cubicBezTo>
                    <a:pt x="3728" y="6301"/>
                    <a:pt x="4548" y="4884"/>
                    <a:pt x="4548" y="4735"/>
                  </a:cubicBezTo>
                  <a:cubicBezTo>
                    <a:pt x="4548" y="4586"/>
                    <a:pt x="1529" y="1939"/>
                    <a:pt x="3094" y="1"/>
                  </a:cubicBezTo>
                </a:path>
              </a:pathLst>
            </a:custGeom>
            <a:solidFill>
              <a:schemeClr val="dk1"/>
            </a:solidFill>
            <a:ln w="12125" cap="flat" cmpd="sng">
              <a:solidFill>
                <a:schemeClr val="dk1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79"/>
            <p:cNvSpPr/>
            <p:nvPr/>
          </p:nvSpPr>
          <p:spPr>
            <a:xfrm flipH="1">
              <a:off x="3127073" y="1799155"/>
              <a:ext cx="227700" cy="284143"/>
            </a:xfrm>
            <a:custGeom>
              <a:avLst/>
              <a:gdLst/>
              <a:ahLst/>
              <a:cxnLst/>
              <a:rect l="l" t="t" r="r" b="b"/>
              <a:pathLst>
                <a:path w="10402" h="12979" extrusionOk="0">
                  <a:moveTo>
                    <a:pt x="6351" y="1"/>
                  </a:moveTo>
                  <a:cubicBezTo>
                    <a:pt x="5699" y="1"/>
                    <a:pt x="5294" y="900"/>
                    <a:pt x="5294" y="900"/>
                  </a:cubicBezTo>
                  <a:cubicBezTo>
                    <a:pt x="4511" y="3249"/>
                    <a:pt x="1156" y="4703"/>
                    <a:pt x="597" y="7014"/>
                  </a:cubicBezTo>
                  <a:cubicBezTo>
                    <a:pt x="0" y="9325"/>
                    <a:pt x="1939" y="12979"/>
                    <a:pt x="4026" y="12979"/>
                  </a:cubicBezTo>
                  <a:cubicBezTo>
                    <a:pt x="6077" y="12979"/>
                    <a:pt x="4511" y="11525"/>
                    <a:pt x="5928" y="10593"/>
                  </a:cubicBezTo>
                  <a:cubicBezTo>
                    <a:pt x="7344" y="9661"/>
                    <a:pt x="5816" y="8132"/>
                    <a:pt x="7456" y="7797"/>
                  </a:cubicBezTo>
                  <a:cubicBezTo>
                    <a:pt x="9096" y="7461"/>
                    <a:pt x="8314" y="5597"/>
                    <a:pt x="9357" y="4815"/>
                  </a:cubicBezTo>
                  <a:cubicBezTo>
                    <a:pt x="10401" y="4069"/>
                    <a:pt x="7978" y="1087"/>
                    <a:pt x="6971" y="266"/>
                  </a:cubicBezTo>
                  <a:cubicBezTo>
                    <a:pt x="6747" y="75"/>
                    <a:pt x="6539" y="1"/>
                    <a:pt x="6351" y="1"/>
                  </a:cubicBezTo>
                  <a:close/>
                </a:path>
              </a:pathLst>
            </a:custGeom>
            <a:solidFill>
              <a:srgbClr val="FFAD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79"/>
            <p:cNvSpPr/>
            <p:nvPr/>
          </p:nvSpPr>
          <p:spPr>
            <a:xfrm flipH="1">
              <a:off x="3127073" y="1786195"/>
              <a:ext cx="139571" cy="297103"/>
            </a:xfrm>
            <a:custGeom>
              <a:avLst/>
              <a:gdLst/>
              <a:ahLst/>
              <a:cxnLst/>
              <a:rect l="l" t="t" r="r" b="b"/>
              <a:pathLst>
                <a:path w="6376" h="13571" fill="none" extrusionOk="0">
                  <a:moveTo>
                    <a:pt x="1268" y="1492"/>
                  </a:moveTo>
                  <a:cubicBezTo>
                    <a:pt x="1268" y="1492"/>
                    <a:pt x="1939" y="1"/>
                    <a:pt x="2945" y="858"/>
                  </a:cubicBezTo>
                  <a:cubicBezTo>
                    <a:pt x="3952" y="1679"/>
                    <a:pt x="6375" y="4661"/>
                    <a:pt x="5331" y="5407"/>
                  </a:cubicBezTo>
                  <a:cubicBezTo>
                    <a:pt x="4288" y="6189"/>
                    <a:pt x="5070" y="8053"/>
                    <a:pt x="3430" y="8389"/>
                  </a:cubicBezTo>
                  <a:cubicBezTo>
                    <a:pt x="1790" y="8724"/>
                    <a:pt x="3318" y="10253"/>
                    <a:pt x="1902" y="11185"/>
                  </a:cubicBezTo>
                  <a:cubicBezTo>
                    <a:pt x="485" y="12117"/>
                    <a:pt x="2051" y="13571"/>
                    <a:pt x="0" y="13571"/>
                  </a:cubicBezTo>
                </a:path>
              </a:pathLst>
            </a:custGeom>
            <a:solidFill>
              <a:schemeClr val="dk1"/>
            </a:solidFill>
            <a:ln w="12125" cap="flat" cmpd="sng">
              <a:solidFill>
                <a:schemeClr val="dk1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79"/>
            <p:cNvSpPr/>
            <p:nvPr/>
          </p:nvSpPr>
          <p:spPr>
            <a:xfrm flipH="1">
              <a:off x="3160543" y="1849048"/>
              <a:ext cx="71011" cy="70209"/>
            </a:xfrm>
            <a:custGeom>
              <a:avLst/>
              <a:gdLst/>
              <a:ahLst/>
              <a:cxnLst/>
              <a:rect l="l" t="t" r="r" b="b"/>
              <a:pathLst>
                <a:path w="3244" h="3207" extrusionOk="0">
                  <a:moveTo>
                    <a:pt x="0" y="1"/>
                  </a:moveTo>
                  <a:lnTo>
                    <a:pt x="0" y="1"/>
                  </a:lnTo>
                  <a:cubicBezTo>
                    <a:pt x="112" y="336"/>
                    <a:pt x="299" y="709"/>
                    <a:pt x="560" y="1007"/>
                  </a:cubicBezTo>
                  <a:cubicBezTo>
                    <a:pt x="783" y="1343"/>
                    <a:pt x="1007" y="1641"/>
                    <a:pt x="1305" y="1902"/>
                  </a:cubicBezTo>
                  <a:cubicBezTo>
                    <a:pt x="1864" y="2461"/>
                    <a:pt x="2498" y="2908"/>
                    <a:pt x="3244" y="3207"/>
                  </a:cubicBezTo>
                  <a:cubicBezTo>
                    <a:pt x="2983" y="2908"/>
                    <a:pt x="2722" y="2647"/>
                    <a:pt x="2424" y="2386"/>
                  </a:cubicBezTo>
                  <a:lnTo>
                    <a:pt x="1641" y="1566"/>
                  </a:lnTo>
                  <a:cubicBezTo>
                    <a:pt x="1081" y="1044"/>
                    <a:pt x="560" y="52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79"/>
            <p:cNvSpPr/>
            <p:nvPr/>
          </p:nvSpPr>
          <p:spPr>
            <a:xfrm flipH="1">
              <a:off x="3203798" y="1910260"/>
              <a:ext cx="53871" cy="64495"/>
            </a:xfrm>
            <a:custGeom>
              <a:avLst/>
              <a:gdLst/>
              <a:ahLst/>
              <a:cxnLst/>
              <a:rect l="l" t="t" r="r" b="b"/>
              <a:pathLst>
                <a:path w="2461" h="2946" extrusionOk="0">
                  <a:moveTo>
                    <a:pt x="0" y="1"/>
                  </a:moveTo>
                  <a:cubicBezTo>
                    <a:pt x="38" y="336"/>
                    <a:pt x="150" y="634"/>
                    <a:pt x="299" y="933"/>
                  </a:cubicBezTo>
                  <a:cubicBezTo>
                    <a:pt x="448" y="1268"/>
                    <a:pt x="634" y="1529"/>
                    <a:pt x="821" y="1790"/>
                  </a:cubicBezTo>
                  <a:cubicBezTo>
                    <a:pt x="1268" y="2349"/>
                    <a:pt x="1827" y="2722"/>
                    <a:pt x="2461" y="2946"/>
                  </a:cubicBezTo>
                  <a:cubicBezTo>
                    <a:pt x="2237" y="2685"/>
                    <a:pt x="2014" y="2461"/>
                    <a:pt x="1827" y="2237"/>
                  </a:cubicBezTo>
                  <a:cubicBezTo>
                    <a:pt x="1603" y="1976"/>
                    <a:pt x="1380" y="1753"/>
                    <a:pt x="1193" y="1492"/>
                  </a:cubicBezTo>
                  <a:cubicBezTo>
                    <a:pt x="783" y="1007"/>
                    <a:pt x="411" y="52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79"/>
            <p:cNvSpPr/>
            <p:nvPr/>
          </p:nvSpPr>
          <p:spPr>
            <a:xfrm flipH="1">
              <a:off x="1240374" y="4206892"/>
              <a:ext cx="1281222" cy="936977"/>
            </a:xfrm>
            <a:custGeom>
              <a:avLst/>
              <a:gdLst/>
              <a:ahLst/>
              <a:cxnLst/>
              <a:rect l="l" t="t" r="r" b="b"/>
              <a:pathLst>
                <a:path w="58530" h="42799" extrusionOk="0">
                  <a:moveTo>
                    <a:pt x="57188" y="1"/>
                  </a:moveTo>
                  <a:lnTo>
                    <a:pt x="1" y="3580"/>
                  </a:lnTo>
                  <a:lnTo>
                    <a:pt x="1343" y="42798"/>
                  </a:lnTo>
                  <a:lnTo>
                    <a:pt x="58530" y="42798"/>
                  </a:lnTo>
                  <a:lnTo>
                    <a:pt x="571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79"/>
            <p:cNvSpPr/>
            <p:nvPr/>
          </p:nvSpPr>
          <p:spPr>
            <a:xfrm flipH="1">
              <a:off x="1949523" y="4439500"/>
              <a:ext cx="8997" cy="606422"/>
            </a:xfrm>
            <a:custGeom>
              <a:avLst/>
              <a:gdLst/>
              <a:ahLst/>
              <a:cxnLst/>
              <a:rect l="l" t="t" r="r" b="b"/>
              <a:pathLst>
                <a:path w="411" h="27700" fill="none" extrusionOk="0">
                  <a:moveTo>
                    <a:pt x="1" y="1"/>
                  </a:moveTo>
                  <a:cubicBezTo>
                    <a:pt x="1" y="1"/>
                    <a:pt x="411" y="13869"/>
                    <a:pt x="411" y="27700"/>
                  </a:cubicBezTo>
                </a:path>
              </a:pathLst>
            </a:custGeom>
            <a:noFill/>
            <a:ln w="12125" cap="flat" cmpd="sng">
              <a:solidFill>
                <a:schemeClr val="accent4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79"/>
            <p:cNvSpPr/>
            <p:nvPr/>
          </p:nvSpPr>
          <p:spPr>
            <a:xfrm flipH="1">
              <a:off x="667491" y="2198365"/>
              <a:ext cx="607163" cy="1274472"/>
            </a:xfrm>
            <a:custGeom>
              <a:avLst/>
              <a:gdLst/>
              <a:ahLst/>
              <a:cxnLst/>
              <a:rect l="l" t="t" r="r" b="b"/>
              <a:pathLst>
                <a:path w="27737" h="58215" extrusionOk="0">
                  <a:moveTo>
                    <a:pt x="2162" y="0"/>
                  </a:moveTo>
                  <a:lnTo>
                    <a:pt x="0" y="30458"/>
                  </a:lnTo>
                  <a:cubicBezTo>
                    <a:pt x="4413" y="51521"/>
                    <a:pt x="15975" y="58215"/>
                    <a:pt x="21901" y="58215"/>
                  </a:cubicBezTo>
                  <a:cubicBezTo>
                    <a:pt x="23485" y="58215"/>
                    <a:pt x="24667" y="57736"/>
                    <a:pt x="25201" y="56927"/>
                  </a:cubicBezTo>
                  <a:cubicBezTo>
                    <a:pt x="27736" y="53124"/>
                    <a:pt x="17857" y="18305"/>
                    <a:pt x="13234" y="9581"/>
                  </a:cubicBezTo>
                  <a:cubicBezTo>
                    <a:pt x="8612" y="858"/>
                    <a:pt x="2162" y="0"/>
                    <a:pt x="21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79"/>
            <p:cNvSpPr/>
            <p:nvPr/>
          </p:nvSpPr>
          <p:spPr>
            <a:xfrm flipH="1">
              <a:off x="2324082" y="2081085"/>
              <a:ext cx="1033142" cy="1074681"/>
            </a:xfrm>
            <a:custGeom>
              <a:avLst/>
              <a:gdLst/>
              <a:ahLst/>
              <a:cxnLst/>
              <a:rect l="l" t="t" r="r" b="b"/>
              <a:pathLst>
                <a:path w="47197" h="49089" extrusionOk="0">
                  <a:moveTo>
                    <a:pt x="13123" y="0"/>
                  </a:moveTo>
                  <a:cubicBezTo>
                    <a:pt x="13123" y="0"/>
                    <a:pt x="3505" y="4436"/>
                    <a:pt x="0" y="8351"/>
                  </a:cubicBezTo>
                  <a:cubicBezTo>
                    <a:pt x="0" y="8351"/>
                    <a:pt x="17692" y="49088"/>
                    <a:pt x="27021" y="49088"/>
                  </a:cubicBezTo>
                  <a:cubicBezTo>
                    <a:pt x="27162" y="49088"/>
                    <a:pt x="27301" y="49079"/>
                    <a:pt x="27438" y="49060"/>
                  </a:cubicBezTo>
                  <a:cubicBezTo>
                    <a:pt x="36646" y="47793"/>
                    <a:pt x="47196" y="27662"/>
                    <a:pt x="47196" y="27662"/>
                  </a:cubicBezTo>
                  <a:lnTo>
                    <a:pt x="45519" y="3840"/>
                  </a:lnTo>
                  <a:cubicBezTo>
                    <a:pt x="45519" y="3840"/>
                    <a:pt x="39069" y="4138"/>
                    <a:pt x="36684" y="8724"/>
                  </a:cubicBezTo>
                  <a:cubicBezTo>
                    <a:pt x="34298" y="13346"/>
                    <a:pt x="28631" y="24717"/>
                    <a:pt x="28631" y="24717"/>
                  </a:cubicBezTo>
                  <a:cubicBezTo>
                    <a:pt x="28631" y="24717"/>
                    <a:pt x="16366" y="4399"/>
                    <a:pt x="131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79"/>
            <p:cNvSpPr/>
            <p:nvPr/>
          </p:nvSpPr>
          <p:spPr>
            <a:xfrm flipH="1">
              <a:off x="1100825" y="2152500"/>
              <a:ext cx="1574176" cy="2380700"/>
            </a:xfrm>
            <a:custGeom>
              <a:avLst/>
              <a:gdLst/>
              <a:ahLst/>
              <a:cxnLst/>
              <a:rect l="l" t="t" r="r" b="b"/>
              <a:pathLst>
                <a:path w="71913" h="108745" extrusionOk="0">
                  <a:moveTo>
                    <a:pt x="18282" y="0"/>
                  </a:moveTo>
                  <a:cubicBezTo>
                    <a:pt x="17876" y="0"/>
                    <a:pt x="17510" y="3"/>
                    <a:pt x="17186" y="8"/>
                  </a:cubicBezTo>
                  <a:cubicBezTo>
                    <a:pt x="10140" y="82"/>
                    <a:pt x="11296" y="6606"/>
                    <a:pt x="11296" y="6606"/>
                  </a:cubicBezTo>
                  <a:cubicBezTo>
                    <a:pt x="9096" y="30055"/>
                    <a:pt x="0" y="101707"/>
                    <a:pt x="0" y="101707"/>
                  </a:cubicBezTo>
                  <a:cubicBezTo>
                    <a:pt x="13255" y="107223"/>
                    <a:pt x="28526" y="108744"/>
                    <a:pt x="41341" y="108744"/>
                  </a:cubicBezTo>
                  <a:cubicBezTo>
                    <a:pt x="57107" y="108744"/>
                    <a:pt x="69154" y="106442"/>
                    <a:pt x="69154" y="106442"/>
                  </a:cubicBezTo>
                  <a:cubicBezTo>
                    <a:pt x="64159" y="76357"/>
                    <a:pt x="69639" y="17753"/>
                    <a:pt x="69564" y="12385"/>
                  </a:cubicBezTo>
                  <a:cubicBezTo>
                    <a:pt x="69452" y="7054"/>
                    <a:pt x="71913" y="2095"/>
                    <a:pt x="61884" y="1573"/>
                  </a:cubicBezTo>
                  <a:cubicBezTo>
                    <a:pt x="52350" y="1075"/>
                    <a:pt x="26756" y="0"/>
                    <a:pt x="182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79"/>
            <p:cNvSpPr/>
            <p:nvPr/>
          </p:nvSpPr>
          <p:spPr>
            <a:xfrm flipH="1">
              <a:off x="1913601" y="3252007"/>
              <a:ext cx="70201" cy="1276486"/>
            </a:xfrm>
            <a:custGeom>
              <a:avLst/>
              <a:gdLst/>
              <a:ahLst/>
              <a:cxnLst/>
              <a:rect l="l" t="t" r="r" b="b"/>
              <a:pathLst>
                <a:path w="3207" h="58307" fill="none" extrusionOk="0">
                  <a:moveTo>
                    <a:pt x="3206" y="1"/>
                  </a:moveTo>
                  <a:cubicBezTo>
                    <a:pt x="3206" y="1"/>
                    <a:pt x="0" y="44587"/>
                    <a:pt x="1789" y="58306"/>
                  </a:cubicBezTo>
                </a:path>
              </a:pathLst>
            </a:custGeom>
            <a:noFill/>
            <a:ln w="12125" cap="flat" cmpd="sng">
              <a:solidFill>
                <a:schemeClr val="dk1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79"/>
            <p:cNvSpPr/>
            <p:nvPr/>
          </p:nvSpPr>
          <p:spPr>
            <a:xfrm flipH="1">
              <a:off x="1531708" y="2159177"/>
              <a:ext cx="499442" cy="1092852"/>
            </a:xfrm>
            <a:custGeom>
              <a:avLst/>
              <a:gdLst/>
              <a:ahLst/>
              <a:cxnLst/>
              <a:rect l="l" t="t" r="r" b="b"/>
              <a:pathLst>
                <a:path w="22816" h="49919" extrusionOk="0">
                  <a:moveTo>
                    <a:pt x="150" y="1"/>
                  </a:moveTo>
                  <a:cubicBezTo>
                    <a:pt x="1" y="17112"/>
                    <a:pt x="5369" y="49919"/>
                    <a:pt x="5369" y="49919"/>
                  </a:cubicBezTo>
                  <a:cubicBezTo>
                    <a:pt x="16404" y="33776"/>
                    <a:pt x="21809" y="6488"/>
                    <a:pt x="22816" y="746"/>
                  </a:cubicBezTo>
                  <a:cubicBezTo>
                    <a:pt x="16031" y="486"/>
                    <a:pt x="7569" y="225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79"/>
            <p:cNvSpPr/>
            <p:nvPr/>
          </p:nvSpPr>
          <p:spPr>
            <a:xfrm flipH="1">
              <a:off x="1387256" y="2177961"/>
              <a:ext cx="520654" cy="1065092"/>
            </a:xfrm>
            <a:custGeom>
              <a:avLst/>
              <a:gdLst/>
              <a:ahLst/>
              <a:cxnLst/>
              <a:rect l="l" t="t" r="r" b="b"/>
              <a:pathLst>
                <a:path w="23785" h="48651" fill="none" extrusionOk="0">
                  <a:moveTo>
                    <a:pt x="19609" y="0"/>
                  </a:moveTo>
                  <a:lnTo>
                    <a:pt x="23785" y="13160"/>
                  </a:lnTo>
                  <a:lnTo>
                    <a:pt x="18603" y="18156"/>
                  </a:lnTo>
                  <a:lnTo>
                    <a:pt x="22032" y="24083"/>
                  </a:lnTo>
                  <a:cubicBezTo>
                    <a:pt x="22032" y="24083"/>
                    <a:pt x="13048" y="38287"/>
                    <a:pt x="0" y="48650"/>
                  </a:cubicBezTo>
                </a:path>
              </a:pathLst>
            </a:custGeom>
            <a:noFill/>
            <a:ln w="12125" cap="flat" cmpd="sng">
              <a:solidFill>
                <a:schemeClr val="dk1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79"/>
            <p:cNvSpPr/>
            <p:nvPr/>
          </p:nvSpPr>
          <p:spPr>
            <a:xfrm flipH="1">
              <a:off x="1931573" y="2157557"/>
              <a:ext cx="309306" cy="1085496"/>
            </a:xfrm>
            <a:custGeom>
              <a:avLst/>
              <a:gdLst/>
              <a:ahLst/>
              <a:cxnLst/>
              <a:rect l="l" t="t" r="r" b="b"/>
              <a:pathLst>
                <a:path w="14130" h="49583" fill="none" extrusionOk="0">
                  <a:moveTo>
                    <a:pt x="7643" y="0"/>
                  </a:moveTo>
                  <a:lnTo>
                    <a:pt x="1679" y="8798"/>
                  </a:lnTo>
                  <a:lnTo>
                    <a:pt x="6376" y="15844"/>
                  </a:lnTo>
                  <a:lnTo>
                    <a:pt x="1" y="22033"/>
                  </a:lnTo>
                  <a:cubicBezTo>
                    <a:pt x="1" y="22033"/>
                    <a:pt x="7531" y="40971"/>
                    <a:pt x="14130" y="49582"/>
                  </a:cubicBezTo>
                </a:path>
              </a:pathLst>
            </a:custGeom>
            <a:noFill/>
            <a:ln w="12125" cap="flat" cmpd="sng">
              <a:solidFill>
                <a:schemeClr val="dk1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79"/>
            <p:cNvSpPr/>
            <p:nvPr/>
          </p:nvSpPr>
          <p:spPr>
            <a:xfrm flipH="1">
              <a:off x="711556" y="2593371"/>
              <a:ext cx="1489330" cy="960643"/>
            </a:xfrm>
            <a:custGeom>
              <a:avLst/>
              <a:gdLst/>
              <a:ahLst/>
              <a:cxnLst/>
              <a:rect l="l" t="t" r="r" b="b"/>
              <a:pathLst>
                <a:path w="68037" h="43880" extrusionOk="0">
                  <a:moveTo>
                    <a:pt x="27774" y="1"/>
                  </a:moveTo>
                  <a:lnTo>
                    <a:pt x="1" y="39965"/>
                  </a:lnTo>
                  <a:lnTo>
                    <a:pt x="40263" y="43879"/>
                  </a:lnTo>
                  <a:lnTo>
                    <a:pt x="68036" y="3878"/>
                  </a:lnTo>
                  <a:lnTo>
                    <a:pt x="2777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79"/>
            <p:cNvSpPr/>
            <p:nvPr/>
          </p:nvSpPr>
          <p:spPr>
            <a:xfrm flipH="1">
              <a:off x="1577393" y="2532992"/>
              <a:ext cx="656131" cy="935313"/>
            </a:xfrm>
            <a:custGeom>
              <a:avLst/>
              <a:gdLst/>
              <a:ahLst/>
              <a:cxnLst/>
              <a:rect l="l" t="t" r="r" b="b"/>
              <a:pathLst>
                <a:path w="29974" h="42723" extrusionOk="0">
                  <a:moveTo>
                    <a:pt x="27811" y="0"/>
                  </a:moveTo>
                  <a:lnTo>
                    <a:pt x="0" y="39964"/>
                  </a:lnTo>
                  <a:cubicBezTo>
                    <a:pt x="0" y="39964"/>
                    <a:pt x="2051" y="40821"/>
                    <a:pt x="1492" y="42723"/>
                  </a:cubicBezTo>
                  <a:lnTo>
                    <a:pt x="29265" y="2759"/>
                  </a:lnTo>
                  <a:cubicBezTo>
                    <a:pt x="29265" y="2759"/>
                    <a:pt x="29973" y="1342"/>
                    <a:pt x="27811" y="0"/>
                  </a:cubicBezTo>
                  <a:close/>
                </a:path>
              </a:pathLst>
            </a:custGeom>
            <a:solidFill>
              <a:srgbClr val="D4C6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79"/>
            <p:cNvSpPr/>
            <p:nvPr/>
          </p:nvSpPr>
          <p:spPr>
            <a:xfrm flipH="1">
              <a:off x="1577393" y="2532992"/>
              <a:ext cx="656131" cy="935313"/>
            </a:xfrm>
            <a:custGeom>
              <a:avLst/>
              <a:gdLst/>
              <a:ahLst/>
              <a:cxnLst/>
              <a:rect l="l" t="t" r="r" b="b"/>
              <a:pathLst>
                <a:path w="29974" h="42723" extrusionOk="0">
                  <a:moveTo>
                    <a:pt x="27811" y="0"/>
                  </a:moveTo>
                  <a:lnTo>
                    <a:pt x="0" y="39964"/>
                  </a:lnTo>
                  <a:cubicBezTo>
                    <a:pt x="0" y="39964"/>
                    <a:pt x="2051" y="40821"/>
                    <a:pt x="1492" y="42723"/>
                  </a:cubicBezTo>
                  <a:lnTo>
                    <a:pt x="29265" y="2759"/>
                  </a:lnTo>
                  <a:cubicBezTo>
                    <a:pt x="29265" y="2759"/>
                    <a:pt x="29973" y="1342"/>
                    <a:pt x="2781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79"/>
            <p:cNvSpPr/>
            <p:nvPr/>
          </p:nvSpPr>
          <p:spPr>
            <a:xfrm flipH="1">
              <a:off x="666681" y="2532992"/>
              <a:ext cx="958060" cy="145279"/>
            </a:xfrm>
            <a:custGeom>
              <a:avLst/>
              <a:gdLst/>
              <a:ahLst/>
              <a:cxnLst/>
              <a:rect l="l" t="t" r="r" b="b"/>
              <a:pathLst>
                <a:path w="43767" h="6636" extrusionOk="0">
                  <a:moveTo>
                    <a:pt x="0" y="0"/>
                  </a:moveTo>
                  <a:lnTo>
                    <a:pt x="1454" y="2759"/>
                  </a:lnTo>
                  <a:lnTo>
                    <a:pt x="41716" y="6636"/>
                  </a:lnTo>
                  <a:cubicBezTo>
                    <a:pt x="43766" y="4548"/>
                    <a:pt x="40262" y="3914"/>
                    <a:pt x="40262" y="391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4C6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79"/>
            <p:cNvSpPr/>
            <p:nvPr/>
          </p:nvSpPr>
          <p:spPr>
            <a:xfrm flipH="1">
              <a:off x="663109" y="2531801"/>
              <a:ext cx="958060" cy="145279"/>
            </a:xfrm>
            <a:custGeom>
              <a:avLst/>
              <a:gdLst/>
              <a:ahLst/>
              <a:cxnLst/>
              <a:rect l="l" t="t" r="r" b="b"/>
              <a:pathLst>
                <a:path w="43767" h="6636" extrusionOk="0">
                  <a:moveTo>
                    <a:pt x="0" y="0"/>
                  </a:moveTo>
                  <a:lnTo>
                    <a:pt x="1454" y="2759"/>
                  </a:lnTo>
                  <a:lnTo>
                    <a:pt x="41716" y="6636"/>
                  </a:lnTo>
                  <a:cubicBezTo>
                    <a:pt x="43766" y="4548"/>
                    <a:pt x="40262" y="3914"/>
                    <a:pt x="40262" y="391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79"/>
            <p:cNvSpPr/>
            <p:nvPr/>
          </p:nvSpPr>
          <p:spPr>
            <a:xfrm flipH="1">
              <a:off x="1206094" y="2992406"/>
              <a:ext cx="768733" cy="453240"/>
            </a:xfrm>
            <a:custGeom>
              <a:avLst/>
              <a:gdLst/>
              <a:ahLst/>
              <a:cxnLst/>
              <a:rect l="l" t="t" r="r" b="b"/>
              <a:pathLst>
                <a:path w="35118" h="20703" extrusionOk="0">
                  <a:moveTo>
                    <a:pt x="2882" y="1"/>
                  </a:moveTo>
                  <a:cubicBezTo>
                    <a:pt x="2131" y="1"/>
                    <a:pt x="1433" y="182"/>
                    <a:pt x="932" y="712"/>
                  </a:cubicBezTo>
                  <a:cubicBezTo>
                    <a:pt x="0" y="1718"/>
                    <a:pt x="559" y="3993"/>
                    <a:pt x="1119" y="5036"/>
                  </a:cubicBezTo>
                  <a:cubicBezTo>
                    <a:pt x="2311" y="7199"/>
                    <a:pt x="5107" y="7832"/>
                    <a:pt x="7158" y="9212"/>
                  </a:cubicBezTo>
                  <a:cubicBezTo>
                    <a:pt x="10028" y="11225"/>
                    <a:pt x="11370" y="14916"/>
                    <a:pt x="14241" y="16966"/>
                  </a:cubicBezTo>
                  <a:cubicBezTo>
                    <a:pt x="15471" y="17786"/>
                    <a:pt x="16888" y="18420"/>
                    <a:pt x="18342" y="18755"/>
                  </a:cubicBezTo>
                  <a:cubicBezTo>
                    <a:pt x="22480" y="19948"/>
                    <a:pt x="26804" y="20321"/>
                    <a:pt x="31129" y="20657"/>
                  </a:cubicBezTo>
                  <a:cubicBezTo>
                    <a:pt x="31451" y="20680"/>
                    <a:pt x="31787" y="20703"/>
                    <a:pt x="32121" y="20703"/>
                  </a:cubicBezTo>
                  <a:cubicBezTo>
                    <a:pt x="32870" y="20703"/>
                    <a:pt x="33607" y="20587"/>
                    <a:pt x="34148" y="20097"/>
                  </a:cubicBezTo>
                  <a:cubicBezTo>
                    <a:pt x="35118" y="19277"/>
                    <a:pt x="35080" y="17786"/>
                    <a:pt x="34745" y="16556"/>
                  </a:cubicBezTo>
                  <a:cubicBezTo>
                    <a:pt x="33552" y="12306"/>
                    <a:pt x="29936" y="9212"/>
                    <a:pt x="26133" y="6975"/>
                  </a:cubicBezTo>
                  <a:cubicBezTo>
                    <a:pt x="22554" y="4887"/>
                    <a:pt x="18677" y="3359"/>
                    <a:pt x="14651" y="2427"/>
                  </a:cubicBezTo>
                  <a:cubicBezTo>
                    <a:pt x="11855" y="1793"/>
                    <a:pt x="8947" y="1457"/>
                    <a:pt x="6189" y="675"/>
                  </a:cubicBezTo>
                  <a:cubicBezTo>
                    <a:pt x="5309" y="426"/>
                    <a:pt x="4033" y="1"/>
                    <a:pt x="2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79"/>
            <p:cNvSpPr/>
            <p:nvPr/>
          </p:nvSpPr>
          <p:spPr>
            <a:xfrm flipH="1">
              <a:off x="1490905" y="2785171"/>
              <a:ext cx="519844" cy="403588"/>
            </a:xfrm>
            <a:custGeom>
              <a:avLst/>
              <a:gdLst/>
              <a:ahLst/>
              <a:cxnLst/>
              <a:rect l="l" t="t" r="r" b="b"/>
              <a:pathLst>
                <a:path w="23748" h="18435" extrusionOk="0">
                  <a:moveTo>
                    <a:pt x="15509" y="1"/>
                  </a:moveTo>
                  <a:cubicBezTo>
                    <a:pt x="15509" y="1"/>
                    <a:pt x="14316" y="2163"/>
                    <a:pt x="16590" y="4437"/>
                  </a:cubicBezTo>
                  <a:cubicBezTo>
                    <a:pt x="18864" y="6711"/>
                    <a:pt x="17634" y="7084"/>
                    <a:pt x="17634" y="7084"/>
                  </a:cubicBezTo>
                  <a:cubicBezTo>
                    <a:pt x="17634" y="7084"/>
                    <a:pt x="12042" y="6264"/>
                    <a:pt x="8575" y="4996"/>
                  </a:cubicBezTo>
                  <a:cubicBezTo>
                    <a:pt x="7096" y="4465"/>
                    <a:pt x="5776" y="4233"/>
                    <a:pt x="4762" y="4233"/>
                  </a:cubicBezTo>
                  <a:cubicBezTo>
                    <a:pt x="3426" y="4233"/>
                    <a:pt x="2621" y="4637"/>
                    <a:pt x="2685" y="5294"/>
                  </a:cubicBezTo>
                  <a:cubicBezTo>
                    <a:pt x="2685" y="5294"/>
                    <a:pt x="1" y="5443"/>
                    <a:pt x="1306" y="7717"/>
                  </a:cubicBezTo>
                  <a:cubicBezTo>
                    <a:pt x="1306" y="7717"/>
                    <a:pt x="224" y="9358"/>
                    <a:pt x="2126" y="10588"/>
                  </a:cubicBezTo>
                  <a:cubicBezTo>
                    <a:pt x="2126" y="10588"/>
                    <a:pt x="1194" y="12154"/>
                    <a:pt x="3841" y="13757"/>
                  </a:cubicBezTo>
                  <a:cubicBezTo>
                    <a:pt x="6068" y="15106"/>
                    <a:pt x="10459" y="18434"/>
                    <a:pt x="16993" y="18434"/>
                  </a:cubicBezTo>
                  <a:cubicBezTo>
                    <a:pt x="18224" y="18434"/>
                    <a:pt x="19531" y="18316"/>
                    <a:pt x="20915" y="18044"/>
                  </a:cubicBezTo>
                  <a:lnTo>
                    <a:pt x="23748" y="7717"/>
                  </a:lnTo>
                  <a:cubicBezTo>
                    <a:pt x="23748" y="7717"/>
                    <a:pt x="21660" y="4064"/>
                    <a:pt x="19759" y="3281"/>
                  </a:cubicBezTo>
                  <a:cubicBezTo>
                    <a:pt x="17858" y="2498"/>
                    <a:pt x="15509" y="1"/>
                    <a:pt x="15509" y="1"/>
                  </a:cubicBezTo>
                  <a:close/>
                </a:path>
              </a:pathLst>
            </a:custGeom>
            <a:solidFill>
              <a:srgbClr val="FFAD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79"/>
            <p:cNvSpPr/>
            <p:nvPr/>
          </p:nvSpPr>
          <p:spPr>
            <a:xfrm flipH="1">
              <a:off x="1729178" y="2901070"/>
              <a:ext cx="222818" cy="66947"/>
            </a:xfrm>
            <a:custGeom>
              <a:avLst/>
              <a:gdLst/>
              <a:ahLst/>
              <a:cxnLst/>
              <a:rect l="l" t="t" r="r" b="b"/>
              <a:pathLst>
                <a:path w="10179" h="3058" fill="none" extrusionOk="0">
                  <a:moveTo>
                    <a:pt x="1" y="0"/>
                  </a:moveTo>
                  <a:cubicBezTo>
                    <a:pt x="3282" y="1342"/>
                    <a:pt x="6711" y="2386"/>
                    <a:pt x="10178" y="3057"/>
                  </a:cubicBezTo>
                </a:path>
              </a:pathLst>
            </a:custGeom>
            <a:noFill/>
            <a:ln w="12125" cap="flat" cmpd="sng">
              <a:solidFill>
                <a:srgbClr val="FFADBF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79"/>
            <p:cNvSpPr/>
            <p:nvPr/>
          </p:nvSpPr>
          <p:spPr>
            <a:xfrm flipH="1">
              <a:off x="1779788" y="2954116"/>
              <a:ext cx="202395" cy="65305"/>
            </a:xfrm>
            <a:custGeom>
              <a:avLst/>
              <a:gdLst/>
              <a:ahLst/>
              <a:cxnLst/>
              <a:rect l="l" t="t" r="r" b="b"/>
              <a:pathLst>
                <a:path w="9246" h="2983" fill="none" extrusionOk="0">
                  <a:moveTo>
                    <a:pt x="1" y="0"/>
                  </a:moveTo>
                  <a:cubicBezTo>
                    <a:pt x="1" y="0"/>
                    <a:pt x="2685" y="1939"/>
                    <a:pt x="9246" y="2983"/>
                  </a:cubicBezTo>
                </a:path>
              </a:pathLst>
            </a:custGeom>
            <a:noFill/>
            <a:ln w="12125" cap="flat" cmpd="sng">
              <a:solidFill>
                <a:srgbClr val="FFADBF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79"/>
            <p:cNvSpPr/>
            <p:nvPr/>
          </p:nvSpPr>
          <p:spPr>
            <a:xfrm flipH="1">
              <a:off x="1823852" y="3016137"/>
              <a:ext cx="140381" cy="53899"/>
            </a:xfrm>
            <a:custGeom>
              <a:avLst/>
              <a:gdLst/>
              <a:ahLst/>
              <a:cxnLst/>
              <a:rect l="l" t="t" r="r" b="b"/>
              <a:pathLst>
                <a:path w="6413" h="2462" fill="none" extrusionOk="0">
                  <a:moveTo>
                    <a:pt x="1" y="1"/>
                  </a:moveTo>
                  <a:cubicBezTo>
                    <a:pt x="1" y="1"/>
                    <a:pt x="2349" y="1790"/>
                    <a:pt x="6413" y="2461"/>
                  </a:cubicBezTo>
                </a:path>
              </a:pathLst>
            </a:custGeom>
            <a:noFill/>
            <a:ln w="12125" cap="flat" cmpd="sng">
              <a:solidFill>
                <a:srgbClr val="FFADBF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79"/>
            <p:cNvSpPr/>
            <p:nvPr/>
          </p:nvSpPr>
          <p:spPr>
            <a:xfrm flipH="1">
              <a:off x="704222" y="2918978"/>
              <a:ext cx="926713" cy="637488"/>
            </a:xfrm>
            <a:custGeom>
              <a:avLst/>
              <a:gdLst/>
              <a:ahLst/>
              <a:cxnLst/>
              <a:rect l="l" t="t" r="r" b="b"/>
              <a:pathLst>
                <a:path w="42335" h="29119" extrusionOk="0">
                  <a:moveTo>
                    <a:pt x="5942" y="1"/>
                  </a:moveTo>
                  <a:cubicBezTo>
                    <a:pt x="5504" y="1"/>
                    <a:pt x="0" y="11228"/>
                    <a:pt x="2333" y="17636"/>
                  </a:cubicBezTo>
                  <a:cubicBezTo>
                    <a:pt x="2333" y="17636"/>
                    <a:pt x="25537" y="29119"/>
                    <a:pt x="33670" y="29119"/>
                  </a:cubicBezTo>
                  <a:cubicBezTo>
                    <a:pt x="34044" y="29119"/>
                    <a:pt x="34386" y="29094"/>
                    <a:pt x="34692" y="29043"/>
                  </a:cubicBezTo>
                  <a:cubicBezTo>
                    <a:pt x="41664" y="27850"/>
                    <a:pt x="42335" y="24719"/>
                    <a:pt x="41850" y="20581"/>
                  </a:cubicBezTo>
                  <a:cubicBezTo>
                    <a:pt x="41365" y="16480"/>
                    <a:pt x="28019" y="7458"/>
                    <a:pt x="5950" y="2"/>
                  </a:cubicBezTo>
                  <a:cubicBezTo>
                    <a:pt x="5947" y="1"/>
                    <a:pt x="5945" y="1"/>
                    <a:pt x="59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79"/>
            <p:cNvSpPr/>
            <p:nvPr/>
          </p:nvSpPr>
          <p:spPr>
            <a:xfrm flipH="1">
              <a:off x="1980519" y="1053715"/>
              <a:ext cx="431715" cy="336334"/>
            </a:xfrm>
            <a:custGeom>
              <a:avLst/>
              <a:gdLst/>
              <a:ahLst/>
              <a:cxnLst/>
              <a:rect l="l" t="t" r="r" b="b"/>
              <a:pathLst>
                <a:path w="19722" h="15363" extrusionOk="0">
                  <a:moveTo>
                    <a:pt x="15977" y="0"/>
                  </a:moveTo>
                  <a:cubicBezTo>
                    <a:pt x="15181" y="0"/>
                    <a:pt x="14577" y="802"/>
                    <a:pt x="14577" y="802"/>
                  </a:cubicBezTo>
                  <a:cubicBezTo>
                    <a:pt x="14577" y="802"/>
                    <a:pt x="0" y="1249"/>
                    <a:pt x="3020" y="4493"/>
                  </a:cubicBezTo>
                  <a:cubicBezTo>
                    <a:pt x="6040" y="7736"/>
                    <a:pt x="10662" y="8370"/>
                    <a:pt x="10662" y="8370"/>
                  </a:cubicBezTo>
                  <a:cubicBezTo>
                    <a:pt x="10662" y="8370"/>
                    <a:pt x="1081" y="13887"/>
                    <a:pt x="4921" y="15005"/>
                  </a:cubicBezTo>
                  <a:cubicBezTo>
                    <a:pt x="5807" y="15264"/>
                    <a:pt x="6892" y="15363"/>
                    <a:pt x="8036" y="15363"/>
                  </a:cubicBezTo>
                  <a:cubicBezTo>
                    <a:pt x="11851" y="15363"/>
                    <a:pt x="16329" y="14260"/>
                    <a:pt x="16329" y="14260"/>
                  </a:cubicBezTo>
                  <a:cubicBezTo>
                    <a:pt x="16329" y="14260"/>
                    <a:pt x="19721" y="7251"/>
                    <a:pt x="18155" y="2666"/>
                  </a:cubicBezTo>
                  <a:cubicBezTo>
                    <a:pt x="17457" y="569"/>
                    <a:pt x="16649" y="0"/>
                    <a:pt x="15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79"/>
            <p:cNvSpPr/>
            <p:nvPr/>
          </p:nvSpPr>
          <p:spPr>
            <a:xfrm flipH="1">
              <a:off x="1619837" y="1728267"/>
              <a:ext cx="363965" cy="653929"/>
            </a:xfrm>
            <a:custGeom>
              <a:avLst/>
              <a:gdLst/>
              <a:ahLst/>
              <a:cxnLst/>
              <a:rect l="l" t="t" r="r" b="b"/>
              <a:pathLst>
                <a:path w="16627" h="29870" extrusionOk="0">
                  <a:moveTo>
                    <a:pt x="16627" y="0"/>
                  </a:moveTo>
                  <a:lnTo>
                    <a:pt x="1566" y="4213"/>
                  </a:lnTo>
                  <a:lnTo>
                    <a:pt x="37" y="20094"/>
                  </a:lnTo>
                  <a:cubicBezTo>
                    <a:pt x="0" y="28631"/>
                    <a:pt x="5667" y="29861"/>
                    <a:pt x="5667" y="29861"/>
                  </a:cubicBezTo>
                  <a:cubicBezTo>
                    <a:pt x="5840" y="29867"/>
                    <a:pt x="6010" y="29869"/>
                    <a:pt x="6177" y="29869"/>
                  </a:cubicBezTo>
                  <a:cubicBezTo>
                    <a:pt x="15190" y="29869"/>
                    <a:pt x="16627" y="22144"/>
                    <a:pt x="16627" y="22144"/>
                  </a:cubicBezTo>
                  <a:cubicBezTo>
                    <a:pt x="15508" y="16552"/>
                    <a:pt x="16627" y="0"/>
                    <a:pt x="16627" y="0"/>
                  </a:cubicBezTo>
                  <a:close/>
                </a:path>
              </a:pathLst>
            </a:custGeom>
            <a:solidFill>
              <a:srgbClr val="FFAD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79"/>
            <p:cNvSpPr/>
            <p:nvPr/>
          </p:nvSpPr>
          <p:spPr>
            <a:xfrm flipH="1">
              <a:off x="1620647" y="1728267"/>
              <a:ext cx="356632" cy="374624"/>
            </a:xfrm>
            <a:custGeom>
              <a:avLst/>
              <a:gdLst/>
              <a:ahLst/>
              <a:cxnLst/>
              <a:rect l="l" t="t" r="r" b="b"/>
              <a:pathLst>
                <a:path w="16292" h="17112" extrusionOk="0">
                  <a:moveTo>
                    <a:pt x="16292" y="0"/>
                  </a:moveTo>
                  <a:lnTo>
                    <a:pt x="1231" y="4175"/>
                  </a:lnTo>
                  <a:lnTo>
                    <a:pt x="0" y="17112"/>
                  </a:lnTo>
                  <a:cubicBezTo>
                    <a:pt x="3393" y="16329"/>
                    <a:pt x="11035" y="13794"/>
                    <a:pt x="15956" y="6860"/>
                  </a:cubicBezTo>
                  <a:cubicBezTo>
                    <a:pt x="16105" y="2983"/>
                    <a:pt x="16292" y="0"/>
                    <a:pt x="16292" y="0"/>
                  </a:cubicBezTo>
                  <a:close/>
                </a:path>
              </a:pathLst>
            </a:custGeom>
            <a:solidFill>
              <a:srgbClr val="DB95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79"/>
            <p:cNvSpPr/>
            <p:nvPr/>
          </p:nvSpPr>
          <p:spPr>
            <a:xfrm flipH="1">
              <a:off x="1523105" y="1112256"/>
              <a:ext cx="630454" cy="849451"/>
            </a:xfrm>
            <a:custGeom>
              <a:avLst/>
              <a:gdLst/>
              <a:ahLst/>
              <a:cxnLst/>
              <a:rect l="l" t="t" r="r" b="b"/>
              <a:pathLst>
                <a:path w="28801" h="38801" extrusionOk="0">
                  <a:moveTo>
                    <a:pt x="14760" y="1"/>
                  </a:moveTo>
                  <a:cubicBezTo>
                    <a:pt x="12971" y="1"/>
                    <a:pt x="10975" y="415"/>
                    <a:pt x="8762" y="1334"/>
                  </a:cubicBezTo>
                  <a:cubicBezTo>
                    <a:pt x="8762" y="1334"/>
                    <a:pt x="1007" y="6329"/>
                    <a:pt x="1306" y="13972"/>
                  </a:cubicBezTo>
                  <a:cubicBezTo>
                    <a:pt x="1604" y="21651"/>
                    <a:pt x="1" y="34588"/>
                    <a:pt x="8762" y="38800"/>
                  </a:cubicBezTo>
                  <a:cubicBezTo>
                    <a:pt x="8762" y="38800"/>
                    <a:pt x="23152" y="37048"/>
                    <a:pt x="26208" y="25305"/>
                  </a:cubicBezTo>
                  <a:cubicBezTo>
                    <a:pt x="28800" y="15193"/>
                    <a:pt x="25597" y="1"/>
                    <a:pt x="14760" y="1"/>
                  </a:cubicBezTo>
                  <a:close/>
                </a:path>
              </a:pathLst>
            </a:custGeom>
            <a:solidFill>
              <a:srgbClr val="FFAD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79"/>
            <p:cNvSpPr/>
            <p:nvPr/>
          </p:nvSpPr>
          <p:spPr>
            <a:xfrm flipH="1">
              <a:off x="1275727" y="776140"/>
              <a:ext cx="1058885" cy="1058415"/>
            </a:xfrm>
            <a:custGeom>
              <a:avLst/>
              <a:gdLst/>
              <a:ahLst/>
              <a:cxnLst/>
              <a:rect l="l" t="t" r="r" b="b"/>
              <a:pathLst>
                <a:path w="48373" h="48346" extrusionOk="0">
                  <a:moveTo>
                    <a:pt x="14670" y="1"/>
                  </a:moveTo>
                  <a:cubicBezTo>
                    <a:pt x="12531" y="1"/>
                    <a:pt x="12037" y="1518"/>
                    <a:pt x="15355" y="6062"/>
                  </a:cubicBezTo>
                  <a:cubicBezTo>
                    <a:pt x="15355" y="6062"/>
                    <a:pt x="12964" y="5739"/>
                    <a:pt x="10399" y="5739"/>
                  </a:cubicBezTo>
                  <a:cubicBezTo>
                    <a:pt x="5514" y="5739"/>
                    <a:pt x="1" y="6909"/>
                    <a:pt x="9167" y="13705"/>
                  </a:cubicBezTo>
                  <a:lnTo>
                    <a:pt x="12783" y="17768"/>
                  </a:lnTo>
                  <a:cubicBezTo>
                    <a:pt x="12783" y="17768"/>
                    <a:pt x="14759" y="26641"/>
                    <a:pt x="22848" y="26939"/>
                  </a:cubicBezTo>
                  <a:cubicBezTo>
                    <a:pt x="22848" y="26939"/>
                    <a:pt x="23929" y="26342"/>
                    <a:pt x="22438" y="22838"/>
                  </a:cubicBezTo>
                  <a:lnTo>
                    <a:pt x="22438" y="22838"/>
                  </a:lnTo>
                  <a:cubicBezTo>
                    <a:pt x="22439" y="22840"/>
                    <a:pt x="25347" y="29213"/>
                    <a:pt x="32429" y="30182"/>
                  </a:cubicBezTo>
                  <a:cubicBezTo>
                    <a:pt x="32429" y="30182"/>
                    <a:pt x="25719" y="39428"/>
                    <a:pt x="30341" y="42522"/>
                  </a:cubicBezTo>
                  <a:cubicBezTo>
                    <a:pt x="30341" y="42522"/>
                    <a:pt x="31716" y="48346"/>
                    <a:pt x="33882" y="48346"/>
                  </a:cubicBezTo>
                  <a:cubicBezTo>
                    <a:pt x="34028" y="48346"/>
                    <a:pt x="34177" y="48319"/>
                    <a:pt x="34330" y="48263"/>
                  </a:cubicBezTo>
                  <a:cubicBezTo>
                    <a:pt x="36753" y="47368"/>
                    <a:pt x="35337" y="45020"/>
                    <a:pt x="35337" y="45020"/>
                  </a:cubicBezTo>
                  <a:lnTo>
                    <a:pt x="35337" y="45020"/>
                  </a:lnTo>
                  <a:cubicBezTo>
                    <a:pt x="35337" y="45020"/>
                    <a:pt x="36714" y="46721"/>
                    <a:pt x="38058" y="46721"/>
                  </a:cubicBezTo>
                  <a:cubicBezTo>
                    <a:pt x="39369" y="46721"/>
                    <a:pt x="40649" y="45105"/>
                    <a:pt x="40593" y="38719"/>
                  </a:cubicBezTo>
                  <a:lnTo>
                    <a:pt x="40593" y="38719"/>
                  </a:lnTo>
                  <a:cubicBezTo>
                    <a:pt x="40594" y="38719"/>
                    <a:pt x="42488" y="39859"/>
                    <a:pt x="44063" y="39859"/>
                  </a:cubicBezTo>
                  <a:cubicBezTo>
                    <a:pt x="46322" y="39859"/>
                    <a:pt x="47924" y="37517"/>
                    <a:pt x="42346" y="26119"/>
                  </a:cubicBezTo>
                  <a:lnTo>
                    <a:pt x="42346" y="26119"/>
                  </a:lnTo>
                  <a:cubicBezTo>
                    <a:pt x="42346" y="26119"/>
                    <a:pt x="44261" y="26866"/>
                    <a:pt x="45659" y="26866"/>
                  </a:cubicBezTo>
                  <a:cubicBezTo>
                    <a:pt x="47430" y="26866"/>
                    <a:pt x="48372" y="25666"/>
                    <a:pt x="43538" y="20228"/>
                  </a:cubicBezTo>
                  <a:cubicBezTo>
                    <a:pt x="43538" y="20228"/>
                    <a:pt x="45514" y="15569"/>
                    <a:pt x="43688" y="15345"/>
                  </a:cubicBezTo>
                  <a:cubicBezTo>
                    <a:pt x="43568" y="15328"/>
                    <a:pt x="43455" y="15320"/>
                    <a:pt x="43349" y="15320"/>
                  </a:cubicBezTo>
                  <a:cubicBezTo>
                    <a:pt x="41805" y="15320"/>
                    <a:pt x="41674" y="16985"/>
                    <a:pt x="41674" y="16985"/>
                  </a:cubicBezTo>
                  <a:cubicBezTo>
                    <a:pt x="41674" y="16985"/>
                    <a:pt x="35228" y="2165"/>
                    <a:pt x="31837" y="2165"/>
                  </a:cubicBezTo>
                  <a:cubicBezTo>
                    <a:pt x="30906" y="2165"/>
                    <a:pt x="30205" y="3284"/>
                    <a:pt x="29931" y="6137"/>
                  </a:cubicBezTo>
                  <a:cubicBezTo>
                    <a:pt x="29931" y="6137"/>
                    <a:pt x="18973" y="1"/>
                    <a:pt x="14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79"/>
            <p:cNvSpPr/>
            <p:nvPr/>
          </p:nvSpPr>
          <p:spPr>
            <a:xfrm flipH="1">
              <a:off x="1601056" y="1523397"/>
              <a:ext cx="182015" cy="48995"/>
            </a:xfrm>
            <a:custGeom>
              <a:avLst/>
              <a:gdLst/>
              <a:ahLst/>
              <a:cxnLst/>
              <a:rect l="l" t="t" r="r" b="b"/>
              <a:pathLst>
                <a:path w="8315" h="2238" fill="none" extrusionOk="0">
                  <a:moveTo>
                    <a:pt x="1" y="1"/>
                  </a:moveTo>
                  <a:lnTo>
                    <a:pt x="8314" y="2238"/>
                  </a:lnTo>
                </a:path>
              </a:pathLst>
            </a:custGeom>
            <a:solidFill>
              <a:schemeClr val="lt2"/>
            </a:solidFill>
            <a:ln w="12125" cap="flat" cmpd="sng">
              <a:solidFill>
                <a:schemeClr val="lt2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79"/>
            <p:cNvSpPr/>
            <p:nvPr/>
          </p:nvSpPr>
          <p:spPr>
            <a:xfrm flipH="1">
              <a:off x="1474816" y="1499819"/>
              <a:ext cx="200534" cy="234140"/>
            </a:xfrm>
            <a:custGeom>
              <a:avLst/>
              <a:gdLst/>
              <a:ahLst/>
              <a:cxnLst/>
              <a:rect l="l" t="t" r="r" b="b"/>
              <a:pathLst>
                <a:path w="9161" h="10695" extrusionOk="0">
                  <a:moveTo>
                    <a:pt x="7298" y="1"/>
                  </a:moveTo>
                  <a:cubicBezTo>
                    <a:pt x="5669" y="1"/>
                    <a:pt x="3176" y="2074"/>
                    <a:pt x="2312" y="3091"/>
                  </a:cubicBezTo>
                  <a:cubicBezTo>
                    <a:pt x="1045" y="4545"/>
                    <a:pt x="1" y="10435"/>
                    <a:pt x="1" y="10435"/>
                  </a:cubicBezTo>
                  <a:cubicBezTo>
                    <a:pt x="541" y="10613"/>
                    <a:pt x="1073" y="10695"/>
                    <a:pt x="1590" y="10695"/>
                  </a:cubicBezTo>
                  <a:cubicBezTo>
                    <a:pt x="5853" y="10695"/>
                    <a:pt x="9160" y="5132"/>
                    <a:pt x="8762" y="1674"/>
                  </a:cubicBezTo>
                  <a:cubicBezTo>
                    <a:pt x="8631" y="452"/>
                    <a:pt x="8059" y="1"/>
                    <a:pt x="7298" y="1"/>
                  </a:cubicBezTo>
                  <a:close/>
                </a:path>
              </a:pathLst>
            </a:custGeom>
            <a:solidFill>
              <a:srgbClr val="FFAD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79"/>
            <p:cNvSpPr/>
            <p:nvPr/>
          </p:nvSpPr>
          <p:spPr>
            <a:xfrm flipH="1">
              <a:off x="1830310" y="1840882"/>
              <a:ext cx="224504" cy="214306"/>
            </a:xfrm>
            <a:custGeom>
              <a:avLst/>
              <a:gdLst/>
              <a:ahLst/>
              <a:cxnLst/>
              <a:rect l="l" t="t" r="r" b="b"/>
              <a:pathLst>
                <a:path w="10256" h="9789" extrusionOk="0">
                  <a:moveTo>
                    <a:pt x="1827" y="1"/>
                  </a:moveTo>
                  <a:cubicBezTo>
                    <a:pt x="1827" y="1"/>
                    <a:pt x="1" y="3878"/>
                    <a:pt x="1455" y="6935"/>
                  </a:cubicBezTo>
                  <a:cubicBezTo>
                    <a:pt x="1898" y="7843"/>
                    <a:pt x="2242" y="8162"/>
                    <a:pt x="2507" y="8162"/>
                  </a:cubicBezTo>
                  <a:cubicBezTo>
                    <a:pt x="3134" y="8162"/>
                    <a:pt x="3319" y="6376"/>
                    <a:pt x="3319" y="6376"/>
                  </a:cubicBezTo>
                  <a:cubicBezTo>
                    <a:pt x="3319" y="6376"/>
                    <a:pt x="3580" y="9470"/>
                    <a:pt x="5108" y="9768"/>
                  </a:cubicBezTo>
                  <a:cubicBezTo>
                    <a:pt x="5181" y="9782"/>
                    <a:pt x="5250" y="9789"/>
                    <a:pt x="5316" y="9789"/>
                  </a:cubicBezTo>
                  <a:cubicBezTo>
                    <a:pt x="6664" y="9789"/>
                    <a:pt x="6562" y="7010"/>
                    <a:pt x="6562" y="7009"/>
                  </a:cubicBezTo>
                  <a:lnTo>
                    <a:pt x="6562" y="7009"/>
                  </a:lnTo>
                  <a:cubicBezTo>
                    <a:pt x="6562" y="7009"/>
                    <a:pt x="7858" y="8107"/>
                    <a:pt x="8798" y="8107"/>
                  </a:cubicBezTo>
                  <a:cubicBezTo>
                    <a:pt x="9684" y="8107"/>
                    <a:pt x="10255" y="7134"/>
                    <a:pt x="9134" y="3356"/>
                  </a:cubicBezTo>
                  <a:lnTo>
                    <a:pt x="9134" y="3356"/>
                  </a:lnTo>
                  <a:cubicBezTo>
                    <a:pt x="9134" y="3356"/>
                    <a:pt x="6937" y="4634"/>
                    <a:pt x="5168" y="4634"/>
                  </a:cubicBezTo>
                  <a:cubicBezTo>
                    <a:pt x="4656" y="4634"/>
                    <a:pt x="4180" y="4527"/>
                    <a:pt x="3803" y="4251"/>
                  </a:cubicBezTo>
                  <a:cubicBezTo>
                    <a:pt x="2088" y="2983"/>
                    <a:pt x="1827" y="1"/>
                    <a:pt x="1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79"/>
            <p:cNvSpPr/>
            <p:nvPr/>
          </p:nvSpPr>
          <p:spPr>
            <a:xfrm flipH="1">
              <a:off x="2428541" y="2447283"/>
              <a:ext cx="63678" cy="453810"/>
            </a:xfrm>
            <a:custGeom>
              <a:avLst/>
              <a:gdLst/>
              <a:ahLst/>
              <a:cxnLst/>
              <a:rect l="l" t="t" r="r" b="b"/>
              <a:pathLst>
                <a:path w="2909" h="20729" fill="none" extrusionOk="0">
                  <a:moveTo>
                    <a:pt x="2909" y="1"/>
                  </a:moveTo>
                  <a:cubicBezTo>
                    <a:pt x="2909" y="1"/>
                    <a:pt x="1" y="13682"/>
                    <a:pt x="224" y="20728"/>
                  </a:cubicBezTo>
                </a:path>
              </a:pathLst>
            </a:custGeom>
            <a:noFill/>
            <a:ln w="12125" cap="flat" cmpd="sng">
              <a:solidFill>
                <a:schemeClr val="dk1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79"/>
            <p:cNvSpPr/>
            <p:nvPr/>
          </p:nvSpPr>
          <p:spPr>
            <a:xfrm flipH="1">
              <a:off x="773592" y="3121418"/>
              <a:ext cx="245650" cy="190180"/>
            </a:xfrm>
            <a:custGeom>
              <a:avLst/>
              <a:gdLst/>
              <a:ahLst/>
              <a:cxnLst/>
              <a:rect l="l" t="t" r="r" b="b"/>
              <a:pathLst>
                <a:path w="11222" h="8687" fill="none" extrusionOk="0">
                  <a:moveTo>
                    <a:pt x="1" y="1"/>
                  </a:moveTo>
                  <a:cubicBezTo>
                    <a:pt x="1" y="1"/>
                    <a:pt x="8463" y="3170"/>
                    <a:pt x="11222" y="8687"/>
                  </a:cubicBezTo>
                </a:path>
              </a:pathLst>
            </a:custGeom>
            <a:noFill/>
            <a:ln w="12125" cap="flat" cmpd="sng">
              <a:solidFill>
                <a:schemeClr val="dk1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79"/>
            <p:cNvSpPr/>
            <p:nvPr/>
          </p:nvSpPr>
          <p:spPr>
            <a:xfrm flipH="1">
              <a:off x="818466" y="3112442"/>
              <a:ext cx="191800" cy="81637"/>
            </a:xfrm>
            <a:custGeom>
              <a:avLst/>
              <a:gdLst/>
              <a:ahLst/>
              <a:cxnLst/>
              <a:rect l="l" t="t" r="r" b="b"/>
              <a:pathLst>
                <a:path w="8762" h="3729" fill="none" extrusionOk="0">
                  <a:moveTo>
                    <a:pt x="8761" y="3729"/>
                  </a:moveTo>
                  <a:cubicBezTo>
                    <a:pt x="8761" y="3729"/>
                    <a:pt x="3058" y="1"/>
                    <a:pt x="1" y="485"/>
                  </a:cubicBezTo>
                </a:path>
              </a:pathLst>
            </a:custGeom>
            <a:noFill/>
            <a:ln w="12125" cap="flat" cmpd="sng">
              <a:solidFill>
                <a:schemeClr val="dk1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79"/>
            <p:cNvSpPr/>
            <p:nvPr/>
          </p:nvSpPr>
          <p:spPr>
            <a:xfrm flipH="1">
              <a:off x="2646435" y="2616227"/>
              <a:ext cx="84058" cy="284865"/>
            </a:xfrm>
            <a:custGeom>
              <a:avLst/>
              <a:gdLst/>
              <a:ahLst/>
              <a:cxnLst/>
              <a:rect l="l" t="t" r="r" b="b"/>
              <a:pathLst>
                <a:path w="3840" h="13012" fill="none" extrusionOk="0">
                  <a:moveTo>
                    <a:pt x="0" y="1"/>
                  </a:moveTo>
                  <a:cubicBezTo>
                    <a:pt x="2610" y="3803"/>
                    <a:pt x="3840" y="8389"/>
                    <a:pt x="3504" y="13011"/>
                  </a:cubicBezTo>
                </a:path>
              </a:pathLst>
            </a:custGeom>
            <a:noFill/>
            <a:ln w="12125" cap="flat" cmpd="sng">
              <a:solidFill>
                <a:schemeClr val="dk1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79"/>
            <p:cNvSpPr/>
            <p:nvPr/>
          </p:nvSpPr>
          <p:spPr>
            <a:xfrm flipH="1">
              <a:off x="1914222" y="1717986"/>
              <a:ext cx="85721" cy="36057"/>
            </a:xfrm>
            <a:custGeom>
              <a:avLst/>
              <a:gdLst/>
              <a:ahLst/>
              <a:cxnLst/>
              <a:rect l="l" t="t" r="r" b="b"/>
              <a:pathLst>
                <a:path w="3916" h="1647" extrusionOk="0">
                  <a:moveTo>
                    <a:pt x="3915" y="1"/>
                  </a:moveTo>
                  <a:lnTo>
                    <a:pt x="3915" y="1"/>
                  </a:lnTo>
                  <a:cubicBezTo>
                    <a:pt x="3729" y="38"/>
                    <a:pt x="3543" y="113"/>
                    <a:pt x="3356" y="150"/>
                  </a:cubicBezTo>
                  <a:cubicBezTo>
                    <a:pt x="3207" y="225"/>
                    <a:pt x="3021" y="262"/>
                    <a:pt x="2872" y="336"/>
                  </a:cubicBezTo>
                  <a:cubicBezTo>
                    <a:pt x="2536" y="448"/>
                    <a:pt x="2238" y="560"/>
                    <a:pt x="1940" y="635"/>
                  </a:cubicBezTo>
                  <a:cubicBezTo>
                    <a:pt x="1641" y="746"/>
                    <a:pt x="1343" y="821"/>
                    <a:pt x="1045" y="858"/>
                  </a:cubicBezTo>
                  <a:cubicBezTo>
                    <a:pt x="896" y="877"/>
                    <a:pt x="737" y="877"/>
                    <a:pt x="565" y="877"/>
                  </a:cubicBezTo>
                  <a:cubicBezTo>
                    <a:pt x="392" y="877"/>
                    <a:pt x="206" y="877"/>
                    <a:pt x="1" y="896"/>
                  </a:cubicBezTo>
                  <a:cubicBezTo>
                    <a:pt x="113" y="1045"/>
                    <a:pt x="262" y="1194"/>
                    <a:pt x="411" y="1306"/>
                  </a:cubicBezTo>
                  <a:cubicBezTo>
                    <a:pt x="597" y="1418"/>
                    <a:pt x="784" y="1529"/>
                    <a:pt x="970" y="1567"/>
                  </a:cubicBezTo>
                  <a:cubicBezTo>
                    <a:pt x="1161" y="1619"/>
                    <a:pt x="1359" y="1646"/>
                    <a:pt x="1554" y="1646"/>
                  </a:cubicBezTo>
                  <a:cubicBezTo>
                    <a:pt x="1779" y="1646"/>
                    <a:pt x="2001" y="1609"/>
                    <a:pt x="2200" y="1529"/>
                  </a:cubicBezTo>
                  <a:cubicBezTo>
                    <a:pt x="2611" y="1418"/>
                    <a:pt x="2946" y="1231"/>
                    <a:pt x="3244" y="970"/>
                  </a:cubicBezTo>
                  <a:cubicBezTo>
                    <a:pt x="3393" y="821"/>
                    <a:pt x="3505" y="672"/>
                    <a:pt x="3617" y="523"/>
                  </a:cubicBezTo>
                  <a:cubicBezTo>
                    <a:pt x="3766" y="374"/>
                    <a:pt x="3841" y="187"/>
                    <a:pt x="3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79"/>
            <p:cNvSpPr/>
            <p:nvPr/>
          </p:nvSpPr>
          <p:spPr>
            <a:xfrm rot="-1274568">
              <a:off x="2070972" y="1482778"/>
              <a:ext cx="39198" cy="43273"/>
            </a:xfrm>
            <a:custGeom>
              <a:avLst/>
              <a:gdLst/>
              <a:ahLst/>
              <a:cxnLst/>
              <a:rect l="l" t="t" r="r" b="b"/>
              <a:pathLst>
                <a:path w="1568" h="1731" extrusionOk="0">
                  <a:moveTo>
                    <a:pt x="824" y="1"/>
                  </a:moveTo>
                  <a:cubicBezTo>
                    <a:pt x="502" y="1"/>
                    <a:pt x="187" y="285"/>
                    <a:pt x="100" y="720"/>
                  </a:cubicBezTo>
                  <a:cubicBezTo>
                    <a:pt x="0" y="1187"/>
                    <a:pt x="200" y="1621"/>
                    <a:pt x="601" y="1721"/>
                  </a:cubicBezTo>
                  <a:cubicBezTo>
                    <a:pt x="635" y="1727"/>
                    <a:pt x="669" y="1730"/>
                    <a:pt x="704" y="1730"/>
                  </a:cubicBezTo>
                  <a:cubicBezTo>
                    <a:pt x="1040" y="1730"/>
                    <a:pt x="1377" y="1444"/>
                    <a:pt x="1468" y="1021"/>
                  </a:cubicBezTo>
                  <a:cubicBezTo>
                    <a:pt x="1568" y="554"/>
                    <a:pt x="1368" y="87"/>
                    <a:pt x="967" y="20"/>
                  </a:cubicBezTo>
                  <a:cubicBezTo>
                    <a:pt x="920" y="7"/>
                    <a:pt x="872" y="1"/>
                    <a:pt x="8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79"/>
            <p:cNvSpPr/>
            <p:nvPr/>
          </p:nvSpPr>
          <p:spPr>
            <a:xfrm rot="-1274568">
              <a:off x="1860403" y="1495095"/>
              <a:ext cx="40048" cy="43273"/>
            </a:xfrm>
            <a:custGeom>
              <a:avLst/>
              <a:gdLst/>
              <a:ahLst/>
              <a:cxnLst/>
              <a:rect l="l" t="t" r="r" b="b"/>
              <a:pathLst>
                <a:path w="1602" h="1731" extrusionOk="0">
                  <a:moveTo>
                    <a:pt x="890" y="1"/>
                  </a:moveTo>
                  <a:cubicBezTo>
                    <a:pt x="534" y="1"/>
                    <a:pt x="221" y="287"/>
                    <a:pt x="100" y="711"/>
                  </a:cubicBezTo>
                  <a:cubicBezTo>
                    <a:pt x="0" y="1178"/>
                    <a:pt x="234" y="1645"/>
                    <a:pt x="601" y="1711"/>
                  </a:cubicBezTo>
                  <a:cubicBezTo>
                    <a:pt x="653" y="1724"/>
                    <a:pt x="705" y="1731"/>
                    <a:pt x="756" y="1731"/>
                  </a:cubicBezTo>
                  <a:cubicBezTo>
                    <a:pt x="1100" y="1731"/>
                    <a:pt x="1414" y="1450"/>
                    <a:pt x="1501" y="1044"/>
                  </a:cubicBezTo>
                  <a:cubicBezTo>
                    <a:pt x="1601" y="544"/>
                    <a:pt x="1368" y="110"/>
                    <a:pt x="1001" y="10"/>
                  </a:cubicBezTo>
                  <a:cubicBezTo>
                    <a:pt x="964" y="4"/>
                    <a:pt x="927" y="1"/>
                    <a:pt x="8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79"/>
            <p:cNvSpPr/>
            <p:nvPr/>
          </p:nvSpPr>
          <p:spPr>
            <a:xfrm rot="-1274568">
              <a:off x="1754181" y="1361368"/>
              <a:ext cx="171790" cy="77496"/>
            </a:xfrm>
            <a:custGeom>
              <a:avLst/>
              <a:gdLst/>
              <a:ahLst/>
              <a:cxnLst/>
              <a:rect l="l" t="t" r="r" b="b"/>
              <a:pathLst>
                <a:path w="6872" h="3100" extrusionOk="0">
                  <a:moveTo>
                    <a:pt x="1028" y="1"/>
                  </a:moveTo>
                  <a:cubicBezTo>
                    <a:pt x="616" y="1"/>
                    <a:pt x="246" y="280"/>
                    <a:pt x="134" y="699"/>
                  </a:cubicBezTo>
                  <a:cubicBezTo>
                    <a:pt x="0" y="1200"/>
                    <a:pt x="300" y="1700"/>
                    <a:pt x="801" y="1834"/>
                  </a:cubicBezTo>
                  <a:lnTo>
                    <a:pt x="5604" y="3068"/>
                  </a:lnTo>
                  <a:cubicBezTo>
                    <a:pt x="5685" y="3089"/>
                    <a:pt x="5765" y="3100"/>
                    <a:pt x="5844" y="3100"/>
                  </a:cubicBezTo>
                  <a:cubicBezTo>
                    <a:pt x="6256" y="3100"/>
                    <a:pt x="6626" y="2821"/>
                    <a:pt x="6738" y="2401"/>
                  </a:cubicBezTo>
                  <a:cubicBezTo>
                    <a:pt x="6872" y="1900"/>
                    <a:pt x="6572" y="1400"/>
                    <a:pt x="6071" y="1267"/>
                  </a:cubicBezTo>
                  <a:lnTo>
                    <a:pt x="1268" y="32"/>
                  </a:lnTo>
                  <a:cubicBezTo>
                    <a:pt x="1187" y="11"/>
                    <a:pt x="1107" y="1"/>
                    <a:pt x="1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79"/>
            <p:cNvSpPr/>
            <p:nvPr/>
          </p:nvSpPr>
          <p:spPr>
            <a:xfrm rot="-1274568">
              <a:off x="2027453" y="1340308"/>
              <a:ext cx="105094" cy="46722"/>
            </a:xfrm>
            <a:custGeom>
              <a:avLst/>
              <a:gdLst/>
              <a:ahLst/>
              <a:cxnLst/>
              <a:rect l="l" t="t" r="r" b="b"/>
              <a:pathLst>
                <a:path w="4204" h="1869" extrusionOk="0">
                  <a:moveTo>
                    <a:pt x="935" y="0"/>
                  </a:moveTo>
                  <a:cubicBezTo>
                    <a:pt x="401" y="0"/>
                    <a:pt x="1" y="434"/>
                    <a:pt x="1" y="934"/>
                  </a:cubicBezTo>
                  <a:cubicBezTo>
                    <a:pt x="1" y="1468"/>
                    <a:pt x="401" y="1868"/>
                    <a:pt x="935" y="1868"/>
                  </a:cubicBezTo>
                  <a:lnTo>
                    <a:pt x="3270" y="1868"/>
                  </a:lnTo>
                  <a:cubicBezTo>
                    <a:pt x="3804" y="1868"/>
                    <a:pt x="4204" y="1468"/>
                    <a:pt x="4204" y="934"/>
                  </a:cubicBezTo>
                  <a:cubicBezTo>
                    <a:pt x="4204" y="434"/>
                    <a:pt x="3804" y="0"/>
                    <a:pt x="3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79"/>
            <p:cNvSpPr/>
            <p:nvPr/>
          </p:nvSpPr>
          <p:spPr>
            <a:xfrm>
              <a:off x="1731988" y="1594269"/>
              <a:ext cx="185150" cy="107525"/>
            </a:xfrm>
            <a:custGeom>
              <a:avLst/>
              <a:gdLst/>
              <a:ahLst/>
              <a:cxnLst/>
              <a:rect l="l" t="t" r="r" b="b"/>
              <a:pathLst>
                <a:path w="7406" h="4301" extrusionOk="0">
                  <a:moveTo>
                    <a:pt x="2866" y="0"/>
                  </a:moveTo>
                  <a:cubicBezTo>
                    <a:pt x="1520" y="0"/>
                    <a:pt x="445" y="511"/>
                    <a:pt x="267" y="1352"/>
                  </a:cubicBezTo>
                  <a:cubicBezTo>
                    <a:pt x="0" y="2486"/>
                    <a:pt x="1334" y="3720"/>
                    <a:pt x="3269" y="4154"/>
                  </a:cubicBezTo>
                  <a:cubicBezTo>
                    <a:pt x="3704" y="4253"/>
                    <a:pt x="4131" y="4300"/>
                    <a:pt x="4533" y="4300"/>
                  </a:cubicBezTo>
                  <a:cubicBezTo>
                    <a:pt x="5888" y="4300"/>
                    <a:pt x="6966" y="3769"/>
                    <a:pt x="7172" y="2920"/>
                  </a:cubicBezTo>
                  <a:cubicBezTo>
                    <a:pt x="7405" y="1819"/>
                    <a:pt x="6071" y="585"/>
                    <a:pt x="4170" y="151"/>
                  </a:cubicBezTo>
                  <a:cubicBezTo>
                    <a:pt x="3722" y="49"/>
                    <a:pt x="3281" y="0"/>
                    <a:pt x="2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79"/>
            <p:cNvSpPr/>
            <p:nvPr/>
          </p:nvSpPr>
          <p:spPr>
            <a:xfrm>
              <a:off x="2077213" y="1659744"/>
              <a:ext cx="40900" cy="77575"/>
            </a:xfrm>
            <a:custGeom>
              <a:avLst/>
              <a:gdLst/>
              <a:ahLst/>
              <a:cxnLst/>
              <a:rect l="l" t="t" r="r" b="b"/>
              <a:pathLst>
                <a:path w="1636" h="3103" extrusionOk="0">
                  <a:moveTo>
                    <a:pt x="1635" y="0"/>
                  </a:moveTo>
                  <a:lnTo>
                    <a:pt x="1635" y="0"/>
                  </a:lnTo>
                  <a:cubicBezTo>
                    <a:pt x="768" y="201"/>
                    <a:pt x="301" y="668"/>
                    <a:pt x="168" y="1268"/>
                  </a:cubicBezTo>
                  <a:cubicBezTo>
                    <a:pt x="1" y="1868"/>
                    <a:pt x="468" y="2569"/>
                    <a:pt x="1135" y="3103"/>
                  </a:cubicBezTo>
                  <a:cubicBezTo>
                    <a:pt x="1335" y="2469"/>
                    <a:pt x="1402" y="1001"/>
                    <a:pt x="16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79"/>
            <p:cNvSpPr/>
            <p:nvPr/>
          </p:nvSpPr>
          <p:spPr>
            <a:xfrm>
              <a:off x="1783694" y="1422875"/>
              <a:ext cx="182100" cy="196200"/>
            </a:xfrm>
            <a:prstGeom prst="ellipse">
              <a:avLst/>
            </a:prstGeom>
            <a:solidFill>
              <a:srgbClr val="FFFFFF">
                <a:alpha val="37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79"/>
            <p:cNvSpPr/>
            <p:nvPr/>
          </p:nvSpPr>
          <p:spPr>
            <a:xfrm flipH="1">
              <a:off x="1783049" y="1424662"/>
              <a:ext cx="181993" cy="197514"/>
            </a:xfrm>
            <a:custGeom>
              <a:avLst/>
              <a:gdLst/>
              <a:ahLst/>
              <a:cxnLst/>
              <a:rect l="l" t="t" r="r" b="b"/>
              <a:pathLst>
                <a:path w="8314" h="9022" fill="none" extrusionOk="0">
                  <a:moveTo>
                    <a:pt x="8314" y="4511"/>
                  </a:moveTo>
                  <a:cubicBezTo>
                    <a:pt x="8314" y="7009"/>
                    <a:pt x="6450" y="9022"/>
                    <a:pt x="4139" y="9022"/>
                  </a:cubicBezTo>
                  <a:cubicBezTo>
                    <a:pt x="1864" y="9022"/>
                    <a:pt x="0" y="7009"/>
                    <a:pt x="0" y="4511"/>
                  </a:cubicBezTo>
                  <a:cubicBezTo>
                    <a:pt x="0" y="2013"/>
                    <a:pt x="1864" y="0"/>
                    <a:pt x="4139" y="0"/>
                  </a:cubicBezTo>
                  <a:cubicBezTo>
                    <a:pt x="6450" y="0"/>
                    <a:pt x="8314" y="2013"/>
                    <a:pt x="8314" y="4511"/>
                  </a:cubicBezTo>
                  <a:close/>
                </a:path>
              </a:pathLst>
            </a:custGeom>
            <a:solidFill>
              <a:schemeClr val="lt2"/>
            </a:solidFill>
            <a:ln w="12125" cap="flat" cmpd="sng">
              <a:solidFill>
                <a:schemeClr val="lt2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79"/>
            <p:cNvSpPr/>
            <p:nvPr/>
          </p:nvSpPr>
          <p:spPr>
            <a:xfrm>
              <a:off x="2047225" y="1414425"/>
              <a:ext cx="138900" cy="196200"/>
            </a:xfrm>
            <a:prstGeom prst="ellipse">
              <a:avLst/>
            </a:prstGeom>
            <a:solidFill>
              <a:srgbClr val="FFFFFF">
                <a:alpha val="37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79"/>
            <p:cNvSpPr/>
            <p:nvPr/>
          </p:nvSpPr>
          <p:spPr>
            <a:xfrm flipH="1">
              <a:off x="2046627" y="1414854"/>
              <a:ext cx="138761" cy="197536"/>
            </a:xfrm>
            <a:custGeom>
              <a:avLst/>
              <a:gdLst/>
              <a:ahLst/>
              <a:cxnLst/>
              <a:rect l="l" t="t" r="r" b="b"/>
              <a:pathLst>
                <a:path w="6339" h="9023" fill="none" extrusionOk="0">
                  <a:moveTo>
                    <a:pt x="6339" y="4512"/>
                  </a:moveTo>
                  <a:cubicBezTo>
                    <a:pt x="6339" y="7009"/>
                    <a:pt x="4922" y="9022"/>
                    <a:pt x="3170" y="9022"/>
                  </a:cubicBezTo>
                  <a:cubicBezTo>
                    <a:pt x="1418" y="9022"/>
                    <a:pt x="1" y="7009"/>
                    <a:pt x="1" y="4512"/>
                  </a:cubicBezTo>
                  <a:cubicBezTo>
                    <a:pt x="1" y="2014"/>
                    <a:pt x="1418" y="1"/>
                    <a:pt x="3170" y="1"/>
                  </a:cubicBezTo>
                  <a:cubicBezTo>
                    <a:pt x="4922" y="1"/>
                    <a:pt x="6339" y="2014"/>
                    <a:pt x="6339" y="4512"/>
                  </a:cubicBezTo>
                  <a:close/>
                </a:path>
              </a:pathLst>
            </a:custGeom>
            <a:solidFill>
              <a:schemeClr val="lt2"/>
            </a:solidFill>
            <a:ln w="12125" cap="flat" cmpd="sng">
              <a:solidFill>
                <a:schemeClr val="lt2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79"/>
            <p:cNvSpPr/>
            <p:nvPr/>
          </p:nvSpPr>
          <p:spPr>
            <a:xfrm rot="-1274310">
              <a:off x="1978793" y="1448827"/>
              <a:ext cx="81517" cy="206821"/>
            </a:xfrm>
            <a:custGeom>
              <a:avLst/>
              <a:gdLst/>
              <a:ahLst/>
              <a:cxnLst/>
              <a:rect l="l" t="t" r="r" b="b"/>
              <a:pathLst>
                <a:path w="3471" h="8807" fill="none" extrusionOk="0">
                  <a:moveTo>
                    <a:pt x="2036" y="0"/>
                  </a:moveTo>
                  <a:cubicBezTo>
                    <a:pt x="2036" y="0"/>
                    <a:pt x="3470" y="8039"/>
                    <a:pt x="2603" y="8406"/>
                  </a:cubicBezTo>
                  <a:cubicBezTo>
                    <a:pt x="1769" y="8806"/>
                    <a:pt x="1" y="8139"/>
                    <a:pt x="1" y="8139"/>
                  </a:cubicBez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79"/>
            <p:cNvSpPr/>
            <p:nvPr/>
          </p:nvSpPr>
          <p:spPr>
            <a:xfrm flipH="1">
              <a:off x="1965021" y="1467900"/>
              <a:ext cx="81628" cy="56351"/>
            </a:xfrm>
            <a:custGeom>
              <a:avLst/>
              <a:gdLst/>
              <a:ahLst/>
              <a:cxnLst/>
              <a:rect l="l" t="t" r="r" b="b"/>
              <a:pathLst>
                <a:path w="3729" h="2574" fill="none" extrusionOk="0">
                  <a:moveTo>
                    <a:pt x="1" y="2089"/>
                  </a:moveTo>
                  <a:cubicBezTo>
                    <a:pt x="1" y="2089"/>
                    <a:pt x="2237" y="1"/>
                    <a:pt x="3728" y="2573"/>
                  </a:cubicBezTo>
                </a:path>
              </a:pathLst>
            </a:custGeom>
            <a:solidFill>
              <a:schemeClr val="lt2"/>
            </a:solidFill>
            <a:ln w="12125" cap="flat" cmpd="sng">
              <a:solidFill>
                <a:schemeClr val="lt2"/>
              </a:solidFill>
              <a:prstDash val="solid"/>
              <a:miter lim="3727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79"/>
            <p:cNvSpPr/>
            <p:nvPr/>
          </p:nvSpPr>
          <p:spPr>
            <a:xfrm flipH="1">
              <a:off x="3231532" y="1968209"/>
              <a:ext cx="61226" cy="68567"/>
            </a:xfrm>
            <a:custGeom>
              <a:avLst/>
              <a:gdLst/>
              <a:ahLst/>
              <a:cxnLst/>
              <a:rect l="l" t="t" r="r" b="b"/>
              <a:pathLst>
                <a:path w="2797" h="3132" extrusionOk="0">
                  <a:moveTo>
                    <a:pt x="0" y="0"/>
                  </a:moveTo>
                  <a:cubicBezTo>
                    <a:pt x="38" y="373"/>
                    <a:pt x="112" y="709"/>
                    <a:pt x="261" y="1081"/>
                  </a:cubicBezTo>
                  <a:cubicBezTo>
                    <a:pt x="448" y="1417"/>
                    <a:pt x="634" y="1715"/>
                    <a:pt x="858" y="2013"/>
                  </a:cubicBezTo>
                  <a:cubicBezTo>
                    <a:pt x="1119" y="2312"/>
                    <a:pt x="1380" y="2573"/>
                    <a:pt x="1715" y="2759"/>
                  </a:cubicBezTo>
                  <a:cubicBezTo>
                    <a:pt x="2014" y="2983"/>
                    <a:pt x="2386" y="3095"/>
                    <a:pt x="2796" y="3132"/>
                  </a:cubicBezTo>
                  <a:cubicBezTo>
                    <a:pt x="2498" y="2908"/>
                    <a:pt x="2200" y="2722"/>
                    <a:pt x="1939" y="2461"/>
                  </a:cubicBezTo>
                  <a:cubicBezTo>
                    <a:pt x="1678" y="2237"/>
                    <a:pt x="1454" y="1976"/>
                    <a:pt x="1231" y="1715"/>
                  </a:cubicBezTo>
                  <a:cubicBezTo>
                    <a:pt x="821" y="1156"/>
                    <a:pt x="410" y="59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1" name="Google Shape;3121;p79"/>
          <p:cNvGrpSpPr/>
          <p:nvPr/>
        </p:nvGrpSpPr>
        <p:grpSpPr>
          <a:xfrm>
            <a:off x="7733462" y="3836520"/>
            <a:ext cx="852312" cy="681830"/>
            <a:chOff x="580120" y="3836520"/>
            <a:chExt cx="852312" cy="681830"/>
          </a:xfrm>
        </p:grpSpPr>
        <p:sp>
          <p:nvSpPr>
            <p:cNvPr id="3122" name="Google Shape;3122;p79">
              <a:hlinkClick r:id="rId4" action="ppaction://hlinksldjump"/>
            </p:cNvPr>
            <p:cNvSpPr/>
            <p:nvPr/>
          </p:nvSpPr>
          <p:spPr>
            <a:xfrm flipH="1">
              <a:off x="749375" y="4154139"/>
              <a:ext cx="490089" cy="364199"/>
            </a:xfrm>
            <a:custGeom>
              <a:avLst/>
              <a:gdLst/>
              <a:ahLst/>
              <a:cxnLst/>
              <a:rect l="l" t="t" r="r" b="b"/>
              <a:pathLst>
                <a:path w="943" h="701" extrusionOk="0">
                  <a:moveTo>
                    <a:pt x="487" y="1"/>
                  </a:moveTo>
                  <a:cubicBezTo>
                    <a:pt x="0" y="1"/>
                    <a:pt x="0" y="700"/>
                    <a:pt x="487" y="700"/>
                  </a:cubicBezTo>
                  <a:cubicBezTo>
                    <a:pt x="943" y="700"/>
                    <a:pt x="943" y="1"/>
                    <a:pt x="487" y="1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23" name="Google Shape;3123;p79"/>
            <p:cNvGrpSpPr/>
            <p:nvPr/>
          </p:nvGrpSpPr>
          <p:grpSpPr>
            <a:xfrm flipH="1">
              <a:off x="580120" y="3836520"/>
              <a:ext cx="852312" cy="564188"/>
              <a:chOff x="7714849" y="3836520"/>
              <a:chExt cx="852312" cy="564188"/>
            </a:xfrm>
          </p:grpSpPr>
          <p:sp>
            <p:nvSpPr>
              <p:cNvPr id="3124" name="Google Shape;3124;p79"/>
              <p:cNvSpPr/>
              <p:nvPr/>
            </p:nvSpPr>
            <p:spPr>
              <a:xfrm rot="6395088">
                <a:off x="7873578" y="4079841"/>
                <a:ext cx="164284" cy="376748"/>
              </a:xfrm>
              <a:custGeom>
                <a:avLst/>
                <a:gdLst/>
                <a:ahLst/>
                <a:cxnLst/>
                <a:rect l="l" t="t" r="r" b="b"/>
                <a:pathLst>
                  <a:path w="7921" h="18165" extrusionOk="0">
                    <a:moveTo>
                      <a:pt x="7266" y="1"/>
                    </a:moveTo>
                    <a:cubicBezTo>
                      <a:pt x="7044" y="1"/>
                      <a:pt x="6817" y="113"/>
                      <a:pt x="6720" y="373"/>
                    </a:cubicBezTo>
                    <a:lnTo>
                      <a:pt x="147" y="17522"/>
                    </a:lnTo>
                    <a:cubicBezTo>
                      <a:pt x="1" y="17912"/>
                      <a:pt x="322" y="18165"/>
                      <a:pt x="655" y="18165"/>
                    </a:cubicBezTo>
                    <a:cubicBezTo>
                      <a:pt x="877" y="18165"/>
                      <a:pt x="1104" y="18052"/>
                      <a:pt x="1202" y="17793"/>
                    </a:cubicBezTo>
                    <a:lnTo>
                      <a:pt x="7775" y="644"/>
                    </a:lnTo>
                    <a:cubicBezTo>
                      <a:pt x="7921" y="254"/>
                      <a:pt x="7599" y="1"/>
                      <a:pt x="72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79"/>
              <p:cNvSpPr/>
              <p:nvPr/>
            </p:nvSpPr>
            <p:spPr>
              <a:xfrm rot="938168">
                <a:off x="8258408" y="3885292"/>
                <a:ext cx="164282" cy="376743"/>
              </a:xfrm>
              <a:custGeom>
                <a:avLst/>
                <a:gdLst/>
                <a:ahLst/>
                <a:cxnLst/>
                <a:rect l="l" t="t" r="r" b="b"/>
                <a:pathLst>
                  <a:path w="7921" h="18165" extrusionOk="0">
                    <a:moveTo>
                      <a:pt x="7266" y="1"/>
                    </a:moveTo>
                    <a:cubicBezTo>
                      <a:pt x="7044" y="1"/>
                      <a:pt x="6817" y="113"/>
                      <a:pt x="6720" y="373"/>
                    </a:cubicBezTo>
                    <a:lnTo>
                      <a:pt x="147" y="17522"/>
                    </a:lnTo>
                    <a:cubicBezTo>
                      <a:pt x="1" y="17912"/>
                      <a:pt x="322" y="18165"/>
                      <a:pt x="655" y="18165"/>
                    </a:cubicBezTo>
                    <a:cubicBezTo>
                      <a:pt x="877" y="18165"/>
                      <a:pt x="1104" y="18052"/>
                      <a:pt x="1202" y="17793"/>
                    </a:cubicBezTo>
                    <a:lnTo>
                      <a:pt x="7775" y="644"/>
                    </a:lnTo>
                    <a:cubicBezTo>
                      <a:pt x="7921" y="254"/>
                      <a:pt x="7599" y="1"/>
                      <a:pt x="72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79"/>
              <p:cNvSpPr/>
              <p:nvPr/>
            </p:nvSpPr>
            <p:spPr>
              <a:xfrm rot="7166138">
                <a:off x="8338996" y="3871864"/>
                <a:ext cx="193565" cy="192486"/>
              </a:xfrm>
              <a:custGeom>
                <a:avLst/>
                <a:gdLst/>
                <a:ahLst/>
                <a:cxnLst/>
                <a:rect l="l" t="t" r="r" b="b"/>
                <a:pathLst>
                  <a:path w="9333" h="9281" extrusionOk="0">
                    <a:moveTo>
                      <a:pt x="4649" y="1"/>
                    </a:moveTo>
                    <a:cubicBezTo>
                      <a:pt x="4632" y="1"/>
                      <a:pt x="4615" y="1"/>
                      <a:pt x="4598" y="1"/>
                    </a:cubicBezTo>
                    <a:cubicBezTo>
                      <a:pt x="2029" y="55"/>
                      <a:pt x="0" y="2165"/>
                      <a:pt x="27" y="4708"/>
                    </a:cubicBezTo>
                    <a:cubicBezTo>
                      <a:pt x="54" y="7244"/>
                      <a:pt x="2110" y="9280"/>
                      <a:pt x="4635" y="9280"/>
                    </a:cubicBezTo>
                    <a:cubicBezTo>
                      <a:pt x="4668" y="9280"/>
                      <a:pt x="4701" y="9280"/>
                      <a:pt x="4734" y="9279"/>
                    </a:cubicBezTo>
                    <a:cubicBezTo>
                      <a:pt x="7303" y="9252"/>
                      <a:pt x="9332" y="7142"/>
                      <a:pt x="9305" y="4600"/>
                    </a:cubicBezTo>
                    <a:cubicBezTo>
                      <a:pt x="9278" y="2047"/>
                      <a:pt x="7196" y="1"/>
                      <a:pt x="46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79"/>
              <p:cNvSpPr/>
              <p:nvPr/>
            </p:nvSpPr>
            <p:spPr>
              <a:xfrm rot="9061129">
                <a:off x="7736606" y="4096964"/>
                <a:ext cx="122026" cy="121347"/>
              </a:xfrm>
              <a:custGeom>
                <a:avLst/>
                <a:gdLst/>
                <a:ahLst/>
                <a:cxnLst/>
                <a:rect l="l" t="t" r="r" b="b"/>
                <a:pathLst>
                  <a:path w="9333" h="9281" extrusionOk="0">
                    <a:moveTo>
                      <a:pt x="4649" y="1"/>
                    </a:moveTo>
                    <a:cubicBezTo>
                      <a:pt x="4632" y="1"/>
                      <a:pt x="4615" y="1"/>
                      <a:pt x="4598" y="1"/>
                    </a:cubicBezTo>
                    <a:cubicBezTo>
                      <a:pt x="2029" y="55"/>
                      <a:pt x="0" y="2165"/>
                      <a:pt x="27" y="4708"/>
                    </a:cubicBezTo>
                    <a:cubicBezTo>
                      <a:pt x="54" y="7244"/>
                      <a:pt x="2110" y="9280"/>
                      <a:pt x="4635" y="9280"/>
                    </a:cubicBezTo>
                    <a:cubicBezTo>
                      <a:pt x="4668" y="9280"/>
                      <a:pt x="4701" y="9280"/>
                      <a:pt x="4734" y="9279"/>
                    </a:cubicBezTo>
                    <a:cubicBezTo>
                      <a:pt x="7303" y="9252"/>
                      <a:pt x="9332" y="7142"/>
                      <a:pt x="9305" y="4600"/>
                    </a:cubicBezTo>
                    <a:cubicBezTo>
                      <a:pt x="9278" y="2047"/>
                      <a:pt x="7196" y="1"/>
                      <a:pt x="46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28" name="Google Shape;3128;p79"/>
            <p:cNvSpPr/>
            <p:nvPr/>
          </p:nvSpPr>
          <p:spPr>
            <a:xfrm>
              <a:off x="803450" y="4154150"/>
              <a:ext cx="364200" cy="364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29" name="Google Shape;3129;p79"/>
            <p:cNvGrpSpPr/>
            <p:nvPr/>
          </p:nvGrpSpPr>
          <p:grpSpPr>
            <a:xfrm>
              <a:off x="880179" y="4234256"/>
              <a:ext cx="210620" cy="203897"/>
              <a:chOff x="4413424" y="4296701"/>
              <a:chExt cx="317151" cy="306981"/>
            </a:xfrm>
          </p:grpSpPr>
          <p:sp>
            <p:nvSpPr>
              <p:cNvPr id="3130" name="Google Shape;3130;p79"/>
              <p:cNvSpPr/>
              <p:nvPr/>
            </p:nvSpPr>
            <p:spPr>
              <a:xfrm>
                <a:off x="4413424" y="4296701"/>
                <a:ext cx="317151" cy="154491"/>
              </a:xfrm>
              <a:custGeom>
                <a:avLst/>
                <a:gdLst/>
                <a:ahLst/>
                <a:cxnLst/>
                <a:rect l="l" t="t" r="r" b="b"/>
                <a:pathLst>
                  <a:path w="19529" h="9513" extrusionOk="0">
                    <a:moveTo>
                      <a:pt x="9821" y="0"/>
                    </a:moveTo>
                    <a:cubicBezTo>
                      <a:pt x="9559" y="0"/>
                      <a:pt x="9297" y="92"/>
                      <a:pt x="9086" y="276"/>
                    </a:cubicBezTo>
                    <a:lnTo>
                      <a:pt x="531" y="7521"/>
                    </a:lnTo>
                    <a:cubicBezTo>
                      <a:pt x="61" y="7921"/>
                      <a:pt x="1" y="8626"/>
                      <a:pt x="395" y="9099"/>
                    </a:cubicBezTo>
                    <a:cubicBezTo>
                      <a:pt x="620" y="9369"/>
                      <a:pt x="942" y="9508"/>
                      <a:pt x="1266" y="9508"/>
                    </a:cubicBezTo>
                    <a:cubicBezTo>
                      <a:pt x="1525" y="9508"/>
                      <a:pt x="1785" y="9419"/>
                      <a:pt x="1997" y="9237"/>
                    </a:cubicBezTo>
                    <a:lnTo>
                      <a:pt x="9821" y="2622"/>
                    </a:lnTo>
                    <a:lnTo>
                      <a:pt x="17544" y="9240"/>
                    </a:lnTo>
                    <a:cubicBezTo>
                      <a:pt x="17759" y="9425"/>
                      <a:pt x="18019" y="9513"/>
                      <a:pt x="18278" y="9513"/>
                    </a:cubicBezTo>
                    <a:cubicBezTo>
                      <a:pt x="18661" y="9513"/>
                      <a:pt x="19039" y="9318"/>
                      <a:pt x="19252" y="8954"/>
                    </a:cubicBezTo>
                    <a:cubicBezTo>
                      <a:pt x="19529" y="8482"/>
                      <a:pt x="19430" y="7879"/>
                      <a:pt x="19014" y="7524"/>
                    </a:cubicBezTo>
                    <a:lnTo>
                      <a:pt x="10555" y="276"/>
                    </a:lnTo>
                    <a:cubicBezTo>
                      <a:pt x="10345" y="92"/>
                      <a:pt x="10083" y="0"/>
                      <a:pt x="982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grpSp>
            <p:nvGrpSpPr>
              <p:cNvPr id="3131" name="Google Shape;3131;p79"/>
              <p:cNvGrpSpPr/>
              <p:nvPr/>
            </p:nvGrpSpPr>
            <p:grpSpPr>
              <a:xfrm>
                <a:off x="4451997" y="4376976"/>
                <a:ext cx="239968" cy="226706"/>
                <a:chOff x="4217800" y="4370325"/>
                <a:chExt cx="260100" cy="245725"/>
              </a:xfrm>
            </p:grpSpPr>
            <p:sp>
              <p:nvSpPr>
                <p:cNvPr id="3132" name="Google Shape;3132;p79"/>
                <p:cNvSpPr/>
                <p:nvPr/>
              </p:nvSpPr>
              <p:spPr>
                <a:xfrm>
                  <a:off x="4217800" y="4370325"/>
                  <a:ext cx="260100" cy="1122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3" name="Google Shape;3133;p79"/>
                <p:cNvSpPr/>
                <p:nvPr/>
              </p:nvSpPr>
              <p:spPr>
                <a:xfrm rot="10800000">
                  <a:off x="4217800" y="4481950"/>
                  <a:ext cx="260100" cy="134100"/>
                </a:xfrm>
                <a:prstGeom prst="round2SameRect">
                  <a:avLst>
                    <a:gd name="adj1" fmla="val 7736"/>
                    <a:gd name="adj2" fmla="val 0"/>
                  </a:avLst>
                </a:pr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134" name="Google Shape;3134;p79">
              <a:hlinkClick r:id="rId4" action="ppaction://hlinksldjump"/>
            </p:cNvPr>
            <p:cNvSpPr/>
            <p:nvPr/>
          </p:nvSpPr>
          <p:spPr>
            <a:xfrm>
              <a:off x="803388" y="4154150"/>
              <a:ext cx="364200" cy="3642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 descr="Porco Forte Ilustrações, Vetores E Clipart De Stock – (2,397 Stock  Illustrations)">
            <a:extLst>
              <a:ext uri="{FF2B5EF4-FFF2-40B4-BE49-F238E27FC236}">
                <a16:creationId xmlns:a16="http://schemas.microsoft.com/office/drawing/2014/main" id="{A75123A4-5837-62C7-0DFD-730AFBEB8C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61"/>
          <a:stretch/>
        </p:blipFill>
        <p:spPr bwMode="auto">
          <a:xfrm>
            <a:off x="2927133" y="1117714"/>
            <a:ext cx="2168619" cy="17558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acho de uvas | Vetor Premium">
            <a:extLst>
              <a:ext uri="{FF2B5EF4-FFF2-40B4-BE49-F238E27FC236}">
                <a16:creationId xmlns:a16="http://schemas.microsoft.com/office/drawing/2014/main" id="{9E23617A-F4A9-E534-3428-D0D8CDF0A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819" y="3102425"/>
            <a:ext cx="2038443" cy="203844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Sr. Incrível | Wikia Liber Proeliis | Fandom">
            <a:extLst>
              <a:ext uri="{FF2B5EF4-FFF2-40B4-BE49-F238E27FC236}">
                <a16:creationId xmlns:a16="http://schemas.microsoft.com/office/drawing/2014/main" id="{87869C3E-6579-3C4B-C81D-EF9317C24F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049"/>
          <a:stretch/>
        </p:blipFill>
        <p:spPr bwMode="auto">
          <a:xfrm>
            <a:off x="5264891" y="2453018"/>
            <a:ext cx="2871787" cy="2517814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14" name="Google Shape;3814;p92"/>
          <p:cNvSpPr txBox="1">
            <a:spLocks noGrp="1"/>
          </p:cNvSpPr>
          <p:nvPr>
            <p:ph type="title"/>
          </p:nvPr>
        </p:nvSpPr>
        <p:spPr>
          <a:xfrm flipH="1">
            <a:off x="1520679" y="571869"/>
            <a:ext cx="2824974" cy="712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Amanhã:</a:t>
            </a:r>
            <a:endParaRPr dirty="0"/>
          </a:p>
        </p:txBody>
      </p:sp>
      <p:grpSp>
        <p:nvGrpSpPr>
          <p:cNvPr id="3867" name="Google Shape;3867;p92"/>
          <p:cNvGrpSpPr/>
          <p:nvPr/>
        </p:nvGrpSpPr>
        <p:grpSpPr>
          <a:xfrm>
            <a:off x="5191117" y="203076"/>
            <a:ext cx="1353211" cy="1475866"/>
            <a:chOff x="4402701" y="2215475"/>
            <a:chExt cx="1353211" cy="1475866"/>
          </a:xfrm>
        </p:grpSpPr>
        <p:cxnSp>
          <p:nvCxnSpPr>
            <p:cNvPr id="3868" name="Google Shape;3868;p92"/>
            <p:cNvCxnSpPr/>
            <p:nvPr/>
          </p:nvCxnSpPr>
          <p:spPr>
            <a:xfrm flipH="1">
              <a:off x="4822525" y="2837525"/>
              <a:ext cx="457800" cy="52620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69" name="Google Shape;3869;p92"/>
            <p:cNvCxnSpPr/>
            <p:nvPr/>
          </p:nvCxnSpPr>
          <p:spPr>
            <a:xfrm rot="10800000" flipH="1">
              <a:off x="4671050" y="2823350"/>
              <a:ext cx="600600" cy="15720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870" name="Google Shape;3870;p92"/>
            <p:cNvGrpSpPr/>
            <p:nvPr/>
          </p:nvGrpSpPr>
          <p:grpSpPr>
            <a:xfrm rot="1877371">
              <a:off x="4656005" y="2347143"/>
              <a:ext cx="846603" cy="1212530"/>
              <a:chOff x="7596727" y="2278475"/>
              <a:chExt cx="705203" cy="1010013"/>
            </a:xfrm>
          </p:grpSpPr>
          <p:sp>
            <p:nvSpPr>
              <p:cNvPr id="3871" name="Google Shape;3871;p92"/>
              <p:cNvSpPr/>
              <p:nvPr/>
            </p:nvSpPr>
            <p:spPr>
              <a:xfrm>
                <a:off x="7688409" y="2385360"/>
                <a:ext cx="544909" cy="800719"/>
              </a:xfrm>
              <a:custGeom>
                <a:avLst/>
                <a:gdLst/>
                <a:ahLst/>
                <a:cxnLst/>
                <a:rect l="l" t="t" r="r" b="b"/>
                <a:pathLst>
                  <a:path w="5353" h="7866" fill="none" extrusionOk="0">
                    <a:moveTo>
                      <a:pt x="1" y="6005"/>
                    </a:moveTo>
                    <a:lnTo>
                      <a:pt x="2196" y="7866"/>
                    </a:lnTo>
                    <a:lnTo>
                      <a:pt x="4453" y="6993"/>
                    </a:lnTo>
                    <a:lnTo>
                      <a:pt x="5353" y="3678"/>
                    </a:lnTo>
                    <a:lnTo>
                      <a:pt x="3281" y="1994"/>
                    </a:lnTo>
                    <a:lnTo>
                      <a:pt x="3995" y="1"/>
                    </a:lnTo>
                  </a:path>
                </a:pathLst>
              </a:custGeom>
              <a:noFill/>
              <a:ln w="19050" cap="flat" cmpd="sng">
                <a:solidFill>
                  <a:schemeClr val="accent4"/>
                </a:solidFill>
                <a:prstDash val="solid"/>
                <a:miter lim="881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2" name="Google Shape;3872;p92"/>
              <p:cNvSpPr/>
              <p:nvPr/>
            </p:nvSpPr>
            <p:spPr>
              <a:xfrm>
                <a:off x="7596727" y="2935060"/>
                <a:ext cx="151086" cy="123773"/>
              </a:xfrm>
              <a:custGeom>
                <a:avLst/>
                <a:gdLst/>
                <a:ahLst/>
                <a:cxnLst/>
                <a:rect l="l" t="t" r="r" b="b"/>
                <a:pathLst>
                  <a:path w="2451" h="2008" extrusionOk="0">
                    <a:moveTo>
                      <a:pt x="1220" y="0"/>
                    </a:moveTo>
                    <a:cubicBezTo>
                      <a:pt x="1086" y="0"/>
                      <a:pt x="950" y="27"/>
                      <a:pt x="821" y="84"/>
                    </a:cubicBezTo>
                    <a:cubicBezTo>
                      <a:pt x="1" y="437"/>
                      <a:pt x="18" y="1610"/>
                      <a:pt x="856" y="1936"/>
                    </a:cubicBezTo>
                    <a:cubicBezTo>
                      <a:pt x="982" y="1985"/>
                      <a:pt x="1108" y="2008"/>
                      <a:pt x="1229" y="2008"/>
                    </a:cubicBezTo>
                    <a:cubicBezTo>
                      <a:pt x="1911" y="2008"/>
                      <a:pt x="2450" y="1292"/>
                      <a:pt x="2143" y="596"/>
                    </a:cubicBezTo>
                    <a:cubicBezTo>
                      <a:pt x="1973" y="223"/>
                      <a:pt x="1604" y="0"/>
                      <a:pt x="12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3" name="Google Shape;3873;p92"/>
              <p:cNvSpPr/>
              <p:nvPr/>
            </p:nvSpPr>
            <p:spPr>
              <a:xfrm rot="122">
                <a:off x="7956184" y="2513983"/>
                <a:ext cx="159741" cy="141222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012" extrusionOk="0">
                    <a:moveTo>
                      <a:pt x="1138" y="1"/>
                    </a:moveTo>
                    <a:cubicBezTo>
                      <a:pt x="733" y="1"/>
                      <a:pt x="353" y="248"/>
                      <a:pt x="204" y="642"/>
                    </a:cubicBezTo>
                    <a:cubicBezTo>
                      <a:pt x="1" y="1163"/>
                      <a:pt x="265" y="1744"/>
                      <a:pt x="777" y="1947"/>
                    </a:cubicBezTo>
                    <a:cubicBezTo>
                      <a:pt x="895" y="1991"/>
                      <a:pt x="1015" y="2012"/>
                      <a:pt x="1134" y="2012"/>
                    </a:cubicBezTo>
                    <a:cubicBezTo>
                      <a:pt x="1541" y="2012"/>
                      <a:pt x="1925" y="1768"/>
                      <a:pt x="2082" y="1365"/>
                    </a:cubicBezTo>
                    <a:cubicBezTo>
                      <a:pt x="2276" y="845"/>
                      <a:pt x="2020" y="263"/>
                      <a:pt x="1500" y="69"/>
                    </a:cubicBezTo>
                    <a:cubicBezTo>
                      <a:pt x="1381" y="23"/>
                      <a:pt x="1258" y="1"/>
                      <a:pt x="113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4" name="Google Shape;3874;p92"/>
              <p:cNvSpPr/>
              <p:nvPr/>
            </p:nvSpPr>
            <p:spPr>
              <a:xfrm rot="-141">
                <a:off x="8162881" y="2697614"/>
                <a:ext cx="139047" cy="122969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013" extrusionOk="0">
                    <a:moveTo>
                      <a:pt x="1142" y="1"/>
                    </a:moveTo>
                    <a:cubicBezTo>
                      <a:pt x="741" y="1"/>
                      <a:pt x="360" y="248"/>
                      <a:pt x="203" y="642"/>
                    </a:cubicBezTo>
                    <a:cubicBezTo>
                      <a:pt x="1" y="1162"/>
                      <a:pt x="256" y="1744"/>
                      <a:pt x="776" y="1947"/>
                    </a:cubicBezTo>
                    <a:cubicBezTo>
                      <a:pt x="894" y="1991"/>
                      <a:pt x="1016" y="2012"/>
                      <a:pt x="1135" y="2012"/>
                    </a:cubicBezTo>
                    <a:cubicBezTo>
                      <a:pt x="1541" y="2012"/>
                      <a:pt x="1925" y="1769"/>
                      <a:pt x="2081" y="1374"/>
                    </a:cubicBezTo>
                    <a:cubicBezTo>
                      <a:pt x="2275" y="854"/>
                      <a:pt x="2020" y="272"/>
                      <a:pt x="1499" y="69"/>
                    </a:cubicBezTo>
                    <a:cubicBezTo>
                      <a:pt x="1382" y="23"/>
                      <a:pt x="1261" y="1"/>
                      <a:pt x="11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5" name="Google Shape;3875;p92"/>
              <p:cNvSpPr/>
              <p:nvPr/>
            </p:nvSpPr>
            <p:spPr>
              <a:xfrm>
                <a:off x="8102655" y="2995987"/>
                <a:ext cx="153388" cy="125799"/>
              </a:xfrm>
              <a:custGeom>
                <a:avLst/>
                <a:gdLst/>
                <a:ahLst/>
                <a:cxnLst/>
                <a:rect l="l" t="t" r="r" b="b"/>
                <a:pathLst>
                  <a:path w="2450" h="2009" extrusionOk="0">
                    <a:moveTo>
                      <a:pt x="1223" y="1"/>
                    </a:moveTo>
                    <a:cubicBezTo>
                      <a:pt x="1089" y="1"/>
                      <a:pt x="952" y="28"/>
                      <a:pt x="820" y="85"/>
                    </a:cubicBezTo>
                    <a:cubicBezTo>
                      <a:pt x="0" y="446"/>
                      <a:pt x="27" y="1619"/>
                      <a:pt x="855" y="1936"/>
                    </a:cubicBezTo>
                    <a:cubicBezTo>
                      <a:pt x="983" y="1986"/>
                      <a:pt x="1109" y="2008"/>
                      <a:pt x="1231" y="2008"/>
                    </a:cubicBezTo>
                    <a:cubicBezTo>
                      <a:pt x="1912" y="2008"/>
                      <a:pt x="2449" y="1300"/>
                      <a:pt x="2143" y="605"/>
                    </a:cubicBezTo>
                    <a:cubicBezTo>
                      <a:pt x="1979" y="225"/>
                      <a:pt x="1611" y="1"/>
                      <a:pt x="12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6" name="Google Shape;3876;p92"/>
              <p:cNvSpPr/>
              <p:nvPr/>
            </p:nvSpPr>
            <p:spPr>
              <a:xfrm>
                <a:off x="7787151" y="3083778"/>
                <a:ext cx="249500" cy="204710"/>
              </a:xfrm>
              <a:custGeom>
                <a:avLst/>
                <a:gdLst/>
                <a:ahLst/>
                <a:cxnLst/>
                <a:rect l="l" t="t" r="r" b="b"/>
                <a:pathLst>
                  <a:path w="2451" h="2011" extrusionOk="0">
                    <a:moveTo>
                      <a:pt x="1228" y="0"/>
                    </a:moveTo>
                    <a:cubicBezTo>
                      <a:pt x="1092" y="0"/>
                      <a:pt x="954" y="28"/>
                      <a:pt x="821" y="88"/>
                    </a:cubicBezTo>
                    <a:cubicBezTo>
                      <a:pt x="1" y="440"/>
                      <a:pt x="27" y="1613"/>
                      <a:pt x="856" y="1939"/>
                    </a:cubicBezTo>
                    <a:cubicBezTo>
                      <a:pt x="982" y="1988"/>
                      <a:pt x="1108" y="2011"/>
                      <a:pt x="1229" y="2011"/>
                    </a:cubicBezTo>
                    <a:cubicBezTo>
                      <a:pt x="1911" y="2011"/>
                      <a:pt x="2450" y="1295"/>
                      <a:pt x="2143" y="599"/>
                    </a:cubicBezTo>
                    <a:cubicBezTo>
                      <a:pt x="1980" y="227"/>
                      <a:pt x="1614" y="0"/>
                      <a:pt x="12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7" name="Google Shape;3877;p92"/>
              <p:cNvSpPr/>
              <p:nvPr/>
            </p:nvSpPr>
            <p:spPr>
              <a:xfrm>
                <a:off x="8013339" y="2278475"/>
                <a:ext cx="158088" cy="139357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1369" extrusionOk="0">
                    <a:moveTo>
                      <a:pt x="776" y="1"/>
                    </a:moveTo>
                    <a:cubicBezTo>
                      <a:pt x="502" y="1"/>
                      <a:pt x="243" y="162"/>
                      <a:pt x="142" y="434"/>
                    </a:cubicBezTo>
                    <a:cubicBezTo>
                      <a:pt x="1" y="786"/>
                      <a:pt x="177" y="1183"/>
                      <a:pt x="530" y="1324"/>
                    </a:cubicBezTo>
                    <a:cubicBezTo>
                      <a:pt x="609" y="1354"/>
                      <a:pt x="691" y="1368"/>
                      <a:pt x="771" y="1368"/>
                    </a:cubicBezTo>
                    <a:cubicBezTo>
                      <a:pt x="1048" y="1368"/>
                      <a:pt x="1311" y="1201"/>
                      <a:pt x="1420" y="927"/>
                    </a:cubicBezTo>
                    <a:cubicBezTo>
                      <a:pt x="1552" y="575"/>
                      <a:pt x="1376" y="178"/>
                      <a:pt x="1023" y="46"/>
                    </a:cubicBezTo>
                    <a:cubicBezTo>
                      <a:pt x="942" y="15"/>
                      <a:pt x="858" y="1"/>
                      <a:pt x="7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5122" name="Picture 2" descr="Ilustração em vetor plana homem voador desenho de personagem de desenho  isolado no fundo branco. | Vetor Premium">
            <a:extLst>
              <a:ext uri="{FF2B5EF4-FFF2-40B4-BE49-F238E27FC236}">
                <a16:creationId xmlns:a16="http://schemas.microsoft.com/office/drawing/2014/main" id="{B66EC2A1-9F32-2CC2-929F-8E337349D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996" y="1350029"/>
            <a:ext cx="2582862" cy="198634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18" name="Google Shape;3818;p92"/>
          <p:cNvGrpSpPr/>
          <p:nvPr/>
        </p:nvGrpSpPr>
        <p:grpSpPr>
          <a:xfrm flipH="1">
            <a:off x="205881" y="1813626"/>
            <a:ext cx="2770535" cy="3392063"/>
            <a:chOff x="2434077" y="2959126"/>
            <a:chExt cx="1817578" cy="2225325"/>
          </a:xfrm>
        </p:grpSpPr>
        <p:sp>
          <p:nvSpPr>
            <p:cNvPr id="3819" name="Google Shape;3819;p92"/>
            <p:cNvSpPr/>
            <p:nvPr/>
          </p:nvSpPr>
          <p:spPr>
            <a:xfrm flipH="1">
              <a:off x="2900976" y="3012935"/>
              <a:ext cx="503706" cy="805579"/>
            </a:xfrm>
            <a:custGeom>
              <a:avLst/>
              <a:gdLst/>
              <a:ahLst/>
              <a:cxnLst/>
              <a:rect l="l" t="t" r="r" b="b"/>
              <a:pathLst>
                <a:path w="10634" h="17007" extrusionOk="0">
                  <a:moveTo>
                    <a:pt x="3377" y="0"/>
                  </a:moveTo>
                  <a:cubicBezTo>
                    <a:pt x="2176" y="0"/>
                    <a:pt x="1296" y="498"/>
                    <a:pt x="1296" y="498"/>
                  </a:cubicBezTo>
                  <a:lnTo>
                    <a:pt x="388" y="12084"/>
                  </a:lnTo>
                  <a:cubicBezTo>
                    <a:pt x="1" y="15123"/>
                    <a:pt x="1757" y="17007"/>
                    <a:pt x="3970" y="17007"/>
                  </a:cubicBezTo>
                  <a:cubicBezTo>
                    <a:pt x="5031" y="17007"/>
                    <a:pt x="6197" y="16574"/>
                    <a:pt x="7283" y="15628"/>
                  </a:cubicBezTo>
                  <a:cubicBezTo>
                    <a:pt x="10633" y="12710"/>
                    <a:pt x="7424" y="9694"/>
                    <a:pt x="6322" y="7349"/>
                  </a:cubicBezTo>
                  <a:cubicBezTo>
                    <a:pt x="5220" y="5004"/>
                    <a:pt x="8526" y="3081"/>
                    <a:pt x="6181" y="1071"/>
                  </a:cubicBezTo>
                  <a:cubicBezTo>
                    <a:pt x="5216" y="244"/>
                    <a:pt x="4218" y="0"/>
                    <a:pt x="3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92"/>
            <p:cNvSpPr/>
            <p:nvPr/>
          </p:nvSpPr>
          <p:spPr>
            <a:xfrm flipH="1">
              <a:off x="2965727" y="3002799"/>
              <a:ext cx="378419" cy="744996"/>
            </a:xfrm>
            <a:custGeom>
              <a:avLst/>
              <a:gdLst/>
              <a:ahLst/>
              <a:cxnLst/>
              <a:rect l="l" t="t" r="r" b="b"/>
              <a:pathLst>
                <a:path w="7989" h="15728" extrusionOk="0">
                  <a:moveTo>
                    <a:pt x="2246" y="0"/>
                  </a:moveTo>
                  <a:cubicBezTo>
                    <a:pt x="2165" y="0"/>
                    <a:pt x="2084" y="2"/>
                    <a:pt x="2002" y="7"/>
                  </a:cubicBezTo>
                  <a:cubicBezTo>
                    <a:pt x="1641" y="24"/>
                    <a:pt x="1270" y="77"/>
                    <a:pt x="918" y="183"/>
                  </a:cubicBezTo>
                  <a:cubicBezTo>
                    <a:pt x="688" y="245"/>
                    <a:pt x="459" y="324"/>
                    <a:pt x="239" y="421"/>
                  </a:cubicBezTo>
                  <a:cubicBezTo>
                    <a:pt x="159" y="456"/>
                    <a:pt x="80" y="501"/>
                    <a:pt x="1" y="545"/>
                  </a:cubicBezTo>
                  <a:lnTo>
                    <a:pt x="300" y="1030"/>
                  </a:lnTo>
                  <a:cubicBezTo>
                    <a:pt x="353" y="994"/>
                    <a:pt x="415" y="959"/>
                    <a:pt x="486" y="933"/>
                  </a:cubicBezTo>
                  <a:cubicBezTo>
                    <a:pt x="671" y="836"/>
                    <a:pt x="865" y="756"/>
                    <a:pt x="1067" y="686"/>
                  </a:cubicBezTo>
                  <a:cubicBezTo>
                    <a:pt x="1385" y="580"/>
                    <a:pt x="1711" y="509"/>
                    <a:pt x="2037" y="483"/>
                  </a:cubicBezTo>
                  <a:cubicBezTo>
                    <a:pt x="2173" y="466"/>
                    <a:pt x="2309" y="458"/>
                    <a:pt x="2445" y="458"/>
                  </a:cubicBezTo>
                  <a:cubicBezTo>
                    <a:pt x="2741" y="458"/>
                    <a:pt x="3035" y="496"/>
                    <a:pt x="3325" y="562"/>
                  </a:cubicBezTo>
                  <a:cubicBezTo>
                    <a:pt x="3563" y="615"/>
                    <a:pt x="3792" y="694"/>
                    <a:pt x="4021" y="800"/>
                  </a:cubicBezTo>
                  <a:cubicBezTo>
                    <a:pt x="4259" y="906"/>
                    <a:pt x="4497" y="1038"/>
                    <a:pt x="4718" y="1188"/>
                  </a:cubicBezTo>
                  <a:lnTo>
                    <a:pt x="4885" y="1320"/>
                  </a:lnTo>
                  <a:lnTo>
                    <a:pt x="4929" y="1347"/>
                  </a:lnTo>
                  <a:lnTo>
                    <a:pt x="4938" y="1356"/>
                  </a:lnTo>
                  <a:lnTo>
                    <a:pt x="4947" y="1356"/>
                  </a:lnTo>
                  <a:lnTo>
                    <a:pt x="4965" y="1373"/>
                  </a:lnTo>
                  <a:lnTo>
                    <a:pt x="5053" y="1444"/>
                  </a:lnTo>
                  <a:cubicBezTo>
                    <a:pt x="5106" y="1488"/>
                    <a:pt x="5159" y="1532"/>
                    <a:pt x="5203" y="1585"/>
                  </a:cubicBezTo>
                  <a:cubicBezTo>
                    <a:pt x="5256" y="1629"/>
                    <a:pt x="5308" y="1682"/>
                    <a:pt x="5353" y="1735"/>
                  </a:cubicBezTo>
                  <a:cubicBezTo>
                    <a:pt x="5547" y="1946"/>
                    <a:pt x="5679" y="2193"/>
                    <a:pt x="5758" y="2467"/>
                  </a:cubicBezTo>
                  <a:cubicBezTo>
                    <a:pt x="5829" y="2758"/>
                    <a:pt x="5837" y="3057"/>
                    <a:pt x="5776" y="3348"/>
                  </a:cubicBezTo>
                  <a:cubicBezTo>
                    <a:pt x="5723" y="3666"/>
                    <a:pt x="5635" y="3974"/>
                    <a:pt x="5529" y="4274"/>
                  </a:cubicBezTo>
                  <a:cubicBezTo>
                    <a:pt x="5317" y="4883"/>
                    <a:pt x="5062" y="5526"/>
                    <a:pt x="5026" y="6214"/>
                  </a:cubicBezTo>
                  <a:cubicBezTo>
                    <a:pt x="5009" y="6558"/>
                    <a:pt x="5062" y="6902"/>
                    <a:pt x="5176" y="7228"/>
                  </a:cubicBezTo>
                  <a:cubicBezTo>
                    <a:pt x="5203" y="7307"/>
                    <a:pt x="5238" y="7378"/>
                    <a:pt x="5273" y="7457"/>
                  </a:cubicBezTo>
                  <a:cubicBezTo>
                    <a:pt x="5308" y="7536"/>
                    <a:pt x="5353" y="7598"/>
                    <a:pt x="5397" y="7678"/>
                  </a:cubicBezTo>
                  <a:cubicBezTo>
                    <a:pt x="5476" y="7819"/>
                    <a:pt x="5555" y="7968"/>
                    <a:pt x="5644" y="8101"/>
                  </a:cubicBezTo>
                  <a:cubicBezTo>
                    <a:pt x="5996" y="8665"/>
                    <a:pt x="6367" y="9185"/>
                    <a:pt x="6702" y="9714"/>
                  </a:cubicBezTo>
                  <a:cubicBezTo>
                    <a:pt x="7037" y="10208"/>
                    <a:pt x="7328" y="10737"/>
                    <a:pt x="7574" y="11284"/>
                  </a:cubicBezTo>
                  <a:cubicBezTo>
                    <a:pt x="7786" y="11769"/>
                    <a:pt x="7918" y="12298"/>
                    <a:pt x="7945" y="12827"/>
                  </a:cubicBezTo>
                  <a:cubicBezTo>
                    <a:pt x="7962" y="13285"/>
                    <a:pt x="7883" y="13735"/>
                    <a:pt x="7707" y="14149"/>
                  </a:cubicBezTo>
                  <a:cubicBezTo>
                    <a:pt x="7574" y="14475"/>
                    <a:pt x="7389" y="14775"/>
                    <a:pt x="7178" y="15057"/>
                  </a:cubicBezTo>
                  <a:cubicBezTo>
                    <a:pt x="7090" y="15172"/>
                    <a:pt x="7001" y="15269"/>
                    <a:pt x="6931" y="15348"/>
                  </a:cubicBezTo>
                  <a:cubicBezTo>
                    <a:pt x="6851" y="15436"/>
                    <a:pt x="6781" y="15507"/>
                    <a:pt x="6728" y="15560"/>
                  </a:cubicBezTo>
                  <a:lnTo>
                    <a:pt x="6560" y="15727"/>
                  </a:lnTo>
                  <a:lnTo>
                    <a:pt x="6728" y="15578"/>
                  </a:lnTo>
                  <a:cubicBezTo>
                    <a:pt x="6799" y="15507"/>
                    <a:pt x="6860" y="15436"/>
                    <a:pt x="6931" y="15366"/>
                  </a:cubicBezTo>
                  <a:cubicBezTo>
                    <a:pt x="7019" y="15278"/>
                    <a:pt x="7098" y="15172"/>
                    <a:pt x="7178" y="15075"/>
                  </a:cubicBezTo>
                  <a:cubicBezTo>
                    <a:pt x="7398" y="14802"/>
                    <a:pt x="7583" y="14493"/>
                    <a:pt x="7716" y="14176"/>
                  </a:cubicBezTo>
                  <a:cubicBezTo>
                    <a:pt x="7901" y="13752"/>
                    <a:pt x="7989" y="13303"/>
                    <a:pt x="7971" y="12844"/>
                  </a:cubicBezTo>
                  <a:cubicBezTo>
                    <a:pt x="7954" y="12298"/>
                    <a:pt x="7830" y="11769"/>
                    <a:pt x="7619" y="11275"/>
                  </a:cubicBezTo>
                  <a:cubicBezTo>
                    <a:pt x="7380" y="10719"/>
                    <a:pt x="7098" y="10182"/>
                    <a:pt x="6781" y="9679"/>
                  </a:cubicBezTo>
                  <a:cubicBezTo>
                    <a:pt x="6455" y="9150"/>
                    <a:pt x="6084" y="8612"/>
                    <a:pt x="5758" y="8048"/>
                  </a:cubicBezTo>
                  <a:cubicBezTo>
                    <a:pt x="5670" y="7907"/>
                    <a:pt x="5591" y="7766"/>
                    <a:pt x="5511" y="7625"/>
                  </a:cubicBezTo>
                  <a:cubicBezTo>
                    <a:pt x="5476" y="7545"/>
                    <a:pt x="5432" y="7475"/>
                    <a:pt x="5405" y="7404"/>
                  </a:cubicBezTo>
                  <a:cubicBezTo>
                    <a:pt x="5370" y="7325"/>
                    <a:pt x="5335" y="7254"/>
                    <a:pt x="5308" y="7175"/>
                  </a:cubicBezTo>
                  <a:cubicBezTo>
                    <a:pt x="5211" y="6875"/>
                    <a:pt x="5167" y="6549"/>
                    <a:pt x="5194" y="6232"/>
                  </a:cubicBezTo>
                  <a:cubicBezTo>
                    <a:pt x="5247" y="5579"/>
                    <a:pt x="5511" y="4971"/>
                    <a:pt x="5741" y="4354"/>
                  </a:cubicBezTo>
                  <a:cubicBezTo>
                    <a:pt x="5864" y="4045"/>
                    <a:pt x="5961" y="3728"/>
                    <a:pt x="6031" y="3410"/>
                  </a:cubicBezTo>
                  <a:cubicBezTo>
                    <a:pt x="6111" y="3075"/>
                    <a:pt x="6111" y="2731"/>
                    <a:pt x="6031" y="2405"/>
                  </a:cubicBezTo>
                  <a:cubicBezTo>
                    <a:pt x="5952" y="2088"/>
                    <a:pt x="5802" y="1788"/>
                    <a:pt x="5591" y="1532"/>
                  </a:cubicBezTo>
                  <a:cubicBezTo>
                    <a:pt x="5547" y="1470"/>
                    <a:pt x="5494" y="1409"/>
                    <a:pt x="5441" y="1356"/>
                  </a:cubicBezTo>
                  <a:cubicBezTo>
                    <a:pt x="5388" y="1303"/>
                    <a:pt x="5326" y="1241"/>
                    <a:pt x="5273" y="1197"/>
                  </a:cubicBezTo>
                  <a:lnTo>
                    <a:pt x="5185" y="1118"/>
                  </a:lnTo>
                  <a:lnTo>
                    <a:pt x="5167" y="1100"/>
                  </a:lnTo>
                  <a:lnTo>
                    <a:pt x="5150" y="1082"/>
                  </a:lnTo>
                  <a:lnTo>
                    <a:pt x="5141" y="1074"/>
                  </a:lnTo>
                  <a:lnTo>
                    <a:pt x="5097" y="1047"/>
                  </a:lnTo>
                  <a:cubicBezTo>
                    <a:pt x="5035" y="1003"/>
                    <a:pt x="4982" y="950"/>
                    <a:pt x="4929" y="906"/>
                  </a:cubicBezTo>
                  <a:cubicBezTo>
                    <a:pt x="4480" y="571"/>
                    <a:pt x="3968" y="315"/>
                    <a:pt x="3422" y="157"/>
                  </a:cubicBezTo>
                  <a:cubicBezTo>
                    <a:pt x="3040" y="54"/>
                    <a:pt x="2647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92"/>
            <p:cNvSpPr/>
            <p:nvPr/>
          </p:nvSpPr>
          <p:spPr>
            <a:xfrm flipH="1">
              <a:off x="3030903" y="3532225"/>
              <a:ext cx="694976" cy="448381"/>
            </a:xfrm>
            <a:custGeom>
              <a:avLst/>
              <a:gdLst/>
              <a:ahLst/>
              <a:cxnLst/>
              <a:rect l="l" t="t" r="r" b="b"/>
              <a:pathLst>
                <a:path w="14672" h="9466" extrusionOk="0">
                  <a:moveTo>
                    <a:pt x="5520" y="1"/>
                  </a:moveTo>
                  <a:lnTo>
                    <a:pt x="5247" y="3898"/>
                  </a:lnTo>
                  <a:cubicBezTo>
                    <a:pt x="4277" y="4577"/>
                    <a:pt x="3157" y="5018"/>
                    <a:pt x="1985" y="5176"/>
                  </a:cubicBezTo>
                  <a:cubicBezTo>
                    <a:pt x="1" y="5450"/>
                    <a:pt x="27" y="7284"/>
                    <a:pt x="988" y="8959"/>
                  </a:cubicBezTo>
                  <a:cubicBezTo>
                    <a:pt x="1192" y="9312"/>
                    <a:pt x="1932" y="9465"/>
                    <a:pt x="2965" y="9465"/>
                  </a:cubicBezTo>
                  <a:cubicBezTo>
                    <a:pt x="6801" y="9465"/>
                    <a:pt x="14671" y="7349"/>
                    <a:pt x="14011" y="5529"/>
                  </a:cubicBezTo>
                  <a:cubicBezTo>
                    <a:pt x="13549" y="4254"/>
                    <a:pt x="12069" y="4035"/>
                    <a:pt x="10734" y="4035"/>
                  </a:cubicBezTo>
                  <a:cubicBezTo>
                    <a:pt x="10034" y="4035"/>
                    <a:pt x="9373" y="4095"/>
                    <a:pt x="8921" y="4095"/>
                  </a:cubicBezTo>
                  <a:cubicBezTo>
                    <a:pt x="8674" y="4095"/>
                    <a:pt x="8490" y="4077"/>
                    <a:pt x="8395" y="4021"/>
                  </a:cubicBezTo>
                  <a:cubicBezTo>
                    <a:pt x="7804" y="3660"/>
                    <a:pt x="8553" y="874"/>
                    <a:pt x="8553" y="874"/>
                  </a:cubicBezTo>
                  <a:lnTo>
                    <a:pt x="8712" y="909"/>
                  </a:lnTo>
                  <a:lnTo>
                    <a:pt x="5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92"/>
            <p:cNvSpPr/>
            <p:nvPr/>
          </p:nvSpPr>
          <p:spPr>
            <a:xfrm flipH="1">
              <a:off x="3313167" y="3532225"/>
              <a:ext cx="155839" cy="133292"/>
            </a:xfrm>
            <a:custGeom>
              <a:avLst/>
              <a:gdLst/>
              <a:ahLst/>
              <a:cxnLst/>
              <a:rect l="l" t="t" r="r" b="b"/>
              <a:pathLst>
                <a:path w="3290" h="2814" extrusionOk="0">
                  <a:moveTo>
                    <a:pt x="106" y="1"/>
                  </a:moveTo>
                  <a:lnTo>
                    <a:pt x="0" y="1535"/>
                  </a:lnTo>
                  <a:cubicBezTo>
                    <a:pt x="529" y="1985"/>
                    <a:pt x="1191" y="2276"/>
                    <a:pt x="1852" y="2540"/>
                  </a:cubicBezTo>
                  <a:cubicBezTo>
                    <a:pt x="2152" y="2664"/>
                    <a:pt x="2451" y="2752"/>
                    <a:pt x="2769" y="2813"/>
                  </a:cubicBezTo>
                  <a:cubicBezTo>
                    <a:pt x="2839" y="2161"/>
                    <a:pt x="2963" y="1509"/>
                    <a:pt x="3130" y="874"/>
                  </a:cubicBezTo>
                  <a:lnTo>
                    <a:pt x="3289" y="909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92"/>
            <p:cNvSpPr/>
            <p:nvPr/>
          </p:nvSpPr>
          <p:spPr>
            <a:xfrm flipH="1">
              <a:off x="3139470" y="3136754"/>
              <a:ext cx="428107" cy="456575"/>
            </a:xfrm>
            <a:custGeom>
              <a:avLst/>
              <a:gdLst/>
              <a:ahLst/>
              <a:cxnLst/>
              <a:rect l="l" t="t" r="r" b="b"/>
              <a:pathLst>
                <a:path w="9038" h="9639" extrusionOk="0">
                  <a:moveTo>
                    <a:pt x="4845" y="0"/>
                  </a:moveTo>
                  <a:cubicBezTo>
                    <a:pt x="3097" y="0"/>
                    <a:pt x="1561" y="1764"/>
                    <a:pt x="1561" y="1764"/>
                  </a:cubicBezTo>
                  <a:cubicBezTo>
                    <a:pt x="1" y="5617"/>
                    <a:pt x="1438" y="7724"/>
                    <a:pt x="2919" y="9038"/>
                  </a:cubicBezTo>
                  <a:cubicBezTo>
                    <a:pt x="3367" y="9438"/>
                    <a:pt x="3991" y="9639"/>
                    <a:pt x="4658" y="9639"/>
                  </a:cubicBezTo>
                  <a:cubicBezTo>
                    <a:pt x="6184" y="9639"/>
                    <a:pt x="7941" y="8588"/>
                    <a:pt x="8377" y="6454"/>
                  </a:cubicBezTo>
                  <a:cubicBezTo>
                    <a:pt x="9038" y="3183"/>
                    <a:pt x="7865" y="494"/>
                    <a:pt x="5264" y="35"/>
                  </a:cubicBezTo>
                  <a:cubicBezTo>
                    <a:pt x="5124" y="11"/>
                    <a:pt x="4983" y="0"/>
                    <a:pt x="4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92"/>
            <p:cNvSpPr/>
            <p:nvPr/>
          </p:nvSpPr>
          <p:spPr>
            <a:xfrm flipH="1">
              <a:off x="3270583" y="3137985"/>
              <a:ext cx="296994" cy="455344"/>
            </a:xfrm>
            <a:custGeom>
              <a:avLst/>
              <a:gdLst/>
              <a:ahLst/>
              <a:cxnLst/>
              <a:rect l="l" t="t" r="r" b="b"/>
              <a:pathLst>
                <a:path w="6270" h="9613" extrusionOk="0">
                  <a:moveTo>
                    <a:pt x="4559" y="1"/>
                  </a:moveTo>
                  <a:lnTo>
                    <a:pt x="4559" y="1"/>
                  </a:lnTo>
                  <a:cubicBezTo>
                    <a:pt x="2928" y="168"/>
                    <a:pt x="1561" y="1738"/>
                    <a:pt x="1561" y="1738"/>
                  </a:cubicBezTo>
                  <a:cubicBezTo>
                    <a:pt x="1" y="5599"/>
                    <a:pt x="1447" y="7707"/>
                    <a:pt x="2919" y="9012"/>
                  </a:cubicBezTo>
                  <a:cubicBezTo>
                    <a:pt x="3364" y="9412"/>
                    <a:pt x="3984" y="9612"/>
                    <a:pt x="4648" y="9612"/>
                  </a:cubicBezTo>
                  <a:cubicBezTo>
                    <a:pt x="5183" y="9612"/>
                    <a:pt x="5746" y="9483"/>
                    <a:pt x="6269" y="9223"/>
                  </a:cubicBezTo>
                  <a:lnTo>
                    <a:pt x="6269" y="9223"/>
                  </a:lnTo>
                  <a:cubicBezTo>
                    <a:pt x="6124" y="9242"/>
                    <a:pt x="5980" y="9251"/>
                    <a:pt x="5837" y="9251"/>
                  </a:cubicBezTo>
                  <a:cubicBezTo>
                    <a:pt x="5174" y="9251"/>
                    <a:pt x="4550" y="9049"/>
                    <a:pt x="4100" y="8650"/>
                  </a:cubicBezTo>
                  <a:cubicBezTo>
                    <a:pt x="2628" y="7345"/>
                    <a:pt x="1182" y="5238"/>
                    <a:pt x="2743" y="1376"/>
                  </a:cubicBezTo>
                  <a:cubicBezTo>
                    <a:pt x="3263" y="821"/>
                    <a:pt x="3880" y="344"/>
                    <a:pt x="4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92"/>
            <p:cNvSpPr/>
            <p:nvPr/>
          </p:nvSpPr>
          <p:spPr>
            <a:xfrm flipH="1">
              <a:off x="3032940" y="3717479"/>
              <a:ext cx="693318" cy="596499"/>
            </a:xfrm>
            <a:custGeom>
              <a:avLst/>
              <a:gdLst/>
              <a:ahLst/>
              <a:cxnLst/>
              <a:rect l="l" t="t" r="r" b="b"/>
              <a:pathLst>
                <a:path w="14637" h="12593" extrusionOk="0">
                  <a:moveTo>
                    <a:pt x="10847" y="0"/>
                  </a:moveTo>
                  <a:cubicBezTo>
                    <a:pt x="10416" y="0"/>
                    <a:pt x="9999" y="23"/>
                    <a:pt x="9637" y="40"/>
                  </a:cubicBezTo>
                  <a:cubicBezTo>
                    <a:pt x="9134" y="851"/>
                    <a:pt x="8332" y="1468"/>
                    <a:pt x="7406" y="1556"/>
                  </a:cubicBezTo>
                  <a:cubicBezTo>
                    <a:pt x="7190" y="1575"/>
                    <a:pt x="6971" y="1585"/>
                    <a:pt x="6752" y="1585"/>
                  </a:cubicBezTo>
                  <a:cubicBezTo>
                    <a:pt x="5703" y="1585"/>
                    <a:pt x="4650" y="1353"/>
                    <a:pt x="3862" y="675"/>
                  </a:cubicBezTo>
                  <a:cubicBezTo>
                    <a:pt x="3262" y="922"/>
                    <a:pt x="2645" y="1089"/>
                    <a:pt x="2010" y="1177"/>
                  </a:cubicBezTo>
                  <a:cubicBezTo>
                    <a:pt x="0" y="1468"/>
                    <a:pt x="44" y="3364"/>
                    <a:pt x="1005" y="5101"/>
                  </a:cubicBezTo>
                  <a:cubicBezTo>
                    <a:pt x="1427" y="5852"/>
                    <a:pt x="5753" y="12592"/>
                    <a:pt x="8759" y="12592"/>
                  </a:cubicBezTo>
                  <a:cubicBezTo>
                    <a:pt x="8893" y="12592"/>
                    <a:pt x="9024" y="12579"/>
                    <a:pt x="9152" y="12551"/>
                  </a:cubicBezTo>
                  <a:cubicBezTo>
                    <a:pt x="12732" y="11775"/>
                    <a:pt x="14636" y="2844"/>
                    <a:pt x="14178" y="1548"/>
                  </a:cubicBezTo>
                  <a:cubicBezTo>
                    <a:pt x="13710" y="224"/>
                    <a:pt x="12202" y="0"/>
                    <a:pt x="10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92"/>
            <p:cNvSpPr/>
            <p:nvPr/>
          </p:nvSpPr>
          <p:spPr>
            <a:xfrm flipH="1">
              <a:off x="3215772" y="3471201"/>
              <a:ext cx="154986" cy="21979"/>
            </a:xfrm>
            <a:custGeom>
              <a:avLst/>
              <a:gdLst/>
              <a:ahLst/>
              <a:cxnLst/>
              <a:rect l="l" t="t" r="r" b="b"/>
              <a:pathLst>
                <a:path w="3272" h="464" extrusionOk="0">
                  <a:moveTo>
                    <a:pt x="1" y="1"/>
                  </a:moveTo>
                  <a:lnTo>
                    <a:pt x="1" y="1"/>
                  </a:lnTo>
                  <a:cubicBezTo>
                    <a:pt x="449" y="349"/>
                    <a:pt x="975" y="463"/>
                    <a:pt x="1472" y="463"/>
                  </a:cubicBezTo>
                  <a:cubicBezTo>
                    <a:pt x="2424" y="463"/>
                    <a:pt x="3272" y="45"/>
                    <a:pt x="3272" y="4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92"/>
            <p:cNvSpPr/>
            <p:nvPr/>
          </p:nvSpPr>
          <p:spPr>
            <a:xfrm flipH="1">
              <a:off x="2663760" y="3714353"/>
              <a:ext cx="507874" cy="658361"/>
            </a:xfrm>
            <a:custGeom>
              <a:avLst/>
              <a:gdLst/>
              <a:ahLst/>
              <a:cxnLst/>
              <a:rect l="l" t="t" r="r" b="b"/>
              <a:pathLst>
                <a:path w="10722" h="13899" extrusionOk="0">
                  <a:moveTo>
                    <a:pt x="0" y="0"/>
                  </a:moveTo>
                  <a:lnTo>
                    <a:pt x="1614" y="8888"/>
                  </a:lnTo>
                  <a:cubicBezTo>
                    <a:pt x="1614" y="8888"/>
                    <a:pt x="4745" y="13898"/>
                    <a:pt x="7010" y="13898"/>
                  </a:cubicBezTo>
                  <a:cubicBezTo>
                    <a:pt x="7072" y="13898"/>
                    <a:pt x="7134" y="13895"/>
                    <a:pt x="7195" y="13887"/>
                  </a:cubicBezTo>
                  <a:cubicBezTo>
                    <a:pt x="9478" y="13587"/>
                    <a:pt x="10722" y="2054"/>
                    <a:pt x="10722" y="2054"/>
                  </a:cubicBezTo>
                  <a:lnTo>
                    <a:pt x="7935" y="1243"/>
                  </a:lnTo>
                  <a:lnTo>
                    <a:pt x="6242" y="7636"/>
                  </a:lnTo>
                  <a:cubicBezTo>
                    <a:pt x="6242" y="7636"/>
                    <a:pt x="5281" y="5555"/>
                    <a:pt x="3888" y="3086"/>
                  </a:cubicBezTo>
                  <a:cubicBezTo>
                    <a:pt x="2204" y="7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92"/>
            <p:cNvSpPr/>
            <p:nvPr/>
          </p:nvSpPr>
          <p:spPr>
            <a:xfrm flipH="1">
              <a:off x="2434077" y="3415559"/>
              <a:ext cx="289463" cy="458849"/>
            </a:xfrm>
            <a:custGeom>
              <a:avLst/>
              <a:gdLst/>
              <a:ahLst/>
              <a:cxnLst/>
              <a:rect l="l" t="t" r="r" b="b"/>
              <a:pathLst>
                <a:path w="6111" h="9687" extrusionOk="0">
                  <a:moveTo>
                    <a:pt x="2861" y="1"/>
                  </a:moveTo>
                  <a:cubicBezTo>
                    <a:pt x="2481" y="1"/>
                    <a:pt x="2416" y="580"/>
                    <a:pt x="2822" y="639"/>
                  </a:cubicBezTo>
                  <a:lnTo>
                    <a:pt x="3087" y="674"/>
                  </a:lnTo>
                  <a:lnTo>
                    <a:pt x="2663" y="3892"/>
                  </a:lnTo>
                  <a:cubicBezTo>
                    <a:pt x="1191" y="4033"/>
                    <a:pt x="54" y="5250"/>
                    <a:pt x="27" y="6731"/>
                  </a:cubicBezTo>
                  <a:cubicBezTo>
                    <a:pt x="1" y="8204"/>
                    <a:pt x="1085" y="9465"/>
                    <a:pt x="2549" y="9659"/>
                  </a:cubicBezTo>
                  <a:cubicBezTo>
                    <a:pt x="2683" y="9677"/>
                    <a:pt x="2816" y="9686"/>
                    <a:pt x="2948" y="9686"/>
                  </a:cubicBezTo>
                  <a:cubicBezTo>
                    <a:pt x="4256" y="9686"/>
                    <a:pt x="5421" y="8795"/>
                    <a:pt x="5749" y="7490"/>
                  </a:cubicBezTo>
                  <a:cubicBezTo>
                    <a:pt x="6111" y="6061"/>
                    <a:pt x="5335" y="4580"/>
                    <a:pt x="3951" y="4069"/>
                  </a:cubicBezTo>
                  <a:lnTo>
                    <a:pt x="4383" y="842"/>
                  </a:lnTo>
                  <a:lnTo>
                    <a:pt x="4647" y="877"/>
                  </a:lnTo>
                  <a:cubicBezTo>
                    <a:pt x="4667" y="880"/>
                    <a:pt x="4686" y="881"/>
                    <a:pt x="4704" y="881"/>
                  </a:cubicBezTo>
                  <a:cubicBezTo>
                    <a:pt x="5077" y="881"/>
                    <a:pt x="5131" y="301"/>
                    <a:pt x="4735" y="251"/>
                  </a:cubicBezTo>
                  <a:lnTo>
                    <a:pt x="2910" y="4"/>
                  </a:lnTo>
                  <a:cubicBezTo>
                    <a:pt x="2893" y="2"/>
                    <a:pt x="2877" y="1"/>
                    <a:pt x="28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92"/>
            <p:cNvSpPr/>
            <p:nvPr/>
          </p:nvSpPr>
          <p:spPr>
            <a:xfrm flipH="1">
              <a:off x="2471640" y="3727711"/>
              <a:ext cx="205954" cy="119082"/>
            </a:xfrm>
            <a:custGeom>
              <a:avLst/>
              <a:gdLst/>
              <a:ahLst/>
              <a:cxnLst/>
              <a:rect l="l" t="t" r="r" b="b"/>
              <a:pathLst>
                <a:path w="4348" h="2514" extrusionOk="0">
                  <a:moveTo>
                    <a:pt x="4339" y="0"/>
                  </a:moveTo>
                  <a:lnTo>
                    <a:pt x="3836" y="141"/>
                  </a:lnTo>
                  <a:cubicBezTo>
                    <a:pt x="2566" y="494"/>
                    <a:pt x="1297" y="997"/>
                    <a:pt x="1" y="1243"/>
                  </a:cubicBezTo>
                  <a:cubicBezTo>
                    <a:pt x="395" y="2033"/>
                    <a:pt x="1197" y="2514"/>
                    <a:pt x="2052" y="2514"/>
                  </a:cubicBezTo>
                  <a:cubicBezTo>
                    <a:pt x="2228" y="2514"/>
                    <a:pt x="2407" y="2493"/>
                    <a:pt x="2584" y="2451"/>
                  </a:cubicBezTo>
                  <a:cubicBezTo>
                    <a:pt x="3616" y="2204"/>
                    <a:pt x="4347" y="1279"/>
                    <a:pt x="4347" y="212"/>
                  </a:cubicBezTo>
                  <a:cubicBezTo>
                    <a:pt x="4347" y="141"/>
                    <a:pt x="4347" y="71"/>
                    <a:pt x="4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92"/>
            <p:cNvSpPr/>
            <p:nvPr/>
          </p:nvSpPr>
          <p:spPr>
            <a:xfrm flipH="1">
              <a:off x="2482109" y="3608629"/>
              <a:ext cx="55562" cy="41968"/>
            </a:xfrm>
            <a:custGeom>
              <a:avLst/>
              <a:gdLst/>
              <a:ahLst/>
              <a:cxnLst/>
              <a:rect l="l" t="t" r="r" b="b"/>
              <a:pathLst>
                <a:path w="1173" h="886" extrusionOk="0">
                  <a:moveTo>
                    <a:pt x="830" y="1"/>
                  </a:moveTo>
                  <a:cubicBezTo>
                    <a:pt x="763" y="1"/>
                    <a:pt x="685" y="19"/>
                    <a:pt x="591" y="63"/>
                  </a:cubicBezTo>
                  <a:cubicBezTo>
                    <a:pt x="88" y="301"/>
                    <a:pt x="0" y="874"/>
                    <a:pt x="353" y="883"/>
                  </a:cubicBezTo>
                  <a:cubicBezTo>
                    <a:pt x="387" y="885"/>
                    <a:pt x="419" y="886"/>
                    <a:pt x="450" y="886"/>
                  </a:cubicBezTo>
                  <a:cubicBezTo>
                    <a:pt x="731" y="886"/>
                    <a:pt x="895" y="798"/>
                    <a:pt x="1173" y="345"/>
                  </a:cubicBezTo>
                  <a:cubicBezTo>
                    <a:pt x="1173" y="345"/>
                    <a:pt x="1120" y="1"/>
                    <a:pt x="8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92"/>
            <p:cNvSpPr/>
            <p:nvPr/>
          </p:nvSpPr>
          <p:spPr>
            <a:xfrm flipH="1">
              <a:off x="2462451" y="3635391"/>
              <a:ext cx="55609" cy="41968"/>
            </a:xfrm>
            <a:custGeom>
              <a:avLst/>
              <a:gdLst/>
              <a:ahLst/>
              <a:cxnLst/>
              <a:rect l="l" t="t" r="r" b="b"/>
              <a:pathLst>
                <a:path w="1174" h="886" extrusionOk="0">
                  <a:moveTo>
                    <a:pt x="834" y="0"/>
                  </a:moveTo>
                  <a:cubicBezTo>
                    <a:pt x="767" y="0"/>
                    <a:pt x="687" y="18"/>
                    <a:pt x="591" y="62"/>
                  </a:cubicBezTo>
                  <a:cubicBezTo>
                    <a:pt x="89" y="300"/>
                    <a:pt x="1" y="874"/>
                    <a:pt x="353" y="882"/>
                  </a:cubicBezTo>
                  <a:cubicBezTo>
                    <a:pt x="387" y="884"/>
                    <a:pt x="420" y="885"/>
                    <a:pt x="450" y="885"/>
                  </a:cubicBezTo>
                  <a:cubicBezTo>
                    <a:pt x="732" y="885"/>
                    <a:pt x="895" y="797"/>
                    <a:pt x="1173" y="345"/>
                  </a:cubicBezTo>
                  <a:cubicBezTo>
                    <a:pt x="1173" y="345"/>
                    <a:pt x="1127" y="0"/>
                    <a:pt x="8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92"/>
            <p:cNvSpPr/>
            <p:nvPr/>
          </p:nvSpPr>
          <p:spPr>
            <a:xfrm flipH="1">
              <a:off x="2503803" y="3587361"/>
              <a:ext cx="55609" cy="41968"/>
            </a:xfrm>
            <a:custGeom>
              <a:avLst/>
              <a:gdLst/>
              <a:ahLst/>
              <a:cxnLst/>
              <a:rect l="l" t="t" r="r" b="b"/>
              <a:pathLst>
                <a:path w="1174" h="886" extrusionOk="0">
                  <a:moveTo>
                    <a:pt x="830" y="0"/>
                  </a:moveTo>
                  <a:cubicBezTo>
                    <a:pt x="764" y="0"/>
                    <a:pt x="685" y="18"/>
                    <a:pt x="592" y="62"/>
                  </a:cubicBezTo>
                  <a:cubicBezTo>
                    <a:pt x="80" y="292"/>
                    <a:pt x="1" y="865"/>
                    <a:pt x="345" y="882"/>
                  </a:cubicBezTo>
                  <a:cubicBezTo>
                    <a:pt x="379" y="884"/>
                    <a:pt x="412" y="885"/>
                    <a:pt x="444" y="885"/>
                  </a:cubicBezTo>
                  <a:cubicBezTo>
                    <a:pt x="730" y="885"/>
                    <a:pt x="887" y="797"/>
                    <a:pt x="1173" y="345"/>
                  </a:cubicBezTo>
                  <a:cubicBezTo>
                    <a:pt x="1173" y="345"/>
                    <a:pt x="1121" y="0"/>
                    <a:pt x="8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92"/>
            <p:cNvSpPr/>
            <p:nvPr/>
          </p:nvSpPr>
          <p:spPr>
            <a:xfrm flipH="1">
              <a:off x="2648036" y="3602613"/>
              <a:ext cx="121024" cy="194870"/>
            </a:xfrm>
            <a:custGeom>
              <a:avLst/>
              <a:gdLst/>
              <a:ahLst/>
              <a:cxnLst/>
              <a:rect l="l" t="t" r="r" b="b"/>
              <a:pathLst>
                <a:path w="2555" h="4114" extrusionOk="0">
                  <a:moveTo>
                    <a:pt x="2314" y="0"/>
                  </a:moveTo>
                  <a:cubicBezTo>
                    <a:pt x="1958" y="0"/>
                    <a:pt x="806" y="625"/>
                    <a:pt x="627" y="798"/>
                  </a:cubicBezTo>
                  <a:cubicBezTo>
                    <a:pt x="362" y="1045"/>
                    <a:pt x="71" y="3197"/>
                    <a:pt x="1" y="3770"/>
                  </a:cubicBezTo>
                  <a:lnTo>
                    <a:pt x="1164" y="4114"/>
                  </a:lnTo>
                  <a:cubicBezTo>
                    <a:pt x="1279" y="3858"/>
                    <a:pt x="1411" y="3611"/>
                    <a:pt x="1561" y="3382"/>
                  </a:cubicBezTo>
                  <a:cubicBezTo>
                    <a:pt x="2531" y="1804"/>
                    <a:pt x="1411" y="1178"/>
                    <a:pt x="1411" y="1178"/>
                  </a:cubicBezTo>
                  <a:cubicBezTo>
                    <a:pt x="2433" y="283"/>
                    <a:pt x="2554" y="0"/>
                    <a:pt x="23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92"/>
            <p:cNvSpPr/>
            <p:nvPr/>
          </p:nvSpPr>
          <p:spPr>
            <a:xfrm flipH="1">
              <a:off x="2707624" y="3764847"/>
              <a:ext cx="61436" cy="34294"/>
            </a:xfrm>
            <a:custGeom>
              <a:avLst/>
              <a:gdLst/>
              <a:ahLst/>
              <a:cxnLst/>
              <a:rect l="l" t="t" r="r" b="b"/>
              <a:pathLst>
                <a:path w="1297" h="724" extrusionOk="0">
                  <a:moveTo>
                    <a:pt x="45" y="1"/>
                  </a:moveTo>
                  <a:cubicBezTo>
                    <a:pt x="1" y="292"/>
                    <a:pt x="1" y="336"/>
                    <a:pt x="1" y="336"/>
                  </a:cubicBezTo>
                  <a:lnTo>
                    <a:pt x="1297" y="724"/>
                  </a:lnTo>
                  <a:lnTo>
                    <a:pt x="1226" y="556"/>
                  </a:lnTo>
                  <a:cubicBezTo>
                    <a:pt x="1041" y="495"/>
                    <a:pt x="353" y="160"/>
                    <a:pt x="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92"/>
            <p:cNvSpPr/>
            <p:nvPr/>
          </p:nvSpPr>
          <p:spPr>
            <a:xfrm flipH="1">
              <a:off x="2905569" y="3714637"/>
              <a:ext cx="828647" cy="1469814"/>
            </a:xfrm>
            <a:custGeom>
              <a:avLst/>
              <a:gdLst/>
              <a:ahLst/>
              <a:cxnLst/>
              <a:rect l="l" t="t" r="r" b="b"/>
              <a:pathLst>
                <a:path w="17494" h="31030" extrusionOk="0">
                  <a:moveTo>
                    <a:pt x="10915" y="0"/>
                  </a:moveTo>
                  <a:cubicBezTo>
                    <a:pt x="10809" y="0"/>
                    <a:pt x="10748" y="3"/>
                    <a:pt x="10748" y="3"/>
                  </a:cubicBezTo>
                  <a:lnTo>
                    <a:pt x="9391" y="7762"/>
                  </a:lnTo>
                  <a:lnTo>
                    <a:pt x="4568" y="788"/>
                  </a:lnTo>
                  <a:cubicBezTo>
                    <a:pt x="4568" y="788"/>
                    <a:pt x="865" y="1131"/>
                    <a:pt x="433" y="2710"/>
                  </a:cubicBezTo>
                  <a:cubicBezTo>
                    <a:pt x="1" y="4288"/>
                    <a:pt x="3580" y="11209"/>
                    <a:pt x="3580" y="11209"/>
                  </a:cubicBezTo>
                  <a:cubicBezTo>
                    <a:pt x="776" y="18968"/>
                    <a:pt x="256" y="31030"/>
                    <a:pt x="256" y="31030"/>
                  </a:cubicBezTo>
                  <a:lnTo>
                    <a:pt x="17493" y="31030"/>
                  </a:lnTo>
                  <a:cubicBezTo>
                    <a:pt x="17150" y="22416"/>
                    <a:pt x="13834" y="11342"/>
                    <a:pt x="13834" y="11342"/>
                  </a:cubicBezTo>
                  <a:cubicBezTo>
                    <a:pt x="13834" y="11342"/>
                    <a:pt x="15351" y="3583"/>
                    <a:pt x="14628" y="1722"/>
                  </a:cubicBezTo>
                  <a:cubicBezTo>
                    <a:pt x="14012" y="111"/>
                    <a:pt x="11577" y="0"/>
                    <a:pt x="109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92"/>
            <p:cNvSpPr/>
            <p:nvPr/>
          </p:nvSpPr>
          <p:spPr>
            <a:xfrm flipH="1">
              <a:off x="3250975" y="4153686"/>
              <a:ext cx="38889" cy="33299"/>
            </a:xfrm>
            <a:custGeom>
              <a:avLst/>
              <a:gdLst/>
              <a:ahLst/>
              <a:cxnLst/>
              <a:rect l="l" t="t" r="r" b="b"/>
              <a:pathLst>
                <a:path w="821" h="703" extrusionOk="0">
                  <a:moveTo>
                    <a:pt x="468" y="1"/>
                  </a:moveTo>
                  <a:cubicBezTo>
                    <a:pt x="160" y="1"/>
                    <a:pt x="1" y="380"/>
                    <a:pt x="221" y="600"/>
                  </a:cubicBezTo>
                  <a:cubicBezTo>
                    <a:pt x="292" y="671"/>
                    <a:pt x="380" y="703"/>
                    <a:pt x="466" y="703"/>
                  </a:cubicBezTo>
                  <a:cubicBezTo>
                    <a:pt x="647" y="703"/>
                    <a:pt x="821" y="562"/>
                    <a:pt x="821" y="353"/>
                  </a:cubicBezTo>
                  <a:cubicBezTo>
                    <a:pt x="821" y="159"/>
                    <a:pt x="662" y="1"/>
                    <a:pt x="4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92"/>
            <p:cNvSpPr/>
            <p:nvPr/>
          </p:nvSpPr>
          <p:spPr>
            <a:xfrm flipH="1">
              <a:off x="3248890" y="4152313"/>
              <a:ext cx="39268" cy="36331"/>
            </a:xfrm>
            <a:custGeom>
              <a:avLst/>
              <a:gdLst/>
              <a:ahLst/>
              <a:cxnLst/>
              <a:rect l="l" t="t" r="r" b="b"/>
              <a:pathLst>
                <a:path w="829" h="767" extrusionOk="0">
                  <a:moveTo>
                    <a:pt x="414" y="67"/>
                  </a:moveTo>
                  <a:cubicBezTo>
                    <a:pt x="434" y="67"/>
                    <a:pt x="455" y="69"/>
                    <a:pt x="476" y="74"/>
                  </a:cubicBezTo>
                  <a:cubicBezTo>
                    <a:pt x="626" y="109"/>
                    <a:pt x="732" y="232"/>
                    <a:pt x="732" y="391"/>
                  </a:cubicBezTo>
                  <a:cubicBezTo>
                    <a:pt x="732" y="514"/>
                    <a:pt x="661" y="638"/>
                    <a:pt x="538" y="682"/>
                  </a:cubicBezTo>
                  <a:cubicBezTo>
                    <a:pt x="506" y="693"/>
                    <a:pt x="473" y="699"/>
                    <a:pt x="441" y="699"/>
                  </a:cubicBezTo>
                  <a:cubicBezTo>
                    <a:pt x="349" y="699"/>
                    <a:pt x="262" y="654"/>
                    <a:pt x="203" y="576"/>
                  </a:cubicBezTo>
                  <a:cubicBezTo>
                    <a:pt x="115" y="479"/>
                    <a:pt x="106" y="329"/>
                    <a:pt x="168" y="215"/>
                  </a:cubicBezTo>
                  <a:cubicBezTo>
                    <a:pt x="219" y="120"/>
                    <a:pt x="313" y="67"/>
                    <a:pt x="414" y="67"/>
                  </a:cubicBezTo>
                  <a:close/>
                  <a:moveTo>
                    <a:pt x="447" y="0"/>
                  </a:moveTo>
                  <a:cubicBezTo>
                    <a:pt x="327" y="0"/>
                    <a:pt x="208" y="53"/>
                    <a:pt x="124" y="144"/>
                  </a:cubicBezTo>
                  <a:cubicBezTo>
                    <a:pt x="18" y="268"/>
                    <a:pt x="0" y="444"/>
                    <a:pt x="88" y="585"/>
                  </a:cubicBezTo>
                  <a:cubicBezTo>
                    <a:pt x="169" y="710"/>
                    <a:pt x="295" y="767"/>
                    <a:pt x="420" y="767"/>
                  </a:cubicBezTo>
                  <a:cubicBezTo>
                    <a:pt x="619" y="767"/>
                    <a:pt x="817" y="622"/>
                    <a:pt x="829" y="384"/>
                  </a:cubicBezTo>
                  <a:lnTo>
                    <a:pt x="829" y="384"/>
                  </a:lnTo>
                  <a:cubicBezTo>
                    <a:pt x="829" y="383"/>
                    <a:pt x="829" y="383"/>
                    <a:pt x="829" y="382"/>
                  </a:cubicBezTo>
                  <a:lnTo>
                    <a:pt x="829" y="382"/>
                  </a:lnTo>
                  <a:cubicBezTo>
                    <a:pt x="829" y="382"/>
                    <a:pt x="829" y="382"/>
                    <a:pt x="829" y="382"/>
                  </a:cubicBezTo>
                  <a:cubicBezTo>
                    <a:pt x="829" y="215"/>
                    <a:pt x="723" y="74"/>
                    <a:pt x="573" y="21"/>
                  </a:cubicBezTo>
                  <a:cubicBezTo>
                    <a:pt x="532" y="7"/>
                    <a:pt x="489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92"/>
            <p:cNvSpPr/>
            <p:nvPr/>
          </p:nvSpPr>
          <p:spPr>
            <a:xfrm flipH="1">
              <a:off x="3208723" y="4801247"/>
              <a:ext cx="38936" cy="36710"/>
            </a:xfrm>
            <a:custGeom>
              <a:avLst/>
              <a:gdLst/>
              <a:ahLst/>
              <a:cxnLst/>
              <a:rect l="l" t="t" r="r" b="b"/>
              <a:pathLst>
                <a:path w="822" h="775" extrusionOk="0">
                  <a:moveTo>
                    <a:pt x="414" y="77"/>
                  </a:moveTo>
                  <a:cubicBezTo>
                    <a:pt x="435" y="77"/>
                    <a:pt x="456" y="80"/>
                    <a:pt x="476" y="84"/>
                  </a:cubicBezTo>
                  <a:cubicBezTo>
                    <a:pt x="626" y="110"/>
                    <a:pt x="723" y="243"/>
                    <a:pt x="723" y="393"/>
                  </a:cubicBezTo>
                  <a:cubicBezTo>
                    <a:pt x="723" y="393"/>
                    <a:pt x="723" y="393"/>
                    <a:pt x="723" y="393"/>
                  </a:cubicBezTo>
                  <a:lnTo>
                    <a:pt x="723" y="393"/>
                  </a:lnTo>
                  <a:cubicBezTo>
                    <a:pt x="723" y="394"/>
                    <a:pt x="723" y="396"/>
                    <a:pt x="724" y="397"/>
                  </a:cubicBezTo>
                  <a:lnTo>
                    <a:pt x="724" y="397"/>
                  </a:lnTo>
                  <a:cubicBezTo>
                    <a:pt x="730" y="519"/>
                    <a:pt x="651" y="640"/>
                    <a:pt x="529" y="684"/>
                  </a:cubicBezTo>
                  <a:cubicBezTo>
                    <a:pt x="497" y="695"/>
                    <a:pt x="464" y="701"/>
                    <a:pt x="431" y="701"/>
                  </a:cubicBezTo>
                  <a:cubicBezTo>
                    <a:pt x="340" y="701"/>
                    <a:pt x="253" y="658"/>
                    <a:pt x="194" y="587"/>
                  </a:cubicBezTo>
                  <a:cubicBezTo>
                    <a:pt x="115" y="481"/>
                    <a:pt x="106" y="340"/>
                    <a:pt x="168" y="225"/>
                  </a:cubicBezTo>
                  <a:cubicBezTo>
                    <a:pt x="219" y="130"/>
                    <a:pt x="313" y="77"/>
                    <a:pt x="414" y="77"/>
                  </a:cubicBezTo>
                  <a:close/>
                  <a:moveTo>
                    <a:pt x="434" y="0"/>
                  </a:moveTo>
                  <a:cubicBezTo>
                    <a:pt x="313" y="0"/>
                    <a:pt x="198" y="50"/>
                    <a:pt x="115" y="146"/>
                  </a:cubicBezTo>
                  <a:cubicBezTo>
                    <a:pt x="18" y="269"/>
                    <a:pt x="0" y="446"/>
                    <a:pt x="80" y="587"/>
                  </a:cubicBezTo>
                  <a:cubicBezTo>
                    <a:pt x="161" y="716"/>
                    <a:pt x="289" y="774"/>
                    <a:pt x="416" y="774"/>
                  </a:cubicBezTo>
                  <a:cubicBezTo>
                    <a:pt x="614" y="774"/>
                    <a:pt x="808" y="632"/>
                    <a:pt x="820" y="396"/>
                  </a:cubicBezTo>
                  <a:lnTo>
                    <a:pt x="820" y="396"/>
                  </a:lnTo>
                  <a:cubicBezTo>
                    <a:pt x="821" y="392"/>
                    <a:pt x="821" y="388"/>
                    <a:pt x="820" y="384"/>
                  </a:cubicBezTo>
                  <a:lnTo>
                    <a:pt x="820" y="384"/>
                  </a:lnTo>
                  <a:cubicBezTo>
                    <a:pt x="820" y="384"/>
                    <a:pt x="820" y="384"/>
                    <a:pt x="820" y="384"/>
                  </a:cubicBezTo>
                  <a:cubicBezTo>
                    <a:pt x="821" y="379"/>
                    <a:pt x="821" y="374"/>
                    <a:pt x="820" y="370"/>
                  </a:cubicBezTo>
                  <a:lnTo>
                    <a:pt x="820" y="370"/>
                  </a:lnTo>
                  <a:cubicBezTo>
                    <a:pt x="815" y="217"/>
                    <a:pt x="719" y="74"/>
                    <a:pt x="573" y="22"/>
                  </a:cubicBezTo>
                  <a:cubicBezTo>
                    <a:pt x="527" y="8"/>
                    <a:pt x="480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92"/>
            <p:cNvSpPr/>
            <p:nvPr/>
          </p:nvSpPr>
          <p:spPr>
            <a:xfrm flipH="1">
              <a:off x="3210854" y="4574357"/>
              <a:ext cx="38889" cy="35905"/>
            </a:xfrm>
            <a:custGeom>
              <a:avLst/>
              <a:gdLst/>
              <a:ahLst/>
              <a:cxnLst/>
              <a:rect l="l" t="t" r="r" b="b"/>
              <a:pathLst>
                <a:path w="821" h="758" extrusionOk="0">
                  <a:moveTo>
                    <a:pt x="414" y="53"/>
                  </a:moveTo>
                  <a:cubicBezTo>
                    <a:pt x="434" y="53"/>
                    <a:pt x="455" y="55"/>
                    <a:pt x="476" y="60"/>
                  </a:cubicBezTo>
                  <a:cubicBezTo>
                    <a:pt x="622" y="103"/>
                    <a:pt x="726" y="229"/>
                    <a:pt x="724" y="382"/>
                  </a:cubicBezTo>
                  <a:lnTo>
                    <a:pt x="724" y="382"/>
                  </a:lnTo>
                  <a:cubicBezTo>
                    <a:pt x="723" y="383"/>
                    <a:pt x="723" y="385"/>
                    <a:pt x="723" y="386"/>
                  </a:cubicBezTo>
                  <a:cubicBezTo>
                    <a:pt x="723" y="518"/>
                    <a:pt x="644" y="633"/>
                    <a:pt x="520" y="686"/>
                  </a:cubicBezTo>
                  <a:cubicBezTo>
                    <a:pt x="492" y="694"/>
                    <a:pt x="464" y="698"/>
                    <a:pt x="436" y="698"/>
                  </a:cubicBezTo>
                  <a:cubicBezTo>
                    <a:pt x="340" y="698"/>
                    <a:pt x="249" y="653"/>
                    <a:pt x="194" y="571"/>
                  </a:cubicBezTo>
                  <a:cubicBezTo>
                    <a:pt x="106" y="466"/>
                    <a:pt x="97" y="316"/>
                    <a:pt x="168" y="201"/>
                  </a:cubicBezTo>
                  <a:cubicBezTo>
                    <a:pt x="219" y="106"/>
                    <a:pt x="313" y="53"/>
                    <a:pt x="414" y="53"/>
                  </a:cubicBezTo>
                  <a:close/>
                  <a:moveTo>
                    <a:pt x="443" y="1"/>
                  </a:moveTo>
                  <a:cubicBezTo>
                    <a:pt x="321" y="1"/>
                    <a:pt x="203" y="54"/>
                    <a:pt x="115" y="148"/>
                  </a:cubicBezTo>
                  <a:cubicBezTo>
                    <a:pt x="18" y="272"/>
                    <a:pt x="0" y="448"/>
                    <a:pt x="80" y="580"/>
                  </a:cubicBezTo>
                  <a:cubicBezTo>
                    <a:pt x="159" y="695"/>
                    <a:pt x="285" y="757"/>
                    <a:pt x="414" y="757"/>
                  </a:cubicBezTo>
                  <a:cubicBezTo>
                    <a:pt x="444" y="757"/>
                    <a:pt x="473" y="754"/>
                    <a:pt x="503" y="748"/>
                  </a:cubicBezTo>
                  <a:cubicBezTo>
                    <a:pt x="679" y="712"/>
                    <a:pt x="820" y="563"/>
                    <a:pt x="820" y="377"/>
                  </a:cubicBezTo>
                  <a:cubicBezTo>
                    <a:pt x="820" y="376"/>
                    <a:pt x="820" y="374"/>
                    <a:pt x="820" y="373"/>
                  </a:cubicBezTo>
                  <a:lnTo>
                    <a:pt x="820" y="373"/>
                  </a:lnTo>
                  <a:cubicBezTo>
                    <a:pt x="820" y="371"/>
                    <a:pt x="820" y="370"/>
                    <a:pt x="820" y="369"/>
                  </a:cubicBezTo>
                  <a:cubicBezTo>
                    <a:pt x="820" y="210"/>
                    <a:pt x="714" y="69"/>
                    <a:pt x="556" y="16"/>
                  </a:cubicBezTo>
                  <a:cubicBezTo>
                    <a:pt x="518" y="6"/>
                    <a:pt x="481" y="1"/>
                    <a:pt x="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92"/>
            <p:cNvSpPr/>
            <p:nvPr/>
          </p:nvSpPr>
          <p:spPr>
            <a:xfrm flipH="1">
              <a:off x="3232170" y="4362482"/>
              <a:ext cx="38889" cy="33015"/>
            </a:xfrm>
            <a:custGeom>
              <a:avLst/>
              <a:gdLst/>
              <a:ahLst/>
              <a:cxnLst/>
              <a:rect l="l" t="t" r="r" b="b"/>
              <a:pathLst>
                <a:path w="821" h="697" extrusionOk="0">
                  <a:moveTo>
                    <a:pt x="483" y="1"/>
                  </a:moveTo>
                  <a:cubicBezTo>
                    <a:pt x="478" y="1"/>
                    <a:pt x="473" y="1"/>
                    <a:pt x="468" y="1"/>
                  </a:cubicBezTo>
                  <a:cubicBezTo>
                    <a:pt x="159" y="1"/>
                    <a:pt x="1" y="371"/>
                    <a:pt x="221" y="592"/>
                  </a:cubicBezTo>
                  <a:cubicBezTo>
                    <a:pt x="293" y="664"/>
                    <a:pt x="382" y="696"/>
                    <a:pt x="469" y="696"/>
                  </a:cubicBezTo>
                  <a:cubicBezTo>
                    <a:pt x="649" y="696"/>
                    <a:pt x="821" y="559"/>
                    <a:pt x="821" y="345"/>
                  </a:cubicBezTo>
                  <a:cubicBezTo>
                    <a:pt x="821" y="156"/>
                    <a:pt x="670" y="1"/>
                    <a:pt x="4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92"/>
            <p:cNvSpPr/>
            <p:nvPr/>
          </p:nvSpPr>
          <p:spPr>
            <a:xfrm flipH="1">
              <a:off x="3229659" y="4360635"/>
              <a:ext cx="39315" cy="36426"/>
            </a:xfrm>
            <a:custGeom>
              <a:avLst/>
              <a:gdLst/>
              <a:ahLst/>
              <a:cxnLst/>
              <a:rect l="l" t="t" r="r" b="b"/>
              <a:pathLst>
                <a:path w="830" h="769" extrusionOk="0">
                  <a:moveTo>
                    <a:pt x="430" y="72"/>
                  </a:moveTo>
                  <a:cubicBezTo>
                    <a:pt x="446" y="72"/>
                    <a:pt x="461" y="73"/>
                    <a:pt x="477" y="75"/>
                  </a:cubicBezTo>
                  <a:cubicBezTo>
                    <a:pt x="627" y="111"/>
                    <a:pt x="724" y="243"/>
                    <a:pt x="733" y="393"/>
                  </a:cubicBezTo>
                  <a:cubicBezTo>
                    <a:pt x="733" y="516"/>
                    <a:pt x="653" y="631"/>
                    <a:pt x="530" y="684"/>
                  </a:cubicBezTo>
                  <a:cubicBezTo>
                    <a:pt x="498" y="695"/>
                    <a:pt x="465" y="701"/>
                    <a:pt x="433" y="701"/>
                  </a:cubicBezTo>
                  <a:cubicBezTo>
                    <a:pt x="341" y="701"/>
                    <a:pt x="253" y="656"/>
                    <a:pt x="195" y="578"/>
                  </a:cubicBezTo>
                  <a:cubicBezTo>
                    <a:pt x="115" y="481"/>
                    <a:pt x="106" y="340"/>
                    <a:pt x="168" y="225"/>
                  </a:cubicBezTo>
                  <a:cubicBezTo>
                    <a:pt x="222" y="125"/>
                    <a:pt x="323" y="72"/>
                    <a:pt x="430" y="72"/>
                  </a:cubicBezTo>
                  <a:close/>
                  <a:moveTo>
                    <a:pt x="435" y="1"/>
                  </a:moveTo>
                  <a:cubicBezTo>
                    <a:pt x="314" y="1"/>
                    <a:pt x="201" y="50"/>
                    <a:pt x="124" y="146"/>
                  </a:cubicBezTo>
                  <a:cubicBezTo>
                    <a:pt x="18" y="269"/>
                    <a:pt x="1" y="446"/>
                    <a:pt x="80" y="587"/>
                  </a:cubicBezTo>
                  <a:cubicBezTo>
                    <a:pt x="161" y="712"/>
                    <a:pt x="288" y="768"/>
                    <a:pt x="414" y="768"/>
                  </a:cubicBezTo>
                  <a:cubicBezTo>
                    <a:pt x="616" y="768"/>
                    <a:pt x="817" y="624"/>
                    <a:pt x="829" y="387"/>
                  </a:cubicBezTo>
                  <a:lnTo>
                    <a:pt x="829" y="387"/>
                  </a:lnTo>
                  <a:cubicBezTo>
                    <a:pt x="829" y="386"/>
                    <a:pt x="829" y="385"/>
                    <a:pt x="829" y="384"/>
                  </a:cubicBezTo>
                  <a:lnTo>
                    <a:pt x="829" y="384"/>
                  </a:lnTo>
                  <a:cubicBezTo>
                    <a:pt x="829" y="384"/>
                    <a:pt x="829" y="384"/>
                    <a:pt x="829" y="384"/>
                  </a:cubicBezTo>
                  <a:cubicBezTo>
                    <a:pt x="829" y="382"/>
                    <a:pt x="829" y="380"/>
                    <a:pt x="829" y="379"/>
                  </a:cubicBezTo>
                  <a:lnTo>
                    <a:pt x="829" y="379"/>
                  </a:lnTo>
                  <a:cubicBezTo>
                    <a:pt x="819" y="222"/>
                    <a:pt x="722" y="75"/>
                    <a:pt x="574" y="22"/>
                  </a:cubicBezTo>
                  <a:cubicBezTo>
                    <a:pt x="528" y="8"/>
                    <a:pt x="481" y="1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92"/>
            <p:cNvSpPr/>
            <p:nvPr/>
          </p:nvSpPr>
          <p:spPr>
            <a:xfrm flipH="1">
              <a:off x="3388481" y="4425576"/>
              <a:ext cx="210833" cy="61341"/>
            </a:xfrm>
            <a:custGeom>
              <a:avLst/>
              <a:gdLst/>
              <a:ahLst/>
              <a:cxnLst/>
              <a:rect l="l" t="t" r="r" b="b"/>
              <a:pathLst>
                <a:path w="4451" h="1295" extrusionOk="0">
                  <a:moveTo>
                    <a:pt x="256" y="0"/>
                  </a:moveTo>
                  <a:cubicBezTo>
                    <a:pt x="239" y="0"/>
                    <a:pt x="177" y="9"/>
                    <a:pt x="177" y="27"/>
                  </a:cubicBezTo>
                  <a:lnTo>
                    <a:pt x="0" y="1129"/>
                  </a:lnTo>
                  <a:cubicBezTo>
                    <a:pt x="0" y="1138"/>
                    <a:pt x="9" y="1138"/>
                    <a:pt x="18" y="1138"/>
                  </a:cubicBezTo>
                  <a:lnTo>
                    <a:pt x="2011" y="1208"/>
                  </a:lnTo>
                  <a:cubicBezTo>
                    <a:pt x="2037" y="1208"/>
                    <a:pt x="2125" y="1173"/>
                    <a:pt x="2081" y="1173"/>
                  </a:cubicBezTo>
                  <a:lnTo>
                    <a:pt x="2081" y="1164"/>
                  </a:lnTo>
                  <a:lnTo>
                    <a:pt x="768" y="1120"/>
                  </a:lnTo>
                  <a:cubicBezTo>
                    <a:pt x="596" y="1113"/>
                    <a:pt x="419" y="1100"/>
                    <a:pt x="246" y="1100"/>
                  </a:cubicBezTo>
                  <a:cubicBezTo>
                    <a:pt x="205" y="1100"/>
                    <a:pt x="164" y="1101"/>
                    <a:pt x="124" y="1103"/>
                  </a:cubicBezTo>
                  <a:cubicBezTo>
                    <a:pt x="109" y="1103"/>
                    <a:pt x="99" y="1103"/>
                    <a:pt x="92" y="1103"/>
                  </a:cubicBezTo>
                  <a:cubicBezTo>
                    <a:pt x="77" y="1103"/>
                    <a:pt x="85" y="1099"/>
                    <a:pt x="97" y="1067"/>
                  </a:cubicBezTo>
                  <a:cubicBezTo>
                    <a:pt x="133" y="961"/>
                    <a:pt x="150" y="847"/>
                    <a:pt x="150" y="741"/>
                  </a:cubicBezTo>
                  <a:lnTo>
                    <a:pt x="267" y="47"/>
                  </a:lnTo>
                  <a:lnTo>
                    <a:pt x="267" y="47"/>
                  </a:lnTo>
                  <a:lnTo>
                    <a:pt x="2214" y="115"/>
                  </a:lnTo>
                  <a:lnTo>
                    <a:pt x="3607" y="168"/>
                  </a:lnTo>
                  <a:lnTo>
                    <a:pt x="4100" y="186"/>
                  </a:lnTo>
                  <a:cubicBezTo>
                    <a:pt x="4121" y="186"/>
                    <a:pt x="4172" y="180"/>
                    <a:pt x="4220" y="180"/>
                  </a:cubicBezTo>
                  <a:cubicBezTo>
                    <a:pt x="4251" y="180"/>
                    <a:pt x="4280" y="182"/>
                    <a:pt x="4297" y="191"/>
                  </a:cubicBezTo>
                  <a:lnTo>
                    <a:pt x="4297" y="191"/>
                  </a:lnTo>
                  <a:cubicBezTo>
                    <a:pt x="4294" y="191"/>
                    <a:pt x="4294" y="197"/>
                    <a:pt x="4294" y="203"/>
                  </a:cubicBezTo>
                  <a:cubicBezTo>
                    <a:pt x="4294" y="247"/>
                    <a:pt x="4294" y="283"/>
                    <a:pt x="4303" y="318"/>
                  </a:cubicBezTo>
                  <a:lnTo>
                    <a:pt x="4321" y="688"/>
                  </a:lnTo>
                  <a:lnTo>
                    <a:pt x="4347" y="1288"/>
                  </a:lnTo>
                  <a:cubicBezTo>
                    <a:pt x="4347" y="1293"/>
                    <a:pt x="4355" y="1295"/>
                    <a:pt x="4367" y="1295"/>
                  </a:cubicBezTo>
                  <a:cubicBezTo>
                    <a:pt x="4397" y="1295"/>
                    <a:pt x="4451" y="1280"/>
                    <a:pt x="4444" y="1261"/>
                  </a:cubicBezTo>
                  <a:lnTo>
                    <a:pt x="4391" y="159"/>
                  </a:lnTo>
                  <a:cubicBezTo>
                    <a:pt x="4391" y="150"/>
                    <a:pt x="4374" y="150"/>
                    <a:pt x="4374" y="150"/>
                  </a:cubicBezTo>
                  <a:lnTo>
                    <a:pt x="768" y="18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92"/>
            <p:cNvSpPr/>
            <p:nvPr/>
          </p:nvSpPr>
          <p:spPr>
            <a:xfrm flipH="1">
              <a:off x="3013332" y="4413355"/>
              <a:ext cx="165834" cy="77493"/>
            </a:xfrm>
            <a:custGeom>
              <a:avLst/>
              <a:gdLst/>
              <a:ahLst/>
              <a:cxnLst/>
              <a:rect l="l" t="t" r="r" b="b"/>
              <a:pathLst>
                <a:path w="3501" h="1636" extrusionOk="0">
                  <a:moveTo>
                    <a:pt x="3217" y="0"/>
                  </a:moveTo>
                  <a:cubicBezTo>
                    <a:pt x="3203" y="0"/>
                    <a:pt x="3188" y="3"/>
                    <a:pt x="3183" y="3"/>
                  </a:cubicBezTo>
                  <a:lnTo>
                    <a:pt x="476" y="417"/>
                  </a:lnTo>
                  <a:lnTo>
                    <a:pt x="80" y="479"/>
                  </a:lnTo>
                  <a:cubicBezTo>
                    <a:pt x="62" y="479"/>
                    <a:pt x="0" y="496"/>
                    <a:pt x="0" y="523"/>
                  </a:cubicBezTo>
                  <a:lnTo>
                    <a:pt x="71" y="1625"/>
                  </a:lnTo>
                  <a:cubicBezTo>
                    <a:pt x="71" y="1633"/>
                    <a:pt x="82" y="1636"/>
                    <a:pt x="98" y="1636"/>
                  </a:cubicBezTo>
                  <a:cubicBezTo>
                    <a:pt x="140" y="1636"/>
                    <a:pt x="212" y="1615"/>
                    <a:pt x="212" y="1590"/>
                  </a:cubicBezTo>
                  <a:lnTo>
                    <a:pt x="143" y="518"/>
                  </a:lnTo>
                  <a:lnTo>
                    <a:pt x="2769" y="117"/>
                  </a:lnTo>
                  <a:lnTo>
                    <a:pt x="3108" y="63"/>
                  </a:lnTo>
                  <a:lnTo>
                    <a:pt x="3344" y="1100"/>
                  </a:lnTo>
                  <a:lnTo>
                    <a:pt x="1922" y="1316"/>
                  </a:lnTo>
                  <a:cubicBezTo>
                    <a:pt x="1873" y="1316"/>
                    <a:pt x="1808" y="1370"/>
                    <a:pt x="1886" y="1370"/>
                  </a:cubicBezTo>
                  <a:cubicBezTo>
                    <a:pt x="1892" y="1370"/>
                    <a:pt x="1898" y="1370"/>
                    <a:pt x="1905" y="1369"/>
                  </a:cubicBezTo>
                  <a:lnTo>
                    <a:pt x="3404" y="1140"/>
                  </a:lnTo>
                  <a:cubicBezTo>
                    <a:pt x="3421" y="1140"/>
                    <a:pt x="3501" y="1122"/>
                    <a:pt x="3492" y="1096"/>
                  </a:cubicBezTo>
                  <a:lnTo>
                    <a:pt x="3245" y="12"/>
                  </a:lnTo>
                  <a:cubicBezTo>
                    <a:pt x="3245" y="3"/>
                    <a:pt x="3232" y="0"/>
                    <a:pt x="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92"/>
            <p:cNvSpPr/>
            <p:nvPr/>
          </p:nvSpPr>
          <p:spPr>
            <a:xfrm flipH="1">
              <a:off x="3146528" y="3715206"/>
              <a:ext cx="433981" cy="383156"/>
            </a:xfrm>
            <a:custGeom>
              <a:avLst/>
              <a:gdLst/>
              <a:ahLst/>
              <a:cxnLst/>
              <a:rect l="l" t="t" r="r" b="b"/>
              <a:pathLst>
                <a:path w="9162" h="8089" extrusionOk="0">
                  <a:moveTo>
                    <a:pt x="8577" y="1"/>
                  </a:moveTo>
                  <a:cubicBezTo>
                    <a:pt x="8548" y="1"/>
                    <a:pt x="8509" y="20"/>
                    <a:pt x="8509" y="44"/>
                  </a:cubicBezTo>
                  <a:lnTo>
                    <a:pt x="8994" y="2786"/>
                  </a:lnTo>
                  <a:lnTo>
                    <a:pt x="9057" y="3135"/>
                  </a:lnTo>
                  <a:lnTo>
                    <a:pt x="9057" y="3135"/>
                  </a:lnTo>
                  <a:lnTo>
                    <a:pt x="7362" y="3280"/>
                  </a:lnTo>
                  <a:cubicBezTo>
                    <a:pt x="7345" y="3280"/>
                    <a:pt x="7292" y="3297"/>
                    <a:pt x="7310" y="3324"/>
                  </a:cubicBezTo>
                  <a:lnTo>
                    <a:pt x="7944" y="4355"/>
                  </a:lnTo>
                  <a:lnTo>
                    <a:pt x="8077" y="4576"/>
                  </a:lnTo>
                  <a:cubicBezTo>
                    <a:pt x="8093" y="4584"/>
                    <a:pt x="8101" y="4599"/>
                    <a:pt x="8110" y="4615"/>
                  </a:cubicBezTo>
                  <a:lnTo>
                    <a:pt x="8110" y="4615"/>
                  </a:lnTo>
                  <a:cubicBezTo>
                    <a:pt x="8066" y="4693"/>
                    <a:pt x="8023" y="4771"/>
                    <a:pt x="7971" y="4840"/>
                  </a:cubicBezTo>
                  <a:lnTo>
                    <a:pt x="6516" y="7300"/>
                  </a:lnTo>
                  <a:lnTo>
                    <a:pt x="6100" y="8002"/>
                  </a:lnTo>
                  <a:lnTo>
                    <a:pt x="6100" y="8002"/>
                  </a:lnTo>
                  <a:cubicBezTo>
                    <a:pt x="5392" y="7536"/>
                    <a:pt x="4684" y="7078"/>
                    <a:pt x="3977" y="6612"/>
                  </a:cubicBezTo>
                  <a:cubicBezTo>
                    <a:pt x="3518" y="6321"/>
                    <a:pt x="3060" y="6022"/>
                    <a:pt x="2592" y="5731"/>
                  </a:cubicBezTo>
                  <a:cubicBezTo>
                    <a:pt x="2469" y="5660"/>
                    <a:pt x="2346" y="5572"/>
                    <a:pt x="2204" y="5510"/>
                  </a:cubicBezTo>
                  <a:cubicBezTo>
                    <a:pt x="2180" y="5502"/>
                    <a:pt x="2155" y="5494"/>
                    <a:pt x="2131" y="5479"/>
                  </a:cubicBezTo>
                  <a:lnTo>
                    <a:pt x="2131" y="5479"/>
                  </a:lnTo>
                  <a:cubicBezTo>
                    <a:pt x="2138" y="5478"/>
                    <a:pt x="2125" y="5439"/>
                    <a:pt x="2125" y="5431"/>
                  </a:cubicBezTo>
                  <a:cubicBezTo>
                    <a:pt x="2125" y="5387"/>
                    <a:pt x="2125" y="5343"/>
                    <a:pt x="2134" y="5299"/>
                  </a:cubicBezTo>
                  <a:cubicBezTo>
                    <a:pt x="2213" y="4787"/>
                    <a:pt x="2337" y="4294"/>
                    <a:pt x="2504" y="3800"/>
                  </a:cubicBezTo>
                  <a:cubicBezTo>
                    <a:pt x="2510" y="3783"/>
                    <a:pt x="2487" y="3777"/>
                    <a:pt x="2465" y="3777"/>
                  </a:cubicBezTo>
                  <a:cubicBezTo>
                    <a:pt x="2453" y="3777"/>
                    <a:pt x="2440" y="3779"/>
                    <a:pt x="2434" y="3782"/>
                  </a:cubicBezTo>
                  <a:lnTo>
                    <a:pt x="379" y="4831"/>
                  </a:lnTo>
                  <a:lnTo>
                    <a:pt x="149" y="4946"/>
                  </a:lnTo>
                  <a:lnTo>
                    <a:pt x="106" y="1313"/>
                  </a:lnTo>
                  <a:lnTo>
                    <a:pt x="97" y="802"/>
                  </a:lnTo>
                  <a:cubicBezTo>
                    <a:pt x="97" y="784"/>
                    <a:pt x="80" y="776"/>
                    <a:pt x="61" y="776"/>
                  </a:cubicBezTo>
                  <a:cubicBezTo>
                    <a:pt x="34" y="776"/>
                    <a:pt x="4" y="790"/>
                    <a:pt x="9" y="811"/>
                  </a:cubicBezTo>
                  <a:lnTo>
                    <a:pt x="0" y="811"/>
                  </a:lnTo>
                  <a:lnTo>
                    <a:pt x="44" y="4496"/>
                  </a:lnTo>
                  <a:lnTo>
                    <a:pt x="53" y="5017"/>
                  </a:lnTo>
                  <a:cubicBezTo>
                    <a:pt x="53" y="5033"/>
                    <a:pt x="71" y="5039"/>
                    <a:pt x="91" y="5039"/>
                  </a:cubicBezTo>
                  <a:cubicBezTo>
                    <a:pt x="102" y="5039"/>
                    <a:pt x="114" y="5037"/>
                    <a:pt x="124" y="5034"/>
                  </a:cubicBezTo>
                  <a:lnTo>
                    <a:pt x="2178" y="3985"/>
                  </a:lnTo>
                  <a:lnTo>
                    <a:pt x="2379" y="3881"/>
                  </a:lnTo>
                  <a:lnTo>
                    <a:pt x="2379" y="3881"/>
                  </a:lnTo>
                  <a:cubicBezTo>
                    <a:pt x="2255" y="4302"/>
                    <a:pt x="2147" y="4739"/>
                    <a:pt x="2055" y="5175"/>
                  </a:cubicBezTo>
                  <a:cubicBezTo>
                    <a:pt x="2037" y="5263"/>
                    <a:pt x="2028" y="5352"/>
                    <a:pt x="2028" y="5449"/>
                  </a:cubicBezTo>
                  <a:cubicBezTo>
                    <a:pt x="2019" y="5484"/>
                    <a:pt x="2046" y="5519"/>
                    <a:pt x="2072" y="5537"/>
                  </a:cubicBezTo>
                  <a:cubicBezTo>
                    <a:pt x="2169" y="5581"/>
                    <a:pt x="2257" y="5634"/>
                    <a:pt x="2354" y="5687"/>
                  </a:cubicBezTo>
                  <a:cubicBezTo>
                    <a:pt x="3315" y="6260"/>
                    <a:pt x="4250" y="6895"/>
                    <a:pt x="5193" y="7512"/>
                  </a:cubicBezTo>
                  <a:cubicBezTo>
                    <a:pt x="5484" y="7697"/>
                    <a:pt x="5775" y="7891"/>
                    <a:pt x="6066" y="8085"/>
                  </a:cubicBezTo>
                  <a:cubicBezTo>
                    <a:pt x="6073" y="8087"/>
                    <a:pt x="6081" y="8088"/>
                    <a:pt x="6089" y="8088"/>
                  </a:cubicBezTo>
                  <a:cubicBezTo>
                    <a:pt x="6110" y="8088"/>
                    <a:pt x="6133" y="8080"/>
                    <a:pt x="6146" y="8067"/>
                  </a:cubicBezTo>
                  <a:lnTo>
                    <a:pt x="7953" y="5034"/>
                  </a:lnTo>
                  <a:lnTo>
                    <a:pt x="8200" y="4611"/>
                  </a:lnTo>
                  <a:cubicBezTo>
                    <a:pt x="8209" y="4602"/>
                    <a:pt x="8209" y="4593"/>
                    <a:pt x="8200" y="4593"/>
                  </a:cubicBezTo>
                  <a:lnTo>
                    <a:pt x="7426" y="3335"/>
                  </a:lnTo>
                  <a:lnTo>
                    <a:pt x="7426" y="3335"/>
                  </a:lnTo>
                  <a:lnTo>
                    <a:pt x="9099" y="3191"/>
                  </a:lnTo>
                  <a:cubicBezTo>
                    <a:pt x="9126" y="3191"/>
                    <a:pt x="9161" y="3174"/>
                    <a:pt x="9152" y="3147"/>
                  </a:cubicBezTo>
                  <a:lnTo>
                    <a:pt x="8676" y="405"/>
                  </a:lnTo>
                  <a:lnTo>
                    <a:pt x="8606" y="17"/>
                  </a:lnTo>
                  <a:cubicBezTo>
                    <a:pt x="8603" y="6"/>
                    <a:pt x="8591" y="1"/>
                    <a:pt x="85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92"/>
            <p:cNvSpPr/>
            <p:nvPr/>
          </p:nvSpPr>
          <p:spPr>
            <a:xfrm flipH="1">
              <a:off x="4034050" y="3825193"/>
              <a:ext cx="164413" cy="175260"/>
            </a:xfrm>
            <a:custGeom>
              <a:avLst/>
              <a:gdLst/>
              <a:ahLst/>
              <a:cxnLst/>
              <a:rect l="l" t="t" r="r" b="b"/>
              <a:pathLst>
                <a:path w="3471" h="3700" extrusionOk="0">
                  <a:moveTo>
                    <a:pt x="433" y="1"/>
                  </a:moveTo>
                  <a:cubicBezTo>
                    <a:pt x="0" y="1"/>
                    <a:pt x="3" y="208"/>
                    <a:pt x="1443" y="922"/>
                  </a:cubicBezTo>
                  <a:cubicBezTo>
                    <a:pt x="1443" y="922"/>
                    <a:pt x="517" y="1813"/>
                    <a:pt x="1857" y="3091"/>
                  </a:cubicBezTo>
                  <a:cubicBezTo>
                    <a:pt x="2060" y="3276"/>
                    <a:pt x="2254" y="3479"/>
                    <a:pt x="2431" y="3700"/>
                  </a:cubicBezTo>
                  <a:lnTo>
                    <a:pt x="3471" y="3074"/>
                  </a:lnTo>
                  <a:cubicBezTo>
                    <a:pt x="3251" y="2536"/>
                    <a:pt x="2422" y="534"/>
                    <a:pt x="2104" y="358"/>
                  </a:cubicBezTo>
                  <a:cubicBezTo>
                    <a:pt x="1910" y="252"/>
                    <a:pt x="909" y="1"/>
                    <a:pt x="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92"/>
            <p:cNvSpPr/>
            <p:nvPr/>
          </p:nvSpPr>
          <p:spPr>
            <a:xfrm flipH="1">
              <a:off x="4062849" y="3898518"/>
              <a:ext cx="119887" cy="147029"/>
            </a:xfrm>
            <a:custGeom>
              <a:avLst/>
              <a:gdLst/>
              <a:ahLst/>
              <a:cxnLst/>
              <a:rect l="l" t="t" r="r" b="b"/>
              <a:pathLst>
                <a:path w="2531" h="3104" extrusionOk="0">
                  <a:moveTo>
                    <a:pt x="970" y="0"/>
                  </a:moveTo>
                  <a:lnTo>
                    <a:pt x="0" y="1473"/>
                  </a:lnTo>
                  <a:cubicBezTo>
                    <a:pt x="88" y="1508"/>
                    <a:pt x="547" y="2169"/>
                    <a:pt x="1358" y="2372"/>
                  </a:cubicBezTo>
                  <a:cubicBezTo>
                    <a:pt x="2169" y="2575"/>
                    <a:pt x="1852" y="3104"/>
                    <a:pt x="1852" y="3104"/>
                  </a:cubicBezTo>
                  <a:lnTo>
                    <a:pt x="2531" y="2372"/>
                  </a:lnTo>
                  <a:lnTo>
                    <a:pt x="970" y="0"/>
                  </a:lnTo>
                  <a:close/>
                </a:path>
              </a:pathLst>
            </a:custGeom>
            <a:solidFill>
              <a:srgbClr val="FFA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92"/>
            <p:cNvSpPr/>
            <p:nvPr/>
          </p:nvSpPr>
          <p:spPr>
            <a:xfrm flipH="1">
              <a:off x="4062849" y="3898518"/>
              <a:ext cx="119887" cy="147029"/>
            </a:xfrm>
            <a:custGeom>
              <a:avLst/>
              <a:gdLst/>
              <a:ahLst/>
              <a:cxnLst/>
              <a:rect l="l" t="t" r="r" b="b"/>
              <a:pathLst>
                <a:path w="2531" h="3104" extrusionOk="0">
                  <a:moveTo>
                    <a:pt x="970" y="0"/>
                  </a:moveTo>
                  <a:lnTo>
                    <a:pt x="0" y="1473"/>
                  </a:lnTo>
                  <a:cubicBezTo>
                    <a:pt x="88" y="1508"/>
                    <a:pt x="547" y="2169"/>
                    <a:pt x="1358" y="2372"/>
                  </a:cubicBezTo>
                  <a:cubicBezTo>
                    <a:pt x="2169" y="2575"/>
                    <a:pt x="1852" y="3104"/>
                    <a:pt x="1852" y="3104"/>
                  </a:cubicBezTo>
                  <a:lnTo>
                    <a:pt x="2531" y="2372"/>
                  </a:lnTo>
                  <a:lnTo>
                    <a:pt x="9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92"/>
            <p:cNvSpPr/>
            <p:nvPr/>
          </p:nvSpPr>
          <p:spPr>
            <a:xfrm flipH="1">
              <a:off x="4083312" y="3669070"/>
              <a:ext cx="168344" cy="458091"/>
            </a:xfrm>
            <a:custGeom>
              <a:avLst/>
              <a:gdLst/>
              <a:ahLst/>
              <a:cxnLst/>
              <a:rect l="l" t="t" r="r" b="b"/>
              <a:pathLst>
                <a:path w="3554" h="9671" extrusionOk="0">
                  <a:moveTo>
                    <a:pt x="2703" y="1"/>
                  </a:moveTo>
                  <a:cubicBezTo>
                    <a:pt x="2348" y="1"/>
                    <a:pt x="2032" y="239"/>
                    <a:pt x="1949" y="595"/>
                  </a:cubicBezTo>
                  <a:lnTo>
                    <a:pt x="97" y="8715"/>
                  </a:lnTo>
                  <a:cubicBezTo>
                    <a:pt x="0" y="9129"/>
                    <a:pt x="256" y="9544"/>
                    <a:pt x="670" y="9650"/>
                  </a:cubicBezTo>
                  <a:cubicBezTo>
                    <a:pt x="730" y="9663"/>
                    <a:pt x="789" y="9670"/>
                    <a:pt x="847" y="9670"/>
                  </a:cubicBezTo>
                  <a:cubicBezTo>
                    <a:pt x="1197" y="9670"/>
                    <a:pt x="1514" y="9432"/>
                    <a:pt x="1605" y="9077"/>
                  </a:cubicBezTo>
                  <a:lnTo>
                    <a:pt x="3457" y="956"/>
                  </a:lnTo>
                  <a:cubicBezTo>
                    <a:pt x="3554" y="533"/>
                    <a:pt x="3298" y="118"/>
                    <a:pt x="2883" y="21"/>
                  </a:cubicBezTo>
                  <a:cubicBezTo>
                    <a:pt x="2823" y="8"/>
                    <a:pt x="2762" y="1"/>
                    <a:pt x="27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92"/>
            <p:cNvSpPr/>
            <p:nvPr/>
          </p:nvSpPr>
          <p:spPr>
            <a:xfrm flipH="1">
              <a:off x="4123006" y="3789904"/>
              <a:ext cx="114535" cy="315894"/>
            </a:xfrm>
            <a:custGeom>
              <a:avLst/>
              <a:gdLst/>
              <a:ahLst/>
              <a:cxnLst/>
              <a:rect l="l" t="t" r="r" b="b"/>
              <a:pathLst>
                <a:path w="2418" h="6669" extrusionOk="0">
                  <a:moveTo>
                    <a:pt x="1439" y="1"/>
                  </a:moveTo>
                  <a:lnTo>
                    <a:pt x="99" y="6032"/>
                  </a:lnTo>
                  <a:cubicBezTo>
                    <a:pt x="1" y="6425"/>
                    <a:pt x="306" y="6669"/>
                    <a:pt x="607" y="6669"/>
                  </a:cubicBezTo>
                  <a:cubicBezTo>
                    <a:pt x="819" y="6669"/>
                    <a:pt x="1030" y="6547"/>
                    <a:pt x="1095" y="6270"/>
                  </a:cubicBezTo>
                  <a:lnTo>
                    <a:pt x="2418" y="345"/>
                  </a:lnTo>
                  <a:cubicBezTo>
                    <a:pt x="2092" y="230"/>
                    <a:pt x="1765" y="116"/>
                    <a:pt x="14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92"/>
            <p:cNvSpPr/>
            <p:nvPr/>
          </p:nvSpPr>
          <p:spPr>
            <a:xfrm flipH="1">
              <a:off x="4055744" y="3649128"/>
              <a:ext cx="123677" cy="58641"/>
            </a:xfrm>
            <a:custGeom>
              <a:avLst/>
              <a:gdLst/>
              <a:ahLst/>
              <a:cxnLst/>
              <a:rect l="l" t="t" r="r" b="b"/>
              <a:pathLst>
                <a:path w="2611" h="1238" extrusionOk="0">
                  <a:moveTo>
                    <a:pt x="471" y="0"/>
                  </a:moveTo>
                  <a:cubicBezTo>
                    <a:pt x="278" y="0"/>
                    <a:pt x="102" y="124"/>
                    <a:pt x="45" y="319"/>
                  </a:cubicBezTo>
                  <a:cubicBezTo>
                    <a:pt x="1" y="557"/>
                    <a:pt x="159" y="786"/>
                    <a:pt x="397" y="830"/>
                  </a:cubicBezTo>
                  <a:lnTo>
                    <a:pt x="2020" y="1218"/>
                  </a:lnTo>
                  <a:cubicBezTo>
                    <a:pt x="2061" y="1231"/>
                    <a:pt x="2104" y="1237"/>
                    <a:pt x="2145" y="1237"/>
                  </a:cubicBezTo>
                  <a:cubicBezTo>
                    <a:pt x="2333" y="1237"/>
                    <a:pt x="2509" y="1113"/>
                    <a:pt x="2566" y="919"/>
                  </a:cubicBezTo>
                  <a:cubicBezTo>
                    <a:pt x="2610" y="672"/>
                    <a:pt x="2452" y="442"/>
                    <a:pt x="2214" y="398"/>
                  </a:cubicBezTo>
                  <a:lnTo>
                    <a:pt x="600" y="19"/>
                  </a:lnTo>
                  <a:cubicBezTo>
                    <a:pt x="557" y="6"/>
                    <a:pt x="513" y="0"/>
                    <a:pt x="4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92"/>
            <p:cNvSpPr/>
            <p:nvPr/>
          </p:nvSpPr>
          <p:spPr>
            <a:xfrm>
              <a:off x="3257444" y="3319035"/>
              <a:ext cx="43201" cy="109759"/>
            </a:xfrm>
            <a:custGeom>
              <a:avLst/>
              <a:gdLst/>
              <a:ahLst/>
              <a:cxnLst/>
              <a:rect l="l" t="t" r="r" b="b"/>
              <a:pathLst>
                <a:path w="3336" h="8474" fill="none" extrusionOk="0">
                  <a:moveTo>
                    <a:pt x="1368" y="1"/>
                  </a:moveTo>
                  <a:cubicBezTo>
                    <a:pt x="1368" y="1"/>
                    <a:pt x="0" y="7706"/>
                    <a:pt x="834" y="8107"/>
                  </a:cubicBezTo>
                  <a:cubicBezTo>
                    <a:pt x="1635" y="8474"/>
                    <a:pt x="3336" y="7807"/>
                    <a:pt x="3336" y="7807"/>
                  </a:cubicBez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92"/>
            <p:cNvSpPr/>
            <p:nvPr/>
          </p:nvSpPr>
          <p:spPr>
            <a:xfrm flipH="1">
              <a:off x="4134327" y="3887244"/>
              <a:ext cx="106056" cy="46468"/>
            </a:xfrm>
            <a:custGeom>
              <a:avLst/>
              <a:gdLst/>
              <a:ahLst/>
              <a:cxnLst/>
              <a:rect l="l" t="t" r="r" b="b"/>
              <a:pathLst>
                <a:path w="2239" h="981" extrusionOk="0">
                  <a:moveTo>
                    <a:pt x="406" y="0"/>
                  </a:moveTo>
                  <a:lnTo>
                    <a:pt x="406" y="0"/>
                  </a:lnTo>
                  <a:cubicBezTo>
                    <a:pt x="406" y="0"/>
                    <a:pt x="0" y="335"/>
                    <a:pt x="450" y="653"/>
                  </a:cubicBezTo>
                  <a:cubicBezTo>
                    <a:pt x="733" y="849"/>
                    <a:pt x="1385" y="981"/>
                    <a:pt x="1806" y="981"/>
                  </a:cubicBezTo>
                  <a:cubicBezTo>
                    <a:pt x="2067" y="981"/>
                    <a:pt x="2239" y="930"/>
                    <a:pt x="2178" y="811"/>
                  </a:cubicBezTo>
                  <a:cubicBezTo>
                    <a:pt x="2011" y="503"/>
                    <a:pt x="997" y="27"/>
                    <a:pt x="4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92"/>
            <p:cNvSpPr/>
            <p:nvPr/>
          </p:nvSpPr>
          <p:spPr>
            <a:xfrm flipH="1">
              <a:off x="4120969" y="3857166"/>
              <a:ext cx="106056" cy="46231"/>
            </a:xfrm>
            <a:custGeom>
              <a:avLst/>
              <a:gdLst/>
              <a:ahLst/>
              <a:cxnLst/>
              <a:rect l="l" t="t" r="r" b="b"/>
              <a:pathLst>
                <a:path w="2239" h="976" extrusionOk="0">
                  <a:moveTo>
                    <a:pt x="406" y="0"/>
                  </a:moveTo>
                  <a:cubicBezTo>
                    <a:pt x="406" y="0"/>
                    <a:pt x="1" y="327"/>
                    <a:pt x="450" y="644"/>
                  </a:cubicBezTo>
                  <a:cubicBezTo>
                    <a:pt x="734" y="840"/>
                    <a:pt x="1387" y="976"/>
                    <a:pt x="1808" y="976"/>
                  </a:cubicBezTo>
                  <a:cubicBezTo>
                    <a:pt x="2068" y="976"/>
                    <a:pt x="2239" y="924"/>
                    <a:pt x="2178" y="803"/>
                  </a:cubicBezTo>
                  <a:cubicBezTo>
                    <a:pt x="2011" y="494"/>
                    <a:pt x="997" y="18"/>
                    <a:pt x="4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92"/>
            <p:cNvSpPr/>
            <p:nvPr/>
          </p:nvSpPr>
          <p:spPr>
            <a:xfrm flipH="1">
              <a:off x="4142095" y="3916896"/>
              <a:ext cx="106245" cy="46468"/>
            </a:xfrm>
            <a:custGeom>
              <a:avLst/>
              <a:gdLst/>
              <a:ahLst/>
              <a:cxnLst/>
              <a:rect l="l" t="t" r="r" b="b"/>
              <a:pathLst>
                <a:path w="2243" h="981" extrusionOk="0">
                  <a:moveTo>
                    <a:pt x="415" y="0"/>
                  </a:moveTo>
                  <a:cubicBezTo>
                    <a:pt x="415" y="0"/>
                    <a:pt x="1" y="335"/>
                    <a:pt x="459" y="653"/>
                  </a:cubicBezTo>
                  <a:cubicBezTo>
                    <a:pt x="742" y="849"/>
                    <a:pt x="1394" y="981"/>
                    <a:pt x="1813" y="981"/>
                  </a:cubicBezTo>
                  <a:cubicBezTo>
                    <a:pt x="2073" y="981"/>
                    <a:pt x="2243" y="930"/>
                    <a:pt x="2179" y="811"/>
                  </a:cubicBezTo>
                  <a:cubicBezTo>
                    <a:pt x="2020" y="503"/>
                    <a:pt x="1006" y="27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92"/>
            <p:cNvSpPr/>
            <p:nvPr/>
          </p:nvSpPr>
          <p:spPr>
            <a:xfrm flipH="1">
              <a:off x="3588417" y="3803309"/>
              <a:ext cx="540037" cy="723633"/>
            </a:xfrm>
            <a:custGeom>
              <a:avLst/>
              <a:gdLst/>
              <a:ahLst/>
              <a:cxnLst/>
              <a:rect l="l" t="t" r="r" b="b"/>
              <a:pathLst>
                <a:path w="11401" h="15277" extrusionOk="0">
                  <a:moveTo>
                    <a:pt x="9849" y="0"/>
                  </a:moveTo>
                  <a:cubicBezTo>
                    <a:pt x="9849" y="0"/>
                    <a:pt x="7733" y="635"/>
                    <a:pt x="6869" y="3985"/>
                  </a:cubicBezTo>
                  <a:cubicBezTo>
                    <a:pt x="6163" y="6727"/>
                    <a:pt x="5758" y="8985"/>
                    <a:pt x="5758" y="8985"/>
                  </a:cubicBezTo>
                  <a:lnTo>
                    <a:pt x="2496" y="3236"/>
                  </a:lnTo>
                  <a:lnTo>
                    <a:pt x="0" y="4726"/>
                  </a:lnTo>
                  <a:cubicBezTo>
                    <a:pt x="0" y="4726"/>
                    <a:pt x="4035" y="15277"/>
                    <a:pt x="6336" y="15277"/>
                  </a:cubicBezTo>
                  <a:cubicBezTo>
                    <a:pt x="6367" y="15277"/>
                    <a:pt x="6398" y="15275"/>
                    <a:pt x="6428" y="15271"/>
                  </a:cubicBezTo>
                  <a:cubicBezTo>
                    <a:pt x="8703" y="14971"/>
                    <a:pt x="11401" y="6736"/>
                    <a:pt x="11401" y="6736"/>
                  </a:cubicBezTo>
                  <a:lnTo>
                    <a:pt x="9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92"/>
            <p:cNvSpPr/>
            <p:nvPr/>
          </p:nvSpPr>
          <p:spPr>
            <a:xfrm flipH="1">
              <a:off x="3273519" y="2986457"/>
              <a:ext cx="552589" cy="891646"/>
            </a:xfrm>
            <a:custGeom>
              <a:avLst/>
              <a:gdLst/>
              <a:ahLst/>
              <a:cxnLst/>
              <a:rect l="l" t="t" r="r" b="b"/>
              <a:pathLst>
                <a:path w="11666" h="18824" extrusionOk="0">
                  <a:moveTo>
                    <a:pt x="7912" y="0"/>
                  </a:moveTo>
                  <a:cubicBezTo>
                    <a:pt x="4956" y="0"/>
                    <a:pt x="4360" y="3948"/>
                    <a:pt x="2249" y="5704"/>
                  </a:cubicBezTo>
                  <a:cubicBezTo>
                    <a:pt x="1" y="7573"/>
                    <a:pt x="521" y="10341"/>
                    <a:pt x="1773" y="12449"/>
                  </a:cubicBezTo>
                  <a:cubicBezTo>
                    <a:pt x="3016" y="14556"/>
                    <a:pt x="336" y="14609"/>
                    <a:pt x="521" y="16469"/>
                  </a:cubicBezTo>
                  <a:cubicBezTo>
                    <a:pt x="715" y="18338"/>
                    <a:pt x="1764" y="18471"/>
                    <a:pt x="1764" y="18471"/>
                  </a:cubicBezTo>
                  <a:cubicBezTo>
                    <a:pt x="2866" y="16813"/>
                    <a:pt x="5846" y="18823"/>
                    <a:pt x="7945" y="15517"/>
                  </a:cubicBezTo>
                  <a:cubicBezTo>
                    <a:pt x="10043" y="12211"/>
                    <a:pt x="7134" y="10923"/>
                    <a:pt x="6605" y="9248"/>
                  </a:cubicBezTo>
                  <a:cubicBezTo>
                    <a:pt x="6076" y="7564"/>
                    <a:pt x="7037" y="6656"/>
                    <a:pt x="8615" y="6083"/>
                  </a:cubicBezTo>
                  <a:cubicBezTo>
                    <a:pt x="10193" y="5510"/>
                    <a:pt x="11146" y="5131"/>
                    <a:pt x="11436" y="3164"/>
                  </a:cubicBezTo>
                  <a:cubicBezTo>
                    <a:pt x="11463" y="3032"/>
                    <a:pt x="11498" y="2909"/>
                    <a:pt x="11507" y="2794"/>
                  </a:cubicBezTo>
                  <a:cubicBezTo>
                    <a:pt x="11666" y="1745"/>
                    <a:pt x="11172" y="493"/>
                    <a:pt x="8518" y="52"/>
                  </a:cubicBezTo>
                  <a:cubicBezTo>
                    <a:pt x="8305" y="17"/>
                    <a:pt x="8104" y="0"/>
                    <a:pt x="7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92"/>
            <p:cNvSpPr/>
            <p:nvPr/>
          </p:nvSpPr>
          <p:spPr>
            <a:xfrm flipH="1">
              <a:off x="3280199" y="3146322"/>
              <a:ext cx="243516" cy="581862"/>
            </a:xfrm>
            <a:custGeom>
              <a:avLst/>
              <a:gdLst/>
              <a:ahLst/>
              <a:cxnLst/>
              <a:rect l="l" t="t" r="r" b="b"/>
              <a:pathLst>
                <a:path w="5141" h="12284" extrusionOk="0">
                  <a:moveTo>
                    <a:pt x="4858" y="1"/>
                  </a:moveTo>
                  <a:lnTo>
                    <a:pt x="4832" y="168"/>
                  </a:lnTo>
                  <a:cubicBezTo>
                    <a:pt x="4823" y="230"/>
                    <a:pt x="4814" y="301"/>
                    <a:pt x="4797" y="371"/>
                  </a:cubicBezTo>
                  <a:lnTo>
                    <a:pt x="4744" y="645"/>
                  </a:lnTo>
                  <a:cubicBezTo>
                    <a:pt x="4682" y="883"/>
                    <a:pt x="4594" y="1112"/>
                    <a:pt x="4479" y="1332"/>
                  </a:cubicBezTo>
                  <a:cubicBezTo>
                    <a:pt x="4329" y="1614"/>
                    <a:pt x="4127" y="1853"/>
                    <a:pt x="3871" y="2055"/>
                  </a:cubicBezTo>
                  <a:cubicBezTo>
                    <a:pt x="3562" y="2285"/>
                    <a:pt x="3227" y="2470"/>
                    <a:pt x="2866" y="2611"/>
                  </a:cubicBezTo>
                  <a:cubicBezTo>
                    <a:pt x="2496" y="2778"/>
                    <a:pt x="2072" y="2919"/>
                    <a:pt x="1649" y="3131"/>
                  </a:cubicBezTo>
                  <a:cubicBezTo>
                    <a:pt x="1437" y="3237"/>
                    <a:pt x="1235" y="3360"/>
                    <a:pt x="1041" y="3492"/>
                  </a:cubicBezTo>
                  <a:cubicBezTo>
                    <a:pt x="838" y="3634"/>
                    <a:pt x="653" y="3801"/>
                    <a:pt x="494" y="3995"/>
                  </a:cubicBezTo>
                  <a:cubicBezTo>
                    <a:pt x="168" y="4392"/>
                    <a:pt x="0" y="4894"/>
                    <a:pt x="44" y="5406"/>
                  </a:cubicBezTo>
                  <a:lnTo>
                    <a:pt x="62" y="5600"/>
                  </a:lnTo>
                  <a:cubicBezTo>
                    <a:pt x="71" y="5661"/>
                    <a:pt x="80" y="5723"/>
                    <a:pt x="97" y="5785"/>
                  </a:cubicBezTo>
                  <a:cubicBezTo>
                    <a:pt x="115" y="5900"/>
                    <a:pt x="150" y="6023"/>
                    <a:pt x="185" y="6138"/>
                  </a:cubicBezTo>
                  <a:cubicBezTo>
                    <a:pt x="265" y="6376"/>
                    <a:pt x="379" y="6605"/>
                    <a:pt x="521" y="6808"/>
                  </a:cubicBezTo>
                  <a:cubicBezTo>
                    <a:pt x="785" y="7213"/>
                    <a:pt x="1102" y="7566"/>
                    <a:pt x="1393" y="7927"/>
                  </a:cubicBezTo>
                  <a:cubicBezTo>
                    <a:pt x="1676" y="8262"/>
                    <a:pt x="1914" y="8624"/>
                    <a:pt x="2116" y="9012"/>
                  </a:cubicBezTo>
                  <a:cubicBezTo>
                    <a:pt x="2293" y="9365"/>
                    <a:pt x="2399" y="9744"/>
                    <a:pt x="2416" y="10140"/>
                  </a:cubicBezTo>
                  <a:cubicBezTo>
                    <a:pt x="2434" y="10467"/>
                    <a:pt x="2399" y="10802"/>
                    <a:pt x="2310" y="11119"/>
                  </a:cubicBezTo>
                  <a:cubicBezTo>
                    <a:pt x="2275" y="11260"/>
                    <a:pt x="2231" y="11393"/>
                    <a:pt x="2187" y="11516"/>
                  </a:cubicBezTo>
                  <a:cubicBezTo>
                    <a:pt x="2134" y="11639"/>
                    <a:pt x="2090" y="11745"/>
                    <a:pt x="2046" y="11842"/>
                  </a:cubicBezTo>
                  <a:lnTo>
                    <a:pt x="1922" y="12098"/>
                  </a:lnTo>
                  <a:cubicBezTo>
                    <a:pt x="1912" y="12120"/>
                    <a:pt x="1902" y="12141"/>
                    <a:pt x="1893" y="12161"/>
                  </a:cubicBezTo>
                  <a:lnTo>
                    <a:pt x="1893" y="12161"/>
                  </a:lnTo>
                  <a:cubicBezTo>
                    <a:pt x="1905" y="12141"/>
                    <a:pt x="1918" y="12120"/>
                    <a:pt x="1931" y="12098"/>
                  </a:cubicBezTo>
                  <a:lnTo>
                    <a:pt x="2055" y="11842"/>
                  </a:lnTo>
                  <a:cubicBezTo>
                    <a:pt x="2108" y="11745"/>
                    <a:pt x="2152" y="11639"/>
                    <a:pt x="2205" y="11525"/>
                  </a:cubicBezTo>
                  <a:cubicBezTo>
                    <a:pt x="2257" y="11393"/>
                    <a:pt x="2302" y="11260"/>
                    <a:pt x="2337" y="11128"/>
                  </a:cubicBezTo>
                  <a:cubicBezTo>
                    <a:pt x="2434" y="10802"/>
                    <a:pt x="2478" y="10467"/>
                    <a:pt x="2469" y="10132"/>
                  </a:cubicBezTo>
                  <a:cubicBezTo>
                    <a:pt x="2451" y="9735"/>
                    <a:pt x="2354" y="9338"/>
                    <a:pt x="2178" y="8985"/>
                  </a:cubicBezTo>
                  <a:cubicBezTo>
                    <a:pt x="1984" y="8580"/>
                    <a:pt x="1746" y="8210"/>
                    <a:pt x="1464" y="7866"/>
                  </a:cubicBezTo>
                  <a:cubicBezTo>
                    <a:pt x="1191" y="7495"/>
                    <a:pt x="873" y="7143"/>
                    <a:pt x="626" y="6737"/>
                  </a:cubicBezTo>
                  <a:cubicBezTo>
                    <a:pt x="494" y="6543"/>
                    <a:pt x="397" y="6323"/>
                    <a:pt x="327" y="6102"/>
                  </a:cubicBezTo>
                  <a:cubicBezTo>
                    <a:pt x="291" y="5988"/>
                    <a:pt x="265" y="5864"/>
                    <a:pt x="238" y="5750"/>
                  </a:cubicBezTo>
                  <a:cubicBezTo>
                    <a:pt x="230" y="5688"/>
                    <a:pt x="221" y="5635"/>
                    <a:pt x="212" y="5573"/>
                  </a:cubicBezTo>
                  <a:lnTo>
                    <a:pt x="203" y="5397"/>
                  </a:lnTo>
                  <a:cubicBezTo>
                    <a:pt x="177" y="4930"/>
                    <a:pt x="327" y="4471"/>
                    <a:pt x="635" y="4110"/>
                  </a:cubicBezTo>
                  <a:cubicBezTo>
                    <a:pt x="785" y="3933"/>
                    <a:pt x="961" y="3783"/>
                    <a:pt x="1147" y="3660"/>
                  </a:cubicBezTo>
                  <a:cubicBezTo>
                    <a:pt x="1341" y="3528"/>
                    <a:pt x="1534" y="3413"/>
                    <a:pt x="1737" y="3316"/>
                  </a:cubicBezTo>
                  <a:cubicBezTo>
                    <a:pt x="2143" y="3122"/>
                    <a:pt x="2566" y="2990"/>
                    <a:pt x="2963" y="2822"/>
                  </a:cubicBezTo>
                  <a:cubicBezTo>
                    <a:pt x="3342" y="2681"/>
                    <a:pt x="3695" y="2487"/>
                    <a:pt x="4021" y="2249"/>
                  </a:cubicBezTo>
                  <a:cubicBezTo>
                    <a:pt x="4303" y="2038"/>
                    <a:pt x="4541" y="1764"/>
                    <a:pt x="4709" y="1465"/>
                  </a:cubicBezTo>
                  <a:cubicBezTo>
                    <a:pt x="4841" y="1227"/>
                    <a:pt x="4938" y="971"/>
                    <a:pt x="5008" y="715"/>
                  </a:cubicBezTo>
                  <a:cubicBezTo>
                    <a:pt x="5035" y="609"/>
                    <a:pt x="5061" y="512"/>
                    <a:pt x="5079" y="433"/>
                  </a:cubicBezTo>
                  <a:cubicBezTo>
                    <a:pt x="5097" y="345"/>
                    <a:pt x="5105" y="274"/>
                    <a:pt x="5114" y="213"/>
                  </a:cubicBezTo>
                  <a:lnTo>
                    <a:pt x="5141" y="36"/>
                  </a:lnTo>
                  <a:lnTo>
                    <a:pt x="4858" y="1"/>
                  </a:lnTo>
                  <a:close/>
                  <a:moveTo>
                    <a:pt x="1893" y="12161"/>
                  </a:moveTo>
                  <a:cubicBezTo>
                    <a:pt x="1865" y="12206"/>
                    <a:pt x="1841" y="12247"/>
                    <a:pt x="1817" y="12283"/>
                  </a:cubicBezTo>
                  <a:cubicBezTo>
                    <a:pt x="1842" y="12251"/>
                    <a:pt x="1867" y="12211"/>
                    <a:pt x="1893" y="12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92"/>
            <p:cNvSpPr/>
            <p:nvPr/>
          </p:nvSpPr>
          <p:spPr>
            <a:xfrm flipH="1">
              <a:off x="3283135" y="2984704"/>
              <a:ext cx="540037" cy="772280"/>
            </a:xfrm>
            <a:custGeom>
              <a:avLst/>
              <a:gdLst/>
              <a:ahLst/>
              <a:cxnLst/>
              <a:rect l="l" t="t" r="r" b="b"/>
              <a:pathLst>
                <a:path w="11401" h="16304" extrusionOk="0">
                  <a:moveTo>
                    <a:pt x="7716" y="1"/>
                  </a:moveTo>
                  <a:cubicBezTo>
                    <a:pt x="7487" y="1"/>
                    <a:pt x="7260" y="24"/>
                    <a:pt x="7037" y="71"/>
                  </a:cubicBezTo>
                  <a:cubicBezTo>
                    <a:pt x="6675" y="151"/>
                    <a:pt x="6331" y="301"/>
                    <a:pt x="6031" y="503"/>
                  </a:cubicBezTo>
                  <a:cubicBezTo>
                    <a:pt x="5714" y="715"/>
                    <a:pt x="5432" y="962"/>
                    <a:pt x="5185" y="1253"/>
                  </a:cubicBezTo>
                  <a:cubicBezTo>
                    <a:pt x="4674" y="1826"/>
                    <a:pt x="4259" y="2487"/>
                    <a:pt x="3836" y="3148"/>
                  </a:cubicBezTo>
                  <a:cubicBezTo>
                    <a:pt x="3413" y="3801"/>
                    <a:pt x="2981" y="4480"/>
                    <a:pt x="2452" y="5044"/>
                  </a:cubicBezTo>
                  <a:cubicBezTo>
                    <a:pt x="2381" y="5115"/>
                    <a:pt x="2319" y="5185"/>
                    <a:pt x="2240" y="5256"/>
                  </a:cubicBezTo>
                  <a:cubicBezTo>
                    <a:pt x="2170" y="5317"/>
                    <a:pt x="2099" y="5388"/>
                    <a:pt x="2020" y="5450"/>
                  </a:cubicBezTo>
                  <a:lnTo>
                    <a:pt x="1790" y="5644"/>
                  </a:lnTo>
                  <a:cubicBezTo>
                    <a:pt x="1720" y="5697"/>
                    <a:pt x="1641" y="5776"/>
                    <a:pt x="1561" y="5846"/>
                  </a:cubicBezTo>
                  <a:cubicBezTo>
                    <a:pt x="671" y="6675"/>
                    <a:pt x="186" y="7866"/>
                    <a:pt x="239" y="9082"/>
                  </a:cubicBezTo>
                  <a:cubicBezTo>
                    <a:pt x="265" y="9814"/>
                    <a:pt x="424" y="10537"/>
                    <a:pt x="697" y="11225"/>
                  </a:cubicBezTo>
                  <a:cubicBezTo>
                    <a:pt x="821" y="11533"/>
                    <a:pt x="962" y="11842"/>
                    <a:pt x="1120" y="12142"/>
                  </a:cubicBezTo>
                  <a:cubicBezTo>
                    <a:pt x="1270" y="12433"/>
                    <a:pt x="1438" y="12688"/>
                    <a:pt x="1517" y="12971"/>
                  </a:cubicBezTo>
                  <a:cubicBezTo>
                    <a:pt x="1552" y="13103"/>
                    <a:pt x="1579" y="13235"/>
                    <a:pt x="1579" y="13376"/>
                  </a:cubicBezTo>
                  <a:cubicBezTo>
                    <a:pt x="1579" y="13508"/>
                    <a:pt x="1561" y="13641"/>
                    <a:pt x="1517" y="13764"/>
                  </a:cubicBezTo>
                  <a:cubicBezTo>
                    <a:pt x="1420" y="13993"/>
                    <a:pt x="1279" y="14205"/>
                    <a:pt x="1103" y="14381"/>
                  </a:cubicBezTo>
                  <a:cubicBezTo>
                    <a:pt x="935" y="14558"/>
                    <a:pt x="768" y="14708"/>
                    <a:pt x="618" y="14866"/>
                  </a:cubicBezTo>
                  <a:cubicBezTo>
                    <a:pt x="485" y="15007"/>
                    <a:pt x="362" y="15157"/>
                    <a:pt x="256" y="15316"/>
                  </a:cubicBezTo>
                  <a:cubicBezTo>
                    <a:pt x="168" y="15457"/>
                    <a:pt x="106" y="15598"/>
                    <a:pt x="53" y="15748"/>
                  </a:cubicBezTo>
                  <a:cubicBezTo>
                    <a:pt x="27" y="15863"/>
                    <a:pt x="9" y="15977"/>
                    <a:pt x="1" y="16092"/>
                  </a:cubicBezTo>
                  <a:lnTo>
                    <a:pt x="1" y="16215"/>
                  </a:lnTo>
                  <a:lnTo>
                    <a:pt x="9" y="16303"/>
                  </a:lnTo>
                  <a:cubicBezTo>
                    <a:pt x="9" y="16277"/>
                    <a:pt x="9" y="16250"/>
                    <a:pt x="9" y="16215"/>
                  </a:cubicBezTo>
                  <a:cubicBezTo>
                    <a:pt x="9" y="16180"/>
                    <a:pt x="18" y="16136"/>
                    <a:pt x="18" y="16092"/>
                  </a:cubicBezTo>
                  <a:cubicBezTo>
                    <a:pt x="27" y="15977"/>
                    <a:pt x="53" y="15871"/>
                    <a:pt x="89" y="15757"/>
                  </a:cubicBezTo>
                  <a:cubicBezTo>
                    <a:pt x="142" y="15616"/>
                    <a:pt x="212" y="15483"/>
                    <a:pt x="300" y="15351"/>
                  </a:cubicBezTo>
                  <a:cubicBezTo>
                    <a:pt x="415" y="15201"/>
                    <a:pt x="538" y="15051"/>
                    <a:pt x="679" y="14919"/>
                  </a:cubicBezTo>
                  <a:cubicBezTo>
                    <a:pt x="829" y="14778"/>
                    <a:pt x="997" y="14628"/>
                    <a:pt x="1173" y="14461"/>
                  </a:cubicBezTo>
                  <a:cubicBezTo>
                    <a:pt x="1376" y="14275"/>
                    <a:pt x="1535" y="14055"/>
                    <a:pt x="1649" y="13817"/>
                  </a:cubicBezTo>
                  <a:cubicBezTo>
                    <a:pt x="1702" y="13676"/>
                    <a:pt x="1729" y="13535"/>
                    <a:pt x="1737" y="13385"/>
                  </a:cubicBezTo>
                  <a:cubicBezTo>
                    <a:pt x="1737" y="13226"/>
                    <a:pt x="1711" y="13076"/>
                    <a:pt x="1676" y="12926"/>
                  </a:cubicBezTo>
                  <a:cubicBezTo>
                    <a:pt x="1623" y="12777"/>
                    <a:pt x="1570" y="12627"/>
                    <a:pt x="1499" y="12486"/>
                  </a:cubicBezTo>
                  <a:lnTo>
                    <a:pt x="1447" y="12380"/>
                  </a:lnTo>
                  <a:lnTo>
                    <a:pt x="1394" y="12265"/>
                  </a:lnTo>
                  <a:cubicBezTo>
                    <a:pt x="1350" y="12204"/>
                    <a:pt x="1314" y="12133"/>
                    <a:pt x="1279" y="12054"/>
                  </a:cubicBezTo>
                  <a:cubicBezTo>
                    <a:pt x="1138" y="11763"/>
                    <a:pt x="1006" y="11463"/>
                    <a:pt x="891" y="11145"/>
                  </a:cubicBezTo>
                  <a:cubicBezTo>
                    <a:pt x="644" y="10484"/>
                    <a:pt x="512" y="9788"/>
                    <a:pt x="494" y="9082"/>
                  </a:cubicBezTo>
                  <a:cubicBezTo>
                    <a:pt x="477" y="8333"/>
                    <a:pt x="671" y="7592"/>
                    <a:pt x="1050" y="6940"/>
                  </a:cubicBezTo>
                  <a:cubicBezTo>
                    <a:pt x="1244" y="6614"/>
                    <a:pt x="1482" y="6314"/>
                    <a:pt x="1764" y="6049"/>
                  </a:cubicBezTo>
                  <a:cubicBezTo>
                    <a:pt x="1834" y="5988"/>
                    <a:pt x="1905" y="5917"/>
                    <a:pt x="1984" y="5855"/>
                  </a:cubicBezTo>
                  <a:lnTo>
                    <a:pt x="2214" y="5661"/>
                  </a:lnTo>
                  <a:cubicBezTo>
                    <a:pt x="2293" y="5600"/>
                    <a:pt x="2363" y="5529"/>
                    <a:pt x="2443" y="5459"/>
                  </a:cubicBezTo>
                  <a:cubicBezTo>
                    <a:pt x="2522" y="5388"/>
                    <a:pt x="2593" y="5317"/>
                    <a:pt x="2663" y="5238"/>
                  </a:cubicBezTo>
                  <a:cubicBezTo>
                    <a:pt x="3219" y="4639"/>
                    <a:pt x="3651" y="3951"/>
                    <a:pt x="4074" y="3290"/>
                  </a:cubicBezTo>
                  <a:cubicBezTo>
                    <a:pt x="4497" y="2628"/>
                    <a:pt x="4894" y="1967"/>
                    <a:pt x="5379" y="1420"/>
                  </a:cubicBezTo>
                  <a:cubicBezTo>
                    <a:pt x="5608" y="1147"/>
                    <a:pt x="5873" y="900"/>
                    <a:pt x="6172" y="697"/>
                  </a:cubicBezTo>
                  <a:cubicBezTo>
                    <a:pt x="6446" y="503"/>
                    <a:pt x="6754" y="362"/>
                    <a:pt x="7089" y="274"/>
                  </a:cubicBezTo>
                  <a:cubicBezTo>
                    <a:pt x="7319" y="222"/>
                    <a:pt x="7559" y="194"/>
                    <a:pt x="7797" y="194"/>
                  </a:cubicBezTo>
                  <a:cubicBezTo>
                    <a:pt x="7879" y="194"/>
                    <a:pt x="7961" y="197"/>
                    <a:pt x="8042" y="204"/>
                  </a:cubicBezTo>
                  <a:cubicBezTo>
                    <a:pt x="8121" y="204"/>
                    <a:pt x="8200" y="221"/>
                    <a:pt x="8280" y="230"/>
                  </a:cubicBezTo>
                  <a:lnTo>
                    <a:pt x="8394" y="248"/>
                  </a:lnTo>
                  <a:lnTo>
                    <a:pt x="8509" y="274"/>
                  </a:lnTo>
                  <a:cubicBezTo>
                    <a:pt x="8659" y="301"/>
                    <a:pt x="8809" y="327"/>
                    <a:pt x="8950" y="371"/>
                  </a:cubicBezTo>
                  <a:cubicBezTo>
                    <a:pt x="9470" y="486"/>
                    <a:pt x="9973" y="697"/>
                    <a:pt x="10431" y="979"/>
                  </a:cubicBezTo>
                  <a:cubicBezTo>
                    <a:pt x="10528" y="1050"/>
                    <a:pt x="10616" y="1121"/>
                    <a:pt x="10704" y="1191"/>
                  </a:cubicBezTo>
                  <a:cubicBezTo>
                    <a:pt x="10748" y="1226"/>
                    <a:pt x="10784" y="1262"/>
                    <a:pt x="10819" y="1306"/>
                  </a:cubicBezTo>
                  <a:cubicBezTo>
                    <a:pt x="10863" y="1341"/>
                    <a:pt x="10898" y="1376"/>
                    <a:pt x="10934" y="1412"/>
                  </a:cubicBezTo>
                  <a:cubicBezTo>
                    <a:pt x="10995" y="1491"/>
                    <a:pt x="11048" y="1570"/>
                    <a:pt x="11101" y="1658"/>
                  </a:cubicBezTo>
                  <a:cubicBezTo>
                    <a:pt x="11128" y="1694"/>
                    <a:pt x="11154" y="1738"/>
                    <a:pt x="11172" y="1773"/>
                  </a:cubicBezTo>
                  <a:lnTo>
                    <a:pt x="11225" y="1896"/>
                  </a:lnTo>
                  <a:cubicBezTo>
                    <a:pt x="11330" y="2143"/>
                    <a:pt x="11374" y="2417"/>
                    <a:pt x="11366" y="2681"/>
                  </a:cubicBezTo>
                  <a:cubicBezTo>
                    <a:pt x="11366" y="2752"/>
                    <a:pt x="11357" y="2822"/>
                    <a:pt x="11348" y="2893"/>
                  </a:cubicBezTo>
                  <a:cubicBezTo>
                    <a:pt x="11339" y="2946"/>
                    <a:pt x="11339" y="2972"/>
                    <a:pt x="11339" y="2972"/>
                  </a:cubicBezTo>
                  <a:lnTo>
                    <a:pt x="11357" y="2902"/>
                  </a:lnTo>
                  <a:cubicBezTo>
                    <a:pt x="11366" y="2831"/>
                    <a:pt x="11374" y="2761"/>
                    <a:pt x="11383" y="2690"/>
                  </a:cubicBezTo>
                  <a:cubicBezTo>
                    <a:pt x="11401" y="2417"/>
                    <a:pt x="11366" y="2143"/>
                    <a:pt x="11277" y="1888"/>
                  </a:cubicBezTo>
                  <a:cubicBezTo>
                    <a:pt x="11260" y="1844"/>
                    <a:pt x="11242" y="1799"/>
                    <a:pt x="11225" y="1755"/>
                  </a:cubicBezTo>
                  <a:cubicBezTo>
                    <a:pt x="11207" y="1720"/>
                    <a:pt x="11180" y="1676"/>
                    <a:pt x="11163" y="1632"/>
                  </a:cubicBezTo>
                  <a:cubicBezTo>
                    <a:pt x="11110" y="1544"/>
                    <a:pt x="11057" y="1456"/>
                    <a:pt x="10995" y="1376"/>
                  </a:cubicBezTo>
                  <a:cubicBezTo>
                    <a:pt x="10960" y="1332"/>
                    <a:pt x="10916" y="1288"/>
                    <a:pt x="10881" y="1253"/>
                  </a:cubicBezTo>
                  <a:cubicBezTo>
                    <a:pt x="10845" y="1209"/>
                    <a:pt x="10801" y="1165"/>
                    <a:pt x="10766" y="1121"/>
                  </a:cubicBezTo>
                  <a:cubicBezTo>
                    <a:pt x="10678" y="1041"/>
                    <a:pt x="10581" y="962"/>
                    <a:pt x="10484" y="891"/>
                  </a:cubicBezTo>
                  <a:cubicBezTo>
                    <a:pt x="10034" y="583"/>
                    <a:pt x="9523" y="345"/>
                    <a:pt x="8985" y="212"/>
                  </a:cubicBezTo>
                  <a:cubicBezTo>
                    <a:pt x="8844" y="168"/>
                    <a:pt x="8694" y="142"/>
                    <a:pt x="8535" y="98"/>
                  </a:cubicBezTo>
                  <a:cubicBezTo>
                    <a:pt x="8500" y="89"/>
                    <a:pt x="8465" y="80"/>
                    <a:pt x="8421" y="71"/>
                  </a:cubicBezTo>
                  <a:lnTo>
                    <a:pt x="8297" y="54"/>
                  </a:lnTo>
                  <a:cubicBezTo>
                    <a:pt x="8218" y="45"/>
                    <a:pt x="8147" y="18"/>
                    <a:pt x="8059" y="18"/>
                  </a:cubicBezTo>
                  <a:cubicBezTo>
                    <a:pt x="7945" y="7"/>
                    <a:pt x="7830" y="1"/>
                    <a:pt x="77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92"/>
            <p:cNvSpPr/>
            <p:nvPr/>
          </p:nvSpPr>
          <p:spPr>
            <a:xfrm flipH="1">
              <a:off x="3281051" y="2959126"/>
              <a:ext cx="406792" cy="192265"/>
            </a:xfrm>
            <a:custGeom>
              <a:avLst/>
              <a:gdLst/>
              <a:ahLst/>
              <a:cxnLst/>
              <a:rect l="l" t="t" r="r" b="b"/>
              <a:pathLst>
                <a:path w="8588" h="4059" extrusionOk="0">
                  <a:moveTo>
                    <a:pt x="4949" y="0"/>
                  </a:moveTo>
                  <a:cubicBezTo>
                    <a:pt x="4338" y="0"/>
                    <a:pt x="3735" y="136"/>
                    <a:pt x="3183" y="409"/>
                  </a:cubicBezTo>
                  <a:cubicBezTo>
                    <a:pt x="3042" y="479"/>
                    <a:pt x="2892" y="576"/>
                    <a:pt x="2760" y="673"/>
                  </a:cubicBezTo>
                  <a:cubicBezTo>
                    <a:pt x="2637" y="770"/>
                    <a:pt x="2513" y="876"/>
                    <a:pt x="2390" y="964"/>
                  </a:cubicBezTo>
                  <a:cubicBezTo>
                    <a:pt x="2160" y="1140"/>
                    <a:pt x="1922" y="1299"/>
                    <a:pt x="1667" y="1431"/>
                  </a:cubicBezTo>
                  <a:cubicBezTo>
                    <a:pt x="1455" y="1546"/>
                    <a:pt x="1217" y="1625"/>
                    <a:pt x="979" y="1678"/>
                  </a:cubicBezTo>
                  <a:cubicBezTo>
                    <a:pt x="891" y="1696"/>
                    <a:pt x="798" y="1705"/>
                    <a:pt x="705" y="1705"/>
                  </a:cubicBezTo>
                  <a:cubicBezTo>
                    <a:pt x="611" y="1705"/>
                    <a:pt x="516" y="1696"/>
                    <a:pt x="423" y="1678"/>
                  </a:cubicBezTo>
                  <a:cubicBezTo>
                    <a:pt x="309" y="1652"/>
                    <a:pt x="194" y="1599"/>
                    <a:pt x="97" y="1528"/>
                  </a:cubicBezTo>
                  <a:cubicBezTo>
                    <a:pt x="62" y="1502"/>
                    <a:pt x="27" y="1475"/>
                    <a:pt x="0" y="1440"/>
                  </a:cubicBezTo>
                  <a:lnTo>
                    <a:pt x="0" y="1440"/>
                  </a:lnTo>
                  <a:cubicBezTo>
                    <a:pt x="27" y="1475"/>
                    <a:pt x="53" y="1502"/>
                    <a:pt x="88" y="1528"/>
                  </a:cubicBezTo>
                  <a:cubicBezTo>
                    <a:pt x="185" y="1608"/>
                    <a:pt x="300" y="1652"/>
                    <a:pt x="423" y="1687"/>
                  </a:cubicBezTo>
                  <a:cubicBezTo>
                    <a:pt x="516" y="1705"/>
                    <a:pt x="609" y="1713"/>
                    <a:pt x="701" y="1713"/>
                  </a:cubicBezTo>
                  <a:cubicBezTo>
                    <a:pt x="794" y="1713"/>
                    <a:pt x="886" y="1705"/>
                    <a:pt x="979" y="1687"/>
                  </a:cubicBezTo>
                  <a:cubicBezTo>
                    <a:pt x="1226" y="1643"/>
                    <a:pt x="1455" y="1564"/>
                    <a:pt x="1675" y="1458"/>
                  </a:cubicBezTo>
                  <a:cubicBezTo>
                    <a:pt x="1931" y="1326"/>
                    <a:pt x="2187" y="1176"/>
                    <a:pt x="2416" y="1008"/>
                  </a:cubicBezTo>
                  <a:cubicBezTo>
                    <a:pt x="2548" y="920"/>
                    <a:pt x="2663" y="814"/>
                    <a:pt x="2795" y="717"/>
                  </a:cubicBezTo>
                  <a:cubicBezTo>
                    <a:pt x="2927" y="629"/>
                    <a:pt x="3069" y="541"/>
                    <a:pt x="3218" y="479"/>
                  </a:cubicBezTo>
                  <a:cubicBezTo>
                    <a:pt x="3727" y="246"/>
                    <a:pt x="4275" y="132"/>
                    <a:pt x="4826" y="132"/>
                  </a:cubicBezTo>
                  <a:cubicBezTo>
                    <a:pt x="4963" y="132"/>
                    <a:pt x="5101" y="139"/>
                    <a:pt x="5238" y="153"/>
                  </a:cubicBezTo>
                  <a:cubicBezTo>
                    <a:pt x="5581" y="188"/>
                    <a:pt x="5925" y="267"/>
                    <a:pt x="6251" y="391"/>
                  </a:cubicBezTo>
                  <a:cubicBezTo>
                    <a:pt x="6569" y="506"/>
                    <a:pt x="6869" y="664"/>
                    <a:pt x="7133" y="867"/>
                  </a:cubicBezTo>
                  <a:cubicBezTo>
                    <a:pt x="7380" y="1043"/>
                    <a:pt x="7592" y="1273"/>
                    <a:pt x="7759" y="1528"/>
                  </a:cubicBezTo>
                  <a:cubicBezTo>
                    <a:pt x="7909" y="1758"/>
                    <a:pt x="8015" y="2004"/>
                    <a:pt x="8077" y="2269"/>
                  </a:cubicBezTo>
                  <a:cubicBezTo>
                    <a:pt x="8121" y="2489"/>
                    <a:pt x="8138" y="2719"/>
                    <a:pt x="8130" y="2939"/>
                  </a:cubicBezTo>
                  <a:cubicBezTo>
                    <a:pt x="8112" y="3230"/>
                    <a:pt x="8050" y="3512"/>
                    <a:pt x="7953" y="3785"/>
                  </a:cubicBezTo>
                  <a:lnTo>
                    <a:pt x="7909" y="3891"/>
                  </a:lnTo>
                  <a:lnTo>
                    <a:pt x="8465" y="4059"/>
                  </a:lnTo>
                  <a:lnTo>
                    <a:pt x="8491" y="3927"/>
                  </a:lnTo>
                  <a:cubicBezTo>
                    <a:pt x="8509" y="3838"/>
                    <a:pt x="8535" y="3715"/>
                    <a:pt x="8562" y="3547"/>
                  </a:cubicBezTo>
                  <a:cubicBezTo>
                    <a:pt x="8579" y="3345"/>
                    <a:pt x="8588" y="3142"/>
                    <a:pt x="8579" y="2939"/>
                  </a:cubicBezTo>
                  <a:cubicBezTo>
                    <a:pt x="8570" y="2675"/>
                    <a:pt x="8526" y="2419"/>
                    <a:pt x="8447" y="2172"/>
                  </a:cubicBezTo>
                  <a:cubicBezTo>
                    <a:pt x="8359" y="1872"/>
                    <a:pt x="8218" y="1590"/>
                    <a:pt x="8024" y="1352"/>
                  </a:cubicBezTo>
                  <a:cubicBezTo>
                    <a:pt x="7821" y="1079"/>
                    <a:pt x="7565" y="849"/>
                    <a:pt x="7283" y="664"/>
                  </a:cubicBezTo>
                  <a:cubicBezTo>
                    <a:pt x="6983" y="470"/>
                    <a:pt x="6666" y="312"/>
                    <a:pt x="6322" y="206"/>
                  </a:cubicBezTo>
                  <a:cubicBezTo>
                    <a:pt x="5978" y="100"/>
                    <a:pt x="5617" y="29"/>
                    <a:pt x="5255" y="12"/>
                  </a:cubicBezTo>
                  <a:cubicBezTo>
                    <a:pt x="5153" y="4"/>
                    <a:pt x="5051" y="0"/>
                    <a:pt x="49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92"/>
            <p:cNvSpPr/>
            <p:nvPr/>
          </p:nvSpPr>
          <p:spPr>
            <a:xfrm flipH="1">
              <a:off x="3255143" y="3308793"/>
              <a:ext cx="62667" cy="33868"/>
            </a:xfrm>
            <a:custGeom>
              <a:avLst/>
              <a:gdLst/>
              <a:ahLst/>
              <a:cxnLst/>
              <a:rect l="l" t="t" r="r" b="b"/>
              <a:pathLst>
                <a:path w="1323" h="715" fill="none" extrusionOk="0">
                  <a:moveTo>
                    <a:pt x="0" y="653"/>
                  </a:moveTo>
                  <a:cubicBezTo>
                    <a:pt x="0" y="653"/>
                    <a:pt x="802" y="1"/>
                    <a:pt x="1323" y="71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8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92"/>
            <p:cNvSpPr/>
            <p:nvPr/>
          </p:nvSpPr>
          <p:spPr>
            <a:xfrm flipH="1">
              <a:off x="3087227" y="3237555"/>
              <a:ext cx="193828" cy="176349"/>
            </a:xfrm>
            <a:custGeom>
              <a:avLst/>
              <a:gdLst/>
              <a:ahLst/>
              <a:cxnLst/>
              <a:rect l="l" t="t" r="r" b="b"/>
              <a:pathLst>
                <a:path w="4092" h="3723" extrusionOk="0">
                  <a:moveTo>
                    <a:pt x="2048" y="0"/>
                  </a:moveTo>
                  <a:cubicBezTo>
                    <a:pt x="1905" y="0"/>
                    <a:pt x="1760" y="17"/>
                    <a:pt x="1614" y="51"/>
                  </a:cubicBezTo>
                  <a:cubicBezTo>
                    <a:pt x="618" y="289"/>
                    <a:pt x="1" y="1286"/>
                    <a:pt x="239" y="2291"/>
                  </a:cubicBezTo>
                  <a:cubicBezTo>
                    <a:pt x="436" y="3147"/>
                    <a:pt x="1205" y="3723"/>
                    <a:pt x="2056" y="3723"/>
                  </a:cubicBezTo>
                  <a:cubicBezTo>
                    <a:pt x="2195" y="3723"/>
                    <a:pt x="2337" y="3707"/>
                    <a:pt x="2478" y="3675"/>
                  </a:cubicBezTo>
                  <a:cubicBezTo>
                    <a:pt x="3475" y="3437"/>
                    <a:pt x="4092" y="2432"/>
                    <a:pt x="3854" y="1435"/>
                  </a:cubicBezTo>
                  <a:cubicBezTo>
                    <a:pt x="3650" y="576"/>
                    <a:pt x="2892" y="0"/>
                    <a:pt x="20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92"/>
            <p:cNvSpPr/>
            <p:nvPr/>
          </p:nvSpPr>
          <p:spPr>
            <a:xfrm flipH="1">
              <a:off x="3300662" y="3244183"/>
              <a:ext cx="194680" cy="176918"/>
            </a:xfrm>
            <a:custGeom>
              <a:avLst/>
              <a:gdLst/>
              <a:ahLst/>
              <a:cxnLst/>
              <a:rect l="l" t="t" r="r" b="b"/>
              <a:pathLst>
                <a:path w="4110" h="3735" extrusionOk="0">
                  <a:moveTo>
                    <a:pt x="2054" y="0"/>
                  </a:moveTo>
                  <a:cubicBezTo>
                    <a:pt x="1912" y="0"/>
                    <a:pt x="1768" y="17"/>
                    <a:pt x="1623" y="51"/>
                  </a:cubicBezTo>
                  <a:cubicBezTo>
                    <a:pt x="627" y="280"/>
                    <a:pt x="1" y="1285"/>
                    <a:pt x="239" y="2291"/>
                  </a:cubicBezTo>
                  <a:cubicBezTo>
                    <a:pt x="435" y="3151"/>
                    <a:pt x="1201" y="3734"/>
                    <a:pt x="2048" y="3734"/>
                  </a:cubicBezTo>
                  <a:cubicBezTo>
                    <a:pt x="2190" y="3734"/>
                    <a:pt x="2334" y="3718"/>
                    <a:pt x="2478" y="3684"/>
                  </a:cubicBezTo>
                  <a:cubicBezTo>
                    <a:pt x="3484" y="3446"/>
                    <a:pt x="4110" y="2440"/>
                    <a:pt x="3872" y="1435"/>
                  </a:cubicBezTo>
                  <a:cubicBezTo>
                    <a:pt x="3668" y="582"/>
                    <a:pt x="2901" y="0"/>
                    <a:pt x="20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92"/>
            <p:cNvSpPr/>
            <p:nvPr/>
          </p:nvSpPr>
          <p:spPr>
            <a:xfrm flipH="1">
              <a:off x="3486485" y="3339724"/>
              <a:ext cx="25105" cy="47"/>
            </a:xfrm>
            <a:custGeom>
              <a:avLst/>
              <a:gdLst/>
              <a:ahLst/>
              <a:cxnLst/>
              <a:rect l="l" t="t" r="r" b="b"/>
              <a:pathLst>
                <a:path w="530" h="1" extrusionOk="0">
                  <a:moveTo>
                    <a:pt x="529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92"/>
            <p:cNvSpPr/>
            <p:nvPr/>
          </p:nvSpPr>
          <p:spPr>
            <a:xfrm flipH="1">
              <a:off x="3486485" y="3339724"/>
              <a:ext cx="25105" cy="47"/>
            </a:xfrm>
            <a:custGeom>
              <a:avLst/>
              <a:gdLst/>
              <a:ahLst/>
              <a:cxnLst/>
              <a:rect l="l" t="t" r="r" b="b"/>
              <a:pathLst>
                <a:path w="530" h="1" fill="none" extrusionOk="0">
                  <a:moveTo>
                    <a:pt x="52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81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92"/>
            <p:cNvSpPr/>
            <p:nvPr/>
          </p:nvSpPr>
          <p:spPr>
            <a:xfrm flipH="1">
              <a:off x="3162398" y="3322150"/>
              <a:ext cx="65225" cy="50588"/>
            </a:xfrm>
            <a:custGeom>
              <a:avLst/>
              <a:gdLst/>
              <a:ahLst/>
              <a:cxnLst/>
              <a:rect l="l" t="t" r="r" b="b"/>
              <a:pathLst>
                <a:path w="1377" h="1068" extrusionOk="0">
                  <a:moveTo>
                    <a:pt x="27" y="1"/>
                  </a:moveTo>
                  <a:cubicBezTo>
                    <a:pt x="18" y="36"/>
                    <a:pt x="9" y="71"/>
                    <a:pt x="1" y="116"/>
                  </a:cubicBezTo>
                  <a:cubicBezTo>
                    <a:pt x="1" y="213"/>
                    <a:pt x="9" y="310"/>
                    <a:pt x="27" y="415"/>
                  </a:cubicBezTo>
                  <a:cubicBezTo>
                    <a:pt x="53" y="556"/>
                    <a:pt x="115" y="697"/>
                    <a:pt x="203" y="821"/>
                  </a:cubicBezTo>
                  <a:cubicBezTo>
                    <a:pt x="230" y="856"/>
                    <a:pt x="256" y="891"/>
                    <a:pt x="292" y="918"/>
                  </a:cubicBezTo>
                  <a:cubicBezTo>
                    <a:pt x="327" y="953"/>
                    <a:pt x="371" y="980"/>
                    <a:pt x="415" y="1006"/>
                  </a:cubicBezTo>
                  <a:cubicBezTo>
                    <a:pt x="503" y="1050"/>
                    <a:pt x="600" y="1068"/>
                    <a:pt x="697" y="1068"/>
                  </a:cubicBezTo>
                  <a:lnTo>
                    <a:pt x="821" y="1068"/>
                  </a:lnTo>
                  <a:lnTo>
                    <a:pt x="847" y="1059"/>
                  </a:lnTo>
                  <a:lnTo>
                    <a:pt x="900" y="1041"/>
                  </a:lnTo>
                  <a:cubicBezTo>
                    <a:pt x="918" y="1041"/>
                    <a:pt x="953" y="1024"/>
                    <a:pt x="970" y="1015"/>
                  </a:cubicBezTo>
                  <a:lnTo>
                    <a:pt x="1041" y="988"/>
                  </a:lnTo>
                  <a:lnTo>
                    <a:pt x="1103" y="944"/>
                  </a:lnTo>
                  <a:cubicBezTo>
                    <a:pt x="1138" y="918"/>
                    <a:pt x="1173" y="883"/>
                    <a:pt x="1200" y="847"/>
                  </a:cubicBezTo>
                  <a:cubicBezTo>
                    <a:pt x="1226" y="812"/>
                    <a:pt x="1253" y="777"/>
                    <a:pt x="1279" y="742"/>
                  </a:cubicBezTo>
                  <a:cubicBezTo>
                    <a:pt x="1297" y="706"/>
                    <a:pt x="1314" y="671"/>
                    <a:pt x="1323" y="627"/>
                  </a:cubicBezTo>
                  <a:cubicBezTo>
                    <a:pt x="1350" y="565"/>
                    <a:pt x="1358" y="495"/>
                    <a:pt x="1367" y="424"/>
                  </a:cubicBezTo>
                  <a:cubicBezTo>
                    <a:pt x="1376" y="362"/>
                    <a:pt x="1376" y="301"/>
                    <a:pt x="1367" y="248"/>
                  </a:cubicBezTo>
                  <a:cubicBezTo>
                    <a:pt x="1358" y="204"/>
                    <a:pt x="1358" y="160"/>
                    <a:pt x="1341" y="116"/>
                  </a:cubicBezTo>
                  <a:cubicBezTo>
                    <a:pt x="1332" y="80"/>
                    <a:pt x="1323" y="45"/>
                    <a:pt x="1305" y="10"/>
                  </a:cubicBezTo>
                  <a:cubicBezTo>
                    <a:pt x="1305" y="10"/>
                    <a:pt x="1305" y="45"/>
                    <a:pt x="1288" y="116"/>
                  </a:cubicBezTo>
                  <a:cubicBezTo>
                    <a:pt x="1288" y="151"/>
                    <a:pt x="1279" y="195"/>
                    <a:pt x="1270" y="239"/>
                  </a:cubicBezTo>
                  <a:cubicBezTo>
                    <a:pt x="1253" y="292"/>
                    <a:pt x="1244" y="336"/>
                    <a:pt x="1226" y="389"/>
                  </a:cubicBezTo>
                  <a:cubicBezTo>
                    <a:pt x="1200" y="442"/>
                    <a:pt x="1182" y="495"/>
                    <a:pt x="1147" y="548"/>
                  </a:cubicBezTo>
                  <a:cubicBezTo>
                    <a:pt x="1138" y="574"/>
                    <a:pt x="1120" y="600"/>
                    <a:pt x="1103" y="627"/>
                  </a:cubicBezTo>
                  <a:cubicBezTo>
                    <a:pt x="1076" y="645"/>
                    <a:pt x="1059" y="671"/>
                    <a:pt x="1041" y="689"/>
                  </a:cubicBezTo>
                  <a:cubicBezTo>
                    <a:pt x="1015" y="706"/>
                    <a:pt x="988" y="724"/>
                    <a:pt x="962" y="742"/>
                  </a:cubicBezTo>
                  <a:lnTo>
                    <a:pt x="926" y="759"/>
                  </a:lnTo>
                  <a:lnTo>
                    <a:pt x="891" y="777"/>
                  </a:lnTo>
                  <a:cubicBezTo>
                    <a:pt x="873" y="786"/>
                    <a:pt x="865" y="786"/>
                    <a:pt x="847" y="794"/>
                  </a:cubicBezTo>
                  <a:lnTo>
                    <a:pt x="794" y="803"/>
                  </a:lnTo>
                  <a:lnTo>
                    <a:pt x="759" y="812"/>
                  </a:lnTo>
                  <a:lnTo>
                    <a:pt x="697" y="812"/>
                  </a:lnTo>
                  <a:cubicBezTo>
                    <a:pt x="644" y="812"/>
                    <a:pt x="582" y="803"/>
                    <a:pt x="530" y="786"/>
                  </a:cubicBezTo>
                  <a:cubicBezTo>
                    <a:pt x="503" y="768"/>
                    <a:pt x="477" y="759"/>
                    <a:pt x="450" y="742"/>
                  </a:cubicBezTo>
                  <a:cubicBezTo>
                    <a:pt x="433" y="715"/>
                    <a:pt x="406" y="697"/>
                    <a:pt x="380" y="680"/>
                  </a:cubicBezTo>
                  <a:cubicBezTo>
                    <a:pt x="336" y="627"/>
                    <a:pt x="300" y="583"/>
                    <a:pt x="265" y="530"/>
                  </a:cubicBezTo>
                  <a:cubicBezTo>
                    <a:pt x="230" y="477"/>
                    <a:pt x="203" y="415"/>
                    <a:pt x="177" y="371"/>
                  </a:cubicBezTo>
                  <a:cubicBezTo>
                    <a:pt x="133" y="265"/>
                    <a:pt x="89" y="177"/>
                    <a:pt x="62" y="107"/>
                  </a:cubicBezTo>
                  <a:lnTo>
                    <a:pt x="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92"/>
            <p:cNvSpPr/>
            <p:nvPr/>
          </p:nvSpPr>
          <p:spPr>
            <a:xfrm flipH="1">
              <a:off x="3337420" y="3322150"/>
              <a:ext cx="65178" cy="50588"/>
            </a:xfrm>
            <a:custGeom>
              <a:avLst/>
              <a:gdLst/>
              <a:ahLst/>
              <a:cxnLst/>
              <a:rect l="l" t="t" r="r" b="b"/>
              <a:pathLst>
                <a:path w="1376" h="1068" extrusionOk="0">
                  <a:moveTo>
                    <a:pt x="18" y="1"/>
                  </a:moveTo>
                  <a:cubicBezTo>
                    <a:pt x="9" y="36"/>
                    <a:pt x="9" y="71"/>
                    <a:pt x="9" y="116"/>
                  </a:cubicBezTo>
                  <a:cubicBezTo>
                    <a:pt x="0" y="213"/>
                    <a:pt x="9" y="310"/>
                    <a:pt x="27" y="415"/>
                  </a:cubicBezTo>
                  <a:cubicBezTo>
                    <a:pt x="53" y="556"/>
                    <a:pt x="115" y="697"/>
                    <a:pt x="203" y="821"/>
                  </a:cubicBezTo>
                  <a:cubicBezTo>
                    <a:pt x="229" y="856"/>
                    <a:pt x="265" y="891"/>
                    <a:pt x="291" y="918"/>
                  </a:cubicBezTo>
                  <a:cubicBezTo>
                    <a:pt x="335" y="953"/>
                    <a:pt x="371" y="980"/>
                    <a:pt x="415" y="1006"/>
                  </a:cubicBezTo>
                  <a:cubicBezTo>
                    <a:pt x="503" y="1050"/>
                    <a:pt x="600" y="1068"/>
                    <a:pt x="706" y="1068"/>
                  </a:cubicBezTo>
                  <a:lnTo>
                    <a:pt x="820" y="1068"/>
                  </a:lnTo>
                  <a:lnTo>
                    <a:pt x="847" y="1059"/>
                  </a:lnTo>
                  <a:lnTo>
                    <a:pt x="908" y="1041"/>
                  </a:lnTo>
                  <a:cubicBezTo>
                    <a:pt x="926" y="1033"/>
                    <a:pt x="952" y="1024"/>
                    <a:pt x="970" y="1015"/>
                  </a:cubicBezTo>
                  <a:lnTo>
                    <a:pt x="1041" y="988"/>
                  </a:lnTo>
                  <a:lnTo>
                    <a:pt x="1102" y="944"/>
                  </a:lnTo>
                  <a:cubicBezTo>
                    <a:pt x="1138" y="918"/>
                    <a:pt x="1173" y="883"/>
                    <a:pt x="1199" y="847"/>
                  </a:cubicBezTo>
                  <a:cubicBezTo>
                    <a:pt x="1226" y="812"/>
                    <a:pt x="1252" y="777"/>
                    <a:pt x="1279" y="742"/>
                  </a:cubicBezTo>
                  <a:cubicBezTo>
                    <a:pt x="1296" y="706"/>
                    <a:pt x="1314" y="662"/>
                    <a:pt x="1323" y="627"/>
                  </a:cubicBezTo>
                  <a:cubicBezTo>
                    <a:pt x="1349" y="565"/>
                    <a:pt x="1358" y="495"/>
                    <a:pt x="1367" y="424"/>
                  </a:cubicBezTo>
                  <a:cubicBezTo>
                    <a:pt x="1376" y="362"/>
                    <a:pt x="1376" y="301"/>
                    <a:pt x="1367" y="248"/>
                  </a:cubicBezTo>
                  <a:cubicBezTo>
                    <a:pt x="1358" y="204"/>
                    <a:pt x="1358" y="160"/>
                    <a:pt x="1340" y="116"/>
                  </a:cubicBezTo>
                  <a:cubicBezTo>
                    <a:pt x="1332" y="80"/>
                    <a:pt x="1323" y="45"/>
                    <a:pt x="1305" y="10"/>
                  </a:cubicBezTo>
                  <a:cubicBezTo>
                    <a:pt x="1305" y="10"/>
                    <a:pt x="1305" y="45"/>
                    <a:pt x="1296" y="116"/>
                  </a:cubicBezTo>
                  <a:cubicBezTo>
                    <a:pt x="1288" y="151"/>
                    <a:pt x="1279" y="195"/>
                    <a:pt x="1270" y="239"/>
                  </a:cubicBezTo>
                  <a:cubicBezTo>
                    <a:pt x="1252" y="283"/>
                    <a:pt x="1243" y="336"/>
                    <a:pt x="1226" y="389"/>
                  </a:cubicBezTo>
                  <a:cubicBezTo>
                    <a:pt x="1199" y="442"/>
                    <a:pt x="1182" y="495"/>
                    <a:pt x="1146" y="548"/>
                  </a:cubicBezTo>
                  <a:cubicBezTo>
                    <a:pt x="1138" y="574"/>
                    <a:pt x="1120" y="600"/>
                    <a:pt x="1102" y="627"/>
                  </a:cubicBezTo>
                  <a:cubicBezTo>
                    <a:pt x="1076" y="645"/>
                    <a:pt x="1058" y="671"/>
                    <a:pt x="1041" y="689"/>
                  </a:cubicBezTo>
                  <a:cubicBezTo>
                    <a:pt x="1014" y="706"/>
                    <a:pt x="988" y="724"/>
                    <a:pt x="970" y="742"/>
                  </a:cubicBezTo>
                  <a:lnTo>
                    <a:pt x="926" y="759"/>
                  </a:lnTo>
                  <a:lnTo>
                    <a:pt x="891" y="777"/>
                  </a:lnTo>
                  <a:cubicBezTo>
                    <a:pt x="873" y="786"/>
                    <a:pt x="864" y="786"/>
                    <a:pt x="847" y="794"/>
                  </a:cubicBezTo>
                  <a:lnTo>
                    <a:pt x="794" y="803"/>
                  </a:lnTo>
                  <a:lnTo>
                    <a:pt x="759" y="812"/>
                  </a:lnTo>
                  <a:lnTo>
                    <a:pt x="697" y="812"/>
                  </a:lnTo>
                  <a:cubicBezTo>
                    <a:pt x="644" y="812"/>
                    <a:pt x="582" y="803"/>
                    <a:pt x="529" y="786"/>
                  </a:cubicBezTo>
                  <a:cubicBezTo>
                    <a:pt x="503" y="768"/>
                    <a:pt x="476" y="759"/>
                    <a:pt x="450" y="742"/>
                  </a:cubicBezTo>
                  <a:cubicBezTo>
                    <a:pt x="432" y="715"/>
                    <a:pt x="406" y="697"/>
                    <a:pt x="379" y="680"/>
                  </a:cubicBezTo>
                  <a:cubicBezTo>
                    <a:pt x="335" y="627"/>
                    <a:pt x="300" y="583"/>
                    <a:pt x="265" y="530"/>
                  </a:cubicBezTo>
                  <a:cubicBezTo>
                    <a:pt x="229" y="477"/>
                    <a:pt x="203" y="415"/>
                    <a:pt x="177" y="371"/>
                  </a:cubicBezTo>
                  <a:cubicBezTo>
                    <a:pt x="124" y="265"/>
                    <a:pt x="80" y="177"/>
                    <a:pt x="62" y="107"/>
                  </a:cubicBezTo>
                  <a:cubicBezTo>
                    <a:pt x="36" y="45"/>
                    <a:pt x="18" y="1"/>
                    <a:pt x="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100"/>
                                        <p:tgtEl>
                                          <p:spTgt spid="3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100"/>
                                        <p:tgtEl>
                                          <p:spTgt spid="3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2" name="Google Shape;3892;p93"/>
          <p:cNvGrpSpPr/>
          <p:nvPr/>
        </p:nvGrpSpPr>
        <p:grpSpPr>
          <a:xfrm rot="-1567614">
            <a:off x="6728767" y="-865124"/>
            <a:ext cx="1902949" cy="7262336"/>
            <a:chOff x="9065175" y="1446600"/>
            <a:chExt cx="682175" cy="2603425"/>
          </a:xfrm>
        </p:grpSpPr>
        <p:sp>
          <p:nvSpPr>
            <p:cNvPr id="3893" name="Google Shape;3893;p93"/>
            <p:cNvSpPr/>
            <p:nvPr/>
          </p:nvSpPr>
          <p:spPr>
            <a:xfrm>
              <a:off x="9086850" y="1508200"/>
              <a:ext cx="610475" cy="2541825"/>
            </a:xfrm>
            <a:custGeom>
              <a:avLst/>
              <a:gdLst/>
              <a:ahLst/>
              <a:cxnLst/>
              <a:rect l="l" t="t" r="r" b="b"/>
              <a:pathLst>
                <a:path w="24419" h="101673" extrusionOk="0">
                  <a:moveTo>
                    <a:pt x="3036" y="0"/>
                  </a:moveTo>
                  <a:cubicBezTo>
                    <a:pt x="2703" y="0"/>
                    <a:pt x="2402" y="267"/>
                    <a:pt x="2402" y="601"/>
                  </a:cubicBezTo>
                  <a:cubicBezTo>
                    <a:pt x="2102" y="9474"/>
                    <a:pt x="7740" y="14010"/>
                    <a:pt x="13143" y="18380"/>
                  </a:cubicBezTo>
                  <a:cubicBezTo>
                    <a:pt x="18280" y="22550"/>
                    <a:pt x="23151" y="26452"/>
                    <a:pt x="22917" y="33824"/>
                  </a:cubicBezTo>
                  <a:cubicBezTo>
                    <a:pt x="22650" y="41997"/>
                    <a:pt x="17346" y="45633"/>
                    <a:pt x="11709" y="49502"/>
                  </a:cubicBezTo>
                  <a:cubicBezTo>
                    <a:pt x="6205" y="53305"/>
                    <a:pt x="534" y="57208"/>
                    <a:pt x="268" y="65614"/>
                  </a:cubicBezTo>
                  <a:cubicBezTo>
                    <a:pt x="1" y="73553"/>
                    <a:pt x="4804" y="77522"/>
                    <a:pt x="9908" y="81725"/>
                  </a:cubicBezTo>
                  <a:cubicBezTo>
                    <a:pt x="15378" y="86229"/>
                    <a:pt x="21049" y="90899"/>
                    <a:pt x="20715" y="101039"/>
                  </a:cubicBezTo>
                  <a:cubicBezTo>
                    <a:pt x="20715" y="101373"/>
                    <a:pt x="20982" y="101673"/>
                    <a:pt x="21316" y="101673"/>
                  </a:cubicBezTo>
                  <a:cubicBezTo>
                    <a:pt x="21683" y="101673"/>
                    <a:pt x="21950" y="101406"/>
                    <a:pt x="21950" y="101072"/>
                  </a:cubicBezTo>
                  <a:cubicBezTo>
                    <a:pt x="22283" y="90265"/>
                    <a:pt x="16146" y="85194"/>
                    <a:pt x="10708" y="80725"/>
                  </a:cubicBezTo>
                  <a:cubicBezTo>
                    <a:pt x="5838" y="76722"/>
                    <a:pt x="1268" y="72952"/>
                    <a:pt x="1502" y="65647"/>
                  </a:cubicBezTo>
                  <a:cubicBezTo>
                    <a:pt x="1769" y="57875"/>
                    <a:pt x="6939" y="54306"/>
                    <a:pt x="12410" y="50536"/>
                  </a:cubicBezTo>
                  <a:cubicBezTo>
                    <a:pt x="18047" y="46633"/>
                    <a:pt x="23851" y="42631"/>
                    <a:pt x="24151" y="33858"/>
                  </a:cubicBezTo>
                  <a:cubicBezTo>
                    <a:pt x="24418" y="25852"/>
                    <a:pt x="19081" y="21549"/>
                    <a:pt x="13944" y="17413"/>
                  </a:cubicBezTo>
                  <a:cubicBezTo>
                    <a:pt x="8507" y="13043"/>
                    <a:pt x="3370" y="8906"/>
                    <a:pt x="3637" y="634"/>
                  </a:cubicBezTo>
                  <a:cubicBezTo>
                    <a:pt x="3637" y="300"/>
                    <a:pt x="3370" y="0"/>
                    <a:pt x="3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93"/>
            <p:cNvSpPr/>
            <p:nvPr/>
          </p:nvSpPr>
          <p:spPr>
            <a:xfrm>
              <a:off x="9065175" y="1446600"/>
              <a:ext cx="682175" cy="2586000"/>
            </a:xfrm>
            <a:custGeom>
              <a:avLst/>
              <a:gdLst/>
              <a:ahLst/>
              <a:cxnLst/>
              <a:rect l="l" t="t" r="r" b="b"/>
              <a:pathLst>
                <a:path w="27287" h="103440" extrusionOk="0">
                  <a:moveTo>
                    <a:pt x="25601" y="0"/>
                  </a:moveTo>
                  <a:cubicBezTo>
                    <a:pt x="25266" y="0"/>
                    <a:pt x="24931" y="246"/>
                    <a:pt x="24985" y="696"/>
                  </a:cubicBezTo>
                  <a:cubicBezTo>
                    <a:pt x="25952" y="9969"/>
                    <a:pt x="19948" y="14573"/>
                    <a:pt x="13610" y="19443"/>
                  </a:cubicBezTo>
                  <a:cubicBezTo>
                    <a:pt x="8140" y="23679"/>
                    <a:pt x="2469" y="28016"/>
                    <a:pt x="2202" y="35588"/>
                  </a:cubicBezTo>
                  <a:cubicBezTo>
                    <a:pt x="1902" y="45328"/>
                    <a:pt x="7639" y="49698"/>
                    <a:pt x="13210" y="53901"/>
                  </a:cubicBezTo>
                  <a:cubicBezTo>
                    <a:pt x="18213" y="57704"/>
                    <a:pt x="22983" y="61306"/>
                    <a:pt x="22717" y="68778"/>
                  </a:cubicBezTo>
                  <a:cubicBezTo>
                    <a:pt x="22483" y="76350"/>
                    <a:pt x="17513" y="80020"/>
                    <a:pt x="12242" y="83922"/>
                  </a:cubicBezTo>
                  <a:cubicBezTo>
                    <a:pt x="6405" y="88259"/>
                    <a:pt x="334" y="92762"/>
                    <a:pt x="0" y="102803"/>
                  </a:cubicBezTo>
                  <a:cubicBezTo>
                    <a:pt x="0" y="103136"/>
                    <a:pt x="267" y="103436"/>
                    <a:pt x="601" y="103436"/>
                  </a:cubicBezTo>
                  <a:cubicBezTo>
                    <a:pt x="622" y="103438"/>
                    <a:pt x="642" y="103439"/>
                    <a:pt x="662" y="103439"/>
                  </a:cubicBezTo>
                  <a:cubicBezTo>
                    <a:pt x="997" y="103439"/>
                    <a:pt x="1236" y="103182"/>
                    <a:pt x="1268" y="102836"/>
                  </a:cubicBezTo>
                  <a:cubicBezTo>
                    <a:pt x="1568" y="93429"/>
                    <a:pt x="7372" y="89126"/>
                    <a:pt x="13010" y="84957"/>
                  </a:cubicBezTo>
                  <a:cubicBezTo>
                    <a:pt x="18280" y="81054"/>
                    <a:pt x="23717" y="76951"/>
                    <a:pt x="23984" y="68845"/>
                  </a:cubicBezTo>
                  <a:cubicBezTo>
                    <a:pt x="24251" y="60706"/>
                    <a:pt x="19014" y="56770"/>
                    <a:pt x="13944" y="52934"/>
                  </a:cubicBezTo>
                  <a:cubicBezTo>
                    <a:pt x="8640" y="48897"/>
                    <a:pt x="3169" y="44761"/>
                    <a:pt x="3470" y="35621"/>
                  </a:cubicBezTo>
                  <a:cubicBezTo>
                    <a:pt x="3703" y="28650"/>
                    <a:pt x="8873" y="24680"/>
                    <a:pt x="14377" y="20444"/>
                  </a:cubicBezTo>
                  <a:cubicBezTo>
                    <a:pt x="20715" y="15573"/>
                    <a:pt x="27287" y="10570"/>
                    <a:pt x="26219" y="563"/>
                  </a:cubicBezTo>
                  <a:cubicBezTo>
                    <a:pt x="26173" y="179"/>
                    <a:pt x="25887" y="0"/>
                    <a:pt x="25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93"/>
            <p:cNvSpPr/>
            <p:nvPr/>
          </p:nvSpPr>
          <p:spPr>
            <a:xfrm>
              <a:off x="9240300" y="3247475"/>
              <a:ext cx="393750" cy="199625"/>
            </a:xfrm>
            <a:custGeom>
              <a:avLst/>
              <a:gdLst/>
              <a:ahLst/>
              <a:cxnLst/>
              <a:rect l="l" t="t" r="r" b="b"/>
              <a:pathLst>
                <a:path w="15750" h="7985" extrusionOk="0">
                  <a:moveTo>
                    <a:pt x="15158" y="0"/>
                  </a:moveTo>
                  <a:cubicBezTo>
                    <a:pt x="15101" y="0"/>
                    <a:pt x="15040" y="14"/>
                    <a:pt x="14978" y="46"/>
                  </a:cubicBezTo>
                  <a:lnTo>
                    <a:pt x="401" y="7184"/>
                  </a:lnTo>
                  <a:cubicBezTo>
                    <a:pt x="0" y="7384"/>
                    <a:pt x="134" y="7985"/>
                    <a:pt x="601" y="7985"/>
                  </a:cubicBezTo>
                  <a:cubicBezTo>
                    <a:pt x="668" y="7951"/>
                    <a:pt x="701" y="7951"/>
                    <a:pt x="768" y="7918"/>
                  </a:cubicBezTo>
                  <a:lnTo>
                    <a:pt x="15345" y="813"/>
                  </a:lnTo>
                  <a:cubicBezTo>
                    <a:pt x="15749" y="582"/>
                    <a:pt x="15528" y="0"/>
                    <a:pt x="15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93"/>
            <p:cNvSpPr/>
            <p:nvPr/>
          </p:nvSpPr>
          <p:spPr>
            <a:xfrm>
              <a:off x="9142725" y="3083225"/>
              <a:ext cx="497100" cy="243800"/>
            </a:xfrm>
            <a:custGeom>
              <a:avLst/>
              <a:gdLst/>
              <a:ahLst/>
              <a:cxnLst/>
              <a:rect l="l" t="t" r="r" b="b"/>
              <a:pathLst>
                <a:path w="19884" h="9752" extrusionOk="0">
                  <a:moveTo>
                    <a:pt x="19267" y="1"/>
                  </a:moveTo>
                  <a:cubicBezTo>
                    <a:pt x="19208" y="1"/>
                    <a:pt x="19146" y="14"/>
                    <a:pt x="19081" y="44"/>
                  </a:cubicBezTo>
                  <a:lnTo>
                    <a:pt x="401" y="8951"/>
                  </a:lnTo>
                  <a:cubicBezTo>
                    <a:pt x="1" y="9151"/>
                    <a:pt x="167" y="9718"/>
                    <a:pt x="601" y="9751"/>
                  </a:cubicBezTo>
                  <a:cubicBezTo>
                    <a:pt x="668" y="9751"/>
                    <a:pt x="701" y="9718"/>
                    <a:pt x="768" y="9684"/>
                  </a:cubicBezTo>
                  <a:lnTo>
                    <a:pt x="19448" y="811"/>
                  </a:lnTo>
                  <a:cubicBezTo>
                    <a:pt x="19883" y="608"/>
                    <a:pt x="19662" y="1"/>
                    <a:pt x="19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93"/>
            <p:cNvSpPr/>
            <p:nvPr/>
          </p:nvSpPr>
          <p:spPr>
            <a:xfrm>
              <a:off x="9113550" y="2938925"/>
              <a:ext cx="459600" cy="234650"/>
            </a:xfrm>
            <a:custGeom>
              <a:avLst/>
              <a:gdLst/>
              <a:ahLst/>
              <a:cxnLst/>
              <a:rect l="l" t="t" r="r" b="b"/>
              <a:pathLst>
                <a:path w="18384" h="9386" extrusionOk="0">
                  <a:moveTo>
                    <a:pt x="17794" y="0"/>
                  </a:moveTo>
                  <a:cubicBezTo>
                    <a:pt x="17736" y="0"/>
                    <a:pt x="17675" y="14"/>
                    <a:pt x="17613" y="45"/>
                  </a:cubicBezTo>
                  <a:lnTo>
                    <a:pt x="400" y="8585"/>
                  </a:lnTo>
                  <a:cubicBezTo>
                    <a:pt x="0" y="8785"/>
                    <a:pt x="134" y="9385"/>
                    <a:pt x="601" y="9385"/>
                  </a:cubicBezTo>
                  <a:cubicBezTo>
                    <a:pt x="667" y="9385"/>
                    <a:pt x="734" y="9352"/>
                    <a:pt x="801" y="9319"/>
                  </a:cubicBezTo>
                  <a:lnTo>
                    <a:pt x="17980" y="779"/>
                  </a:lnTo>
                  <a:cubicBezTo>
                    <a:pt x="18384" y="577"/>
                    <a:pt x="18163" y="0"/>
                    <a:pt x="17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93"/>
            <p:cNvSpPr/>
            <p:nvPr/>
          </p:nvSpPr>
          <p:spPr>
            <a:xfrm>
              <a:off x="9164400" y="2824375"/>
              <a:ext cx="297550" cy="156550"/>
            </a:xfrm>
            <a:custGeom>
              <a:avLst/>
              <a:gdLst/>
              <a:ahLst/>
              <a:cxnLst/>
              <a:rect l="l" t="t" r="r" b="b"/>
              <a:pathLst>
                <a:path w="11902" h="6262" extrusionOk="0">
                  <a:moveTo>
                    <a:pt x="11322" y="0"/>
                  </a:moveTo>
                  <a:cubicBezTo>
                    <a:pt x="11256" y="0"/>
                    <a:pt x="11184" y="18"/>
                    <a:pt x="11109" y="58"/>
                  </a:cubicBezTo>
                  <a:lnTo>
                    <a:pt x="368" y="5461"/>
                  </a:lnTo>
                  <a:cubicBezTo>
                    <a:pt x="1" y="5662"/>
                    <a:pt x="134" y="6262"/>
                    <a:pt x="568" y="6262"/>
                  </a:cubicBezTo>
                  <a:cubicBezTo>
                    <a:pt x="635" y="6262"/>
                    <a:pt x="701" y="6229"/>
                    <a:pt x="768" y="6195"/>
                  </a:cubicBezTo>
                  <a:lnTo>
                    <a:pt x="11476" y="791"/>
                  </a:lnTo>
                  <a:cubicBezTo>
                    <a:pt x="11901" y="564"/>
                    <a:pt x="11700" y="0"/>
                    <a:pt x="11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93"/>
            <p:cNvSpPr/>
            <p:nvPr/>
          </p:nvSpPr>
          <p:spPr>
            <a:xfrm>
              <a:off x="9388725" y="3076125"/>
              <a:ext cx="261250" cy="134975"/>
            </a:xfrm>
            <a:custGeom>
              <a:avLst/>
              <a:gdLst/>
              <a:ahLst/>
              <a:cxnLst/>
              <a:rect l="l" t="t" r="r" b="b"/>
              <a:pathLst>
                <a:path w="10450" h="5399" extrusionOk="0">
                  <a:moveTo>
                    <a:pt x="9540" y="1"/>
                  </a:moveTo>
                  <a:cubicBezTo>
                    <a:pt x="9456" y="1"/>
                    <a:pt x="9367" y="19"/>
                    <a:pt x="9274" y="61"/>
                  </a:cubicBezTo>
                  <a:lnTo>
                    <a:pt x="601" y="4198"/>
                  </a:lnTo>
                  <a:cubicBezTo>
                    <a:pt x="1" y="4498"/>
                    <a:pt x="201" y="5399"/>
                    <a:pt x="868" y="5399"/>
                  </a:cubicBezTo>
                  <a:cubicBezTo>
                    <a:pt x="968" y="5399"/>
                    <a:pt x="1035" y="5365"/>
                    <a:pt x="1135" y="5332"/>
                  </a:cubicBezTo>
                  <a:lnTo>
                    <a:pt x="9808" y="1196"/>
                  </a:lnTo>
                  <a:cubicBezTo>
                    <a:pt x="10449" y="904"/>
                    <a:pt x="10122" y="1"/>
                    <a:pt x="9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93"/>
            <p:cNvSpPr/>
            <p:nvPr/>
          </p:nvSpPr>
          <p:spPr>
            <a:xfrm>
              <a:off x="9332025" y="2929875"/>
              <a:ext cx="253475" cy="135300"/>
            </a:xfrm>
            <a:custGeom>
              <a:avLst/>
              <a:gdLst/>
              <a:ahLst/>
              <a:cxnLst/>
              <a:rect l="l" t="t" r="r" b="b"/>
              <a:pathLst>
                <a:path w="10139" h="5412" extrusionOk="0">
                  <a:moveTo>
                    <a:pt x="9245" y="0"/>
                  </a:moveTo>
                  <a:cubicBezTo>
                    <a:pt x="9150" y="0"/>
                    <a:pt x="9048" y="23"/>
                    <a:pt x="8940" y="74"/>
                  </a:cubicBezTo>
                  <a:lnTo>
                    <a:pt x="568" y="4244"/>
                  </a:lnTo>
                  <a:cubicBezTo>
                    <a:pt x="1" y="4544"/>
                    <a:pt x="201" y="5411"/>
                    <a:pt x="868" y="5411"/>
                  </a:cubicBezTo>
                  <a:cubicBezTo>
                    <a:pt x="968" y="5411"/>
                    <a:pt x="1035" y="5411"/>
                    <a:pt x="1135" y="5344"/>
                  </a:cubicBezTo>
                  <a:lnTo>
                    <a:pt x="9507" y="1175"/>
                  </a:lnTo>
                  <a:cubicBezTo>
                    <a:pt x="10139" y="859"/>
                    <a:pt x="9832" y="0"/>
                    <a:pt x="9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93"/>
            <p:cNvSpPr/>
            <p:nvPr/>
          </p:nvSpPr>
          <p:spPr>
            <a:xfrm>
              <a:off x="9305350" y="2816175"/>
              <a:ext cx="167450" cy="93875"/>
            </a:xfrm>
            <a:custGeom>
              <a:avLst/>
              <a:gdLst/>
              <a:ahLst/>
              <a:cxnLst/>
              <a:rect l="l" t="t" r="r" b="b"/>
              <a:pathLst>
                <a:path w="6698" h="3755" extrusionOk="0">
                  <a:moveTo>
                    <a:pt x="5823" y="1"/>
                  </a:moveTo>
                  <a:cubicBezTo>
                    <a:pt x="5724" y="1"/>
                    <a:pt x="5617" y="27"/>
                    <a:pt x="5504" y="85"/>
                  </a:cubicBezTo>
                  <a:lnTo>
                    <a:pt x="567" y="2587"/>
                  </a:lnTo>
                  <a:cubicBezTo>
                    <a:pt x="0" y="2887"/>
                    <a:pt x="200" y="3755"/>
                    <a:pt x="868" y="3755"/>
                  </a:cubicBezTo>
                  <a:cubicBezTo>
                    <a:pt x="968" y="3755"/>
                    <a:pt x="1068" y="3721"/>
                    <a:pt x="1134" y="3688"/>
                  </a:cubicBezTo>
                  <a:lnTo>
                    <a:pt x="6071" y="1186"/>
                  </a:lnTo>
                  <a:cubicBezTo>
                    <a:pt x="6698" y="873"/>
                    <a:pt x="6401" y="1"/>
                    <a:pt x="5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93"/>
            <p:cNvSpPr/>
            <p:nvPr/>
          </p:nvSpPr>
          <p:spPr>
            <a:xfrm>
              <a:off x="9427100" y="3236800"/>
              <a:ext cx="221025" cy="117725"/>
            </a:xfrm>
            <a:custGeom>
              <a:avLst/>
              <a:gdLst/>
              <a:ahLst/>
              <a:cxnLst/>
              <a:rect l="l" t="t" r="r" b="b"/>
              <a:pathLst>
                <a:path w="8841" h="4709" extrusionOk="0">
                  <a:moveTo>
                    <a:pt x="7937" y="0"/>
                  </a:moveTo>
                  <a:cubicBezTo>
                    <a:pt x="7844" y="0"/>
                    <a:pt x="7744" y="22"/>
                    <a:pt x="7639" y="72"/>
                  </a:cubicBezTo>
                  <a:lnTo>
                    <a:pt x="601" y="3541"/>
                  </a:lnTo>
                  <a:cubicBezTo>
                    <a:pt x="0" y="3808"/>
                    <a:pt x="201" y="4709"/>
                    <a:pt x="868" y="4709"/>
                  </a:cubicBezTo>
                  <a:cubicBezTo>
                    <a:pt x="968" y="4709"/>
                    <a:pt x="1068" y="4676"/>
                    <a:pt x="1135" y="4642"/>
                  </a:cubicBezTo>
                  <a:lnTo>
                    <a:pt x="8206" y="1206"/>
                  </a:lnTo>
                  <a:cubicBezTo>
                    <a:pt x="8840" y="890"/>
                    <a:pt x="8528" y="0"/>
                    <a:pt x="79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93"/>
            <p:cNvSpPr/>
            <p:nvPr/>
          </p:nvSpPr>
          <p:spPr>
            <a:xfrm>
              <a:off x="9149925" y="2478050"/>
              <a:ext cx="373100" cy="190150"/>
            </a:xfrm>
            <a:custGeom>
              <a:avLst/>
              <a:gdLst/>
              <a:ahLst/>
              <a:cxnLst/>
              <a:rect l="l" t="t" r="r" b="b"/>
              <a:pathLst>
                <a:path w="14924" h="7606" extrusionOk="0">
                  <a:moveTo>
                    <a:pt x="623" y="1"/>
                  </a:moveTo>
                  <a:cubicBezTo>
                    <a:pt x="236" y="1"/>
                    <a:pt x="0" y="604"/>
                    <a:pt x="480" y="801"/>
                  </a:cubicBezTo>
                  <a:lnTo>
                    <a:pt x="14156" y="7573"/>
                  </a:lnTo>
                  <a:cubicBezTo>
                    <a:pt x="14223" y="7606"/>
                    <a:pt x="14290" y="7606"/>
                    <a:pt x="14356" y="7606"/>
                  </a:cubicBezTo>
                  <a:cubicBezTo>
                    <a:pt x="14790" y="7606"/>
                    <a:pt x="14923" y="7006"/>
                    <a:pt x="14523" y="6805"/>
                  </a:cubicBezTo>
                  <a:lnTo>
                    <a:pt x="847" y="67"/>
                  </a:lnTo>
                  <a:cubicBezTo>
                    <a:pt x="769" y="21"/>
                    <a:pt x="694" y="1"/>
                    <a:pt x="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93"/>
            <p:cNvSpPr/>
            <p:nvPr/>
          </p:nvSpPr>
          <p:spPr>
            <a:xfrm>
              <a:off x="9130475" y="2302375"/>
              <a:ext cx="494300" cy="252425"/>
            </a:xfrm>
            <a:custGeom>
              <a:avLst/>
              <a:gdLst/>
              <a:ahLst/>
              <a:cxnLst/>
              <a:rect l="l" t="t" r="r" b="b"/>
              <a:pathLst>
                <a:path w="19772" h="10097" extrusionOk="0">
                  <a:moveTo>
                    <a:pt x="605" y="0"/>
                  </a:moveTo>
                  <a:cubicBezTo>
                    <a:pt x="203" y="0"/>
                    <a:pt x="1" y="595"/>
                    <a:pt x="457" y="823"/>
                  </a:cubicBezTo>
                  <a:lnTo>
                    <a:pt x="18970" y="10063"/>
                  </a:lnTo>
                  <a:cubicBezTo>
                    <a:pt x="19037" y="10063"/>
                    <a:pt x="19104" y="10096"/>
                    <a:pt x="19171" y="10096"/>
                  </a:cubicBezTo>
                  <a:cubicBezTo>
                    <a:pt x="19604" y="10096"/>
                    <a:pt x="19771" y="9496"/>
                    <a:pt x="19371" y="9296"/>
                  </a:cubicBezTo>
                  <a:lnTo>
                    <a:pt x="824" y="56"/>
                  </a:lnTo>
                  <a:cubicBezTo>
                    <a:pt x="747" y="17"/>
                    <a:pt x="673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93"/>
            <p:cNvSpPr/>
            <p:nvPr/>
          </p:nvSpPr>
          <p:spPr>
            <a:xfrm>
              <a:off x="9197200" y="2152250"/>
              <a:ext cx="473425" cy="241600"/>
            </a:xfrm>
            <a:custGeom>
              <a:avLst/>
              <a:gdLst/>
              <a:ahLst/>
              <a:cxnLst/>
              <a:rect l="l" t="t" r="r" b="b"/>
              <a:pathLst>
                <a:path w="18937" h="9664" extrusionOk="0">
                  <a:moveTo>
                    <a:pt x="615" y="1"/>
                  </a:moveTo>
                  <a:cubicBezTo>
                    <a:pt x="227" y="1"/>
                    <a:pt x="0" y="591"/>
                    <a:pt x="457" y="790"/>
                  </a:cubicBezTo>
                  <a:lnTo>
                    <a:pt x="18169" y="9630"/>
                  </a:lnTo>
                  <a:cubicBezTo>
                    <a:pt x="18203" y="9663"/>
                    <a:pt x="18270" y="9663"/>
                    <a:pt x="18336" y="9663"/>
                  </a:cubicBezTo>
                  <a:cubicBezTo>
                    <a:pt x="18770" y="9663"/>
                    <a:pt x="18937" y="9063"/>
                    <a:pt x="18536" y="8863"/>
                  </a:cubicBezTo>
                  <a:lnTo>
                    <a:pt x="824" y="57"/>
                  </a:lnTo>
                  <a:cubicBezTo>
                    <a:pt x="751" y="18"/>
                    <a:pt x="681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93"/>
            <p:cNvSpPr/>
            <p:nvPr/>
          </p:nvSpPr>
          <p:spPr>
            <a:xfrm>
              <a:off x="9303950" y="2040525"/>
              <a:ext cx="343275" cy="177375"/>
            </a:xfrm>
            <a:custGeom>
              <a:avLst/>
              <a:gdLst/>
              <a:ahLst/>
              <a:cxnLst/>
              <a:rect l="l" t="t" r="r" b="b"/>
              <a:pathLst>
                <a:path w="13731" h="7095" extrusionOk="0">
                  <a:moveTo>
                    <a:pt x="615" y="0"/>
                  </a:moveTo>
                  <a:cubicBezTo>
                    <a:pt x="227" y="0"/>
                    <a:pt x="0" y="590"/>
                    <a:pt x="457" y="790"/>
                  </a:cubicBezTo>
                  <a:lnTo>
                    <a:pt x="12965" y="7061"/>
                  </a:lnTo>
                  <a:cubicBezTo>
                    <a:pt x="13024" y="7090"/>
                    <a:pt x="13082" y="7094"/>
                    <a:pt x="13141" y="7094"/>
                  </a:cubicBezTo>
                  <a:lnTo>
                    <a:pt x="13141" y="7094"/>
                  </a:lnTo>
                  <a:cubicBezTo>
                    <a:pt x="13601" y="7087"/>
                    <a:pt x="13730" y="6492"/>
                    <a:pt x="13332" y="6294"/>
                  </a:cubicBezTo>
                  <a:lnTo>
                    <a:pt x="823" y="56"/>
                  </a:lnTo>
                  <a:cubicBezTo>
                    <a:pt x="751" y="17"/>
                    <a:pt x="681" y="0"/>
                    <a:pt x="615" y="0"/>
                  </a:cubicBezTo>
                  <a:close/>
                  <a:moveTo>
                    <a:pt x="13141" y="7094"/>
                  </a:moveTo>
                  <a:lnTo>
                    <a:pt x="13141" y="7094"/>
                  </a:lnTo>
                  <a:cubicBezTo>
                    <a:pt x="13138" y="7094"/>
                    <a:pt x="13135" y="7094"/>
                    <a:pt x="13132" y="7094"/>
                  </a:cubicBezTo>
                  <a:lnTo>
                    <a:pt x="13166" y="7094"/>
                  </a:lnTo>
                  <a:cubicBezTo>
                    <a:pt x="13157" y="7094"/>
                    <a:pt x="13149" y="7094"/>
                    <a:pt x="13141" y="70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93"/>
            <p:cNvSpPr/>
            <p:nvPr/>
          </p:nvSpPr>
          <p:spPr>
            <a:xfrm>
              <a:off x="9290525" y="2032300"/>
              <a:ext cx="207475" cy="112200"/>
            </a:xfrm>
            <a:custGeom>
              <a:avLst/>
              <a:gdLst/>
              <a:ahLst/>
              <a:cxnLst/>
              <a:rect l="l" t="t" r="r" b="b"/>
              <a:pathLst>
                <a:path w="8299" h="4488" extrusionOk="0">
                  <a:moveTo>
                    <a:pt x="885" y="0"/>
                  </a:moveTo>
                  <a:cubicBezTo>
                    <a:pt x="322" y="0"/>
                    <a:pt x="0" y="872"/>
                    <a:pt x="627" y="1185"/>
                  </a:cubicBezTo>
                  <a:lnTo>
                    <a:pt x="7131" y="4421"/>
                  </a:lnTo>
                  <a:cubicBezTo>
                    <a:pt x="7231" y="4454"/>
                    <a:pt x="7331" y="4488"/>
                    <a:pt x="7431" y="4488"/>
                  </a:cubicBezTo>
                  <a:cubicBezTo>
                    <a:pt x="8065" y="4488"/>
                    <a:pt x="8299" y="3587"/>
                    <a:pt x="7698" y="3320"/>
                  </a:cubicBezTo>
                  <a:lnTo>
                    <a:pt x="1194" y="85"/>
                  </a:lnTo>
                  <a:cubicBezTo>
                    <a:pt x="1086" y="26"/>
                    <a:pt x="982" y="0"/>
                    <a:pt x="8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93"/>
            <p:cNvSpPr/>
            <p:nvPr/>
          </p:nvSpPr>
          <p:spPr>
            <a:xfrm>
              <a:off x="9190250" y="2146850"/>
              <a:ext cx="247725" cy="132750"/>
            </a:xfrm>
            <a:custGeom>
              <a:avLst/>
              <a:gdLst/>
              <a:ahLst/>
              <a:cxnLst/>
              <a:rect l="l" t="t" r="r" b="b"/>
              <a:pathLst>
                <a:path w="9909" h="5310" extrusionOk="0">
                  <a:moveTo>
                    <a:pt x="904" y="0"/>
                  </a:moveTo>
                  <a:cubicBezTo>
                    <a:pt x="313" y="0"/>
                    <a:pt x="1" y="890"/>
                    <a:pt x="635" y="1207"/>
                  </a:cubicBezTo>
                  <a:lnTo>
                    <a:pt x="8741" y="5243"/>
                  </a:lnTo>
                  <a:cubicBezTo>
                    <a:pt x="8841" y="5276"/>
                    <a:pt x="8941" y="5276"/>
                    <a:pt x="9041" y="5310"/>
                  </a:cubicBezTo>
                  <a:cubicBezTo>
                    <a:pt x="9708" y="5310"/>
                    <a:pt x="9908" y="4409"/>
                    <a:pt x="9308" y="4142"/>
                  </a:cubicBezTo>
                  <a:lnTo>
                    <a:pt x="1202" y="72"/>
                  </a:lnTo>
                  <a:cubicBezTo>
                    <a:pt x="1097" y="22"/>
                    <a:pt x="997" y="0"/>
                    <a:pt x="9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93"/>
            <p:cNvSpPr/>
            <p:nvPr/>
          </p:nvSpPr>
          <p:spPr>
            <a:xfrm>
              <a:off x="9121225" y="2297750"/>
              <a:ext cx="229175" cy="123625"/>
            </a:xfrm>
            <a:custGeom>
              <a:avLst/>
              <a:gdLst/>
              <a:ahLst/>
              <a:cxnLst/>
              <a:rect l="l" t="t" r="r" b="b"/>
              <a:pathLst>
                <a:path w="9167" h="4945" extrusionOk="0">
                  <a:moveTo>
                    <a:pt x="900" y="0"/>
                  </a:moveTo>
                  <a:cubicBezTo>
                    <a:pt x="328" y="0"/>
                    <a:pt x="0" y="864"/>
                    <a:pt x="660" y="1208"/>
                  </a:cubicBezTo>
                  <a:lnTo>
                    <a:pt x="8032" y="4878"/>
                  </a:lnTo>
                  <a:cubicBezTo>
                    <a:pt x="8132" y="4911"/>
                    <a:pt x="8199" y="4944"/>
                    <a:pt x="8299" y="4944"/>
                  </a:cubicBezTo>
                  <a:cubicBezTo>
                    <a:pt x="8966" y="4944"/>
                    <a:pt x="9167" y="4044"/>
                    <a:pt x="8599" y="3743"/>
                  </a:cubicBezTo>
                  <a:lnTo>
                    <a:pt x="1194" y="74"/>
                  </a:lnTo>
                  <a:cubicBezTo>
                    <a:pt x="1092" y="23"/>
                    <a:pt x="993" y="0"/>
                    <a:pt x="9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93"/>
            <p:cNvSpPr/>
            <p:nvPr/>
          </p:nvSpPr>
          <p:spPr>
            <a:xfrm>
              <a:off x="9143550" y="2472925"/>
              <a:ext cx="201850" cy="109400"/>
            </a:xfrm>
            <a:custGeom>
              <a:avLst/>
              <a:gdLst/>
              <a:ahLst/>
              <a:cxnLst/>
              <a:rect l="l" t="t" r="r" b="b"/>
              <a:pathLst>
                <a:path w="8074" h="4376" extrusionOk="0">
                  <a:moveTo>
                    <a:pt x="914" y="0"/>
                  </a:moveTo>
                  <a:cubicBezTo>
                    <a:pt x="338" y="0"/>
                    <a:pt x="1" y="889"/>
                    <a:pt x="635" y="1206"/>
                  </a:cubicBezTo>
                  <a:lnTo>
                    <a:pt x="6939" y="4308"/>
                  </a:lnTo>
                  <a:cubicBezTo>
                    <a:pt x="7006" y="4342"/>
                    <a:pt x="7106" y="4375"/>
                    <a:pt x="7206" y="4375"/>
                  </a:cubicBezTo>
                  <a:cubicBezTo>
                    <a:pt x="7873" y="4375"/>
                    <a:pt x="8073" y="3475"/>
                    <a:pt x="7473" y="3174"/>
                  </a:cubicBezTo>
                  <a:lnTo>
                    <a:pt x="1202" y="72"/>
                  </a:lnTo>
                  <a:cubicBezTo>
                    <a:pt x="1102" y="22"/>
                    <a:pt x="1005" y="0"/>
                    <a:pt x="9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93"/>
            <p:cNvSpPr/>
            <p:nvPr/>
          </p:nvSpPr>
          <p:spPr>
            <a:xfrm>
              <a:off x="9222975" y="3691050"/>
              <a:ext cx="352050" cy="104725"/>
            </a:xfrm>
            <a:custGeom>
              <a:avLst/>
              <a:gdLst/>
              <a:ahLst/>
              <a:cxnLst/>
              <a:rect l="l" t="t" r="r" b="b"/>
              <a:pathLst>
                <a:path w="14082" h="4189" extrusionOk="0">
                  <a:moveTo>
                    <a:pt x="577" y="0"/>
                  </a:moveTo>
                  <a:cubicBezTo>
                    <a:pt x="133" y="0"/>
                    <a:pt x="0" y="693"/>
                    <a:pt x="493" y="816"/>
                  </a:cubicBezTo>
                  <a:lnTo>
                    <a:pt x="13336" y="4152"/>
                  </a:lnTo>
                  <a:lnTo>
                    <a:pt x="13436" y="4152"/>
                  </a:lnTo>
                  <a:lnTo>
                    <a:pt x="13436" y="4185"/>
                  </a:lnTo>
                  <a:cubicBezTo>
                    <a:pt x="13458" y="4188"/>
                    <a:pt x="13479" y="4189"/>
                    <a:pt x="13499" y="4189"/>
                  </a:cubicBezTo>
                  <a:cubicBezTo>
                    <a:pt x="14010" y="4189"/>
                    <a:pt x="14081" y="3415"/>
                    <a:pt x="13536" y="3351"/>
                  </a:cubicBezTo>
                  <a:lnTo>
                    <a:pt x="693" y="15"/>
                  </a:lnTo>
                  <a:cubicBezTo>
                    <a:pt x="653" y="5"/>
                    <a:pt x="614" y="0"/>
                    <a:pt x="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93"/>
            <p:cNvSpPr/>
            <p:nvPr/>
          </p:nvSpPr>
          <p:spPr>
            <a:xfrm>
              <a:off x="9118475" y="3844650"/>
              <a:ext cx="507450" cy="137925"/>
            </a:xfrm>
            <a:custGeom>
              <a:avLst/>
              <a:gdLst/>
              <a:ahLst/>
              <a:cxnLst/>
              <a:rect l="l" t="t" r="r" b="b"/>
              <a:pathLst>
                <a:path w="20298" h="5517" extrusionOk="0">
                  <a:moveTo>
                    <a:pt x="582" y="0"/>
                  </a:moveTo>
                  <a:cubicBezTo>
                    <a:pt x="148" y="0"/>
                    <a:pt x="0" y="684"/>
                    <a:pt x="470" y="810"/>
                  </a:cubicBezTo>
                  <a:lnTo>
                    <a:pt x="19551" y="5513"/>
                  </a:lnTo>
                  <a:lnTo>
                    <a:pt x="19684" y="5513"/>
                  </a:lnTo>
                  <a:cubicBezTo>
                    <a:pt x="19704" y="5516"/>
                    <a:pt x="19724" y="5517"/>
                    <a:pt x="19744" y="5517"/>
                  </a:cubicBezTo>
                  <a:cubicBezTo>
                    <a:pt x="20224" y="5517"/>
                    <a:pt x="20297" y="4743"/>
                    <a:pt x="19784" y="4679"/>
                  </a:cubicBezTo>
                  <a:lnTo>
                    <a:pt x="670" y="9"/>
                  </a:lnTo>
                  <a:cubicBezTo>
                    <a:pt x="640" y="3"/>
                    <a:pt x="611" y="0"/>
                    <a:pt x="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93"/>
            <p:cNvSpPr/>
            <p:nvPr/>
          </p:nvSpPr>
          <p:spPr>
            <a:xfrm>
              <a:off x="9263900" y="1734800"/>
              <a:ext cx="374250" cy="85325"/>
            </a:xfrm>
            <a:custGeom>
              <a:avLst/>
              <a:gdLst/>
              <a:ahLst/>
              <a:cxnLst/>
              <a:rect l="l" t="t" r="r" b="b"/>
              <a:pathLst>
                <a:path w="14970" h="3413" extrusionOk="0">
                  <a:moveTo>
                    <a:pt x="14387" y="1"/>
                  </a:moveTo>
                  <a:cubicBezTo>
                    <a:pt x="14360" y="1"/>
                    <a:pt x="14331" y="4"/>
                    <a:pt x="14301" y="9"/>
                  </a:cubicBezTo>
                  <a:lnTo>
                    <a:pt x="524" y="2578"/>
                  </a:lnTo>
                  <a:cubicBezTo>
                    <a:pt x="1" y="2610"/>
                    <a:pt x="55" y="3413"/>
                    <a:pt x="591" y="3413"/>
                  </a:cubicBezTo>
                  <a:cubicBezTo>
                    <a:pt x="602" y="3413"/>
                    <a:pt x="613" y="3412"/>
                    <a:pt x="624" y="3412"/>
                  </a:cubicBezTo>
                  <a:lnTo>
                    <a:pt x="691" y="3412"/>
                  </a:lnTo>
                  <a:lnTo>
                    <a:pt x="14434" y="843"/>
                  </a:lnTo>
                  <a:cubicBezTo>
                    <a:pt x="14969" y="749"/>
                    <a:pt x="14851" y="1"/>
                    <a:pt x="14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93"/>
            <p:cNvSpPr/>
            <p:nvPr/>
          </p:nvSpPr>
          <p:spPr>
            <a:xfrm>
              <a:off x="9169700" y="1534675"/>
              <a:ext cx="528475" cy="119500"/>
            </a:xfrm>
            <a:custGeom>
              <a:avLst/>
              <a:gdLst/>
              <a:ahLst/>
              <a:cxnLst/>
              <a:rect l="l" t="t" r="r" b="b"/>
              <a:pathLst>
                <a:path w="21139" h="4780" extrusionOk="0">
                  <a:moveTo>
                    <a:pt x="20557" y="0"/>
                  </a:moveTo>
                  <a:cubicBezTo>
                    <a:pt x="20529" y="0"/>
                    <a:pt x="20500" y="3"/>
                    <a:pt x="20470" y="9"/>
                  </a:cubicBezTo>
                  <a:lnTo>
                    <a:pt x="556" y="3945"/>
                  </a:lnTo>
                  <a:cubicBezTo>
                    <a:pt x="0" y="3977"/>
                    <a:pt x="53" y="4780"/>
                    <a:pt x="590" y="4780"/>
                  </a:cubicBezTo>
                  <a:cubicBezTo>
                    <a:pt x="601" y="4780"/>
                    <a:pt x="612" y="4779"/>
                    <a:pt x="623" y="4779"/>
                  </a:cubicBezTo>
                  <a:lnTo>
                    <a:pt x="723" y="4779"/>
                  </a:lnTo>
                  <a:lnTo>
                    <a:pt x="20604" y="842"/>
                  </a:lnTo>
                  <a:cubicBezTo>
                    <a:pt x="21139" y="748"/>
                    <a:pt x="21021" y="0"/>
                    <a:pt x="205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93"/>
            <p:cNvSpPr/>
            <p:nvPr/>
          </p:nvSpPr>
          <p:spPr>
            <a:xfrm>
              <a:off x="9476850" y="1529725"/>
              <a:ext cx="228000" cy="67775"/>
            </a:xfrm>
            <a:custGeom>
              <a:avLst/>
              <a:gdLst/>
              <a:ahLst/>
              <a:cxnLst/>
              <a:rect l="l" t="t" r="r" b="b"/>
              <a:pathLst>
                <a:path w="9120" h="2711" extrusionOk="0">
                  <a:moveTo>
                    <a:pt x="8245" y="0"/>
                  </a:moveTo>
                  <a:cubicBezTo>
                    <a:pt x="8215" y="0"/>
                    <a:pt x="8183" y="2"/>
                    <a:pt x="8151" y="6"/>
                  </a:cubicBezTo>
                  <a:lnTo>
                    <a:pt x="812" y="1441"/>
                  </a:lnTo>
                  <a:cubicBezTo>
                    <a:pt x="0" y="1538"/>
                    <a:pt x="106" y="2711"/>
                    <a:pt x="882" y="2711"/>
                  </a:cubicBezTo>
                  <a:cubicBezTo>
                    <a:pt x="902" y="2711"/>
                    <a:pt x="924" y="2710"/>
                    <a:pt x="946" y="2708"/>
                  </a:cubicBezTo>
                  <a:lnTo>
                    <a:pt x="1046" y="2675"/>
                  </a:lnTo>
                  <a:lnTo>
                    <a:pt x="8384" y="1241"/>
                  </a:lnTo>
                  <a:cubicBezTo>
                    <a:pt x="9119" y="1049"/>
                    <a:pt x="8936" y="0"/>
                    <a:pt x="8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93"/>
            <p:cNvSpPr/>
            <p:nvPr/>
          </p:nvSpPr>
          <p:spPr>
            <a:xfrm>
              <a:off x="9443500" y="1728925"/>
              <a:ext cx="201925" cy="61225"/>
            </a:xfrm>
            <a:custGeom>
              <a:avLst/>
              <a:gdLst/>
              <a:ahLst/>
              <a:cxnLst/>
              <a:rect l="l" t="t" r="r" b="b"/>
              <a:pathLst>
                <a:path w="8077" h="2449" extrusionOk="0">
                  <a:moveTo>
                    <a:pt x="7202" y="1"/>
                  </a:moveTo>
                  <a:cubicBezTo>
                    <a:pt x="7164" y="1"/>
                    <a:pt x="7124" y="4"/>
                    <a:pt x="7083" y="11"/>
                  </a:cubicBezTo>
                  <a:lnTo>
                    <a:pt x="812" y="1178"/>
                  </a:lnTo>
                  <a:cubicBezTo>
                    <a:pt x="0" y="1276"/>
                    <a:pt x="105" y="2448"/>
                    <a:pt x="881" y="2448"/>
                  </a:cubicBezTo>
                  <a:cubicBezTo>
                    <a:pt x="902" y="2448"/>
                    <a:pt x="924" y="2448"/>
                    <a:pt x="946" y="2446"/>
                  </a:cubicBezTo>
                  <a:lnTo>
                    <a:pt x="1046" y="2412"/>
                  </a:lnTo>
                  <a:lnTo>
                    <a:pt x="7317" y="1245"/>
                  </a:lnTo>
                  <a:cubicBezTo>
                    <a:pt x="8076" y="1118"/>
                    <a:pt x="7905" y="1"/>
                    <a:pt x="7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93"/>
            <p:cNvSpPr/>
            <p:nvPr/>
          </p:nvSpPr>
          <p:spPr>
            <a:xfrm>
              <a:off x="9206800" y="3682525"/>
              <a:ext cx="200350" cy="70775"/>
            </a:xfrm>
            <a:custGeom>
              <a:avLst/>
              <a:gdLst/>
              <a:ahLst/>
              <a:cxnLst/>
              <a:rect l="l" t="t" r="r" b="b"/>
              <a:pathLst>
                <a:path w="8014" h="2831" extrusionOk="0">
                  <a:moveTo>
                    <a:pt x="866" y="0"/>
                  </a:moveTo>
                  <a:cubicBezTo>
                    <a:pt x="200" y="0"/>
                    <a:pt x="1" y="1039"/>
                    <a:pt x="740" y="1224"/>
                  </a:cubicBezTo>
                  <a:lnTo>
                    <a:pt x="6911" y="2791"/>
                  </a:lnTo>
                  <a:lnTo>
                    <a:pt x="7078" y="2791"/>
                  </a:lnTo>
                  <a:lnTo>
                    <a:pt x="7044" y="2825"/>
                  </a:lnTo>
                  <a:cubicBezTo>
                    <a:pt x="7076" y="2829"/>
                    <a:pt x="7107" y="2830"/>
                    <a:pt x="7136" y="2830"/>
                  </a:cubicBezTo>
                  <a:cubicBezTo>
                    <a:pt x="7890" y="2830"/>
                    <a:pt x="8014" y="1653"/>
                    <a:pt x="7211" y="1557"/>
                  </a:cubicBezTo>
                  <a:lnTo>
                    <a:pt x="1040" y="23"/>
                  </a:lnTo>
                  <a:cubicBezTo>
                    <a:pt x="979" y="7"/>
                    <a:pt x="921" y="0"/>
                    <a:pt x="8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93"/>
            <p:cNvSpPr/>
            <p:nvPr/>
          </p:nvSpPr>
          <p:spPr>
            <a:xfrm>
              <a:off x="9106700" y="3838475"/>
              <a:ext cx="275425" cy="89950"/>
            </a:xfrm>
            <a:custGeom>
              <a:avLst/>
              <a:gdLst/>
              <a:ahLst/>
              <a:cxnLst/>
              <a:rect l="l" t="t" r="r" b="b"/>
              <a:pathLst>
                <a:path w="11017" h="3598" extrusionOk="0">
                  <a:moveTo>
                    <a:pt x="871" y="1"/>
                  </a:moveTo>
                  <a:cubicBezTo>
                    <a:pt x="202" y="1"/>
                    <a:pt x="0" y="1072"/>
                    <a:pt x="741" y="1257"/>
                  </a:cubicBezTo>
                  <a:lnTo>
                    <a:pt x="9914" y="3558"/>
                  </a:lnTo>
                  <a:lnTo>
                    <a:pt x="10081" y="3558"/>
                  </a:lnTo>
                  <a:lnTo>
                    <a:pt x="10081" y="3592"/>
                  </a:lnTo>
                  <a:cubicBezTo>
                    <a:pt x="10113" y="3596"/>
                    <a:pt x="10143" y="3597"/>
                    <a:pt x="10173" y="3597"/>
                  </a:cubicBezTo>
                  <a:cubicBezTo>
                    <a:pt x="10924" y="3597"/>
                    <a:pt x="11017" y="2420"/>
                    <a:pt x="10215" y="2324"/>
                  </a:cubicBezTo>
                  <a:lnTo>
                    <a:pt x="1041" y="23"/>
                  </a:lnTo>
                  <a:cubicBezTo>
                    <a:pt x="982" y="8"/>
                    <a:pt x="925" y="1"/>
                    <a:pt x="8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19" name="Google Shape;3919;p93"/>
          <p:cNvGrpSpPr/>
          <p:nvPr/>
        </p:nvGrpSpPr>
        <p:grpSpPr>
          <a:xfrm rot="2458795">
            <a:off x="5159730" y="3985964"/>
            <a:ext cx="2425546" cy="2006684"/>
            <a:chOff x="193669" y="148127"/>
            <a:chExt cx="2323487" cy="1922250"/>
          </a:xfrm>
        </p:grpSpPr>
        <p:sp>
          <p:nvSpPr>
            <p:cNvPr id="3920" name="Google Shape;3920;p93"/>
            <p:cNvSpPr/>
            <p:nvPr/>
          </p:nvSpPr>
          <p:spPr>
            <a:xfrm rot="8392807">
              <a:off x="1938296" y="346149"/>
              <a:ext cx="284522" cy="651226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93"/>
            <p:cNvSpPr/>
            <p:nvPr/>
          </p:nvSpPr>
          <p:spPr>
            <a:xfrm rot="-1368678">
              <a:off x="2331166" y="764963"/>
              <a:ext cx="161260" cy="160124"/>
            </a:xfrm>
            <a:custGeom>
              <a:avLst/>
              <a:gdLst/>
              <a:ahLst/>
              <a:cxnLst/>
              <a:rect l="l" t="t" r="r" b="b"/>
              <a:pathLst>
                <a:path w="7412" h="7359" extrusionOk="0">
                  <a:moveTo>
                    <a:pt x="3702" y="0"/>
                  </a:moveTo>
                  <a:cubicBezTo>
                    <a:pt x="3685" y="0"/>
                    <a:pt x="3668" y="1"/>
                    <a:pt x="3652" y="1"/>
                  </a:cubicBezTo>
                  <a:cubicBezTo>
                    <a:pt x="1623" y="28"/>
                    <a:pt x="0" y="1678"/>
                    <a:pt x="27" y="3734"/>
                  </a:cubicBezTo>
                  <a:cubicBezTo>
                    <a:pt x="54" y="5746"/>
                    <a:pt x="1704" y="7358"/>
                    <a:pt x="3710" y="7358"/>
                  </a:cubicBezTo>
                  <a:cubicBezTo>
                    <a:pt x="3727" y="7358"/>
                    <a:pt x="3743" y="7358"/>
                    <a:pt x="3760" y="7358"/>
                  </a:cubicBezTo>
                  <a:cubicBezTo>
                    <a:pt x="5789" y="7331"/>
                    <a:pt x="7412" y="5654"/>
                    <a:pt x="7385" y="3625"/>
                  </a:cubicBezTo>
                  <a:cubicBezTo>
                    <a:pt x="7358" y="1613"/>
                    <a:pt x="5708" y="0"/>
                    <a:pt x="3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93"/>
            <p:cNvSpPr/>
            <p:nvPr/>
          </p:nvSpPr>
          <p:spPr>
            <a:xfrm rot="2541214">
              <a:off x="375899" y="290031"/>
              <a:ext cx="284505" cy="651194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23" name="Google Shape;3923;p93"/>
            <p:cNvGrpSpPr/>
            <p:nvPr/>
          </p:nvGrpSpPr>
          <p:grpSpPr>
            <a:xfrm rot="-3943890">
              <a:off x="413745" y="559232"/>
              <a:ext cx="579901" cy="745140"/>
              <a:chOff x="234492" y="148127"/>
              <a:chExt cx="579920" cy="745164"/>
            </a:xfrm>
          </p:grpSpPr>
          <p:sp>
            <p:nvSpPr>
              <p:cNvPr id="3924" name="Google Shape;3924;p93"/>
              <p:cNvSpPr/>
              <p:nvPr/>
            </p:nvSpPr>
            <p:spPr>
              <a:xfrm rot="9702664">
                <a:off x="434883" y="213883"/>
                <a:ext cx="284520" cy="651219"/>
              </a:xfrm>
              <a:custGeom>
                <a:avLst/>
                <a:gdLst/>
                <a:ahLst/>
                <a:cxnLst/>
                <a:rect l="l" t="t" r="r" b="b"/>
                <a:pathLst>
                  <a:path w="9359" h="21419" extrusionOk="0">
                    <a:moveTo>
                      <a:pt x="666" y="0"/>
                    </a:moveTo>
                    <a:cubicBezTo>
                      <a:pt x="334" y="0"/>
                      <a:pt x="1" y="265"/>
                      <a:pt x="149" y="661"/>
                    </a:cubicBezTo>
                    <a:cubicBezTo>
                      <a:pt x="2637" y="7531"/>
                      <a:pt x="5667" y="14185"/>
                      <a:pt x="8155" y="21056"/>
                    </a:cubicBezTo>
                    <a:cubicBezTo>
                      <a:pt x="8251" y="21310"/>
                      <a:pt x="8470" y="21419"/>
                      <a:pt x="8687" y="21419"/>
                    </a:cubicBezTo>
                    <a:cubicBezTo>
                      <a:pt x="9025" y="21419"/>
                      <a:pt x="9359" y="21154"/>
                      <a:pt x="9210" y="20758"/>
                    </a:cubicBezTo>
                    <a:cubicBezTo>
                      <a:pt x="6722" y="13888"/>
                      <a:pt x="3692" y="7234"/>
                      <a:pt x="1177" y="363"/>
                    </a:cubicBezTo>
                    <a:cubicBezTo>
                      <a:pt x="1092" y="109"/>
                      <a:pt x="880" y="0"/>
                      <a:pt x="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5" name="Google Shape;3925;p93"/>
              <p:cNvSpPr/>
              <p:nvPr/>
            </p:nvSpPr>
            <p:spPr>
              <a:xfrm rot="2700279">
                <a:off x="267482" y="181696"/>
                <a:ext cx="161255" cy="160115"/>
              </a:xfrm>
              <a:custGeom>
                <a:avLst/>
                <a:gdLst/>
                <a:ahLst/>
                <a:cxnLst/>
                <a:rect l="l" t="t" r="r" b="b"/>
                <a:pathLst>
                  <a:path w="7412" h="7359" extrusionOk="0">
                    <a:moveTo>
                      <a:pt x="3702" y="0"/>
                    </a:moveTo>
                    <a:cubicBezTo>
                      <a:pt x="3685" y="0"/>
                      <a:pt x="3668" y="1"/>
                      <a:pt x="3652" y="1"/>
                    </a:cubicBezTo>
                    <a:cubicBezTo>
                      <a:pt x="1623" y="28"/>
                      <a:pt x="0" y="1678"/>
                      <a:pt x="27" y="3734"/>
                    </a:cubicBezTo>
                    <a:cubicBezTo>
                      <a:pt x="54" y="5746"/>
                      <a:pt x="1704" y="7358"/>
                      <a:pt x="3710" y="7358"/>
                    </a:cubicBezTo>
                    <a:cubicBezTo>
                      <a:pt x="3727" y="7358"/>
                      <a:pt x="3743" y="7358"/>
                      <a:pt x="3760" y="7358"/>
                    </a:cubicBezTo>
                    <a:cubicBezTo>
                      <a:pt x="5789" y="7331"/>
                      <a:pt x="7412" y="5654"/>
                      <a:pt x="7385" y="3625"/>
                    </a:cubicBezTo>
                    <a:cubicBezTo>
                      <a:pt x="7358" y="1613"/>
                      <a:pt x="5708" y="0"/>
                      <a:pt x="37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26" name="Google Shape;3926;p93"/>
            <p:cNvGrpSpPr/>
            <p:nvPr/>
          </p:nvGrpSpPr>
          <p:grpSpPr>
            <a:xfrm>
              <a:off x="416768" y="148127"/>
              <a:ext cx="1867051" cy="1922250"/>
              <a:chOff x="111968" y="148127"/>
              <a:chExt cx="1867051" cy="1922250"/>
            </a:xfrm>
          </p:grpSpPr>
          <p:sp>
            <p:nvSpPr>
              <p:cNvPr id="3927" name="Google Shape;3927;p93"/>
              <p:cNvSpPr/>
              <p:nvPr/>
            </p:nvSpPr>
            <p:spPr>
              <a:xfrm rot="9702664">
                <a:off x="434883" y="213883"/>
                <a:ext cx="284520" cy="651219"/>
              </a:xfrm>
              <a:custGeom>
                <a:avLst/>
                <a:gdLst/>
                <a:ahLst/>
                <a:cxnLst/>
                <a:rect l="l" t="t" r="r" b="b"/>
                <a:pathLst>
                  <a:path w="9359" h="21419" extrusionOk="0">
                    <a:moveTo>
                      <a:pt x="666" y="0"/>
                    </a:moveTo>
                    <a:cubicBezTo>
                      <a:pt x="334" y="0"/>
                      <a:pt x="1" y="265"/>
                      <a:pt x="149" y="661"/>
                    </a:cubicBezTo>
                    <a:cubicBezTo>
                      <a:pt x="2637" y="7531"/>
                      <a:pt x="5667" y="14185"/>
                      <a:pt x="8155" y="21056"/>
                    </a:cubicBezTo>
                    <a:cubicBezTo>
                      <a:pt x="8251" y="21310"/>
                      <a:pt x="8470" y="21419"/>
                      <a:pt x="8687" y="21419"/>
                    </a:cubicBezTo>
                    <a:cubicBezTo>
                      <a:pt x="9025" y="21419"/>
                      <a:pt x="9359" y="21154"/>
                      <a:pt x="9210" y="20758"/>
                    </a:cubicBezTo>
                    <a:cubicBezTo>
                      <a:pt x="6722" y="13888"/>
                      <a:pt x="3692" y="7234"/>
                      <a:pt x="1177" y="363"/>
                    </a:cubicBezTo>
                    <a:cubicBezTo>
                      <a:pt x="1092" y="109"/>
                      <a:pt x="880" y="0"/>
                      <a:pt x="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8" name="Google Shape;3928;p93"/>
              <p:cNvSpPr/>
              <p:nvPr/>
            </p:nvSpPr>
            <p:spPr>
              <a:xfrm rot="2700279">
                <a:off x="267482" y="181696"/>
                <a:ext cx="161255" cy="160115"/>
              </a:xfrm>
              <a:custGeom>
                <a:avLst/>
                <a:gdLst/>
                <a:ahLst/>
                <a:cxnLst/>
                <a:rect l="l" t="t" r="r" b="b"/>
                <a:pathLst>
                  <a:path w="7412" h="7359" extrusionOk="0">
                    <a:moveTo>
                      <a:pt x="3702" y="0"/>
                    </a:moveTo>
                    <a:cubicBezTo>
                      <a:pt x="3685" y="0"/>
                      <a:pt x="3668" y="1"/>
                      <a:pt x="3652" y="1"/>
                    </a:cubicBezTo>
                    <a:cubicBezTo>
                      <a:pt x="1623" y="28"/>
                      <a:pt x="0" y="1678"/>
                      <a:pt x="27" y="3734"/>
                    </a:cubicBezTo>
                    <a:cubicBezTo>
                      <a:pt x="54" y="5746"/>
                      <a:pt x="1704" y="7358"/>
                      <a:pt x="3710" y="7358"/>
                    </a:cubicBezTo>
                    <a:cubicBezTo>
                      <a:pt x="3727" y="7358"/>
                      <a:pt x="3743" y="7358"/>
                      <a:pt x="3760" y="7358"/>
                    </a:cubicBezTo>
                    <a:cubicBezTo>
                      <a:pt x="5789" y="7331"/>
                      <a:pt x="7412" y="5654"/>
                      <a:pt x="7385" y="3625"/>
                    </a:cubicBezTo>
                    <a:cubicBezTo>
                      <a:pt x="7358" y="1613"/>
                      <a:pt x="5708" y="0"/>
                      <a:pt x="3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29" name="Google Shape;3929;p93"/>
              <p:cNvGrpSpPr/>
              <p:nvPr/>
            </p:nvGrpSpPr>
            <p:grpSpPr>
              <a:xfrm rot="2700200">
                <a:off x="519774" y="342293"/>
                <a:ext cx="1051439" cy="1589031"/>
                <a:chOff x="2374700" y="932638"/>
                <a:chExt cx="864662" cy="1306680"/>
              </a:xfrm>
            </p:grpSpPr>
            <p:sp>
              <p:nvSpPr>
                <p:cNvPr id="3930" name="Google Shape;3930;p93"/>
                <p:cNvSpPr/>
                <p:nvPr/>
              </p:nvSpPr>
              <p:spPr>
                <a:xfrm>
                  <a:off x="2450775" y="1537550"/>
                  <a:ext cx="233975" cy="5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59" h="21419" extrusionOk="0">
                      <a:moveTo>
                        <a:pt x="666" y="0"/>
                      </a:moveTo>
                      <a:cubicBezTo>
                        <a:pt x="334" y="0"/>
                        <a:pt x="1" y="265"/>
                        <a:pt x="149" y="661"/>
                      </a:cubicBezTo>
                      <a:cubicBezTo>
                        <a:pt x="2637" y="7531"/>
                        <a:pt x="5667" y="14185"/>
                        <a:pt x="8155" y="21056"/>
                      </a:cubicBezTo>
                      <a:cubicBezTo>
                        <a:pt x="8251" y="21310"/>
                        <a:pt x="8470" y="21419"/>
                        <a:pt x="8687" y="21419"/>
                      </a:cubicBezTo>
                      <a:cubicBezTo>
                        <a:pt x="9025" y="21419"/>
                        <a:pt x="9359" y="21154"/>
                        <a:pt x="9210" y="20758"/>
                      </a:cubicBezTo>
                      <a:cubicBezTo>
                        <a:pt x="6722" y="13888"/>
                        <a:pt x="3692" y="7234"/>
                        <a:pt x="1177" y="363"/>
                      </a:cubicBezTo>
                      <a:cubicBezTo>
                        <a:pt x="1092" y="109"/>
                        <a:pt x="880" y="0"/>
                        <a:pt x="66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1" name="Google Shape;3931;p93"/>
                <p:cNvSpPr/>
                <p:nvPr/>
              </p:nvSpPr>
              <p:spPr>
                <a:xfrm>
                  <a:off x="2450150" y="1109250"/>
                  <a:ext cx="198025" cy="45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1" h="18165" extrusionOk="0">
                      <a:moveTo>
                        <a:pt x="7266" y="1"/>
                      </a:moveTo>
                      <a:cubicBezTo>
                        <a:pt x="7044" y="1"/>
                        <a:pt x="6817" y="113"/>
                        <a:pt x="6720" y="373"/>
                      </a:cubicBezTo>
                      <a:lnTo>
                        <a:pt x="147" y="17522"/>
                      </a:lnTo>
                      <a:cubicBezTo>
                        <a:pt x="1" y="17912"/>
                        <a:pt x="322" y="18165"/>
                        <a:pt x="655" y="18165"/>
                      </a:cubicBezTo>
                      <a:cubicBezTo>
                        <a:pt x="877" y="18165"/>
                        <a:pt x="1104" y="18052"/>
                        <a:pt x="1202" y="17793"/>
                      </a:cubicBezTo>
                      <a:lnTo>
                        <a:pt x="7775" y="644"/>
                      </a:lnTo>
                      <a:cubicBezTo>
                        <a:pt x="7921" y="254"/>
                        <a:pt x="7599" y="1"/>
                        <a:pt x="726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2" name="Google Shape;3932;p93"/>
                <p:cNvSpPr/>
                <p:nvPr/>
              </p:nvSpPr>
              <p:spPr>
                <a:xfrm>
                  <a:off x="2449975" y="1511450"/>
                  <a:ext cx="623075" cy="5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23" h="2111" extrusionOk="0">
                      <a:moveTo>
                        <a:pt x="24252" y="0"/>
                      </a:moveTo>
                      <a:cubicBezTo>
                        <a:pt x="24244" y="0"/>
                        <a:pt x="24236" y="0"/>
                        <a:pt x="24228" y="1"/>
                      </a:cubicBezTo>
                      <a:lnTo>
                        <a:pt x="695" y="1028"/>
                      </a:lnTo>
                      <a:cubicBezTo>
                        <a:pt x="0" y="1055"/>
                        <a:pt x="18" y="2111"/>
                        <a:pt x="670" y="2111"/>
                      </a:cubicBezTo>
                      <a:cubicBezTo>
                        <a:pt x="678" y="2111"/>
                        <a:pt x="687" y="2111"/>
                        <a:pt x="695" y="2110"/>
                      </a:cubicBezTo>
                      <a:lnTo>
                        <a:pt x="24228" y="1083"/>
                      </a:lnTo>
                      <a:cubicBezTo>
                        <a:pt x="24922" y="1056"/>
                        <a:pt x="24904" y="0"/>
                        <a:pt x="2425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3" name="Google Shape;3933;p93"/>
                <p:cNvSpPr/>
                <p:nvPr/>
              </p:nvSpPr>
              <p:spPr>
                <a:xfrm>
                  <a:off x="2374700" y="1458700"/>
                  <a:ext cx="185300" cy="18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12" h="7359" extrusionOk="0">
                      <a:moveTo>
                        <a:pt x="3702" y="0"/>
                      </a:moveTo>
                      <a:cubicBezTo>
                        <a:pt x="3685" y="0"/>
                        <a:pt x="3668" y="1"/>
                        <a:pt x="3652" y="1"/>
                      </a:cubicBezTo>
                      <a:cubicBezTo>
                        <a:pt x="1623" y="28"/>
                        <a:pt x="0" y="1678"/>
                        <a:pt x="27" y="3734"/>
                      </a:cubicBezTo>
                      <a:cubicBezTo>
                        <a:pt x="54" y="5746"/>
                        <a:pt x="1704" y="7358"/>
                        <a:pt x="3710" y="7358"/>
                      </a:cubicBezTo>
                      <a:cubicBezTo>
                        <a:pt x="3727" y="7358"/>
                        <a:pt x="3743" y="7358"/>
                        <a:pt x="3760" y="7358"/>
                      </a:cubicBezTo>
                      <a:cubicBezTo>
                        <a:pt x="5789" y="7331"/>
                        <a:pt x="7412" y="5654"/>
                        <a:pt x="7385" y="3625"/>
                      </a:cubicBezTo>
                      <a:cubicBezTo>
                        <a:pt x="7358" y="1613"/>
                        <a:pt x="5708" y="0"/>
                        <a:pt x="370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4" name="Google Shape;3934;p93"/>
                <p:cNvSpPr/>
                <p:nvPr/>
              </p:nvSpPr>
              <p:spPr>
                <a:xfrm>
                  <a:off x="2966745" y="1386898"/>
                  <a:ext cx="272617" cy="271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3" h="9281" extrusionOk="0">
                      <a:moveTo>
                        <a:pt x="4649" y="1"/>
                      </a:moveTo>
                      <a:cubicBezTo>
                        <a:pt x="4632" y="1"/>
                        <a:pt x="4615" y="1"/>
                        <a:pt x="4598" y="1"/>
                      </a:cubicBezTo>
                      <a:cubicBezTo>
                        <a:pt x="2029" y="55"/>
                        <a:pt x="0" y="2165"/>
                        <a:pt x="27" y="4708"/>
                      </a:cubicBezTo>
                      <a:cubicBezTo>
                        <a:pt x="54" y="7244"/>
                        <a:pt x="2110" y="9280"/>
                        <a:pt x="4635" y="9280"/>
                      </a:cubicBezTo>
                      <a:cubicBezTo>
                        <a:pt x="4668" y="9280"/>
                        <a:pt x="4701" y="9280"/>
                        <a:pt x="4734" y="9279"/>
                      </a:cubicBezTo>
                      <a:cubicBezTo>
                        <a:pt x="7303" y="9252"/>
                        <a:pt x="9332" y="7142"/>
                        <a:pt x="9305" y="4600"/>
                      </a:cubicBezTo>
                      <a:cubicBezTo>
                        <a:pt x="9278" y="2047"/>
                        <a:pt x="7196" y="1"/>
                        <a:pt x="464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5" name="Google Shape;3935;p93"/>
                <p:cNvSpPr/>
                <p:nvPr/>
              </p:nvSpPr>
              <p:spPr>
                <a:xfrm>
                  <a:off x="2548853" y="932638"/>
                  <a:ext cx="249594" cy="247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6" h="5222" extrusionOk="0">
                      <a:moveTo>
                        <a:pt x="2647" y="0"/>
                      </a:moveTo>
                      <a:cubicBezTo>
                        <a:pt x="2630" y="0"/>
                        <a:pt x="2614" y="0"/>
                        <a:pt x="2598" y="1"/>
                      </a:cubicBezTo>
                      <a:cubicBezTo>
                        <a:pt x="1137" y="28"/>
                        <a:pt x="1" y="1191"/>
                        <a:pt x="1" y="2651"/>
                      </a:cubicBezTo>
                      <a:cubicBezTo>
                        <a:pt x="28" y="4069"/>
                        <a:pt x="1191" y="5221"/>
                        <a:pt x="2629" y="5221"/>
                      </a:cubicBezTo>
                      <a:cubicBezTo>
                        <a:pt x="2646" y="5221"/>
                        <a:pt x="2662" y="5221"/>
                        <a:pt x="2679" y="5221"/>
                      </a:cubicBezTo>
                      <a:cubicBezTo>
                        <a:pt x="4112" y="5221"/>
                        <a:pt x="5276" y="4031"/>
                        <a:pt x="5249" y="2570"/>
                      </a:cubicBezTo>
                      <a:cubicBezTo>
                        <a:pt x="5222" y="1153"/>
                        <a:pt x="4058" y="0"/>
                        <a:pt x="26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6" name="Google Shape;3936;p93"/>
                <p:cNvSpPr/>
                <p:nvPr/>
              </p:nvSpPr>
              <p:spPr>
                <a:xfrm>
                  <a:off x="2601160" y="2017689"/>
                  <a:ext cx="222919" cy="221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3" h="9280" extrusionOk="0">
                      <a:moveTo>
                        <a:pt x="4649" y="1"/>
                      </a:moveTo>
                      <a:cubicBezTo>
                        <a:pt x="4633" y="1"/>
                        <a:pt x="4616" y="1"/>
                        <a:pt x="4599" y="1"/>
                      </a:cubicBezTo>
                      <a:cubicBezTo>
                        <a:pt x="2030" y="28"/>
                        <a:pt x="1" y="2138"/>
                        <a:pt x="28" y="4708"/>
                      </a:cubicBezTo>
                      <a:cubicBezTo>
                        <a:pt x="55" y="7260"/>
                        <a:pt x="2137" y="9279"/>
                        <a:pt x="4684" y="9279"/>
                      </a:cubicBezTo>
                      <a:cubicBezTo>
                        <a:pt x="4701" y="9279"/>
                        <a:pt x="4718" y="9279"/>
                        <a:pt x="4735" y="9279"/>
                      </a:cubicBezTo>
                      <a:cubicBezTo>
                        <a:pt x="7304" y="9252"/>
                        <a:pt x="9333" y="7142"/>
                        <a:pt x="9306" y="4572"/>
                      </a:cubicBezTo>
                      <a:cubicBezTo>
                        <a:pt x="9279" y="2046"/>
                        <a:pt x="7196" y="1"/>
                        <a:pt x="464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891" name="Google Shape;3891;p93"/>
          <p:cNvSpPr txBox="1">
            <a:spLocks noGrp="1"/>
          </p:cNvSpPr>
          <p:nvPr>
            <p:ph type="title"/>
          </p:nvPr>
        </p:nvSpPr>
        <p:spPr>
          <a:xfrm>
            <a:off x="523396" y="1495500"/>
            <a:ext cx="6546704" cy="24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100" dirty="0"/>
              <a:t>O MUNDO ESTA </a:t>
            </a:r>
            <a:r>
              <a:rPr lang="en" sz="8900" dirty="0">
                <a:solidFill>
                  <a:schemeClr val="lt2"/>
                </a:solidFill>
              </a:rPr>
              <a:t>MUDANDO!</a:t>
            </a:r>
            <a:endParaRPr sz="8900" dirty="0"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3900" fill="hold"/>
                                        <p:tgtEl>
                                          <p:spTgt spid="39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2000"/>
                                        <p:tgtEl>
                                          <p:spTgt spid="3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1" name="Google Shape;3941;p94"/>
          <p:cNvSpPr txBox="1">
            <a:spLocks noGrp="1"/>
          </p:cNvSpPr>
          <p:nvPr>
            <p:ph type="title"/>
          </p:nvPr>
        </p:nvSpPr>
        <p:spPr>
          <a:xfrm>
            <a:off x="713023" y="2520210"/>
            <a:ext cx="3977100" cy="106543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accent4"/>
                </a:solidFill>
              </a:rPr>
              <a:t>OBRIGADO!</a:t>
            </a:r>
            <a:endParaRPr sz="8300" dirty="0">
              <a:solidFill>
                <a:schemeClr val="lt2"/>
              </a:solidFill>
            </a:endParaRPr>
          </a:p>
        </p:txBody>
      </p:sp>
      <p:grpSp>
        <p:nvGrpSpPr>
          <p:cNvPr id="3942" name="Google Shape;3942;p94"/>
          <p:cNvGrpSpPr/>
          <p:nvPr/>
        </p:nvGrpSpPr>
        <p:grpSpPr>
          <a:xfrm>
            <a:off x="5072080" y="1947979"/>
            <a:ext cx="2900001" cy="3838708"/>
            <a:chOff x="5072080" y="1733445"/>
            <a:chExt cx="2900001" cy="3838708"/>
          </a:xfrm>
        </p:grpSpPr>
        <p:sp>
          <p:nvSpPr>
            <p:cNvPr id="3943" name="Google Shape;3943;p94"/>
            <p:cNvSpPr/>
            <p:nvPr/>
          </p:nvSpPr>
          <p:spPr>
            <a:xfrm>
              <a:off x="6512975" y="4088150"/>
              <a:ext cx="1386700" cy="1462900"/>
            </a:xfrm>
            <a:custGeom>
              <a:avLst/>
              <a:gdLst/>
              <a:ahLst/>
              <a:cxnLst/>
              <a:rect l="l" t="t" r="r" b="b"/>
              <a:pathLst>
                <a:path w="55468" h="58516" extrusionOk="0">
                  <a:moveTo>
                    <a:pt x="0" y="58516"/>
                  </a:moveTo>
                  <a:lnTo>
                    <a:pt x="55468" y="57714"/>
                  </a:lnTo>
                  <a:lnTo>
                    <a:pt x="37031" y="0"/>
                  </a:lnTo>
                  <a:lnTo>
                    <a:pt x="1761" y="12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944" name="Google Shape;3944;p94"/>
            <p:cNvSpPr/>
            <p:nvPr/>
          </p:nvSpPr>
          <p:spPr>
            <a:xfrm>
              <a:off x="6934110" y="2194543"/>
              <a:ext cx="868553" cy="791323"/>
            </a:xfrm>
            <a:custGeom>
              <a:avLst/>
              <a:gdLst/>
              <a:ahLst/>
              <a:cxnLst/>
              <a:rect l="l" t="t" r="r" b="b"/>
              <a:pathLst>
                <a:path w="11325" h="10318" extrusionOk="0">
                  <a:moveTo>
                    <a:pt x="5663" y="0"/>
                  </a:moveTo>
                  <a:cubicBezTo>
                    <a:pt x="4342" y="0"/>
                    <a:pt x="3022" y="504"/>
                    <a:pt x="2015" y="1511"/>
                  </a:cubicBezTo>
                  <a:cubicBezTo>
                    <a:pt x="1" y="3525"/>
                    <a:pt x="1" y="6786"/>
                    <a:pt x="2015" y="8807"/>
                  </a:cubicBezTo>
                  <a:cubicBezTo>
                    <a:pt x="3022" y="9814"/>
                    <a:pt x="4342" y="10317"/>
                    <a:pt x="5663" y="10317"/>
                  </a:cubicBezTo>
                  <a:cubicBezTo>
                    <a:pt x="6983" y="10317"/>
                    <a:pt x="8304" y="9814"/>
                    <a:pt x="9311" y="8807"/>
                  </a:cubicBezTo>
                  <a:cubicBezTo>
                    <a:pt x="11325" y="6786"/>
                    <a:pt x="11325" y="3525"/>
                    <a:pt x="9311" y="1511"/>
                  </a:cubicBezTo>
                  <a:cubicBezTo>
                    <a:pt x="8304" y="504"/>
                    <a:pt x="6983" y="0"/>
                    <a:pt x="56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94"/>
            <p:cNvSpPr/>
            <p:nvPr/>
          </p:nvSpPr>
          <p:spPr>
            <a:xfrm>
              <a:off x="6602322" y="2762632"/>
              <a:ext cx="977305" cy="1066806"/>
            </a:xfrm>
            <a:custGeom>
              <a:avLst/>
              <a:gdLst/>
              <a:ahLst/>
              <a:cxnLst/>
              <a:rect l="l" t="t" r="r" b="b"/>
              <a:pathLst>
                <a:path w="12743" h="13910" extrusionOk="0">
                  <a:moveTo>
                    <a:pt x="4771" y="0"/>
                  </a:moveTo>
                  <a:lnTo>
                    <a:pt x="1479" y="523"/>
                  </a:lnTo>
                  <a:cubicBezTo>
                    <a:pt x="889" y="651"/>
                    <a:pt x="19" y="1667"/>
                    <a:pt x="0" y="2264"/>
                  </a:cubicBezTo>
                  <a:lnTo>
                    <a:pt x="828" y="13910"/>
                  </a:lnTo>
                  <a:lnTo>
                    <a:pt x="9298" y="13910"/>
                  </a:lnTo>
                  <a:cubicBezTo>
                    <a:pt x="11744" y="8263"/>
                    <a:pt x="12669" y="2738"/>
                    <a:pt x="12724" y="803"/>
                  </a:cubicBezTo>
                  <a:cubicBezTo>
                    <a:pt x="12742" y="359"/>
                    <a:pt x="11562" y="0"/>
                    <a:pt x="111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94"/>
            <p:cNvSpPr/>
            <p:nvPr/>
          </p:nvSpPr>
          <p:spPr>
            <a:xfrm>
              <a:off x="6783402" y="2762632"/>
              <a:ext cx="497510" cy="146561"/>
            </a:xfrm>
            <a:custGeom>
              <a:avLst/>
              <a:gdLst/>
              <a:ahLst/>
              <a:cxnLst/>
              <a:rect l="l" t="t" r="r" b="b"/>
              <a:pathLst>
                <a:path w="6487" h="1911" extrusionOk="0">
                  <a:moveTo>
                    <a:pt x="6487" y="0"/>
                  </a:moveTo>
                  <a:lnTo>
                    <a:pt x="2027" y="37"/>
                  </a:lnTo>
                  <a:lnTo>
                    <a:pt x="992" y="225"/>
                  </a:lnTo>
                  <a:cubicBezTo>
                    <a:pt x="992" y="225"/>
                    <a:pt x="0" y="1911"/>
                    <a:pt x="2666" y="1911"/>
                  </a:cubicBezTo>
                  <a:cubicBezTo>
                    <a:pt x="5325" y="1911"/>
                    <a:pt x="6426" y="274"/>
                    <a:pt x="64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94"/>
            <p:cNvSpPr/>
            <p:nvPr/>
          </p:nvSpPr>
          <p:spPr>
            <a:xfrm>
              <a:off x="6103874" y="2779659"/>
              <a:ext cx="688477" cy="1196034"/>
            </a:xfrm>
            <a:custGeom>
              <a:avLst/>
              <a:gdLst/>
              <a:ahLst/>
              <a:cxnLst/>
              <a:rect l="l" t="t" r="r" b="b"/>
              <a:pathLst>
                <a:path w="8977" h="15595" extrusionOk="0">
                  <a:moveTo>
                    <a:pt x="8212" y="0"/>
                  </a:moveTo>
                  <a:cubicBezTo>
                    <a:pt x="7379" y="0"/>
                    <a:pt x="5227" y="237"/>
                    <a:pt x="4358" y="2577"/>
                  </a:cubicBezTo>
                  <a:cubicBezTo>
                    <a:pt x="3433" y="5072"/>
                    <a:pt x="183" y="10755"/>
                    <a:pt x="7" y="13797"/>
                  </a:cubicBezTo>
                  <a:cubicBezTo>
                    <a:pt x="1" y="13992"/>
                    <a:pt x="37" y="14187"/>
                    <a:pt x="110" y="14369"/>
                  </a:cubicBezTo>
                  <a:cubicBezTo>
                    <a:pt x="399" y="15108"/>
                    <a:pt x="1265" y="15595"/>
                    <a:pt x="2098" y="15595"/>
                  </a:cubicBezTo>
                  <a:cubicBezTo>
                    <a:pt x="2233" y="15595"/>
                    <a:pt x="2366" y="15582"/>
                    <a:pt x="2496" y="15556"/>
                  </a:cubicBezTo>
                  <a:cubicBezTo>
                    <a:pt x="3226" y="15410"/>
                    <a:pt x="3859" y="14947"/>
                    <a:pt x="4224" y="14296"/>
                  </a:cubicBezTo>
                  <a:lnTo>
                    <a:pt x="8976" y="5692"/>
                  </a:lnTo>
                  <a:lnTo>
                    <a:pt x="8550" y="15"/>
                  </a:lnTo>
                  <a:cubicBezTo>
                    <a:pt x="8550" y="15"/>
                    <a:pt x="8423" y="0"/>
                    <a:pt x="82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94"/>
            <p:cNvSpPr/>
            <p:nvPr/>
          </p:nvSpPr>
          <p:spPr>
            <a:xfrm>
              <a:off x="5187815" y="3360019"/>
              <a:ext cx="381857" cy="328785"/>
            </a:xfrm>
            <a:custGeom>
              <a:avLst/>
              <a:gdLst/>
              <a:ahLst/>
              <a:cxnLst/>
              <a:rect l="l" t="t" r="r" b="b"/>
              <a:pathLst>
                <a:path w="4979" h="4287" extrusionOk="0">
                  <a:moveTo>
                    <a:pt x="2450" y="0"/>
                  </a:moveTo>
                  <a:cubicBezTo>
                    <a:pt x="2145" y="0"/>
                    <a:pt x="1828" y="69"/>
                    <a:pt x="1515" y="219"/>
                  </a:cubicBezTo>
                  <a:cubicBezTo>
                    <a:pt x="451" y="730"/>
                    <a:pt x="0" y="2008"/>
                    <a:pt x="511" y="3072"/>
                  </a:cubicBezTo>
                  <a:cubicBezTo>
                    <a:pt x="871" y="3815"/>
                    <a:pt x="1618" y="4287"/>
                    <a:pt x="2436" y="4287"/>
                  </a:cubicBezTo>
                  <a:cubicBezTo>
                    <a:pt x="2476" y="4287"/>
                    <a:pt x="2516" y="4286"/>
                    <a:pt x="2556" y="4283"/>
                  </a:cubicBezTo>
                  <a:cubicBezTo>
                    <a:pt x="3420" y="4235"/>
                    <a:pt x="4175" y="3675"/>
                    <a:pt x="4461" y="2859"/>
                  </a:cubicBezTo>
                  <a:cubicBezTo>
                    <a:pt x="4979" y="1385"/>
                    <a:pt x="3829" y="0"/>
                    <a:pt x="24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94"/>
            <p:cNvSpPr/>
            <p:nvPr/>
          </p:nvSpPr>
          <p:spPr>
            <a:xfrm>
              <a:off x="5072080" y="3359483"/>
              <a:ext cx="281005" cy="105990"/>
            </a:xfrm>
            <a:custGeom>
              <a:avLst/>
              <a:gdLst/>
              <a:ahLst/>
              <a:cxnLst/>
              <a:rect l="l" t="t" r="r" b="b"/>
              <a:pathLst>
                <a:path w="3664" h="1382" extrusionOk="0">
                  <a:moveTo>
                    <a:pt x="3663" y="1"/>
                  </a:moveTo>
                  <a:lnTo>
                    <a:pt x="305" y="329"/>
                  </a:lnTo>
                  <a:cubicBezTo>
                    <a:pt x="159" y="347"/>
                    <a:pt x="37" y="463"/>
                    <a:pt x="19" y="615"/>
                  </a:cubicBezTo>
                  <a:cubicBezTo>
                    <a:pt x="0" y="785"/>
                    <a:pt x="122" y="944"/>
                    <a:pt x="292" y="968"/>
                  </a:cubicBezTo>
                  <a:lnTo>
                    <a:pt x="3110" y="138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94"/>
            <p:cNvSpPr/>
            <p:nvPr/>
          </p:nvSpPr>
          <p:spPr>
            <a:xfrm>
              <a:off x="5429101" y="3419689"/>
              <a:ext cx="343510" cy="253012"/>
            </a:xfrm>
            <a:custGeom>
              <a:avLst/>
              <a:gdLst/>
              <a:ahLst/>
              <a:cxnLst/>
              <a:rect l="l" t="t" r="r" b="b"/>
              <a:pathLst>
                <a:path w="4479" h="3299" extrusionOk="0">
                  <a:moveTo>
                    <a:pt x="889" y="0"/>
                  </a:moveTo>
                  <a:lnTo>
                    <a:pt x="0" y="1966"/>
                  </a:lnTo>
                  <a:lnTo>
                    <a:pt x="2957" y="3298"/>
                  </a:lnTo>
                  <a:lnTo>
                    <a:pt x="4479" y="1224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94"/>
            <p:cNvSpPr/>
            <p:nvPr/>
          </p:nvSpPr>
          <p:spPr>
            <a:xfrm>
              <a:off x="5543378" y="3388397"/>
              <a:ext cx="841480" cy="568989"/>
            </a:xfrm>
            <a:custGeom>
              <a:avLst/>
              <a:gdLst/>
              <a:ahLst/>
              <a:cxnLst/>
              <a:rect l="l" t="t" r="r" b="b"/>
              <a:pathLst>
                <a:path w="10972" h="7419" extrusionOk="0">
                  <a:moveTo>
                    <a:pt x="1528" y="1"/>
                  </a:moveTo>
                  <a:lnTo>
                    <a:pt x="1" y="3889"/>
                  </a:lnTo>
                  <a:lnTo>
                    <a:pt x="8800" y="7418"/>
                  </a:lnTo>
                  <a:lnTo>
                    <a:pt x="10972" y="2873"/>
                  </a:lnTo>
                  <a:lnTo>
                    <a:pt x="15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94"/>
            <p:cNvSpPr/>
            <p:nvPr/>
          </p:nvSpPr>
          <p:spPr>
            <a:xfrm>
              <a:off x="6215927" y="3556899"/>
              <a:ext cx="128845" cy="39267"/>
            </a:xfrm>
            <a:custGeom>
              <a:avLst/>
              <a:gdLst/>
              <a:ahLst/>
              <a:cxnLst/>
              <a:rect l="l" t="t" r="r" b="b"/>
              <a:pathLst>
                <a:path w="1680" h="512" fill="none" extrusionOk="0">
                  <a:moveTo>
                    <a:pt x="0" y="0"/>
                  </a:moveTo>
                  <a:lnTo>
                    <a:pt x="1680" y="512"/>
                  </a:lnTo>
                </a:path>
              </a:pathLst>
            </a:custGeom>
            <a:noFill/>
            <a:ln w="2425" cap="rnd" cmpd="sng">
              <a:solidFill>
                <a:srgbClr val="E8DC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94"/>
            <p:cNvSpPr/>
            <p:nvPr/>
          </p:nvSpPr>
          <p:spPr>
            <a:xfrm>
              <a:off x="6397467" y="2777051"/>
              <a:ext cx="480254" cy="2786120"/>
            </a:xfrm>
            <a:custGeom>
              <a:avLst/>
              <a:gdLst/>
              <a:ahLst/>
              <a:cxnLst/>
              <a:rect l="l" t="t" r="r" b="b"/>
              <a:pathLst>
                <a:path w="6262" h="36328" extrusionOk="0">
                  <a:moveTo>
                    <a:pt x="6262" y="1"/>
                  </a:moveTo>
                  <a:lnTo>
                    <a:pt x="3998" y="55"/>
                  </a:lnTo>
                  <a:lnTo>
                    <a:pt x="1911" y="1723"/>
                  </a:lnTo>
                  <a:lnTo>
                    <a:pt x="2513" y="13722"/>
                  </a:lnTo>
                  <a:cubicBezTo>
                    <a:pt x="0" y="25831"/>
                    <a:pt x="907" y="36327"/>
                    <a:pt x="907" y="36327"/>
                  </a:cubicBezTo>
                  <a:lnTo>
                    <a:pt x="4734" y="36327"/>
                  </a:lnTo>
                  <a:cubicBezTo>
                    <a:pt x="2769" y="16527"/>
                    <a:pt x="5629" y="1132"/>
                    <a:pt x="62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94"/>
            <p:cNvSpPr/>
            <p:nvPr/>
          </p:nvSpPr>
          <p:spPr>
            <a:xfrm>
              <a:off x="6559832" y="3221353"/>
              <a:ext cx="25309" cy="398116"/>
            </a:xfrm>
            <a:custGeom>
              <a:avLst/>
              <a:gdLst/>
              <a:ahLst/>
              <a:cxnLst/>
              <a:rect l="l" t="t" r="r" b="b"/>
              <a:pathLst>
                <a:path w="330" h="5191" fill="none" extrusionOk="0">
                  <a:moveTo>
                    <a:pt x="1" y="0"/>
                  </a:moveTo>
                  <a:lnTo>
                    <a:pt x="329" y="519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94"/>
            <p:cNvSpPr/>
            <p:nvPr/>
          </p:nvSpPr>
          <p:spPr>
            <a:xfrm>
              <a:off x="6639673" y="2779889"/>
              <a:ext cx="219880" cy="766321"/>
            </a:xfrm>
            <a:custGeom>
              <a:avLst/>
              <a:gdLst/>
              <a:ahLst/>
              <a:cxnLst/>
              <a:rect l="l" t="t" r="r" b="b"/>
              <a:pathLst>
                <a:path w="2867" h="9992" fill="none" extrusionOk="0">
                  <a:moveTo>
                    <a:pt x="2866" y="0"/>
                  </a:moveTo>
                  <a:lnTo>
                    <a:pt x="256" y="1254"/>
                  </a:lnTo>
                  <a:lnTo>
                    <a:pt x="1144" y="2684"/>
                  </a:lnTo>
                  <a:lnTo>
                    <a:pt x="0" y="3548"/>
                  </a:lnTo>
                  <a:lnTo>
                    <a:pt x="1156" y="999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94"/>
            <p:cNvSpPr/>
            <p:nvPr/>
          </p:nvSpPr>
          <p:spPr>
            <a:xfrm>
              <a:off x="7053204" y="2761338"/>
              <a:ext cx="897467" cy="2810815"/>
            </a:xfrm>
            <a:custGeom>
              <a:avLst/>
              <a:gdLst/>
              <a:ahLst/>
              <a:cxnLst/>
              <a:rect l="l" t="t" r="r" b="b"/>
              <a:pathLst>
                <a:path w="11702" h="36650" extrusionOk="0">
                  <a:moveTo>
                    <a:pt x="2739" y="0"/>
                  </a:moveTo>
                  <a:cubicBezTo>
                    <a:pt x="2739" y="0"/>
                    <a:pt x="1443" y="1777"/>
                    <a:pt x="719" y="10193"/>
                  </a:cubicBezTo>
                  <a:cubicBezTo>
                    <a:pt x="1" y="18608"/>
                    <a:pt x="4972" y="36223"/>
                    <a:pt x="4972" y="36223"/>
                  </a:cubicBezTo>
                  <a:lnTo>
                    <a:pt x="11702" y="36649"/>
                  </a:lnTo>
                  <a:lnTo>
                    <a:pt x="5161" y="13119"/>
                  </a:lnTo>
                  <a:lnTo>
                    <a:pt x="7108" y="4692"/>
                  </a:lnTo>
                  <a:lnTo>
                    <a:pt x="6554" y="7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94"/>
            <p:cNvSpPr/>
            <p:nvPr/>
          </p:nvSpPr>
          <p:spPr>
            <a:xfrm>
              <a:off x="7100770" y="2766774"/>
              <a:ext cx="311759" cy="829363"/>
            </a:xfrm>
            <a:custGeom>
              <a:avLst/>
              <a:gdLst/>
              <a:ahLst/>
              <a:cxnLst/>
              <a:rect l="l" t="t" r="r" b="b"/>
              <a:pathLst>
                <a:path w="4065" h="10814" fill="none" extrusionOk="0">
                  <a:moveTo>
                    <a:pt x="2118" y="1"/>
                  </a:moveTo>
                  <a:lnTo>
                    <a:pt x="4065" y="1352"/>
                  </a:lnTo>
                  <a:lnTo>
                    <a:pt x="2172" y="3019"/>
                  </a:lnTo>
                  <a:lnTo>
                    <a:pt x="3262" y="4418"/>
                  </a:lnTo>
                  <a:lnTo>
                    <a:pt x="0" y="1081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94"/>
            <p:cNvSpPr/>
            <p:nvPr/>
          </p:nvSpPr>
          <p:spPr>
            <a:xfrm>
              <a:off x="7396127" y="2762555"/>
              <a:ext cx="561473" cy="1241130"/>
            </a:xfrm>
            <a:custGeom>
              <a:avLst/>
              <a:gdLst/>
              <a:ahLst/>
              <a:cxnLst/>
              <a:rect l="l" t="t" r="r" b="b"/>
              <a:pathLst>
                <a:path w="7321" h="16183" extrusionOk="0">
                  <a:moveTo>
                    <a:pt x="1758" y="0"/>
                  </a:moveTo>
                  <a:cubicBezTo>
                    <a:pt x="1360" y="0"/>
                    <a:pt x="956" y="102"/>
                    <a:pt x="585" y="317"/>
                  </a:cubicBezTo>
                  <a:lnTo>
                    <a:pt x="1" y="4279"/>
                  </a:lnTo>
                  <a:cubicBezTo>
                    <a:pt x="968" y="6530"/>
                    <a:pt x="2179" y="10887"/>
                    <a:pt x="2769" y="14276"/>
                  </a:cubicBezTo>
                  <a:cubicBezTo>
                    <a:pt x="2903" y="15079"/>
                    <a:pt x="3451" y="15755"/>
                    <a:pt x="4218" y="16041"/>
                  </a:cubicBezTo>
                  <a:cubicBezTo>
                    <a:pt x="4480" y="16137"/>
                    <a:pt x="4746" y="16182"/>
                    <a:pt x="5006" y="16182"/>
                  </a:cubicBezTo>
                  <a:cubicBezTo>
                    <a:pt x="6233" y="16182"/>
                    <a:pt x="7320" y="15176"/>
                    <a:pt x="7260" y="13850"/>
                  </a:cubicBezTo>
                  <a:cubicBezTo>
                    <a:pt x="7181" y="12177"/>
                    <a:pt x="6755" y="8459"/>
                    <a:pt x="5787" y="5861"/>
                  </a:cubicBezTo>
                  <a:cubicBezTo>
                    <a:pt x="5003" y="3761"/>
                    <a:pt x="4364" y="2307"/>
                    <a:pt x="3865" y="1309"/>
                  </a:cubicBezTo>
                  <a:cubicBezTo>
                    <a:pt x="3453" y="477"/>
                    <a:pt x="2619" y="0"/>
                    <a:pt x="17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94"/>
            <p:cNvSpPr/>
            <p:nvPr/>
          </p:nvSpPr>
          <p:spPr>
            <a:xfrm>
              <a:off x="7433018" y="3194739"/>
              <a:ext cx="80375" cy="287064"/>
            </a:xfrm>
            <a:custGeom>
              <a:avLst/>
              <a:gdLst/>
              <a:ahLst/>
              <a:cxnLst/>
              <a:rect l="l" t="t" r="r" b="b"/>
              <a:pathLst>
                <a:path w="1048" h="3743" fill="none" extrusionOk="0">
                  <a:moveTo>
                    <a:pt x="1047" y="3743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94"/>
            <p:cNvSpPr/>
            <p:nvPr/>
          </p:nvSpPr>
          <p:spPr>
            <a:xfrm>
              <a:off x="6521101" y="3257246"/>
              <a:ext cx="891408" cy="906823"/>
            </a:xfrm>
            <a:custGeom>
              <a:avLst/>
              <a:gdLst/>
              <a:ahLst/>
              <a:cxnLst/>
              <a:rect l="l" t="t" r="r" b="b"/>
              <a:pathLst>
                <a:path w="11623" h="11824" extrusionOk="0">
                  <a:moveTo>
                    <a:pt x="9177" y="1"/>
                  </a:moveTo>
                  <a:lnTo>
                    <a:pt x="1" y="2155"/>
                  </a:lnTo>
                  <a:lnTo>
                    <a:pt x="2088" y="10248"/>
                  </a:lnTo>
                  <a:lnTo>
                    <a:pt x="3992" y="11824"/>
                  </a:lnTo>
                  <a:lnTo>
                    <a:pt x="11623" y="9992"/>
                  </a:lnTo>
                  <a:lnTo>
                    <a:pt x="91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94"/>
            <p:cNvSpPr/>
            <p:nvPr/>
          </p:nvSpPr>
          <p:spPr>
            <a:xfrm>
              <a:off x="6521101" y="3256786"/>
              <a:ext cx="712712" cy="204541"/>
            </a:xfrm>
            <a:custGeom>
              <a:avLst/>
              <a:gdLst/>
              <a:ahLst/>
              <a:cxnLst/>
              <a:rect l="l" t="t" r="r" b="b"/>
              <a:pathLst>
                <a:path w="9293" h="2667" extrusionOk="0">
                  <a:moveTo>
                    <a:pt x="9177" y="1"/>
                  </a:moveTo>
                  <a:lnTo>
                    <a:pt x="1" y="2155"/>
                  </a:lnTo>
                  <a:lnTo>
                    <a:pt x="122" y="2666"/>
                  </a:lnTo>
                  <a:lnTo>
                    <a:pt x="9292" y="512"/>
                  </a:lnTo>
                  <a:lnTo>
                    <a:pt x="91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94"/>
            <p:cNvSpPr/>
            <p:nvPr/>
          </p:nvSpPr>
          <p:spPr>
            <a:xfrm>
              <a:off x="6761467" y="3280946"/>
              <a:ext cx="225939" cy="112663"/>
            </a:xfrm>
            <a:custGeom>
              <a:avLst/>
              <a:gdLst/>
              <a:ahLst/>
              <a:cxnLst/>
              <a:rect l="l" t="t" r="r" b="b"/>
              <a:pathLst>
                <a:path w="2946" h="1469" extrusionOk="0">
                  <a:moveTo>
                    <a:pt x="1926" y="0"/>
                  </a:moveTo>
                  <a:cubicBezTo>
                    <a:pt x="1849" y="0"/>
                    <a:pt x="1770" y="9"/>
                    <a:pt x="1692" y="27"/>
                  </a:cubicBezTo>
                  <a:lnTo>
                    <a:pt x="913" y="209"/>
                  </a:lnTo>
                  <a:cubicBezTo>
                    <a:pt x="347" y="343"/>
                    <a:pt x="0" y="903"/>
                    <a:pt x="134" y="1469"/>
                  </a:cubicBezTo>
                  <a:lnTo>
                    <a:pt x="2945" y="805"/>
                  </a:lnTo>
                  <a:cubicBezTo>
                    <a:pt x="2830" y="324"/>
                    <a:pt x="2400" y="0"/>
                    <a:pt x="1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94"/>
            <p:cNvSpPr/>
            <p:nvPr/>
          </p:nvSpPr>
          <p:spPr>
            <a:xfrm>
              <a:off x="6562687" y="3899671"/>
              <a:ext cx="442902" cy="362888"/>
            </a:xfrm>
            <a:custGeom>
              <a:avLst/>
              <a:gdLst/>
              <a:ahLst/>
              <a:cxnLst/>
              <a:rect l="l" t="t" r="r" b="b"/>
              <a:pathLst>
                <a:path w="5727" h="4732" extrusionOk="0">
                  <a:moveTo>
                    <a:pt x="2329" y="0"/>
                  </a:moveTo>
                  <a:cubicBezTo>
                    <a:pt x="2123" y="0"/>
                    <a:pt x="1934" y="136"/>
                    <a:pt x="1874" y="344"/>
                  </a:cubicBezTo>
                  <a:cubicBezTo>
                    <a:pt x="1814" y="557"/>
                    <a:pt x="1905" y="783"/>
                    <a:pt x="2100" y="892"/>
                  </a:cubicBezTo>
                  <a:lnTo>
                    <a:pt x="2927" y="1361"/>
                  </a:lnTo>
                  <a:lnTo>
                    <a:pt x="1473" y="1531"/>
                  </a:lnTo>
                  <a:lnTo>
                    <a:pt x="1321" y="989"/>
                  </a:lnTo>
                  <a:cubicBezTo>
                    <a:pt x="1321" y="989"/>
                    <a:pt x="0" y="1610"/>
                    <a:pt x="980" y="2541"/>
                  </a:cubicBezTo>
                  <a:cubicBezTo>
                    <a:pt x="980" y="2541"/>
                    <a:pt x="962" y="3064"/>
                    <a:pt x="1290" y="3350"/>
                  </a:cubicBezTo>
                  <a:cubicBezTo>
                    <a:pt x="1321" y="3655"/>
                    <a:pt x="1491" y="3922"/>
                    <a:pt x="1759" y="4068"/>
                  </a:cubicBezTo>
                  <a:cubicBezTo>
                    <a:pt x="1759" y="4068"/>
                    <a:pt x="2108" y="4731"/>
                    <a:pt x="2686" y="4731"/>
                  </a:cubicBezTo>
                  <a:cubicBezTo>
                    <a:pt x="2777" y="4731"/>
                    <a:pt x="2874" y="4715"/>
                    <a:pt x="2976" y="4677"/>
                  </a:cubicBezTo>
                  <a:cubicBezTo>
                    <a:pt x="3724" y="4403"/>
                    <a:pt x="5726" y="3429"/>
                    <a:pt x="5726" y="3429"/>
                  </a:cubicBezTo>
                  <a:lnTo>
                    <a:pt x="4838" y="752"/>
                  </a:lnTo>
                  <a:lnTo>
                    <a:pt x="2471" y="22"/>
                  </a:lnTo>
                  <a:cubicBezTo>
                    <a:pt x="2424" y="7"/>
                    <a:pt x="2376" y="0"/>
                    <a:pt x="23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94"/>
            <p:cNvSpPr/>
            <p:nvPr/>
          </p:nvSpPr>
          <p:spPr>
            <a:xfrm>
              <a:off x="6637296" y="4094540"/>
              <a:ext cx="91112" cy="27610"/>
            </a:xfrm>
            <a:custGeom>
              <a:avLst/>
              <a:gdLst/>
              <a:ahLst/>
              <a:cxnLst/>
              <a:rect l="l" t="t" r="r" b="b"/>
              <a:pathLst>
                <a:path w="1188" h="360" fill="none" extrusionOk="0">
                  <a:moveTo>
                    <a:pt x="1" y="0"/>
                  </a:moveTo>
                  <a:cubicBezTo>
                    <a:pt x="1" y="0"/>
                    <a:pt x="457" y="359"/>
                    <a:pt x="1187" y="128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94"/>
            <p:cNvSpPr/>
            <p:nvPr/>
          </p:nvSpPr>
          <p:spPr>
            <a:xfrm>
              <a:off x="6661608" y="4156587"/>
              <a:ext cx="76157" cy="15952"/>
            </a:xfrm>
            <a:custGeom>
              <a:avLst/>
              <a:gdLst/>
              <a:ahLst/>
              <a:cxnLst/>
              <a:rect l="l" t="t" r="r" b="b"/>
              <a:pathLst>
                <a:path w="993" h="208" fill="none" extrusionOk="0">
                  <a:moveTo>
                    <a:pt x="0" y="0"/>
                  </a:moveTo>
                  <a:cubicBezTo>
                    <a:pt x="0" y="0"/>
                    <a:pt x="408" y="207"/>
                    <a:pt x="992" y="6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94"/>
            <p:cNvSpPr/>
            <p:nvPr/>
          </p:nvSpPr>
          <p:spPr>
            <a:xfrm>
              <a:off x="6697042" y="4206976"/>
              <a:ext cx="52842" cy="15032"/>
            </a:xfrm>
            <a:custGeom>
              <a:avLst/>
              <a:gdLst/>
              <a:ahLst/>
              <a:cxnLst/>
              <a:rect l="l" t="t" r="r" b="b"/>
              <a:pathLst>
                <a:path w="689" h="196" fill="none" extrusionOk="0">
                  <a:moveTo>
                    <a:pt x="1" y="61"/>
                  </a:moveTo>
                  <a:cubicBezTo>
                    <a:pt x="1" y="61"/>
                    <a:pt x="262" y="195"/>
                    <a:pt x="688" y="1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94"/>
            <p:cNvSpPr/>
            <p:nvPr/>
          </p:nvSpPr>
          <p:spPr>
            <a:xfrm>
              <a:off x="6933189" y="3927419"/>
              <a:ext cx="231077" cy="235295"/>
            </a:xfrm>
            <a:custGeom>
              <a:avLst/>
              <a:gdLst/>
              <a:ahLst/>
              <a:cxnLst/>
              <a:rect l="l" t="t" r="r" b="b"/>
              <a:pathLst>
                <a:path w="3013" h="3068" extrusionOk="0">
                  <a:moveTo>
                    <a:pt x="1790" y="1"/>
                  </a:moveTo>
                  <a:lnTo>
                    <a:pt x="1" y="390"/>
                  </a:lnTo>
                  <a:lnTo>
                    <a:pt x="889" y="3067"/>
                  </a:lnTo>
                  <a:lnTo>
                    <a:pt x="3013" y="2313"/>
                  </a:lnTo>
                  <a:lnTo>
                    <a:pt x="179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94"/>
            <p:cNvSpPr/>
            <p:nvPr/>
          </p:nvSpPr>
          <p:spPr>
            <a:xfrm>
              <a:off x="7001372" y="3653613"/>
              <a:ext cx="970709" cy="516070"/>
            </a:xfrm>
            <a:custGeom>
              <a:avLst/>
              <a:gdLst/>
              <a:ahLst/>
              <a:cxnLst/>
              <a:rect l="l" t="t" r="r" b="b"/>
              <a:pathLst>
                <a:path w="12657" h="6729" extrusionOk="0">
                  <a:moveTo>
                    <a:pt x="9751" y="0"/>
                  </a:moveTo>
                  <a:cubicBezTo>
                    <a:pt x="9533" y="0"/>
                    <a:pt x="9312" y="27"/>
                    <a:pt x="9091" y="84"/>
                  </a:cubicBezTo>
                  <a:lnTo>
                    <a:pt x="0" y="2859"/>
                  </a:lnTo>
                  <a:lnTo>
                    <a:pt x="791" y="6729"/>
                  </a:lnTo>
                  <a:lnTo>
                    <a:pt x="10119" y="5287"/>
                  </a:lnTo>
                  <a:cubicBezTo>
                    <a:pt x="11634" y="5074"/>
                    <a:pt x="12656" y="3619"/>
                    <a:pt x="12352" y="2123"/>
                  </a:cubicBezTo>
                  <a:cubicBezTo>
                    <a:pt x="12089" y="862"/>
                    <a:pt x="10978" y="0"/>
                    <a:pt x="97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94"/>
            <p:cNvSpPr/>
            <p:nvPr/>
          </p:nvSpPr>
          <p:spPr>
            <a:xfrm>
              <a:off x="7538015" y="3668875"/>
              <a:ext cx="136361" cy="33668"/>
            </a:xfrm>
            <a:custGeom>
              <a:avLst/>
              <a:gdLst/>
              <a:ahLst/>
              <a:cxnLst/>
              <a:rect l="l" t="t" r="r" b="b"/>
              <a:pathLst>
                <a:path w="1778" h="439" fill="none" extrusionOk="0">
                  <a:moveTo>
                    <a:pt x="1" y="439"/>
                  </a:moveTo>
                  <a:lnTo>
                    <a:pt x="1777" y="1"/>
                  </a:lnTo>
                </a:path>
              </a:pathLst>
            </a:custGeom>
            <a:noFill/>
            <a:ln w="2425" cap="rnd" cmpd="sng">
              <a:solidFill>
                <a:srgbClr val="E8DC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94"/>
            <p:cNvSpPr/>
            <p:nvPr/>
          </p:nvSpPr>
          <p:spPr>
            <a:xfrm>
              <a:off x="7138045" y="4097301"/>
              <a:ext cx="388836" cy="59821"/>
            </a:xfrm>
            <a:custGeom>
              <a:avLst/>
              <a:gdLst/>
              <a:ahLst/>
              <a:cxnLst/>
              <a:rect l="l" t="t" r="r" b="b"/>
              <a:pathLst>
                <a:path w="5070" h="780" fill="none" extrusionOk="0">
                  <a:moveTo>
                    <a:pt x="1" y="779"/>
                  </a:moveTo>
                  <a:lnTo>
                    <a:pt x="5070" y="1"/>
                  </a:lnTo>
                </a:path>
              </a:pathLst>
            </a:custGeom>
            <a:noFill/>
            <a:ln w="2425" cap="rnd" cmpd="sng">
              <a:solidFill>
                <a:srgbClr val="E8DC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94"/>
            <p:cNvSpPr/>
            <p:nvPr/>
          </p:nvSpPr>
          <p:spPr>
            <a:xfrm>
              <a:off x="6682623" y="1764584"/>
              <a:ext cx="709875" cy="665086"/>
            </a:xfrm>
            <a:custGeom>
              <a:avLst/>
              <a:gdLst/>
              <a:ahLst/>
              <a:cxnLst/>
              <a:rect l="l" t="t" r="r" b="b"/>
              <a:pathLst>
                <a:path w="9256" h="8672" extrusionOk="0">
                  <a:moveTo>
                    <a:pt x="4602" y="0"/>
                  </a:moveTo>
                  <a:cubicBezTo>
                    <a:pt x="2178" y="0"/>
                    <a:pt x="180" y="1834"/>
                    <a:pt x="91" y="4166"/>
                  </a:cubicBezTo>
                  <a:cubicBezTo>
                    <a:pt x="0" y="6563"/>
                    <a:pt x="1965" y="8571"/>
                    <a:pt x="4472" y="8668"/>
                  </a:cubicBezTo>
                  <a:cubicBezTo>
                    <a:pt x="4531" y="8671"/>
                    <a:pt x="4590" y="8672"/>
                    <a:pt x="4648" y="8672"/>
                  </a:cubicBezTo>
                  <a:cubicBezTo>
                    <a:pt x="7077" y="8672"/>
                    <a:pt x="9081" y="6836"/>
                    <a:pt x="9170" y="4500"/>
                  </a:cubicBezTo>
                  <a:cubicBezTo>
                    <a:pt x="9255" y="2109"/>
                    <a:pt x="7296" y="95"/>
                    <a:pt x="4789" y="4"/>
                  </a:cubicBezTo>
                  <a:cubicBezTo>
                    <a:pt x="4726" y="1"/>
                    <a:pt x="4664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94"/>
            <p:cNvSpPr/>
            <p:nvPr/>
          </p:nvSpPr>
          <p:spPr>
            <a:xfrm>
              <a:off x="6597260" y="2131115"/>
              <a:ext cx="208146" cy="176318"/>
            </a:xfrm>
            <a:custGeom>
              <a:avLst/>
              <a:gdLst/>
              <a:ahLst/>
              <a:cxnLst/>
              <a:rect l="l" t="t" r="r" b="b"/>
              <a:pathLst>
                <a:path w="2714" h="2299" extrusionOk="0">
                  <a:moveTo>
                    <a:pt x="1411" y="0"/>
                  </a:moveTo>
                  <a:cubicBezTo>
                    <a:pt x="614" y="0"/>
                    <a:pt x="0" y="857"/>
                    <a:pt x="389" y="1650"/>
                  </a:cubicBezTo>
                  <a:cubicBezTo>
                    <a:pt x="601" y="2087"/>
                    <a:pt x="1012" y="2298"/>
                    <a:pt x="1420" y="2298"/>
                  </a:cubicBezTo>
                  <a:cubicBezTo>
                    <a:pt x="1878" y="2298"/>
                    <a:pt x="2333" y="2033"/>
                    <a:pt x="2507" y="1522"/>
                  </a:cubicBezTo>
                  <a:cubicBezTo>
                    <a:pt x="2713" y="926"/>
                    <a:pt x="2397" y="275"/>
                    <a:pt x="1801" y="68"/>
                  </a:cubicBezTo>
                  <a:cubicBezTo>
                    <a:pt x="1668" y="22"/>
                    <a:pt x="1538" y="0"/>
                    <a:pt x="14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94"/>
            <p:cNvSpPr/>
            <p:nvPr/>
          </p:nvSpPr>
          <p:spPr>
            <a:xfrm>
              <a:off x="6926210" y="2227292"/>
              <a:ext cx="274946" cy="567532"/>
            </a:xfrm>
            <a:custGeom>
              <a:avLst/>
              <a:gdLst/>
              <a:ahLst/>
              <a:cxnLst/>
              <a:rect l="l" t="t" r="r" b="b"/>
              <a:pathLst>
                <a:path w="3585" h="7400" extrusionOk="0">
                  <a:moveTo>
                    <a:pt x="2812" y="1"/>
                  </a:moveTo>
                  <a:lnTo>
                    <a:pt x="73" y="2775"/>
                  </a:lnTo>
                  <a:lnTo>
                    <a:pt x="0" y="7400"/>
                  </a:lnTo>
                  <a:lnTo>
                    <a:pt x="3584" y="7327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94"/>
            <p:cNvSpPr/>
            <p:nvPr/>
          </p:nvSpPr>
          <p:spPr>
            <a:xfrm>
              <a:off x="6928511" y="2416809"/>
              <a:ext cx="188666" cy="232918"/>
            </a:xfrm>
            <a:custGeom>
              <a:avLst/>
              <a:gdLst/>
              <a:ahLst/>
              <a:cxnLst/>
              <a:rect l="l" t="t" r="r" b="b"/>
              <a:pathLst>
                <a:path w="2460" h="3037" extrusionOk="0">
                  <a:moveTo>
                    <a:pt x="2459" y="0"/>
                  </a:moveTo>
                  <a:lnTo>
                    <a:pt x="43" y="304"/>
                  </a:lnTo>
                  <a:lnTo>
                    <a:pt x="1" y="3037"/>
                  </a:lnTo>
                  <a:lnTo>
                    <a:pt x="2459" y="0"/>
                  </a:lnTo>
                  <a:close/>
                </a:path>
              </a:pathLst>
            </a:custGeom>
            <a:solidFill>
              <a:srgbClr val="1E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94"/>
            <p:cNvSpPr/>
            <p:nvPr/>
          </p:nvSpPr>
          <p:spPr>
            <a:xfrm>
              <a:off x="6644812" y="1824253"/>
              <a:ext cx="610557" cy="679120"/>
            </a:xfrm>
            <a:custGeom>
              <a:avLst/>
              <a:gdLst/>
              <a:ahLst/>
              <a:cxnLst/>
              <a:rect l="l" t="t" r="r" b="b"/>
              <a:pathLst>
                <a:path w="7961" h="8855" extrusionOk="0">
                  <a:moveTo>
                    <a:pt x="3826" y="0"/>
                  </a:moveTo>
                  <a:cubicBezTo>
                    <a:pt x="2958" y="0"/>
                    <a:pt x="2057" y="299"/>
                    <a:pt x="1284" y="905"/>
                  </a:cubicBezTo>
                  <a:cubicBezTo>
                    <a:pt x="974" y="1155"/>
                    <a:pt x="755" y="1501"/>
                    <a:pt x="670" y="1891"/>
                  </a:cubicBezTo>
                  <a:cubicBezTo>
                    <a:pt x="390" y="3047"/>
                    <a:pt x="0" y="5018"/>
                    <a:pt x="365" y="6266"/>
                  </a:cubicBezTo>
                  <a:cubicBezTo>
                    <a:pt x="789" y="7710"/>
                    <a:pt x="1726" y="8854"/>
                    <a:pt x="3428" y="8854"/>
                  </a:cubicBezTo>
                  <a:cubicBezTo>
                    <a:pt x="3633" y="8854"/>
                    <a:pt x="3849" y="8838"/>
                    <a:pt x="4077" y="8803"/>
                  </a:cubicBezTo>
                  <a:cubicBezTo>
                    <a:pt x="4077" y="8803"/>
                    <a:pt x="6602" y="8639"/>
                    <a:pt x="7235" y="5469"/>
                  </a:cubicBezTo>
                  <a:cubicBezTo>
                    <a:pt x="7961" y="1863"/>
                    <a:pt x="5994" y="0"/>
                    <a:pt x="38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94"/>
            <p:cNvSpPr/>
            <p:nvPr/>
          </p:nvSpPr>
          <p:spPr>
            <a:xfrm>
              <a:off x="6744670" y="2214714"/>
              <a:ext cx="30831" cy="54222"/>
            </a:xfrm>
            <a:custGeom>
              <a:avLst/>
              <a:gdLst/>
              <a:ahLst/>
              <a:cxnLst/>
              <a:rect l="l" t="t" r="r" b="b"/>
              <a:pathLst>
                <a:path w="402" h="707" fill="none" extrusionOk="0">
                  <a:moveTo>
                    <a:pt x="207" y="0"/>
                  </a:moveTo>
                  <a:lnTo>
                    <a:pt x="19" y="493"/>
                  </a:lnTo>
                  <a:cubicBezTo>
                    <a:pt x="0" y="554"/>
                    <a:pt x="37" y="621"/>
                    <a:pt x="104" y="645"/>
                  </a:cubicBezTo>
                  <a:lnTo>
                    <a:pt x="402" y="70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94"/>
            <p:cNvSpPr/>
            <p:nvPr/>
          </p:nvSpPr>
          <p:spPr>
            <a:xfrm>
              <a:off x="6856186" y="2148909"/>
              <a:ext cx="53302" cy="45556"/>
            </a:xfrm>
            <a:custGeom>
              <a:avLst/>
              <a:gdLst/>
              <a:ahLst/>
              <a:cxnLst/>
              <a:rect l="l" t="t" r="r" b="b"/>
              <a:pathLst>
                <a:path w="695" h="594" extrusionOk="0">
                  <a:moveTo>
                    <a:pt x="396" y="0"/>
                  </a:moveTo>
                  <a:cubicBezTo>
                    <a:pt x="135" y="0"/>
                    <a:pt x="1" y="317"/>
                    <a:pt x="189" y="506"/>
                  </a:cubicBezTo>
                  <a:cubicBezTo>
                    <a:pt x="248" y="567"/>
                    <a:pt x="322" y="594"/>
                    <a:pt x="395" y="594"/>
                  </a:cubicBezTo>
                  <a:cubicBezTo>
                    <a:pt x="547" y="594"/>
                    <a:pt x="694" y="475"/>
                    <a:pt x="694" y="299"/>
                  </a:cubicBezTo>
                  <a:cubicBezTo>
                    <a:pt x="694" y="134"/>
                    <a:pt x="560" y="0"/>
                    <a:pt x="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94"/>
            <p:cNvSpPr/>
            <p:nvPr/>
          </p:nvSpPr>
          <p:spPr>
            <a:xfrm>
              <a:off x="6677944" y="2142850"/>
              <a:ext cx="49544" cy="42105"/>
            </a:xfrm>
            <a:custGeom>
              <a:avLst/>
              <a:gdLst/>
              <a:ahLst/>
              <a:cxnLst/>
              <a:rect l="l" t="t" r="r" b="b"/>
              <a:pathLst>
                <a:path w="646" h="549" extrusionOk="0">
                  <a:moveTo>
                    <a:pt x="371" y="0"/>
                  </a:moveTo>
                  <a:cubicBezTo>
                    <a:pt x="122" y="0"/>
                    <a:pt x="0" y="292"/>
                    <a:pt x="177" y="469"/>
                  </a:cubicBezTo>
                  <a:cubicBezTo>
                    <a:pt x="232" y="524"/>
                    <a:pt x="300" y="548"/>
                    <a:pt x="367" y="548"/>
                  </a:cubicBezTo>
                  <a:cubicBezTo>
                    <a:pt x="508" y="548"/>
                    <a:pt x="645" y="439"/>
                    <a:pt x="645" y="274"/>
                  </a:cubicBezTo>
                  <a:cubicBezTo>
                    <a:pt x="645" y="122"/>
                    <a:pt x="524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94"/>
            <p:cNvSpPr/>
            <p:nvPr/>
          </p:nvSpPr>
          <p:spPr>
            <a:xfrm>
              <a:off x="6838009" y="2031333"/>
              <a:ext cx="163894" cy="61662"/>
            </a:xfrm>
            <a:custGeom>
              <a:avLst/>
              <a:gdLst/>
              <a:ahLst/>
              <a:cxnLst/>
              <a:rect l="l" t="t" r="r" b="b"/>
              <a:pathLst>
                <a:path w="2137" h="804" extrusionOk="0">
                  <a:moveTo>
                    <a:pt x="978" y="0"/>
                  </a:moveTo>
                  <a:cubicBezTo>
                    <a:pt x="433" y="0"/>
                    <a:pt x="0" y="438"/>
                    <a:pt x="0" y="438"/>
                  </a:cubicBezTo>
                  <a:lnTo>
                    <a:pt x="2136" y="803"/>
                  </a:lnTo>
                  <a:cubicBezTo>
                    <a:pt x="2136" y="803"/>
                    <a:pt x="1747" y="116"/>
                    <a:pt x="1132" y="12"/>
                  </a:cubicBezTo>
                  <a:cubicBezTo>
                    <a:pt x="1080" y="4"/>
                    <a:pt x="1028" y="0"/>
                    <a:pt x="9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94"/>
            <p:cNvSpPr/>
            <p:nvPr/>
          </p:nvSpPr>
          <p:spPr>
            <a:xfrm>
              <a:off x="6642894" y="2024737"/>
              <a:ext cx="126544" cy="57060"/>
            </a:xfrm>
            <a:custGeom>
              <a:avLst/>
              <a:gdLst/>
              <a:ahLst/>
              <a:cxnLst/>
              <a:rect l="l" t="t" r="r" b="b"/>
              <a:pathLst>
                <a:path w="1650" h="744" extrusionOk="0">
                  <a:moveTo>
                    <a:pt x="839" y="0"/>
                  </a:moveTo>
                  <a:cubicBezTo>
                    <a:pt x="809" y="0"/>
                    <a:pt x="779" y="2"/>
                    <a:pt x="749" y="7"/>
                  </a:cubicBezTo>
                  <a:cubicBezTo>
                    <a:pt x="275" y="80"/>
                    <a:pt x="1" y="743"/>
                    <a:pt x="1" y="743"/>
                  </a:cubicBezTo>
                  <a:lnTo>
                    <a:pt x="1650" y="476"/>
                  </a:lnTo>
                  <a:cubicBezTo>
                    <a:pt x="1650" y="476"/>
                    <a:pt x="1276" y="0"/>
                    <a:pt x="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94"/>
            <p:cNvSpPr/>
            <p:nvPr/>
          </p:nvSpPr>
          <p:spPr>
            <a:xfrm>
              <a:off x="6754487" y="2305676"/>
              <a:ext cx="126084" cy="50158"/>
            </a:xfrm>
            <a:custGeom>
              <a:avLst/>
              <a:gdLst/>
              <a:ahLst/>
              <a:cxnLst/>
              <a:rect l="l" t="t" r="r" b="b"/>
              <a:pathLst>
                <a:path w="1644" h="654" extrusionOk="0">
                  <a:moveTo>
                    <a:pt x="0" y="1"/>
                  </a:moveTo>
                  <a:cubicBezTo>
                    <a:pt x="0" y="1"/>
                    <a:pt x="195" y="616"/>
                    <a:pt x="822" y="652"/>
                  </a:cubicBezTo>
                  <a:cubicBezTo>
                    <a:pt x="835" y="653"/>
                    <a:pt x="849" y="653"/>
                    <a:pt x="862" y="653"/>
                  </a:cubicBezTo>
                  <a:cubicBezTo>
                    <a:pt x="1457" y="653"/>
                    <a:pt x="1643" y="1"/>
                    <a:pt x="16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94"/>
            <p:cNvSpPr/>
            <p:nvPr/>
          </p:nvSpPr>
          <p:spPr>
            <a:xfrm>
              <a:off x="6909874" y="1796949"/>
              <a:ext cx="400416" cy="270881"/>
            </a:xfrm>
            <a:custGeom>
              <a:avLst/>
              <a:gdLst/>
              <a:ahLst/>
              <a:cxnLst/>
              <a:rect l="l" t="t" r="r" b="b"/>
              <a:pathLst>
                <a:path w="5221" h="3532" extrusionOk="0">
                  <a:moveTo>
                    <a:pt x="1725" y="1"/>
                  </a:moveTo>
                  <a:cubicBezTo>
                    <a:pt x="1317" y="1"/>
                    <a:pt x="860" y="48"/>
                    <a:pt x="347" y="154"/>
                  </a:cubicBezTo>
                  <a:cubicBezTo>
                    <a:pt x="347" y="154"/>
                    <a:pt x="0" y="3532"/>
                    <a:pt x="4081" y="3532"/>
                  </a:cubicBezTo>
                  <a:cubicBezTo>
                    <a:pt x="4392" y="3532"/>
                    <a:pt x="4729" y="3512"/>
                    <a:pt x="5093" y="3470"/>
                  </a:cubicBezTo>
                  <a:cubicBezTo>
                    <a:pt x="5093" y="3470"/>
                    <a:pt x="5220" y="1"/>
                    <a:pt x="17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94"/>
            <p:cNvSpPr/>
            <p:nvPr/>
          </p:nvSpPr>
          <p:spPr>
            <a:xfrm>
              <a:off x="7117107" y="1957551"/>
              <a:ext cx="257613" cy="293659"/>
            </a:xfrm>
            <a:custGeom>
              <a:avLst/>
              <a:gdLst/>
              <a:ahLst/>
              <a:cxnLst/>
              <a:rect l="l" t="t" r="r" b="b"/>
              <a:pathLst>
                <a:path w="3359" h="3829" extrusionOk="0">
                  <a:moveTo>
                    <a:pt x="0" y="1"/>
                  </a:moveTo>
                  <a:lnTo>
                    <a:pt x="353" y="3828"/>
                  </a:lnTo>
                  <a:lnTo>
                    <a:pt x="3359" y="12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94"/>
            <p:cNvSpPr/>
            <p:nvPr/>
          </p:nvSpPr>
          <p:spPr>
            <a:xfrm>
              <a:off x="7112275" y="2131345"/>
              <a:ext cx="206919" cy="175091"/>
            </a:xfrm>
            <a:custGeom>
              <a:avLst/>
              <a:gdLst/>
              <a:ahLst/>
              <a:cxnLst/>
              <a:rect l="l" t="t" r="r" b="b"/>
              <a:pathLst>
                <a:path w="2698" h="2283" extrusionOk="0">
                  <a:moveTo>
                    <a:pt x="1400" y="1"/>
                  </a:moveTo>
                  <a:cubicBezTo>
                    <a:pt x="607" y="1"/>
                    <a:pt x="1" y="851"/>
                    <a:pt x="386" y="1641"/>
                  </a:cubicBezTo>
                  <a:cubicBezTo>
                    <a:pt x="596" y="2073"/>
                    <a:pt x="1003" y="2283"/>
                    <a:pt x="1410" y="2283"/>
                  </a:cubicBezTo>
                  <a:cubicBezTo>
                    <a:pt x="1863" y="2283"/>
                    <a:pt x="2315" y="2023"/>
                    <a:pt x="2491" y="1519"/>
                  </a:cubicBezTo>
                  <a:cubicBezTo>
                    <a:pt x="2698" y="917"/>
                    <a:pt x="2381" y="266"/>
                    <a:pt x="1779" y="65"/>
                  </a:cubicBezTo>
                  <a:cubicBezTo>
                    <a:pt x="1650" y="21"/>
                    <a:pt x="1523" y="1"/>
                    <a:pt x="14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94"/>
            <p:cNvSpPr/>
            <p:nvPr/>
          </p:nvSpPr>
          <p:spPr>
            <a:xfrm>
              <a:off x="7187974" y="2173145"/>
              <a:ext cx="72935" cy="64959"/>
            </a:xfrm>
            <a:custGeom>
              <a:avLst/>
              <a:gdLst/>
              <a:ahLst/>
              <a:cxnLst/>
              <a:rect l="l" t="t" r="r" b="b"/>
              <a:pathLst>
                <a:path w="951" h="847" fill="none" extrusionOk="0">
                  <a:moveTo>
                    <a:pt x="950" y="287"/>
                  </a:moveTo>
                  <a:cubicBezTo>
                    <a:pt x="950" y="287"/>
                    <a:pt x="190" y="1"/>
                    <a:pt x="1" y="847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94"/>
            <p:cNvSpPr/>
            <p:nvPr/>
          </p:nvSpPr>
          <p:spPr>
            <a:xfrm>
              <a:off x="6566888" y="1733445"/>
              <a:ext cx="442905" cy="266586"/>
            </a:xfrm>
            <a:custGeom>
              <a:avLst/>
              <a:gdLst/>
              <a:ahLst/>
              <a:cxnLst/>
              <a:rect l="l" t="t" r="r" b="b"/>
              <a:pathLst>
                <a:path w="5775" h="3476" extrusionOk="0">
                  <a:moveTo>
                    <a:pt x="4012" y="1"/>
                  </a:moveTo>
                  <a:cubicBezTo>
                    <a:pt x="3081" y="1"/>
                    <a:pt x="2072" y="443"/>
                    <a:pt x="1600" y="1335"/>
                  </a:cubicBezTo>
                  <a:cubicBezTo>
                    <a:pt x="1223" y="2034"/>
                    <a:pt x="669" y="2625"/>
                    <a:pt x="0" y="3057"/>
                  </a:cubicBezTo>
                  <a:cubicBezTo>
                    <a:pt x="661" y="3356"/>
                    <a:pt x="1269" y="3475"/>
                    <a:pt x="1818" y="3475"/>
                  </a:cubicBezTo>
                  <a:cubicBezTo>
                    <a:pt x="3990" y="3475"/>
                    <a:pt x="5239" y="1602"/>
                    <a:pt x="5239" y="1602"/>
                  </a:cubicBezTo>
                  <a:lnTo>
                    <a:pt x="5775" y="836"/>
                  </a:lnTo>
                  <a:cubicBezTo>
                    <a:pt x="5443" y="280"/>
                    <a:pt x="4752" y="1"/>
                    <a:pt x="40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7" name="Google Shape;3987;p94"/>
          <p:cNvGrpSpPr/>
          <p:nvPr/>
        </p:nvGrpSpPr>
        <p:grpSpPr>
          <a:xfrm rot="-1065436" flipH="1">
            <a:off x="4629705" y="694327"/>
            <a:ext cx="1924456" cy="1364140"/>
            <a:chOff x="193669" y="148127"/>
            <a:chExt cx="1982873" cy="1405549"/>
          </a:xfrm>
        </p:grpSpPr>
        <p:sp>
          <p:nvSpPr>
            <p:cNvPr id="3988" name="Google Shape;3988;p94"/>
            <p:cNvSpPr/>
            <p:nvPr/>
          </p:nvSpPr>
          <p:spPr>
            <a:xfrm rot="2541214">
              <a:off x="375899" y="290031"/>
              <a:ext cx="284505" cy="651194"/>
            </a:xfrm>
            <a:custGeom>
              <a:avLst/>
              <a:gdLst/>
              <a:ahLst/>
              <a:cxnLst/>
              <a:rect l="l" t="t" r="r" b="b"/>
              <a:pathLst>
                <a:path w="9359" h="21419" extrusionOk="0">
                  <a:moveTo>
                    <a:pt x="666" y="0"/>
                  </a:moveTo>
                  <a:cubicBezTo>
                    <a:pt x="334" y="0"/>
                    <a:pt x="1" y="265"/>
                    <a:pt x="149" y="661"/>
                  </a:cubicBezTo>
                  <a:cubicBezTo>
                    <a:pt x="2637" y="7531"/>
                    <a:pt x="5667" y="14185"/>
                    <a:pt x="8155" y="21056"/>
                  </a:cubicBezTo>
                  <a:cubicBezTo>
                    <a:pt x="8251" y="21310"/>
                    <a:pt x="8470" y="21419"/>
                    <a:pt x="8687" y="21419"/>
                  </a:cubicBezTo>
                  <a:cubicBezTo>
                    <a:pt x="9025" y="21419"/>
                    <a:pt x="9359" y="21154"/>
                    <a:pt x="9210" y="20758"/>
                  </a:cubicBezTo>
                  <a:cubicBezTo>
                    <a:pt x="6722" y="13888"/>
                    <a:pt x="3692" y="7234"/>
                    <a:pt x="1177" y="363"/>
                  </a:cubicBezTo>
                  <a:cubicBezTo>
                    <a:pt x="1092" y="109"/>
                    <a:pt x="88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89" name="Google Shape;3989;p94"/>
            <p:cNvGrpSpPr/>
            <p:nvPr/>
          </p:nvGrpSpPr>
          <p:grpSpPr>
            <a:xfrm rot="-3943890">
              <a:off x="413745" y="559232"/>
              <a:ext cx="579901" cy="745140"/>
              <a:chOff x="234492" y="148127"/>
              <a:chExt cx="579920" cy="745164"/>
            </a:xfrm>
          </p:grpSpPr>
          <p:sp>
            <p:nvSpPr>
              <p:cNvPr id="3990" name="Google Shape;3990;p94"/>
              <p:cNvSpPr/>
              <p:nvPr/>
            </p:nvSpPr>
            <p:spPr>
              <a:xfrm rot="9702664">
                <a:off x="434883" y="213883"/>
                <a:ext cx="284520" cy="651219"/>
              </a:xfrm>
              <a:custGeom>
                <a:avLst/>
                <a:gdLst/>
                <a:ahLst/>
                <a:cxnLst/>
                <a:rect l="l" t="t" r="r" b="b"/>
                <a:pathLst>
                  <a:path w="9359" h="21419" extrusionOk="0">
                    <a:moveTo>
                      <a:pt x="666" y="0"/>
                    </a:moveTo>
                    <a:cubicBezTo>
                      <a:pt x="334" y="0"/>
                      <a:pt x="1" y="265"/>
                      <a:pt x="149" y="661"/>
                    </a:cubicBezTo>
                    <a:cubicBezTo>
                      <a:pt x="2637" y="7531"/>
                      <a:pt x="5667" y="14185"/>
                      <a:pt x="8155" y="21056"/>
                    </a:cubicBezTo>
                    <a:cubicBezTo>
                      <a:pt x="8251" y="21310"/>
                      <a:pt x="8470" y="21419"/>
                      <a:pt x="8687" y="21419"/>
                    </a:cubicBezTo>
                    <a:cubicBezTo>
                      <a:pt x="9025" y="21419"/>
                      <a:pt x="9359" y="21154"/>
                      <a:pt x="9210" y="20758"/>
                    </a:cubicBezTo>
                    <a:cubicBezTo>
                      <a:pt x="6722" y="13888"/>
                      <a:pt x="3692" y="7234"/>
                      <a:pt x="1177" y="363"/>
                    </a:cubicBezTo>
                    <a:cubicBezTo>
                      <a:pt x="1092" y="109"/>
                      <a:pt x="880" y="0"/>
                      <a:pt x="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1" name="Google Shape;3991;p94"/>
              <p:cNvSpPr/>
              <p:nvPr/>
            </p:nvSpPr>
            <p:spPr>
              <a:xfrm rot="2700279">
                <a:off x="267482" y="181696"/>
                <a:ext cx="161255" cy="160115"/>
              </a:xfrm>
              <a:custGeom>
                <a:avLst/>
                <a:gdLst/>
                <a:ahLst/>
                <a:cxnLst/>
                <a:rect l="l" t="t" r="r" b="b"/>
                <a:pathLst>
                  <a:path w="7412" h="7359" extrusionOk="0">
                    <a:moveTo>
                      <a:pt x="3702" y="0"/>
                    </a:moveTo>
                    <a:cubicBezTo>
                      <a:pt x="3685" y="0"/>
                      <a:pt x="3668" y="1"/>
                      <a:pt x="3652" y="1"/>
                    </a:cubicBezTo>
                    <a:cubicBezTo>
                      <a:pt x="1623" y="28"/>
                      <a:pt x="0" y="1678"/>
                      <a:pt x="27" y="3734"/>
                    </a:cubicBezTo>
                    <a:cubicBezTo>
                      <a:pt x="54" y="5746"/>
                      <a:pt x="1704" y="7358"/>
                      <a:pt x="3710" y="7358"/>
                    </a:cubicBezTo>
                    <a:cubicBezTo>
                      <a:pt x="3727" y="7358"/>
                      <a:pt x="3743" y="7358"/>
                      <a:pt x="3760" y="7358"/>
                    </a:cubicBezTo>
                    <a:cubicBezTo>
                      <a:pt x="5789" y="7331"/>
                      <a:pt x="7412" y="5654"/>
                      <a:pt x="7385" y="3625"/>
                    </a:cubicBezTo>
                    <a:cubicBezTo>
                      <a:pt x="7358" y="1613"/>
                      <a:pt x="5708" y="0"/>
                      <a:pt x="37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92" name="Google Shape;3992;p94"/>
            <p:cNvGrpSpPr/>
            <p:nvPr/>
          </p:nvGrpSpPr>
          <p:grpSpPr>
            <a:xfrm>
              <a:off x="539292" y="148127"/>
              <a:ext cx="1637250" cy="1405549"/>
              <a:chOff x="234492" y="148127"/>
              <a:chExt cx="1637250" cy="1405549"/>
            </a:xfrm>
          </p:grpSpPr>
          <p:sp>
            <p:nvSpPr>
              <p:cNvPr id="3993" name="Google Shape;3993;p94"/>
              <p:cNvSpPr/>
              <p:nvPr/>
            </p:nvSpPr>
            <p:spPr>
              <a:xfrm rot="9702664">
                <a:off x="434883" y="213883"/>
                <a:ext cx="284520" cy="651219"/>
              </a:xfrm>
              <a:custGeom>
                <a:avLst/>
                <a:gdLst/>
                <a:ahLst/>
                <a:cxnLst/>
                <a:rect l="l" t="t" r="r" b="b"/>
                <a:pathLst>
                  <a:path w="9359" h="21419" extrusionOk="0">
                    <a:moveTo>
                      <a:pt x="666" y="0"/>
                    </a:moveTo>
                    <a:cubicBezTo>
                      <a:pt x="334" y="0"/>
                      <a:pt x="1" y="265"/>
                      <a:pt x="149" y="661"/>
                    </a:cubicBezTo>
                    <a:cubicBezTo>
                      <a:pt x="2637" y="7531"/>
                      <a:pt x="5667" y="14185"/>
                      <a:pt x="8155" y="21056"/>
                    </a:cubicBezTo>
                    <a:cubicBezTo>
                      <a:pt x="8251" y="21310"/>
                      <a:pt x="8470" y="21419"/>
                      <a:pt x="8687" y="21419"/>
                    </a:cubicBezTo>
                    <a:cubicBezTo>
                      <a:pt x="9025" y="21419"/>
                      <a:pt x="9359" y="21154"/>
                      <a:pt x="9210" y="20758"/>
                    </a:cubicBezTo>
                    <a:cubicBezTo>
                      <a:pt x="6722" y="13888"/>
                      <a:pt x="3692" y="7234"/>
                      <a:pt x="1177" y="363"/>
                    </a:cubicBezTo>
                    <a:cubicBezTo>
                      <a:pt x="1092" y="109"/>
                      <a:pt x="880" y="0"/>
                      <a:pt x="6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4" name="Google Shape;3994;p94"/>
              <p:cNvSpPr/>
              <p:nvPr/>
            </p:nvSpPr>
            <p:spPr>
              <a:xfrm rot="2700279">
                <a:off x="267482" y="181696"/>
                <a:ext cx="161255" cy="160115"/>
              </a:xfrm>
              <a:custGeom>
                <a:avLst/>
                <a:gdLst/>
                <a:ahLst/>
                <a:cxnLst/>
                <a:rect l="l" t="t" r="r" b="b"/>
                <a:pathLst>
                  <a:path w="7412" h="7359" extrusionOk="0">
                    <a:moveTo>
                      <a:pt x="3702" y="0"/>
                    </a:moveTo>
                    <a:cubicBezTo>
                      <a:pt x="3685" y="0"/>
                      <a:pt x="3668" y="1"/>
                      <a:pt x="3652" y="1"/>
                    </a:cubicBezTo>
                    <a:cubicBezTo>
                      <a:pt x="1623" y="28"/>
                      <a:pt x="0" y="1678"/>
                      <a:pt x="27" y="3734"/>
                    </a:cubicBezTo>
                    <a:cubicBezTo>
                      <a:pt x="54" y="5746"/>
                      <a:pt x="1704" y="7358"/>
                      <a:pt x="3710" y="7358"/>
                    </a:cubicBezTo>
                    <a:cubicBezTo>
                      <a:pt x="3727" y="7358"/>
                      <a:pt x="3743" y="7358"/>
                      <a:pt x="3760" y="7358"/>
                    </a:cubicBezTo>
                    <a:cubicBezTo>
                      <a:pt x="5789" y="7331"/>
                      <a:pt x="7412" y="5654"/>
                      <a:pt x="7385" y="3625"/>
                    </a:cubicBezTo>
                    <a:cubicBezTo>
                      <a:pt x="7358" y="1613"/>
                      <a:pt x="5708" y="0"/>
                      <a:pt x="3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95" name="Google Shape;3995;p94"/>
              <p:cNvGrpSpPr/>
              <p:nvPr/>
            </p:nvGrpSpPr>
            <p:grpSpPr>
              <a:xfrm rot="2700200">
                <a:off x="726654" y="558761"/>
                <a:ext cx="1036634" cy="736202"/>
                <a:chOff x="2374700" y="1045220"/>
                <a:chExt cx="852487" cy="605389"/>
              </a:xfrm>
            </p:grpSpPr>
            <p:sp>
              <p:nvSpPr>
                <p:cNvPr id="3996" name="Google Shape;3996;p94"/>
                <p:cNvSpPr/>
                <p:nvPr/>
              </p:nvSpPr>
              <p:spPr>
                <a:xfrm>
                  <a:off x="2450150" y="1109250"/>
                  <a:ext cx="198025" cy="45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1" h="18165" extrusionOk="0">
                      <a:moveTo>
                        <a:pt x="7266" y="1"/>
                      </a:moveTo>
                      <a:cubicBezTo>
                        <a:pt x="7044" y="1"/>
                        <a:pt x="6817" y="113"/>
                        <a:pt x="6720" y="373"/>
                      </a:cubicBezTo>
                      <a:lnTo>
                        <a:pt x="147" y="17522"/>
                      </a:lnTo>
                      <a:cubicBezTo>
                        <a:pt x="1" y="17912"/>
                        <a:pt x="322" y="18165"/>
                        <a:pt x="655" y="18165"/>
                      </a:cubicBezTo>
                      <a:cubicBezTo>
                        <a:pt x="877" y="18165"/>
                        <a:pt x="1104" y="18052"/>
                        <a:pt x="1202" y="17793"/>
                      </a:cubicBezTo>
                      <a:lnTo>
                        <a:pt x="7775" y="644"/>
                      </a:lnTo>
                      <a:cubicBezTo>
                        <a:pt x="7921" y="254"/>
                        <a:pt x="7599" y="1"/>
                        <a:pt x="726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7" name="Google Shape;3997;p94"/>
                <p:cNvSpPr/>
                <p:nvPr/>
              </p:nvSpPr>
              <p:spPr>
                <a:xfrm>
                  <a:off x="2449975" y="1511450"/>
                  <a:ext cx="623075" cy="5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23" h="2111" extrusionOk="0">
                      <a:moveTo>
                        <a:pt x="24252" y="0"/>
                      </a:moveTo>
                      <a:cubicBezTo>
                        <a:pt x="24244" y="0"/>
                        <a:pt x="24236" y="0"/>
                        <a:pt x="24228" y="1"/>
                      </a:cubicBezTo>
                      <a:lnTo>
                        <a:pt x="695" y="1028"/>
                      </a:lnTo>
                      <a:cubicBezTo>
                        <a:pt x="0" y="1055"/>
                        <a:pt x="18" y="2111"/>
                        <a:pt x="670" y="2111"/>
                      </a:cubicBezTo>
                      <a:cubicBezTo>
                        <a:pt x="678" y="2111"/>
                        <a:pt x="687" y="2111"/>
                        <a:pt x="695" y="2110"/>
                      </a:cubicBezTo>
                      <a:lnTo>
                        <a:pt x="24228" y="1083"/>
                      </a:lnTo>
                      <a:cubicBezTo>
                        <a:pt x="24922" y="1056"/>
                        <a:pt x="24904" y="0"/>
                        <a:pt x="2425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8" name="Google Shape;3998;p94"/>
                <p:cNvSpPr/>
                <p:nvPr/>
              </p:nvSpPr>
              <p:spPr>
                <a:xfrm>
                  <a:off x="2374700" y="1458700"/>
                  <a:ext cx="185300" cy="18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12" h="7359" extrusionOk="0">
                      <a:moveTo>
                        <a:pt x="3702" y="0"/>
                      </a:moveTo>
                      <a:cubicBezTo>
                        <a:pt x="3685" y="0"/>
                        <a:pt x="3668" y="1"/>
                        <a:pt x="3652" y="1"/>
                      </a:cubicBezTo>
                      <a:cubicBezTo>
                        <a:pt x="1623" y="28"/>
                        <a:pt x="0" y="1678"/>
                        <a:pt x="27" y="3734"/>
                      </a:cubicBezTo>
                      <a:cubicBezTo>
                        <a:pt x="54" y="5746"/>
                        <a:pt x="1704" y="7358"/>
                        <a:pt x="3710" y="7358"/>
                      </a:cubicBezTo>
                      <a:cubicBezTo>
                        <a:pt x="3727" y="7358"/>
                        <a:pt x="3743" y="7358"/>
                        <a:pt x="3760" y="7358"/>
                      </a:cubicBezTo>
                      <a:cubicBezTo>
                        <a:pt x="5789" y="7331"/>
                        <a:pt x="7412" y="5654"/>
                        <a:pt x="7385" y="3625"/>
                      </a:cubicBezTo>
                      <a:cubicBezTo>
                        <a:pt x="7358" y="1613"/>
                        <a:pt x="5708" y="0"/>
                        <a:pt x="370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9" name="Google Shape;3999;p94"/>
                <p:cNvSpPr/>
                <p:nvPr/>
              </p:nvSpPr>
              <p:spPr>
                <a:xfrm>
                  <a:off x="2991366" y="1416101"/>
                  <a:ext cx="235822" cy="234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3" h="9281" extrusionOk="0">
                      <a:moveTo>
                        <a:pt x="4649" y="1"/>
                      </a:moveTo>
                      <a:cubicBezTo>
                        <a:pt x="4632" y="1"/>
                        <a:pt x="4615" y="1"/>
                        <a:pt x="4598" y="1"/>
                      </a:cubicBezTo>
                      <a:cubicBezTo>
                        <a:pt x="2029" y="55"/>
                        <a:pt x="0" y="2165"/>
                        <a:pt x="27" y="4708"/>
                      </a:cubicBezTo>
                      <a:cubicBezTo>
                        <a:pt x="54" y="7244"/>
                        <a:pt x="2110" y="9280"/>
                        <a:pt x="4635" y="9280"/>
                      </a:cubicBezTo>
                      <a:cubicBezTo>
                        <a:pt x="4668" y="9280"/>
                        <a:pt x="4701" y="9280"/>
                        <a:pt x="4734" y="9279"/>
                      </a:cubicBezTo>
                      <a:cubicBezTo>
                        <a:pt x="7303" y="9252"/>
                        <a:pt x="9332" y="7142"/>
                        <a:pt x="9305" y="4600"/>
                      </a:cubicBezTo>
                      <a:cubicBezTo>
                        <a:pt x="9278" y="2047"/>
                        <a:pt x="7196" y="1"/>
                        <a:pt x="464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0" name="Google Shape;4000;p94"/>
                <p:cNvSpPr/>
                <p:nvPr/>
              </p:nvSpPr>
              <p:spPr>
                <a:xfrm>
                  <a:off x="2576281" y="1045220"/>
                  <a:ext cx="119040" cy="117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6" h="5222" extrusionOk="0">
                      <a:moveTo>
                        <a:pt x="2647" y="0"/>
                      </a:moveTo>
                      <a:cubicBezTo>
                        <a:pt x="2630" y="0"/>
                        <a:pt x="2614" y="0"/>
                        <a:pt x="2598" y="1"/>
                      </a:cubicBezTo>
                      <a:cubicBezTo>
                        <a:pt x="1137" y="28"/>
                        <a:pt x="1" y="1191"/>
                        <a:pt x="1" y="2651"/>
                      </a:cubicBezTo>
                      <a:cubicBezTo>
                        <a:pt x="28" y="4069"/>
                        <a:pt x="1191" y="5221"/>
                        <a:pt x="2629" y="5221"/>
                      </a:cubicBezTo>
                      <a:cubicBezTo>
                        <a:pt x="2646" y="5221"/>
                        <a:pt x="2662" y="5221"/>
                        <a:pt x="2679" y="5221"/>
                      </a:cubicBezTo>
                      <a:cubicBezTo>
                        <a:pt x="4112" y="5221"/>
                        <a:pt x="5276" y="4031"/>
                        <a:pt x="5249" y="2570"/>
                      </a:cubicBezTo>
                      <a:cubicBezTo>
                        <a:pt x="5222" y="1153"/>
                        <a:pt x="4058" y="0"/>
                        <a:pt x="264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001" name="Google Shape;4001;p94"/>
          <p:cNvGrpSpPr/>
          <p:nvPr/>
        </p:nvGrpSpPr>
        <p:grpSpPr>
          <a:xfrm rot="-8585812">
            <a:off x="8185027" y="1690083"/>
            <a:ext cx="475907" cy="397900"/>
            <a:chOff x="5428050" y="3546975"/>
            <a:chExt cx="475878" cy="397876"/>
          </a:xfrm>
        </p:grpSpPr>
        <p:sp>
          <p:nvSpPr>
            <p:cNvPr id="4002" name="Google Shape;4002;p94"/>
            <p:cNvSpPr/>
            <p:nvPr/>
          </p:nvSpPr>
          <p:spPr>
            <a:xfrm>
              <a:off x="5509829" y="3637232"/>
              <a:ext cx="92935" cy="234122"/>
            </a:xfrm>
            <a:custGeom>
              <a:avLst/>
              <a:gdLst/>
              <a:ahLst/>
              <a:cxnLst/>
              <a:rect l="l" t="t" r="r" b="b"/>
              <a:pathLst>
                <a:path w="1425" h="3590" extrusionOk="0">
                  <a:moveTo>
                    <a:pt x="239" y="1"/>
                  </a:moveTo>
                  <a:cubicBezTo>
                    <a:pt x="178" y="1"/>
                    <a:pt x="117" y="28"/>
                    <a:pt x="67" y="90"/>
                  </a:cubicBezTo>
                  <a:cubicBezTo>
                    <a:pt x="25" y="139"/>
                    <a:pt x="0" y="200"/>
                    <a:pt x="7" y="267"/>
                  </a:cubicBezTo>
                  <a:cubicBezTo>
                    <a:pt x="13" y="334"/>
                    <a:pt x="25" y="407"/>
                    <a:pt x="49" y="474"/>
                  </a:cubicBezTo>
                  <a:cubicBezTo>
                    <a:pt x="98" y="638"/>
                    <a:pt x="153" y="802"/>
                    <a:pt x="195" y="972"/>
                  </a:cubicBezTo>
                  <a:cubicBezTo>
                    <a:pt x="293" y="1295"/>
                    <a:pt x="390" y="1630"/>
                    <a:pt x="487" y="1952"/>
                  </a:cubicBezTo>
                  <a:cubicBezTo>
                    <a:pt x="566" y="2214"/>
                    <a:pt x="645" y="2482"/>
                    <a:pt x="731" y="2743"/>
                  </a:cubicBezTo>
                  <a:cubicBezTo>
                    <a:pt x="816" y="2999"/>
                    <a:pt x="883" y="3339"/>
                    <a:pt x="1084" y="3540"/>
                  </a:cubicBezTo>
                  <a:cubicBezTo>
                    <a:pt x="1117" y="3574"/>
                    <a:pt x="1160" y="3589"/>
                    <a:pt x="1202" y="3589"/>
                  </a:cubicBezTo>
                  <a:cubicBezTo>
                    <a:pt x="1281" y="3589"/>
                    <a:pt x="1358" y="3534"/>
                    <a:pt x="1370" y="3443"/>
                  </a:cubicBezTo>
                  <a:cubicBezTo>
                    <a:pt x="1424" y="3187"/>
                    <a:pt x="1303" y="2907"/>
                    <a:pt x="1236" y="2658"/>
                  </a:cubicBezTo>
                  <a:cubicBezTo>
                    <a:pt x="1163" y="2378"/>
                    <a:pt x="1071" y="2098"/>
                    <a:pt x="986" y="1818"/>
                  </a:cubicBezTo>
                  <a:cubicBezTo>
                    <a:pt x="895" y="1514"/>
                    <a:pt x="798" y="1210"/>
                    <a:pt x="700" y="906"/>
                  </a:cubicBezTo>
                  <a:cubicBezTo>
                    <a:pt x="627" y="668"/>
                    <a:pt x="566" y="407"/>
                    <a:pt x="475" y="175"/>
                  </a:cubicBezTo>
                  <a:cubicBezTo>
                    <a:pt x="427" y="68"/>
                    <a:pt x="333" y="1"/>
                    <a:pt x="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94"/>
            <p:cNvSpPr/>
            <p:nvPr/>
          </p:nvSpPr>
          <p:spPr>
            <a:xfrm>
              <a:off x="5601912" y="3745032"/>
              <a:ext cx="225848" cy="123517"/>
            </a:xfrm>
            <a:custGeom>
              <a:avLst/>
              <a:gdLst/>
              <a:ahLst/>
              <a:cxnLst/>
              <a:rect l="l" t="t" r="r" b="b"/>
              <a:pathLst>
                <a:path w="3463" h="1894" extrusionOk="0">
                  <a:moveTo>
                    <a:pt x="3195" y="1"/>
                  </a:moveTo>
                  <a:cubicBezTo>
                    <a:pt x="3161" y="1"/>
                    <a:pt x="3127" y="9"/>
                    <a:pt x="3097" y="25"/>
                  </a:cubicBezTo>
                  <a:lnTo>
                    <a:pt x="2939" y="104"/>
                  </a:lnTo>
                  <a:cubicBezTo>
                    <a:pt x="2787" y="153"/>
                    <a:pt x="2641" y="232"/>
                    <a:pt x="2507" y="293"/>
                  </a:cubicBezTo>
                  <a:cubicBezTo>
                    <a:pt x="2239" y="409"/>
                    <a:pt x="1972" y="536"/>
                    <a:pt x="1710" y="664"/>
                  </a:cubicBezTo>
                  <a:cubicBezTo>
                    <a:pt x="1546" y="737"/>
                    <a:pt x="1381" y="816"/>
                    <a:pt x="1217" y="895"/>
                  </a:cubicBezTo>
                  <a:cubicBezTo>
                    <a:pt x="1065" y="975"/>
                    <a:pt x="913" y="1041"/>
                    <a:pt x="761" y="1114"/>
                  </a:cubicBezTo>
                  <a:cubicBezTo>
                    <a:pt x="639" y="1175"/>
                    <a:pt x="499" y="1236"/>
                    <a:pt x="365" y="1309"/>
                  </a:cubicBezTo>
                  <a:lnTo>
                    <a:pt x="359" y="1309"/>
                  </a:lnTo>
                  <a:lnTo>
                    <a:pt x="158" y="1400"/>
                  </a:lnTo>
                  <a:cubicBezTo>
                    <a:pt x="85" y="1437"/>
                    <a:pt x="31" y="1504"/>
                    <a:pt x="12" y="1589"/>
                  </a:cubicBezTo>
                  <a:cubicBezTo>
                    <a:pt x="0" y="1674"/>
                    <a:pt x="24" y="1766"/>
                    <a:pt x="79" y="1826"/>
                  </a:cubicBezTo>
                  <a:cubicBezTo>
                    <a:pt x="117" y="1872"/>
                    <a:pt x="169" y="1894"/>
                    <a:pt x="223" y="1894"/>
                  </a:cubicBezTo>
                  <a:cubicBezTo>
                    <a:pt x="256" y="1894"/>
                    <a:pt x="290" y="1885"/>
                    <a:pt x="323" y="1869"/>
                  </a:cubicBezTo>
                  <a:lnTo>
                    <a:pt x="481" y="1790"/>
                  </a:lnTo>
                  <a:cubicBezTo>
                    <a:pt x="633" y="1741"/>
                    <a:pt x="773" y="1662"/>
                    <a:pt x="913" y="1601"/>
                  </a:cubicBezTo>
                  <a:cubicBezTo>
                    <a:pt x="1181" y="1486"/>
                    <a:pt x="1442" y="1358"/>
                    <a:pt x="1710" y="1230"/>
                  </a:cubicBezTo>
                  <a:cubicBezTo>
                    <a:pt x="1874" y="1157"/>
                    <a:pt x="2039" y="1078"/>
                    <a:pt x="2197" y="999"/>
                  </a:cubicBezTo>
                  <a:cubicBezTo>
                    <a:pt x="2349" y="926"/>
                    <a:pt x="2507" y="853"/>
                    <a:pt x="2659" y="774"/>
                  </a:cubicBezTo>
                  <a:cubicBezTo>
                    <a:pt x="2787" y="713"/>
                    <a:pt x="2927" y="652"/>
                    <a:pt x="3061" y="585"/>
                  </a:cubicBezTo>
                  <a:lnTo>
                    <a:pt x="3262" y="488"/>
                  </a:lnTo>
                  <a:cubicBezTo>
                    <a:pt x="3335" y="451"/>
                    <a:pt x="3389" y="384"/>
                    <a:pt x="3408" y="305"/>
                  </a:cubicBezTo>
                  <a:cubicBezTo>
                    <a:pt x="3462" y="220"/>
                    <a:pt x="3432" y="104"/>
                    <a:pt x="3341" y="68"/>
                  </a:cubicBezTo>
                  <a:cubicBezTo>
                    <a:pt x="3303" y="23"/>
                    <a:pt x="3249" y="1"/>
                    <a:pt x="31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94"/>
            <p:cNvSpPr/>
            <p:nvPr/>
          </p:nvSpPr>
          <p:spPr>
            <a:xfrm>
              <a:off x="5742775" y="3680600"/>
              <a:ext cx="161152" cy="144386"/>
            </a:xfrm>
            <a:custGeom>
              <a:avLst/>
              <a:gdLst/>
              <a:ahLst/>
              <a:cxnLst/>
              <a:rect l="l" t="t" r="r" b="b"/>
              <a:pathLst>
                <a:path w="2471" h="2214" extrusionOk="0">
                  <a:moveTo>
                    <a:pt x="1291" y="0"/>
                  </a:moveTo>
                  <a:cubicBezTo>
                    <a:pt x="952" y="0"/>
                    <a:pt x="612" y="151"/>
                    <a:pt x="384" y="405"/>
                  </a:cubicBezTo>
                  <a:cubicBezTo>
                    <a:pt x="0" y="837"/>
                    <a:pt x="67" y="1531"/>
                    <a:pt x="487" y="1914"/>
                  </a:cubicBezTo>
                  <a:cubicBezTo>
                    <a:pt x="560" y="1981"/>
                    <a:pt x="645" y="2042"/>
                    <a:pt x="730" y="2084"/>
                  </a:cubicBezTo>
                  <a:cubicBezTo>
                    <a:pt x="897" y="2170"/>
                    <a:pt x="1086" y="2214"/>
                    <a:pt x="1275" y="2214"/>
                  </a:cubicBezTo>
                  <a:cubicBezTo>
                    <a:pt x="1568" y="2214"/>
                    <a:pt x="1859" y="2108"/>
                    <a:pt x="2063" y="1890"/>
                  </a:cubicBezTo>
                  <a:cubicBezTo>
                    <a:pt x="2471" y="1464"/>
                    <a:pt x="2459" y="746"/>
                    <a:pt x="2051" y="326"/>
                  </a:cubicBezTo>
                  <a:cubicBezTo>
                    <a:pt x="2027" y="295"/>
                    <a:pt x="1996" y="265"/>
                    <a:pt x="1966" y="241"/>
                  </a:cubicBezTo>
                  <a:cubicBezTo>
                    <a:pt x="1767" y="75"/>
                    <a:pt x="1529" y="0"/>
                    <a:pt x="12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94"/>
            <p:cNvSpPr/>
            <p:nvPr/>
          </p:nvSpPr>
          <p:spPr>
            <a:xfrm>
              <a:off x="5476504" y="3748032"/>
              <a:ext cx="220696" cy="196819"/>
            </a:xfrm>
            <a:custGeom>
              <a:avLst/>
              <a:gdLst/>
              <a:ahLst/>
              <a:cxnLst/>
              <a:rect l="l" t="t" r="r" b="b"/>
              <a:pathLst>
                <a:path w="3384" h="3018" extrusionOk="0">
                  <a:moveTo>
                    <a:pt x="1770" y="0"/>
                  </a:moveTo>
                  <a:cubicBezTo>
                    <a:pt x="1391" y="0"/>
                    <a:pt x="1017" y="147"/>
                    <a:pt x="737" y="423"/>
                  </a:cubicBezTo>
                  <a:cubicBezTo>
                    <a:pt x="232" y="910"/>
                    <a:pt x="0" y="1720"/>
                    <a:pt x="402" y="2377"/>
                  </a:cubicBezTo>
                  <a:cubicBezTo>
                    <a:pt x="457" y="2474"/>
                    <a:pt x="524" y="2559"/>
                    <a:pt x="603" y="2632"/>
                  </a:cubicBezTo>
                  <a:cubicBezTo>
                    <a:pt x="873" y="2889"/>
                    <a:pt x="1249" y="3018"/>
                    <a:pt x="1633" y="3018"/>
                  </a:cubicBezTo>
                  <a:cubicBezTo>
                    <a:pt x="1943" y="3018"/>
                    <a:pt x="2257" y="2934"/>
                    <a:pt x="2526" y="2766"/>
                  </a:cubicBezTo>
                  <a:cubicBezTo>
                    <a:pt x="3286" y="2285"/>
                    <a:pt x="3384" y="1154"/>
                    <a:pt x="2860" y="515"/>
                  </a:cubicBezTo>
                  <a:cubicBezTo>
                    <a:pt x="2739" y="357"/>
                    <a:pt x="2580" y="235"/>
                    <a:pt x="2398" y="144"/>
                  </a:cubicBezTo>
                  <a:cubicBezTo>
                    <a:pt x="2198" y="47"/>
                    <a:pt x="1983" y="0"/>
                    <a:pt x="17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94"/>
            <p:cNvSpPr/>
            <p:nvPr/>
          </p:nvSpPr>
          <p:spPr>
            <a:xfrm>
              <a:off x="5428050" y="3546975"/>
              <a:ext cx="166761" cy="143603"/>
            </a:xfrm>
            <a:custGeom>
              <a:avLst/>
              <a:gdLst/>
              <a:ahLst/>
              <a:cxnLst/>
              <a:rect l="l" t="t" r="r" b="b"/>
              <a:pathLst>
                <a:path w="2557" h="2202" extrusionOk="0">
                  <a:moveTo>
                    <a:pt x="1336" y="0"/>
                  </a:moveTo>
                  <a:cubicBezTo>
                    <a:pt x="1004" y="0"/>
                    <a:pt x="679" y="141"/>
                    <a:pt x="451" y="403"/>
                  </a:cubicBezTo>
                  <a:cubicBezTo>
                    <a:pt x="403" y="458"/>
                    <a:pt x="366" y="513"/>
                    <a:pt x="330" y="574"/>
                  </a:cubicBezTo>
                  <a:cubicBezTo>
                    <a:pt x="1" y="1164"/>
                    <a:pt x="275" y="1748"/>
                    <a:pt x="737" y="2028"/>
                  </a:cubicBezTo>
                  <a:cubicBezTo>
                    <a:pt x="917" y="2138"/>
                    <a:pt x="1126" y="2202"/>
                    <a:pt x="1340" y="2202"/>
                  </a:cubicBezTo>
                  <a:cubicBezTo>
                    <a:pt x="1610" y="2202"/>
                    <a:pt x="1887" y="2099"/>
                    <a:pt x="2119" y="1858"/>
                  </a:cubicBezTo>
                  <a:cubicBezTo>
                    <a:pt x="2557" y="1407"/>
                    <a:pt x="2514" y="634"/>
                    <a:pt x="2033" y="239"/>
                  </a:cubicBezTo>
                  <a:cubicBezTo>
                    <a:pt x="1948" y="166"/>
                    <a:pt x="1851" y="111"/>
                    <a:pt x="1747" y="75"/>
                  </a:cubicBezTo>
                  <a:cubicBezTo>
                    <a:pt x="1613" y="25"/>
                    <a:pt x="1474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40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3500" fill="hold"/>
                                        <p:tgtEl>
                                          <p:spTgt spid="39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3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18" name="Google Shape;13718;p15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cience Subject for High School - 9th Grade: Molecular Genetics XL by Slidesgo">
  <a:themeElements>
    <a:clrScheme name="Simple Light">
      <a:dk1>
        <a:srgbClr val="2B292E"/>
      </a:dk1>
      <a:lt1>
        <a:srgbClr val="BAC5FF"/>
      </a:lt1>
      <a:dk2>
        <a:srgbClr val="E54E55"/>
      </a:dk2>
      <a:lt2>
        <a:srgbClr val="4A66DD"/>
      </a:lt2>
      <a:accent1>
        <a:srgbClr val="788BF1"/>
      </a:accent1>
      <a:accent2>
        <a:srgbClr val="FF7C67"/>
      </a:accent2>
      <a:accent3>
        <a:srgbClr val="FA9E84"/>
      </a:accent3>
      <a:accent4>
        <a:srgbClr val="FFFFFF"/>
      </a:accent4>
      <a:accent5>
        <a:srgbClr val="FFFFFF"/>
      </a:accent5>
      <a:accent6>
        <a:srgbClr val="FFFFFF"/>
      </a:accent6>
      <a:hlink>
        <a:srgbClr val="2B29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Apresentação na tela (16:9)</PresentationFormat>
  <Paragraphs>20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Oxygen</vt:lpstr>
      <vt:lpstr>Proxima Nova Semibold</vt:lpstr>
      <vt:lpstr>Proxima Nova</vt:lpstr>
      <vt:lpstr>Cairo</vt:lpstr>
      <vt:lpstr>Science Subject for High School - 9th Grade: Molecular Genetics XL by Slidesgo</vt:lpstr>
      <vt:lpstr>Slidesgo Final Pages</vt:lpstr>
      <vt:lpstr>CRISPR CAS-9  EDIÇÃO   GENÉTICA</vt:lpstr>
      <vt:lpstr>RNA E DNA</vt:lpstr>
      <vt:lpstr>01</vt:lpstr>
      <vt:lpstr>ONDE É USADO</vt:lpstr>
      <vt:lpstr>Antigamente</vt:lpstr>
      <vt:lpstr>Hoje:</vt:lpstr>
      <vt:lpstr>Amanhã:</vt:lpstr>
      <vt:lpstr>O MUNDO ESTA MUDANDO!</vt:lpstr>
      <vt:lpstr>OBRIGADO!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CRISPR CAS-9  EDIÇÃO   GENÉTICA</dc:title>
  <cp:lastModifiedBy>NILTON DIONISIO GUERRA</cp:lastModifiedBy>
  <cp:revision>1</cp:revision>
  <dcterms:modified xsi:type="dcterms:W3CDTF">2023-03-03T20:17:02Z</dcterms:modified>
</cp:coreProperties>
</file>