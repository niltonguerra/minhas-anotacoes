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6" r:id="rId1"/>
  </p:sldMasterIdLst>
  <p:notesMasterIdLst>
    <p:notesMasterId r:id="rId12"/>
  </p:notesMasterIdLst>
  <p:sldIdLst>
    <p:sldId id="256" r:id="rId2"/>
    <p:sldId id="305" r:id="rId3"/>
    <p:sldId id="275" r:id="rId4"/>
    <p:sldId id="306" r:id="rId5"/>
    <p:sldId id="307" r:id="rId6"/>
    <p:sldId id="308" r:id="rId7"/>
    <p:sldId id="309" r:id="rId8"/>
    <p:sldId id="310" r:id="rId9"/>
    <p:sldId id="290" r:id="rId10"/>
    <p:sldId id="303" r:id="rId11"/>
  </p:sldIdLst>
  <p:sldSz cx="9144000" cy="5143500" type="screen16x9"/>
  <p:notesSz cx="6858000" cy="9144000"/>
  <p:embeddedFontLst>
    <p:embeddedFont>
      <p:font typeface="Darker Grotesque" panose="020B0604020202020204" charset="0"/>
      <p:regular r:id="rId13"/>
      <p:bold r:id="rId14"/>
    </p:embeddedFont>
    <p:embeddedFont>
      <p:font typeface="Darker Grotesque Medium" panose="020B0604020202020204" charset="0"/>
      <p:regular r:id="rId15"/>
      <p:bold r:id="rId16"/>
    </p:embeddedFont>
    <p:embeddedFont>
      <p:font typeface="Montserrat" panose="020B0604020202020204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0B034D-9D30-4822-8B7C-F4539CFD5FF8}" v="2" dt="2022-05-31T22:20:12.784"/>
    <p1510:client id="{FCE91313-5B31-C259-60FA-3C5228954EF8}" v="6" dt="2022-05-30T14:12:55.994"/>
  </p1510:revLst>
</p1510:revInfo>
</file>

<file path=ppt/tableStyles.xml><?xml version="1.0" encoding="utf-8"?>
<a:tblStyleLst xmlns:a="http://schemas.openxmlformats.org/drawingml/2006/main" def="{5B719314-173F-48D0-93BC-C9B94C86E624}">
  <a:tblStyle styleId="{5B719314-173F-48D0-93BC-C9B94C86E6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09" autoAdjust="0"/>
    <p:restoredTop sz="94660"/>
  </p:normalViewPr>
  <p:slideViewPr>
    <p:cSldViewPr snapToGrid="0">
      <p:cViewPr varScale="1">
        <p:scale>
          <a:sx n="85" d="100"/>
          <a:sy n="85" d="100"/>
        </p:scale>
        <p:origin x="942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LTON DIONISIO GUERRA" userId="S::nilton.guerra@fatec.sp.gov.br::8e5f4164-d150-4236-a027-d1fd67e7200d" providerId="AD" clId="Web-{610B034D-9D30-4822-8B7C-F4539CFD5FF8}"/>
    <pc:docChg chg="modSld">
      <pc:chgData name="NILTON DIONISIO GUERRA" userId="S::nilton.guerra@fatec.sp.gov.br::8e5f4164-d150-4236-a027-d1fd67e7200d" providerId="AD" clId="Web-{610B034D-9D30-4822-8B7C-F4539CFD5FF8}" dt="2022-05-31T22:20:12.784" v="1" actId="14100"/>
      <pc:docMkLst>
        <pc:docMk/>
      </pc:docMkLst>
      <pc:sldChg chg="modSp">
        <pc:chgData name="NILTON DIONISIO GUERRA" userId="S::nilton.guerra@fatec.sp.gov.br::8e5f4164-d150-4236-a027-d1fd67e7200d" providerId="AD" clId="Web-{610B034D-9D30-4822-8B7C-F4539CFD5FF8}" dt="2022-05-31T22:18:22.531" v="0" actId="14100"/>
        <pc:sldMkLst>
          <pc:docMk/>
          <pc:sldMk cId="0" sldId="264"/>
        </pc:sldMkLst>
        <pc:spChg chg="mod">
          <ac:chgData name="NILTON DIONISIO GUERRA" userId="S::nilton.guerra@fatec.sp.gov.br::8e5f4164-d150-4236-a027-d1fd67e7200d" providerId="AD" clId="Web-{610B034D-9D30-4822-8B7C-F4539CFD5FF8}" dt="2022-05-31T22:18:22.531" v="0" actId="14100"/>
          <ac:spMkLst>
            <pc:docMk/>
            <pc:sldMk cId="0" sldId="264"/>
            <ac:spMk id="916" creationId="{00000000-0000-0000-0000-000000000000}"/>
          </ac:spMkLst>
        </pc:spChg>
      </pc:sldChg>
      <pc:sldChg chg="modSp">
        <pc:chgData name="NILTON DIONISIO GUERRA" userId="S::nilton.guerra@fatec.sp.gov.br::8e5f4164-d150-4236-a027-d1fd67e7200d" providerId="AD" clId="Web-{610B034D-9D30-4822-8B7C-F4539CFD5FF8}" dt="2022-05-31T22:20:12.784" v="1" actId="14100"/>
        <pc:sldMkLst>
          <pc:docMk/>
          <pc:sldMk cId="1204981722" sldId="304"/>
        </pc:sldMkLst>
        <pc:spChg chg="mod">
          <ac:chgData name="NILTON DIONISIO GUERRA" userId="S::nilton.guerra@fatec.sp.gov.br::8e5f4164-d150-4236-a027-d1fd67e7200d" providerId="AD" clId="Web-{610B034D-9D30-4822-8B7C-F4539CFD5FF8}" dt="2022-05-31T22:20:12.784" v="1" actId="14100"/>
          <ac:spMkLst>
            <pc:docMk/>
            <pc:sldMk cId="1204981722" sldId="304"/>
            <ac:spMk id="916" creationId="{00000000-0000-0000-0000-000000000000}"/>
          </ac:spMkLst>
        </pc:spChg>
      </pc:sldChg>
    </pc:docChg>
  </pc:docChgLst>
  <pc:docChgLst>
    <pc:chgData name="NILTON DIONISIO GUERRA" userId="S::nilton.guerra@fatec.sp.gov.br::8e5f4164-d150-4236-a027-d1fd67e7200d" providerId="AD" clId="Web-{FCE91313-5B31-C259-60FA-3C5228954EF8}"/>
    <pc:docChg chg="modSld">
      <pc:chgData name="NILTON DIONISIO GUERRA" userId="S::nilton.guerra@fatec.sp.gov.br::8e5f4164-d150-4236-a027-d1fd67e7200d" providerId="AD" clId="Web-{FCE91313-5B31-C259-60FA-3C5228954EF8}" dt="2022-05-30T14:12:55.994" v="5" actId="20577"/>
      <pc:docMkLst>
        <pc:docMk/>
      </pc:docMkLst>
      <pc:sldChg chg="modSp">
        <pc:chgData name="NILTON DIONISIO GUERRA" userId="S::nilton.guerra@fatec.sp.gov.br::8e5f4164-d150-4236-a027-d1fd67e7200d" providerId="AD" clId="Web-{FCE91313-5B31-C259-60FA-3C5228954EF8}" dt="2022-05-30T14:12:55.994" v="5" actId="20577"/>
        <pc:sldMkLst>
          <pc:docMk/>
          <pc:sldMk cId="0" sldId="264"/>
        </pc:sldMkLst>
        <pc:spChg chg="mod">
          <ac:chgData name="NILTON DIONISIO GUERRA" userId="S::nilton.guerra@fatec.sp.gov.br::8e5f4164-d150-4236-a027-d1fd67e7200d" providerId="AD" clId="Web-{FCE91313-5B31-C259-60FA-3C5228954EF8}" dt="2022-05-30T14:12:55.994" v="5" actId="20577"/>
          <ac:spMkLst>
            <pc:docMk/>
            <pc:sldMk cId="0" sldId="264"/>
            <ac:spMk id="916" creationId="{00000000-0000-0000-0000-000000000000}"/>
          </ac:spMkLst>
        </pc:spChg>
      </pc:sldChg>
      <pc:sldChg chg="modSp">
        <pc:chgData name="NILTON DIONISIO GUERRA" userId="S::nilton.guerra@fatec.sp.gov.br::8e5f4164-d150-4236-a027-d1fd67e7200d" providerId="AD" clId="Web-{FCE91313-5B31-C259-60FA-3C5228954EF8}" dt="2022-05-30T14:11:42.415" v="3" actId="14100"/>
        <pc:sldMkLst>
          <pc:docMk/>
          <pc:sldMk cId="1204981722" sldId="304"/>
        </pc:sldMkLst>
        <pc:spChg chg="mod">
          <ac:chgData name="NILTON DIONISIO GUERRA" userId="S::nilton.guerra@fatec.sp.gov.br::8e5f4164-d150-4236-a027-d1fd67e7200d" providerId="AD" clId="Web-{FCE91313-5B31-C259-60FA-3C5228954EF8}" dt="2022-05-30T14:11:42.415" v="3" actId="14100"/>
          <ac:spMkLst>
            <pc:docMk/>
            <pc:sldMk cId="1204981722" sldId="304"/>
            <ac:spMk id="9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dd75e4c70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dd75e4c70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g99f2f57a71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0" name="Google Shape;1520;g99f2f57a71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213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g99f2f57a71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0" name="Google Shape;1520;g99f2f57a71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g99f2f57a71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0" name="Google Shape;1520;g99f2f57a71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00794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g99f2f57a71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0" name="Google Shape;1520;g99f2f57a71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54755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g99f2f57a71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0" name="Google Shape;1520;g99f2f57a71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36614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g99f2f57a71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0" name="Google Shape;1520;g99f2f57a71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1326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g99f2f57a71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0" name="Google Shape;1520;g99f2f57a71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78115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g99f2f57a71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4" name="Google Shape;2304;g99f2f57a71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0" name="Google Shape;7830;gd7e9e01bb3_0_17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1" name="Google Shape;7831;gd7e9e01bb3_0_17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00" y="1701713"/>
            <a:ext cx="3890700" cy="167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00" y="3546625"/>
            <a:ext cx="3890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14" name="Google Shape;14;p2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 rot="10800000" flipH="1">
            <a:off x="4159199" y="4539099"/>
            <a:ext cx="825589" cy="93999"/>
            <a:chOff x="5718423" y="809024"/>
            <a:chExt cx="830071" cy="94500"/>
          </a:xfrm>
        </p:grpSpPr>
        <p:sp>
          <p:nvSpPr>
            <p:cNvPr id="19" name="Google Shape;19;p2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23;p2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24" name="Google Shape;24;p2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"/>
          <p:cNvSpPr txBox="1">
            <a:spLocks noGrp="1"/>
          </p:cNvSpPr>
          <p:nvPr>
            <p:ph type="title"/>
          </p:nvPr>
        </p:nvSpPr>
        <p:spPr>
          <a:xfrm>
            <a:off x="720000" y="3469654"/>
            <a:ext cx="4031100" cy="9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4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34"/>
          <p:cNvSpPr txBox="1">
            <a:spLocks noGrp="1"/>
          </p:cNvSpPr>
          <p:nvPr>
            <p:ph type="title"/>
          </p:nvPr>
        </p:nvSpPr>
        <p:spPr>
          <a:xfrm>
            <a:off x="713200" y="375275"/>
            <a:ext cx="5526300" cy="87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11" name="Google Shape;511;p34"/>
          <p:cNvSpPr txBox="1">
            <a:spLocks noGrp="1"/>
          </p:cNvSpPr>
          <p:nvPr>
            <p:ph type="subTitle" idx="1"/>
          </p:nvPr>
        </p:nvSpPr>
        <p:spPr>
          <a:xfrm>
            <a:off x="713200" y="1684300"/>
            <a:ext cx="3434700" cy="116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2" name="Google Shape;512;p34"/>
          <p:cNvSpPr/>
          <p:nvPr/>
        </p:nvSpPr>
        <p:spPr>
          <a:xfrm flipH="1">
            <a:off x="5950679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3" name="Google Shape;513;p34"/>
          <p:cNvGrpSpPr/>
          <p:nvPr/>
        </p:nvGrpSpPr>
        <p:grpSpPr>
          <a:xfrm rot="10800000">
            <a:off x="8219908" y="419474"/>
            <a:ext cx="429322" cy="93999"/>
            <a:chOff x="5795037" y="809024"/>
            <a:chExt cx="431653" cy="94500"/>
          </a:xfrm>
        </p:grpSpPr>
        <p:sp>
          <p:nvSpPr>
            <p:cNvPr id="514" name="Google Shape;514;p34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4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7" name="Google Shape;517;p34"/>
          <p:cNvGrpSpPr/>
          <p:nvPr/>
        </p:nvGrpSpPr>
        <p:grpSpPr>
          <a:xfrm flipH="1">
            <a:off x="6676322" y="4535409"/>
            <a:ext cx="825589" cy="93999"/>
            <a:chOff x="5718423" y="809024"/>
            <a:chExt cx="830071" cy="94500"/>
          </a:xfrm>
        </p:grpSpPr>
        <p:sp>
          <p:nvSpPr>
            <p:cNvPr id="518" name="Google Shape;518;p34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4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4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2" name="Google Shape;522;p34"/>
          <p:cNvSpPr txBox="1"/>
          <p:nvPr/>
        </p:nvSpPr>
        <p:spPr>
          <a:xfrm>
            <a:off x="713200" y="3476625"/>
            <a:ext cx="3780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CREDITS: This presentation template was created by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Darker Grotesque Medium"/>
                <a:ea typeface="Darker Grotesque Medium"/>
                <a:cs typeface="Darker Grotesque Medium"/>
                <a:sym typeface="Darker Grotesque Mediu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, including icons by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Darker Grotesque Medium"/>
                <a:ea typeface="Darker Grotesque Medium"/>
                <a:cs typeface="Darker Grotesque Medium"/>
                <a:sym typeface="Darker Grotesque Mediu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, infographics &amp; images by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Darker Grotesque Medium"/>
                <a:ea typeface="Darker Grotesque Medium"/>
                <a:cs typeface="Darker Grotesque Medium"/>
                <a:sym typeface="Darker Grotesque Mediu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lt1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5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35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6" name="Google Shape;526;p35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527" name="Google Shape;527;p35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5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0" name="Google Shape;530;p35"/>
          <p:cNvGrpSpPr/>
          <p:nvPr/>
        </p:nvGrpSpPr>
        <p:grpSpPr>
          <a:xfrm rot="-5400000" flipH="1">
            <a:off x="8191799" y="4126299"/>
            <a:ext cx="825589" cy="93999"/>
            <a:chOff x="5718423" y="809024"/>
            <a:chExt cx="830071" cy="94500"/>
          </a:xfrm>
        </p:grpSpPr>
        <p:sp>
          <p:nvSpPr>
            <p:cNvPr id="531" name="Google Shape;531;p35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5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5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6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36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8" name="Google Shape;538;p36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539" name="Google Shape;539;p36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6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2" name="Google Shape;542;p36"/>
          <p:cNvGrpSpPr/>
          <p:nvPr/>
        </p:nvGrpSpPr>
        <p:grpSpPr>
          <a:xfrm rot="-5400000" flipH="1">
            <a:off x="8191799" y="4126299"/>
            <a:ext cx="825589" cy="93999"/>
            <a:chOff x="5718423" y="809024"/>
            <a:chExt cx="830071" cy="94500"/>
          </a:xfrm>
        </p:grpSpPr>
        <p:sp>
          <p:nvSpPr>
            <p:cNvPr id="543" name="Google Shape;543;p36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6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6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_1"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7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37"/>
          <p:cNvSpPr/>
          <p:nvPr/>
        </p:nvSpPr>
        <p:spPr>
          <a:xfrm flipH="1">
            <a:off x="7839315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0" name="Google Shape;550;p37"/>
          <p:cNvGrpSpPr/>
          <p:nvPr/>
        </p:nvGrpSpPr>
        <p:grpSpPr>
          <a:xfrm rot="10800000">
            <a:off x="8217944" y="419474"/>
            <a:ext cx="429322" cy="93999"/>
            <a:chOff x="5795037" y="809024"/>
            <a:chExt cx="431653" cy="94500"/>
          </a:xfrm>
        </p:grpSpPr>
        <p:sp>
          <p:nvSpPr>
            <p:cNvPr id="551" name="Google Shape;551;p37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7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4" name="Google Shape;554;p37"/>
          <p:cNvSpPr/>
          <p:nvPr/>
        </p:nvSpPr>
        <p:spPr>
          <a:xfrm>
            <a:off x="429430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5" name="Google Shape;555;p37"/>
          <p:cNvGrpSpPr/>
          <p:nvPr/>
        </p:nvGrpSpPr>
        <p:grpSpPr>
          <a:xfrm rot="10800000" flipH="1">
            <a:off x="494779" y="4466049"/>
            <a:ext cx="429322" cy="93999"/>
            <a:chOff x="5795037" y="809024"/>
            <a:chExt cx="431653" cy="94500"/>
          </a:xfrm>
        </p:grpSpPr>
        <p:sp>
          <p:nvSpPr>
            <p:cNvPr id="556" name="Google Shape;556;p37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7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9_1_1_1"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8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1" name="Google Shape;561;p38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562" name="Google Shape;562;p38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8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8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6" name="Google Shape;566;p38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7" name="Google Shape;567;p38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568" name="Google Shape;568;p38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8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 slide"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4662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D2D6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●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○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■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●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○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■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●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○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Darker Grotesque"/>
              <a:buChar char="■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6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91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Niiltondg.39@gmail.com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linkedin.com/in/nilton-dionisio-guerra-481793163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6FF"/>
        </a:solidFill>
        <a:effectLst/>
      </p:bgPr>
    </p:bg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8D619ABE-0F16-BAA0-A1F0-91A0FC23B0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118" r="25947"/>
          <a:stretch/>
        </p:blipFill>
        <p:spPr>
          <a:xfrm>
            <a:off x="4292898" y="694688"/>
            <a:ext cx="4269540" cy="4000923"/>
          </a:xfrm>
          <a:prstGeom prst="ellipse">
            <a:avLst/>
          </a:prstGeom>
        </p:spPr>
      </p:pic>
      <p:sp>
        <p:nvSpPr>
          <p:cNvPr id="579" name="Google Shape;579;p41"/>
          <p:cNvSpPr/>
          <p:nvPr/>
        </p:nvSpPr>
        <p:spPr>
          <a:xfrm>
            <a:off x="790900" y="2375650"/>
            <a:ext cx="3813000" cy="6390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41"/>
          <p:cNvSpPr txBox="1">
            <a:spLocks noGrp="1"/>
          </p:cNvSpPr>
          <p:nvPr>
            <p:ph type="ctrTitle"/>
          </p:nvPr>
        </p:nvSpPr>
        <p:spPr>
          <a:xfrm>
            <a:off x="969315" y="2457250"/>
            <a:ext cx="3467218" cy="47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chemeClr val="dk1"/>
                </a:solidFill>
              </a:rPr>
              <a:t>E</a:t>
            </a:r>
            <a:r>
              <a:rPr lang="en" sz="3500" dirty="0">
                <a:solidFill>
                  <a:schemeClr val="dk1"/>
                </a:solidFill>
              </a:rPr>
              <a:t>ng. software</a:t>
            </a:r>
            <a:endParaRPr sz="4000" b="1" dirty="0">
              <a:solidFill>
                <a:schemeClr val="accent6"/>
              </a:solidFill>
            </a:endParaRPr>
          </a:p>
        </p:txBody>
      </p:sp>
      <p:sp>
        <p:nvSpPr>
          <p:cNvPr id="581" name="Google Shape;581;p41"/>
          <p:cNvSpPr txBox="1">
            <a:spLocks noGrp="1"/>
          </p:cNvSpPr>
          <p:nvPr>
            <p:ph type="subTitle" idx="1"/>
          </p:nvPr>
        </p:nvSpPr>
        <p:spPr>
          <a:xfrm>
            <a:off x="713200" y="3546625"/>
            <a:ext cx="3890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Projeto de desenvolvimento de um sistema de uma lanchonete contemplando os os diagramas de classe, atividade e sequencia. </a:t>
            </a:r>
            <a:endParaRPr dirty="0"/>
          </a:p>
        </p:txBody>
      </p:sp>
      <p:grpSp>
        <p:nvGrpSpPr>
          <p:cNvPr id="582" name="Google Shape;582;p41"/>
          <p:cNvGrpSpPr/>
          <p:nvPr/>
        </p:nvGrpSpPr>
        <p:grpSpPr>
          <a:xfrm flipH="1">
            <a:off x="725449" y="1167312"/>
            <a:ext cx="825589" cy="93999"/>
            <a:chOff x="5718423" y="809024"/>
            <a:chExt cx="830071" cy="94500"/>
          </a:xfrm>
        </p:grpSpPr>
        <p:sp>
          <p:nvSpPr>
            <p:cNvPr id="583" name="Google Shape;583;p41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41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41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41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522;p60">
            <a:extLst>
              <a:ext uri="{FF2B5EF4-FFF2-40B4-BE49-F238E27FC236}">
                <a16:creationId xmlns:a16="http://schemas.microsoft.com/office/drawing/2014/main" id="{95D0F9CA-5067-016A-4C24-9DBAF54FB5D5}"/>
              </a:ext>
            </a:extLst>
          </p:cNvPr>
          <p:cNvSpPr/>
          <p:nvPr/>
        </p:nvSpPr>
        <p:spPr>
          <a:xfrm>
            <a:off x="0" y="0"/>
            <a:ext cx="9144001" cy="5143500"/>
          </a:xfrm>
          <a:prstGeom prst="roundRect">
            <a:avLst>
              <a:gd name="adj" fmla="val 0"/>
            </a:avLst>
          </a:prstGeom>
          <a:solidFill>
            <a:schemeClr val="lt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  <a:reflection stA="9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22" name="Google Shape;1522;p60"/>
          <p:cNvSpPr/>
          <p:nvPr/>
        </p:nvSpPr>
        <p:spPr>
          <a:xfrm>
            <a:off x="5910708" y="1448564"/>
            <a:ext cx="3023575" cy="1449460"/>
          </a:xfrm>
          <a:prstGeom prst="roundRect">
            <a:avLst>
              <a:gd name="adj" fmla="val 5743"/>
            </a:avLst>
          </a:prstGeom>
          <a:solidFill>
            <a:schemeClr val="lt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  <a:reflection stA="9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23" name="Google Shape;1523;p60"/>
          <p:cNvSpPr txBox="1">
            <a:spLocks noGrp="1"/>
          </p:cNvSpPr>
          <p:nvPr>
            <p:ph type="title"/>
          </p:nvPr>
        </p:nvSpPr>
        <p:spPr>
          <a:xfrm>
            <a:off x="6031226" y="1747027"/>
            <a:ext cx="2782538" cy="8032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accent6"/>
                </a:solidFill>
              </a:rPr>
              <a:t>Conexão de atividade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6B91AA2-6A11-EEA7-4340-DAC0BA583E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76" b="1914"/>
          <a:stretch/>
        </p:blipFill>
        <p:spPr>
          <a:xfrm>
            <a:off x="644937" y="153811"/>
            <a:ext cx="4885519" cy="4989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47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522;p60">
            <a:extLst>
              <a:ext uri="{FF2B5EF4-FFF2-40B4-BE49-F238E27FC236}">
                <a16:creationId xmlns:a16="http://schemas.microsoft.com/office/drawing/2014/main" id="{95D0F9CA-5067-016A-4C24-9DBAF54FB5D5}"/>
              </a:ext>
            </a:extLst>
          </p:cNvPr>
          <p:cNvSpPr/>
          <p:nvPr/>
        </p:nvSpPr>
        <p:spPr>
          <a:xfrm>
            <a:off x="0" y="0"/>
            <a:ext cx="9144001" cy="5143500"/>
          </a:xfrm>
          <a:prstGeom prst="roundRect">
            <a:avLst>
              <a:gd name="adj" fmla="val 0"/>
            </a:avLst>
          </a:prstGeom>
          <a:solidFill>
            <a:schemeClr val="lt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  <a:reflection stA="9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FCEA3D1-93B7-13FE-1469-B8EC10B501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9309"/>
            <a:ext cx="9144000" cy="4104882"/>
          </a:xfrm>
          <a:prstGeom prst="rect">
            <a:avLst/>
          </a:prstGeom>
          <a:solidFill>
            <a:srgbClr val="EEEEEE"/>
          </a:solidFill>
        </p:spPr>
      </p:pic>
      <p:sp>
        <p:nvSpPr>
          <p:cNvPr id="1522" name="Google Shape;1522;p60"/>
          <p:cNvSpPr/>
          <p:nvPr/>
        </p:nvSpPr>
        <p:spPr>
          <a:xfrm>
            <a:off x="304799" y="3592440"/>
            <a:ext cx="3023575" cy="1449460"/>
          </a:xfrm>
          <a:prstGeom prst="roundRect">
            <a:avLst>
              <a:gd name="adj" fmla="val 5743"/>
            </a:avLst>
          </a:prstGeom>
          <a:solidFill>
            <a:schemeClr val="lt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  <a:reflection stA="9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23" name="Google Shape;1523;p60"/>
          <p:cNvSpPr txBox="1">
            <a:spLocks noGrp="1"/>
          </p:cNvSpPr>
          <p:nvPr>
            <p:ph type="title"/>
          </p:nvPr>
        </p:nvSpPr>
        <p:spPr>
          <a:xfrm>
            <a:off x="545836" y="3883335"/>
            <a:ext cx="2594367" cy="8032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accent6"/>
                </a:solidFill>
              </a:rPr>
              <a:t>Diagrama de Classe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522;p60">
            <a:extLst>
              <a:ext uri="{FF2B5EF4-FFF2-40B4-BE49-F238E27FC236}">
                <a16:creationId xmlns:a16="http://schemas.microsoft.com/office/drawing/2014/main" id="{95D0F9CA-5067-016A-4C24-9DBAF54FB5D5}"/>
              </a:ext>
            </a:extLst>
          </p:cNvPr>
          <p:cNvSpPr/>
          <p:nvPr/>
        </p:nvSpPr>
        <p:spPr>
          <a:xfrm>
            <a:off x="0" y="0"/>
            <a:ext cx="9144001" cy="5143500"/>
          </a:xfrm>
          <a:prstGeom prst="roundRect">
            <a:avLst>
              <a:gd name="adj" fmla="val 0"/>
            </a:avLst>
          </a:prstGeom>
          <a:solidFill>
            <a:schemeClr val="lt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  <a:reflection stA="9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EE2BCB3-0532-4179-6AB5-32B3871A7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772" y="0"/>
            <a:ext cx="6461522" cy="5143500"/>
          </a:xfrm>
          <a:prstGeom prst="rect">
            <a:avLst/>
          </a:prstGeom>
        </p:spPr>
      </p:pic>
      <p:sp>
        <p:nvSpPr>
          <p:cNvPr id="1522" name="Google Shape;1522;p60"/>
          <p:cNvSpPr/>
          <p:nvPr/>
        </p:nvSpPr>
        <p:spPr>
          <a:xfrm>
            <a:off x="5918440" y="578306"/>
            <a:ext cx="3023575" cy="1449460"/>
          </a:xfrm>
          <a:prstGeom prst="roundRect">
            <a:avLst>
              <a:gd name="adj" fmla="val 5743"/>
            </a:avLst>
          </a:prstGeom>
          <a:solidFill>
            <a:schemeClr val="lt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  <a:reflection stA="9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23" name="Google Shape;1523;p60"/>
          <p:cNvSpPr txBox="1">
            <a:spLocks noGrp="1"/>
          </p:cNvSpPr>
          <p:nvPr>
            <p:ph type="title"/>
          </p:nvPr>
        </p:nvSpPr>
        <p:spPr>
          <a:xfrm>
            <a:off x="6732913" y="1043370"/>
            <a:ext cx="1472735" cy="5193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accent6"/>
                </a:solidFill>
              </a:rPr>
              <a:t>Pedido</a:t>
            </a:r>
          </a:p>
        </p:txBody>
      </p:sp>
    </p:spTree>
    <p:extLst>
      <p:ext uri="{BB962C8B-B14F-4D97-AF65-F5344CB8AC3E}">
        <p14:creationId xmlns:p14="http://schemas.microsoft.com/office/powerpoint/2010/main" val="3837507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522;p60">
            <a:extLst>
              <a:ext uri="{FF2B5EF4-FFF2-40B4-BE49-F238E27FC236}">
                <a16:creationId xmlns:a16="http://schemas.microsoft.com/office/drawing/2014/main" id="{95D0F9CA-5067-016A-4C24-9DBAF54FB5D5}"/>
              </a:ext>
            </a:extLst>
          </p:cNvPr>
          <p:cNvSpPr/>
          <p:nvPr/>
        </p:nvSpPr>
        <p:spPr>
          <a:xfrm>
            <a:off x="0" y="0"/>
            <a:ext cx="9144001" cy="5143500"/>
          </a:xfrm>
          <a:prstGeom prst="roundRect">
            <a:avLst>
              <a:gd name="adj" fmla="val 0"/>
            </a:avLst>
          </a:prstGeom>
          <a:solidFill>
            <a:schemeClr val="lt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  <a:reflection stA="9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0E85009-938F-A600-4F09-2758DA9CE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445" y="0"/>
            <a:ext cx="6973554" cy="5143500"/>
          </a:xfrm>
          <a:prstGeom prst="rect">
            <a:avLst/>
          </a:prstGeom>
        </p:spPr>
      </p:pic>
      <p:sp>
        <p:nvSpPr>
          <p:cNvPr id="1522" name="Google Shape;1522;p60"/>
          <p:cNvSpPr/>
          <p:nvPr/>
        </p:nvSpPr>
        <p:spPr>
          <a:xfrm>
            <a:off x="270933" y="1470128"/>
            <a:ext cx="3023575" cy="1449460"/>
          </a:xfrm>
          <a:prstGeom prst="roundRect">
            <a:avLst>
              <a:gd name="adj" fmla="val 5743"/>
            </a:avLst>
          </a:prstGeom>
          <a:solidFill>
            <a:schemeClr val="lt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  <a:reflection stA="9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23" name="Google Shape;1523;p60"/>
          <p:cNvSpPr txBox="1">
            <a:spLocks noGrp="1"/>
          </p:cNvSpPr>
          <p:nvPr>
            <p:ph type="title"/>
          </p:nvPr>
        </p:nvSpPr>
        <p:spPr>
          <a:xfrm>
            <a:off x="660625" y="1935192"/>
            <a:ext cx="1955508" cy="5032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accent6"/>
                </a:solidFill>
              </a:rPr>
              <a:t>Faz pedido</a:t>
            </a:r>
          </a:p>
        </p:txBody>
      </p:sp>
    </p:spTree>
    <p:extLst>
      <p:ext uri="{BB962C8B-B14F-4D97-AF65-F5344CB8AC3E}">
        <p14:creationId xmlns:p14="http://schemas.microsoft.com/office/powerpoint/2010/main" val="2975839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522;p60">
            <a:extLst>
              <a:ext uri="{FF2B5EF4-FFF2-40B4-BE49-F238E27FC236}">
                <a16:creationId xmlns:a16="http://schemas.microsoft.com/office/drawing/2014/main" id="{95D0F9CA-5067-016A-4C24-9DBAF54FB5D5}"/>
              </a:ext>
            </a:extLst>
          </p:cNvPr>
          <p:cNvSpPr/>
          <p:nvPr/>
        </p:nvSpPr>
        <p:spPr>
          <a:xfrm>
            <a:off x="0" y="0"/>
            <a:ext cx="9144001" cy="5143500"/>
          </a:xfrm>
          <a:prstGeom prst="roundRect">
            <a:avLst>
              <a:gd name="adj" fmla="val 0"/>
            </a:avLst>
          </a:prstGeom>
          <a:solidFill>
            <a:schemeClr val="lt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  <a:reflection stA="9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D04E150-C8C8-97FD-0B94-6DAF75573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880" y="0"/>
            <a:ext cx="6942239" cy="5143500"/>
          </a:xfrm>
          <a:prstGeom prst="rect">
            <a:avLst/>
          </a:prstGeom>
        </p:spPr>
      </p:pic>
      <p:sp>
        <p:nvSpPr>
          <p:cNvPr id="1522" name="Google Shape;1522;p60"/>
          <p:cNvSpPr/>
          <p:nvPr/>
        </p:nvSpPr>
        <p:spPr>
          <a:xfrm>
            <a:off x="5881510" y="3445684"/>
            <a:ext cx="3023575" cy="1449460"/>
          </a:xfrm>
          <a:prstGeom prst="roundRect">
            <a:avLst>
              <a:gd name="adj" fmla="val 5743"/>
            </a:avLst>
          </a:prstGeom>
          <a:solidFill>
            <a:schemeClr val="lt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  <a:reflection stA="9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23" name="Google Shape;1523;p60"/>
          <p:cNvSpPr txBox="1">
            <a:spLocks noGrp="1"/>
          </p:cNvSpPr>
          <p:nvPr>
            <p:ph type="title"/>
          </p:nvPr>
        </p:nvSpPr>
        <p:spPr>
          <a:xfrm>
            <a:off x="6232526" y="3927681"/>
            <a:ext cx="2321542" cy="4854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accent6"/>
                </a:solidFill>
              </a:rPr>
              <a:t>Criar reserva</a:t>
            </a:r>
          </a:p>
        </p:txBody>
      </p:sp>
    </p:spTree>
    <p:extLst>
      <p:ext uri="{BB962C8B-B14F-4D97-AF65-F5344CB8AC3E}">
        <p14:creationId xmlns:p14="http://schemas.microsoft.com/office/powerpoint/2010/main" val="912316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522;p60">
            <a:extLst>
              <a:ext uri="{FF2B5EF4-FFF2-40B4-BE49-F238E27FC236}">
                <a16:creationId xmlns:a16="http://schemas.microsoft.com/office/drawing/2014/main" id="{95D0F9CA-5067-016A-4C24-9DBAF54FB5D5}"/>
              </a:ext>
            </a:extLst>
          </p:cNvPr>
          <p:cNvSpPr/>
          <p:nvPr/>
        </p:nvSpPr>
        <p:spPr>
          <a:xfrm>
            <a:off x="0" y="0"/>
            <a:ext cx="9144001" cy="5143500"/>
          </a:xfrm>
          <a:prstGeom prst="roundRect">
            <a:avLst>
              <a:gd name="adj" fmla="val 0"/>
            </a:avLst>
          </a:prstGeom>
          <a:solidFill>
            <a:schemeClr val="lt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  <a:reflection stA="9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704C2F7-0DAA-099F-5303-ECC94D397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64" y="0"/>
            <a:ext cx="8671000" cy="5143500"/>
          </a:xfrm>
          <a:prstGeom prst="rect">
            <a:avLst/>
          </a:prstGeom>
        </p:spPr>
      </p:pic>
      <p:sp>
        <p:nvSpPr>
          <p:cNvPr id="1522" name="Google Shape;1522;p60"/>
          <p:cNvSpPr/>
          <p:nvPr/>
        </p:nvSpPr>
        <p:spPr>
          <a:xfrm>
            <a:off x="135467" y="1847020"/>
            <a:ext cx="3023575" cy="1449460"/>
          </a:xfrm>
          <a:prstGeom prst="roundRect">
            <a:avLst>
              <a:gd name="adj" fmla="val 5743"/>
            </a:avLst>
          </a:prstGeom>
          <a:solidFill>
            <a:schemeClr val="lt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  <a:reflection stA="9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23" name="Google Shape;1523;p60"/>
          <p:cNvSpPr txBox="1">
            <a:spLocks noGrp="1"/>
          </p:cNvSpPr>
          <p:nvPr>
            <p:ph type="title"/>
          </p:nvPr>
        </p:nvSpPr>
        <p:spPr>
          <a:xfrm>
            <a:off x="255985" y="2319907"/>
            <a:ext cx="2782538" cy="5036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accent6"/>
                </a:solidFill>
              </a:rPr>
              <a:t>Preparar pedido</a:t>
            </a:r>
          </a:p>
        </p:txBody>
      </p:sp>
    </p:spTree>
    <p:extLst>
      <p:ext uri="{BB962C8B-B14F-4D97-AF65-F5344CB8AC3E}">
        <p14:creationId xmlns:p14="http://schemas.microsoft.com/office/powerpoint/2010/main" val="2211796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522;p60">
            <a:extLst>
              <a:ext uri="{FF2B5EF4-FFF2-40B4-BE49-F238E27FC236}">
                <a16:creationId xmlns:a16="http://schemas.microsoft.com/office/drawing/2014/main" id="{95D0F9CA-5067-016A-4C24-9DBAF54FB5D5}"/>
              </a:ext>
            </a:extLst>
          </p:cNvPr>
          <p:cNvSpPr/>
          <p:nvPr/>
        </p:nvSpPr>
        <p:spPr>
          <a:xfrm>
            <a:off x="0" y="0"/>
            <a:ext cx="9144001" cy="5143500"/>
          </a:xfrm>
          <a:prstGeom prst="roundRect">
            <a:avLst>
              <a:gd name="adj" fmla="val 0"/>
            </a:avLst>
          </a:prstGeom>
          <a:solidFill>
            <a:schemeClr val="lt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  <a:reflection stA="9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172C977-E602-B78E-0C66-24F8AF8EF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82" y="0"/>
            <a:ext cx="6950036" cy="5143500"/>
          </a:xfrm>
          <a:prstGeom prst="rect">
            <a:avLst/>
          </a:prstGeom>
        </p:spPr>
      </p:pic>
      <p:sp>
        <p:nvSpPr>
          <p:cNvPr id="1522" name="Google Shape;1522;p60"/>
          <p:cNvSpPr/>
          <p:nvPr/>
        </p:nvSpPr>
        <p:spPr>
          <a:xfrm>
            <a:off x="5994399" y="567018"/>
            <a:ext cx="3023575" cy="1449460"/>
          </a:xfrm>
          <a:prstGeom prst="roundRect">
            <a:avLst>
              <a:gd name="adj" fmla="val 5743"/>
            </a:avLst>
          </a:prstGeom>
          <a:solidFill>
            <a:schemeClr val="lt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  <a:reflection stA="9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23" name="Google Shape;1523;p60"/>
          <p:cNvSpPr txBox="1">
            <a:spLocks noGrp="1"/>
          </p:cNvSpPr>
          <p:nvPr>
            <p:ph type="title"/>
          </p:nvPr>
        </p:nvSpPr>
        <p:spPr>
          <a:xfrm>
            <a:off x="6424438" y="1015149"/>
            <a:ext cx="2163496" cy="5531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accent6"/>
                </a:solidFill>
              </a:rPr>
              <a:t>Pagamento</a:t>
            </a:r>
          </a:p>
        </p:txBody>
      </p:sp>
    </p:spTree>
    <p:extLst>
      <p:ext uri="{BB962C8B-B14F-4D97-AF65-F5344CB8AC3E}">
        <p14:creationId xmlns:p14="http://schemas.microsoft.com/office/powerpoint/2010/main" val="2488797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6" name="Google Shape;2306;p75"/>
          <p:cNvSpPr/>
          <p:nvPr/>
        </p:nvSpPr>
        <p:spPr>
          <a:xfrm>
            <a:off x="713200" y="3029875"/>
            <a:ext cx="361800" cy="3618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7" name="Google Shape;2307;p75"/>
          <p:cNvSpPr/>
          <p:nvPr/>
        </p:nvSpPr>
        <p:spPr>
          <a:xfrm>
            <a:off x="1318250" y="3029875"/>
            <a:ext cx="361800" cy="3618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8" name="Google Shape;2308;p75"/>
          <p:cNvSpPr/>
          <p:nvPr/>
        </p:nvSpPr>
        <p:spPr>
          <a:xfrm>
            <a:off x="1923250" y="3029875"/>
            <a:ext cx="361800" cy="3618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9" name="Google Shape;2309;p75"/>
          <p:cNvSpPr txBox="1">
            <a:spLocks noGrp="1"/>
          </p:cNvSpPr>
          <p:nvPr>
            <p:ph type="title"/>
          </p:nvPr>
        </p:nvSpPr>
        <p:spPr>
          <a:xfrm>
            <a:off x="713200" y="375275"/>
            <a:ext cx="5526300" cy="87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Obrigado!</a:t>
            </a:r>
            <a:endParaRPr dirty="0"/>
          </a:p>
        </p:txBody>
      </p:sp>
      <p:sp>
        <p:nvSpPr>
          <p:cNvPr id="2310" name="Google Shape;2310;p75"/>
          <p:cNvSpPr txBox="1">
            <a:spLocks noGrp="1"/>
          </p:cNvSpPr>
          <p:nvPr>
            <p:ph type="subTitle" idx="1"/>
          </p:nvPr>
        </p:nvSpPr>
        <p:spPr>
          <a:xfrm>
            <a:off x="713200" y="1684300"/>
            <a:ext cx="3434700" cy="116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pt-BR" b="1" dirty="0"/>
              <a:t>Alguma Dúvida?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pt-BR" dirty="0">
                <a:latin typeface="Darker Grotesque Medium"/>
                <a:ea typeface="Darker Grotesque Medium"/>
                <a:cs typeface="Darker Grotesque Medium"/>
                <a:sym typeface="Darker Grotesque Medium"/>
                <a:hlinkClick r:id="rId3"/>
              </a:rPr>
              <a:t>Niiltondg.39@gmail.com</a:t>
            </a:r>
            <a:r>
              <a:rPr lang="pt-BR" dirty="0"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	</a:t>
            </a:r>
            <a:endParaRPr dirty="0"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dirty="0"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+11  932313383	</a:t>
            </a:r>
            <a:endParaRPr dirty="0"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Darker Grotesque Medium"/>
                <a:ea typeface="Darker Grotesque Medium"/>
                <a:cs typeface="Darker Grotesque Medium"/>
                <a:sym typeface="Darker Grotesque Medium"/>
                <a:hlinkClick r:id="rId4"/>
              </a:rPr>
              <a:t>https://www.linkedin.com/in/nilton-dionisio-guerra-481793163/</a:t>
            </a:r>
            <a:endParaRPr sz="1100" dirty="0"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sp>
        <p:nvSpPr>
          <p:cNvPr id="2311" name="Google Shape;2311;p75"/>
          <p:cNvSpPr txBox="1"/>
          <p:nvPr/>
        </p:nvSpPr>
        <p:spPr>
          <a:xfrm>
            <a:off x="713200" y="4031363"/>
            <a:ext cx="3000000" cy="4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Please keep this slide for attribution</a:t>
            </a:r>
            <a:endParaRPr sz="1200" b="1">
              <a:solidFill>
                <a:schemeClr val="lt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2312" name="Google Shape;2312;p75"/>
          <p:cNvSpPr/>
          <p:nvPr/>
        </p:nvSpPr>
        <p:spPr>
          <a:xfrm>
            <a:off x="2022760" y="3130546"/>
            <a:ext cx="167027" cy="159511"/>
          </a:xfrm>
          <a:custGeom>
            <a:avLst/>
            <a:gdLst/>
            <a:ahLst/>
            <a:cxnLst/>
            <a:rect l="l" t="t" r="r" b="b"/>
            <a:pathLst>
              <a:path w="39025" h="37269" extrusionOk="0">
                <a:moveTo>
                  <a:pt x="4748" y="1"/>
                </a:moveTo>
                <a:cubicBezTo>
                  <a:pt x="1887" y="1"/>
                  <a:pt x="1" y="1919"/>
                  <a:pt x="1" y="4358"/>
                </a:cubicBezTo>
                <a:cubicBezTo>
                  <a:pt x="1" y="6797"/>
                  <a:pt x="1757" y="8683"/>
                  <a:pt x="4618" y="8683"/>
                </a:cubicBezTo>
                <a:lnTo>
                  <a:pt x="4748" y="8683"/>
                </a:lnTo>
                <a:cubicBezTo>
                  <a:pt x="7578" y="8683"/>
                  <a:pt x="9366" y="6797"/>
                  <a:pt x="9366" y="4358"/>
                </a:cubicBezTo>
                <a:cubicBezTo>
                  <a:pt x="9366" y="1919"/>
                  <a:pt x="7578" y="1"/>
                  <a:pt x="4748" y="1"/>
                </a:cubicBezTo>
                <a:close/>
                <a:moveTo>
                  <a:pt x="553" y="12196"/>
                </a:moveTo>
                <a:lnTo>
                  <a:pt x="553" y="37268"/>
                </a:lnTo>
                <a:lnTo>
                  <a:pt x="8813" y="37268"/>
                </a:lnTo>
                <a:lnTo>
                  <a:pt x="8813" y="12196"/>
                </a:lnTo>
                <a:close/>
                <a:moveTo>
                  <a:pt x="29398" y="11545"/>
                </a:moveTo>
                <a:cubicBezTo>
                  <a:pt x="24943" y="11545"/>
                  <a:pt x="22894" y="13984"/>
                  <a:pt x="21821" y="15740"/>
                </a:cubicBezTo>
                <a:lnTo>
                  <a:pt x="21821" y="12196"/>
                </a:lnTo>
                <a:lnTo>
                  <a:pt x="13561" y="12196"/>
                </a:lnTo>
                <a:lnTo>
                  <a:pt x="13561" y="37268"/>
                </a:lnTo>
                <a:lnTo>
                  <a:pt x="21821" y="37268"/>
                </a:lnTo>
                <a:lnTo>
                  <a:pt x="21821" y="23187"/>
                </a:lnTo>
                <a:cubicBezTo>
                  <a:pt x="21821" y="22504"/>
                  <a:pt x="21951" y="21691"/>
                  <a:pt x="22081" y="21138"/>
                </a:cubicBezTo>
                <a:cubicBezTo>
                  <a:pt x="22764" y="19675"/>
                  <a:pt x="24130" y="18179"/>
                  <a:pt x="26439" y="18179"/>
                </a:cubicBezTo>
                <a:cubicBezTo>
                  <a:pt x="29398" y="18179"/>
                  <a:pt x="30634" y="20488"/>
                  <a:pt x="30634" y="23870"/>
                </a:cubicBezTo>
                <a:lnTo>
                  <a:pt x="30634" y="37268"/>
                </a:lnTo>
                <a:lnTo>
                  <a:pt x="39024" y="37268"/>
                </a:lnTo>
                <a:lnTo>
                  <a:pt x="39024" y="22927"/>
                </a:lnTo>
                <a:cubicBezTo>
                  <a:pt x="39024" y="15187"/>
                  <a:pt x="34959" y="11545"/>
                  <a:pt x="29398" y="1154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2313" name="Google Shape;2313;p75"/>
          <p:cNvSpPr/>
          <p:nvPr/>
        </p:nvSpPr>
        <p:spPr>
          <a:xfrm>
            <a:off x="1408137" y="3155736"/>
            <a:ext cx="185661" cy="128081"/>
          </a:xfrm>
          <a:custGeom>
            <a:avLst/>
            <a:gdLst/>
            <a:ahLst/>
            <a:cxnLst/>
            <a:rect l="l" t="t" r="r" b="b"/>
            <a:pathLst>
              <a:path w="39025" h="26922" extrusionOk="0">
                <a:moveTo>
                  <a:pt x="27350" y="0"/>
                </a:moveTo>
                <a:lnTo>
                  <a:pt x="27350" y="0"/>
                </a:lnTo>
                <a:cubicBezTo>
                  <a:pt x="26197" y="125"/>
                  <a:pt x="25134" y="638"/>
                  <a:pt x="24332" y="1395"/>
                </a:cubicBezTo>
                <a:lnTo>
                  <a:pt x="24332" y="1395"/>
                </a:lnTo>
                <a:cubicBezTo>
                  <a:pt x="24579" y="1133"/>
                  <a:pt x="24781" y="747"/>
                  <a:pt x="24781" y="261"/>
                </a:cubicBezTo>
                <a:lnTo>
                  <a:pt x="24781" y="261"/>
                </a:lnTo>
                <a:cubicBezTo>
                  <a:pt x="21951" y="2179"/>
                  <a:pt x="20163" y="6114"/>
                  <a:pt x="18700" y="9756"/>
                </a:cubicBezTo>
                <a:cubicBezTo>
                  <a:pt x="17594" y="8683"/>
                  <a:pt x="16651" y="7870"/>
                  <a:pt x="15838" y="7447"/>
                </a:cubicBezTo>
                <a:cubicBezTo>
                  <a:pt x="13269" y="6114"/>
                  <a:pt x="10407" y="4748"/>
                  <a:pt x="5822" y="2992"/>
                </a:cubicBezTo>
                <a:lnTo>
                  <a:pt x="5822" y="2992"/>
                </a:lnTo>
                <a:cubicBezTo>
                  <a:pt x="5692" y="4488"/>
                  <a:pt x="6505" y="6504"/>
                  <a:pt x="9074" y="7870"/>
                </a:cubicBezTo>
                <a:cubicBezTo>
                  <a:pt x="8521" y="7870"/>
                  <a:pt x="7578" y="8000"/>
                  <a:pt x="6765" y="8130"/>
                </a:cubicBezTo>
                <a:cubicBezTo>
                  <a:pt x="7025" y="9886"/>
                  <a:pt x="8131" y="11382"/>
                  <a:pt x="11090" y="12065"/>
                </a:cubicBezTo>
                <a:cubicBezTo>
                  <a:pt x="9757" y="12195"/>
                  <a:pt x="9074" y="12455"/>
                  <a:pt x="8391" y="13138"/>
                </a:cubicBezTo>
                <a:cubicBezTo>
                  <a:pt x="9015" y="14268"/>
                  <a:pt x="10320" y="15480"/>
                  <a:pt x="12602" y="15480"/>
                </a:cubicBezTo>
                <a:cubicBezTo>
                  <a:pt x="12816" y="15480"/>
                  <a:pt x="13038" y="15469"/>
                  <a:pt x="13269" y="15447"/>
                </a:cubicBezTo>
                <a:lnTo>
                  <a:pt x="13269" y="15447"/>
                </a:lnTo>
                <a:cubicBezTo>
                  <a:pt x="10330" y="16733"/>
                  <a:pt x="11829" y="18855"/>
                  <a:pt x="14050" y="18855"/>
                </a:cubicBezTo>
                <a:cubicBezTo>
                  <a:pt x="14188" y="18855"/>
                  <a:pt x="14329" y="18846"/>
                  <a:pt x="14472" y="18829"/>
                </a:cubicBezTo>
                <a:lnTo>
                  <a:pt x="14472" y="18829"/>
                </a:lnTo>
                <a:cubicBezTo>
                  <a:pt x="12352" y="20949"/>
                  <a:pt x="9610" y="21931"/>
                  <a:pt x="6946" y="21931"/>
                </a:cubicBezTo>
                <a:cubicBezTo>
                  <a:pt x="4337" y="21931"/>
                  <a:pt x="1803" y="20990"/>
                  <a:pt x="1" y="19252"/>
                </a:cubicBezTo>
                <a:lnTo>
                  <a:pt x="1" y="19252"/>
                </a:lnTo>
                <a:cubicBezTo>
                  <a:pt x="3943" y="24613"/>
                  <a:pt x="9785" y="26921"/>
                  <a:pt x="15554" y="26921"/>
                </a:cubicBezTo>
                <a:cubicBezTo>
                  <a:pt x="24064" y="26921"/>
                  <a:pt x="32416" y="21899"/>
                  <a:pt x="34276" y="14244"/>
                </a:cubicBezTo>
                <a:cubicBezTo>
                  <a:pt x="36715" y="14244"/>
                  <a:pt x="38049" y="13431"/>
                  <a:pt x="39024" y="12455"/>
                </a:cubicBezTo>
                <a:lnTo>
                  <a:pt x="39024" y="12455"/>
                </a:lnTo>
                <a:cubicBezTo>
                  <a:pt x="38637" y="12538"/>
                  <a:pt x="38195" y="12574"/>
                  <a:pt x="37736" y="12574"/>
                </a:cubicBezTo>
                <a:cubicBezTo>
                  <a:pt x="36575" y="12574"/>
                  <a:pt x="35306" y="12345"/>
                  <a:pt x="34537" y="12065"/>
                </a:cubicBezTo>
                <a:cubicBezTo>
                  <a:pt x="36715" y="11805"/>
                  <a:pt x="38211" y="10829"/>
                  <a:pt x="38732" y="9496"/>
                </a:cubicBezTo>
                <a:lnTo>
                  <a:pt x="38732" y="9496"/>
                </a:lnTo>
                <a:cubicBezTo>
                  <a:pt x="38222" y="9787"/>
                  <a:pt x="36737" y="10168"/>
                  <a:pt x="35462" y="10168"/>
                </a:cubicBezTo>
                <a:cubicBezTo>
                  <a:pt x="35026" y="10168"/>
                  <a:pt x="34616" y="10124"/>
                  <a:pt x="34276" y="10016"/>
                </a:cubicBezTo>
                <a:cubicBezTo>
                  <a:pt x="34146" y="9626"/>
                  <a:pt x="33984" y="9366"/>
                  <a:pt x="33984" y="9073"/>
                </a:cubicBezTo>
                <a:cubicBezTo>
                  <a:pt x="32954" y="5454"/>
                  <a:pt x="29680" y="2554"/>
                  <a:pt x="26171" y="2554"/>
                </a:cubicBezTo>
                <a:cubicBezTo>
                  <a:pt x="26022" y="2554"/>
                  <a:pt x="25873" y="2559"/>
                  <a:pt x="25724" y="2569"/>
                </a:cubicBezTo>
                <a:cubicBezTo>
                  <a:pt x="26016" y="2439"/>
                  <a:pt x="26277" y="2439"/>
                  <a:pt x="26667" y="2309"/>
                </a:cubicBezTo>
                <a:cubicBezTo>
                  <a:pt x="27090" y="2179"/>
                  <a:pt x="29398" y="1757"/>
                  <a:pt x="28976" y="944"/>
                </a:cubicBezTo>
                <a:cubicBezTo>
                  <a:pt x="28917" y="759"/>
                  <a:pt x="28724" y="687"/>
                  <a:pt x="28453" y="687"/>
                </a:cubicBezTo>
                <a:cubicBezTo>
                  <a:pt x="27531" y="687"/>
                  <a:pt x="25706" y="1526"/>
                  <a:pt x="25203" y="1626"/>
                </a:cubicBezTo>
                <a:cubicBezTo>
                  <a:pt x="26016" y="1366"/>
                  <a:pt x="27220" y="944"/>
                  <a:pt x="2735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2314" name="Google Shape;2314;p75"/>
          <p:cNvSpPr/>
          <p:nvPr/>
        </p:nvSpPr>
        <p:spPr>
          <a:xfrm>
            <a:off x="853801" y="3130546"/>
            <a:ext cx="86334" cy="185661"/>
          </a:xfrm>
          <a:custGeom>
            <a:avLst/>
            <a:gdLst/>
            <a:ahLst/>
            <a:cxnLst/>
            <a:rect l="l" t="t" r="r" b="b"/>
            <a:pathLst>
              <a:path w="18147" h="39025" extrusionOk="0">
                <a:moveTo>
                  <a:pt x="12195" y="1"/>
                </a:moveTo>
                <a:cubicBezTo>
                  <a:pt x="3805" y="1"/>
                  <a:pt x="3935" y="6635"/>
                  <a:pt x="3935" y="7578"/>
                </a:cubicBezTo>
                <a:lnTo>
                  <a:pt x="3935" y="12878"/>
                </a:lnTo>
                <a:lnTo>
                  <a:pt x="0" y="12878"/>
                </a:lnTo>
                <a:lnTo>
                  <a:pt x="0" y="19512"/>
                </a:lnTo>
                <a:lnTo>
                  <a:pt x="3935" y="19512"/>
                </a:lnTo>
                <a:lnTo>
                  <a:pt x="3935" y="39024"/>
                </a:lnTo>
                <a:lnTo>
                  <a:pt x="12065" y="39024"/>
                </a:lnTo>
                <a:lnTo>
                  <a:pt x="12065" y="19512"/>
                </a:lnTo>
                <a:lnTo>
                  <a:pt x="17496" y="19512"/>
                </a:lnTo>
                <a:cubicBezTo>
                  <a:pt x="17496" y="19512"/>
                  <a:pt x="18016" y="16390"/>
                  <a:pt x="18146" y="12878"/>
                </a:cubicBezTo>
                <a:lnTo>
                  <a:pt x="12065" y="12878"/>
                </a:lnTo>
                <a:lnTo>
                  <a:pt x="12065" y="8391"/>
                </a:lnTo>
                <a:cubicBezTo>
                  <a:pt x="12065" y="7740"/>
                  <a:pt x="12878" y="6765"/>
                  <a:pt x="13821" y="6765"/>
                </a:cubicBezTo>
                <a:lnTo>
                  <a:pt x="18146" y="6765"/>
                </a:lnTo>
                <a:lnTo>
                  <a:pt x="18146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grpSp>
        <p:nvGrpSpPr>
          <p:cNvPr id="2315" name="Google Shape;2315;p75"/>
          <p:cNvGrpSpPr/>
          <p:nvPr/>
        </p:nvGrpSpPr>
        <p:grpSpPr>
          <a:xfrm>
            <a:off x="4676874" y="1329001"/>
            <a:ext cx="3628999" cy="2848200"/>
            <a:chOff x="4331274" y="1329001"/>
            <a:chExt cx="3628999" cy="2848200"/>
          </a:xfrm>
        </p:grpSpPr>
        <p:grpSp>
          <p:nvGrpSpPr>
            <p:cNvPr id="2316" name="Google Shape;2316;p75"/>
            <p:cNvGrpSpPr/>
            <p:nvPr/>
          </p:nvGrpSpPr>
          <p:grpSpPr>
            <a:xfrm rot="5400000" flipH="1">
              <a:off x="5234996" y="2541645"/>
              <a:ext cx="801000" cy="801000"/>
              <a:chOff x="5372267" y="434783"/>
              <a:chExt cx="801000" cy="801000"/>
            </a:xfrm>
          </p:grpSpPr>
          <p:sp>
            <p:nvSpPr>
              <p:cNvPr id="2317" name="Google Shape;2317;p75"/>
              <p:cNvSpPr/>
              <p:nvPr/>
            </p:nvSpPr>
            <p:spPr>
              <a:xfrm>
                <a:off x="5372267" y="434783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dk1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Google Shape;2318;p75"/>
              <p:cNvSpPr/>
              <p:nvPr/>
            </p:nvSpPr>
            <p:spPr>
              <a:xfrm rot="10800000" flipH="1">
                <a:off x="5372267" y="434783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dk2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19" name="Google Shape;2319;p75"/>
            <p:cNvSpPr/>
            <p:nvPr/>
          </p:nvSpPr>
          <p:spPr>
            <a:xfrm rot="-430288" flipH="1">
              <a:off x="5768217" y="2126655"/>
              <a:ext cx="542144" cy="1716950"/>
            </a:xfrm>
            <a:custGeom>
              <a:avLst/>
              <a:gdLst/>
              <a:ahLst/>
              <a:cxnLst/>
              <a:rect l="l" t="t" r="r" b="b"/>
              <a:pathLst>
                <a:path w="28348" h="89777" extrusionOk="0">
                  <a:moveTo>
                    <a:pt x="22990" y="0"/>
                  </a:moveTo>
                  <a:cubicBezTo>
                    <a:pt x="20759" y="0"/>
                    <a:pt x="19253" y="2249"/>
                    <a:pt x="18933" y="4480"/>
                  </a:cubicBezTo>
                  <a:cubicBezTo>
                    <a:pt x="18764" y="5765"/>
                    <a:pt x="18764" y="7016"/>
                    <a:pt x="18764" y="8215"/>
                  </a:cubicBezTo>
                  <a:cubicBezTo>
                    <a:pt x="18764" y="10616"/>
                    <a:pt x="18764" y="12881"/>
                    <a:pt x="17445" y="15281"/>
                  </a:cubicBezTo>
                  <a:cubicBezTo>
                    <a:pt x="16634" y="16769"/>
                    <a:pt x="15535" y="18071"/>
                    <a:pt x="14453" y="19322"/>
                  </a:cubicBezTo>
                  <a:cubicBezTo>
                    <a:pt x="13693" y="20235"/>
                    <a:pt x="12881" y="21181"/>
                    <a:pt x="12221" y="22178"/>
                  </a:cubicBezTo>
                  <a:cubicBezTo>
                    <a:pt x="9839" y="25694"/>
                    <a:pt x="9010" y="30005"/>
                    <a:pt x="9805" y="34653"/>
                  </a:cubicBezTo>
                  <a:cubicBezTo>
                    <a:pt x="10515" y="38795"/>
                    <a:pt x="9433" y="42090"/>
                    <a:pt x="6052" y="46030"/>
                  </a:cubicBezTo>
                  <a:cubicBezTo>
                    <a:pt x="3077" y="49512"/>
                    <a:pt x="1" y="53096"/>
                    <a:pt x="964" y="58167"/>
                  </a:cubicBezTo>
                  <a:cubicBezTo>
                    <a:pt x="1302" y="59958"/>
                    <a:pt x="2131" y="61716"/>
                    <a:pt x="2924" y="63441"/>
                  </a:cubicBezTo>
                  <a:cubicBezTo>
                    <a:pt x="4311" y="66364"/>
                    <a:pt x="5714" y="69391"/>
                    <a:pt x="4885" y="72772"/>
                  </a:cubicBezTo>
                  <a:cubicBezTo>
                    <a:pt x="4599" y="73921"/>
                    <a:pt x="4040" y="74985"/>
                    <a:pt x="3517" y="75999"/>
                  </a:cubicBezTo>
                  <a:cubicBezTo>
                    <a:pt x="3246" y="76524"/>
                    <a:pt x="2958" y="77065"/>
                    <a:pt x="2722" y="77606"/>
                  </a:cubicBezTo>
                  <a:cubicBezTo>
                    <a:pt x="1741" y="79837"/>
                    <a:pt x="1471" y="82186"/>
                    <a:pt x="1978" y="84248"/>
                  </a:cubicBezTo>
                  <a:cubicBezTo>
                    <a:pt x="2367" y="85905"/>
                    <a:pt x="3314" y="87426"/>
                    <a:pt x="4565" y="88441"/>
                  </a:cubicBezTo>
                  <a:cubicBezTo>
                    <a:pt x="5020" y="88813"/>
                    <a:pt x="5494" y="89101"/>
                    <a:pt x="6001" y="89320"/>
                  </a:cubicBezTo>
                  <a:cubicBezTo>
                    <a:pt x="6677" y="89624"/>
                    <a:pt x="7472" y="89777"/>
                    <a:pt x="8401" y="89777"/>
                  </a:cubicBezTo>
                  <a:cubicBezTo>
                    <a:pt x="10768" y="89777"/>
                    <a:pt x="13727" y="88762"/>
                    <a:pt x="15552" y="87309"/>
                  </a:cubicBezTo>
                  <a:cubicBezTo>
                    <a:pt x="18527" y="84976"/>
                    <a:pt x="18392" y="81866"/>
                    <a:pt x="18239" y="78569"/>
                  </a:cubicBezTo>
                  <a:cubicBezTo>
                    <a:pt x="18122" y="75932"/>
                    <a:pt x="18003" y="73227"/>
                    <a:pt x="19456" y="70777"/>
                  </a:cubicBezTo>
                  <a:cubicBezTo>
                    <a:pt x="20099" y="69661"/>
                    <a:pt x="20910" y="68647"/>
                    <a:pt x="21671" y="67649"/>
                  </a:cubicBezTo>
                  <a:cubicBezTo>
                    <a:pt x="22972" y="65976"/>
                    <a:pt x="24207" y="64403"/>
                    <a:pt x="24832" y="62426"/>
                  </a:cubicBezTo>
                  <a:cubicBezTo>
                    <a:pt x="25796" y="59418"/>
                    <a:pt x="24967" y="56172"/>
                    <a:pt x="24122" y="53670"/>
                  </a:cubicBezTo>
                  <a:cubicBezTo>
                    <a:pt x="23885" y="52994"/>
                    <a:pt x="23632" y="52300"/>
                    <a:pt x="23396" y="51624"/>
                  </a:cubicBezTo>
                  <a:cubicBezTo>
                    <a:pt x="22600" y="49444"/>
                    <a:pt x="21789" y="47195"/>
                    <a:pt x="21536" y="44846"/>
                  </a:cubicBezTo>
                  <a:cubicBezTo>
                    <a:pt x="21282" y="42226"/>
                    <a:pt x="21773" y="40096"/>
                    <a:pt x="23057" y="38304"/>
                  </a:cubicBezTo>
                  <a:cubicBezTo>
                    <a:pt x="23396" y="37831"/>
                    <a:pt x="23767" y="37391"/>
                    <a:pt x="24122" y="36952"/>
                  </a:cubicBezTo>
                  <a:cubicBezTo>
                    <a:pt x="24680" y="36259"/>
                    <a:pt x="25271" y="35532"/>
                    <a:pt x="25728" y="34754"/>
                  </a:cubicBezTo>
                  <a:cubicBezTo>
                    <a:pt x="27638" y="31441"/>
                    <a:pt x="26826" y="28078"/>
                    <a:pt x="25947" y="24511"/>
                  </a:cubicBezTo>
                  <a:cubicBezTo>
                    <a:pt x="25187" y="21434"/>
                    <a:pt x="24410" y="18274"/>
                    <a:pt x="25508" y="15130"/>
                  </a:cubicBezTo>
                  <a:cubicBezTo>
                    <a:pt x="25812" y="14267"/>
                    <a:pt x="26218" y="13439"/>
                    <a:pt x="26623" y="12644"/>
                  </a:cubicBezTo>
                  <a:cubicBezTo>
                    <a:pt x="26860" y="12155"/>
                    <a:pt x="27097" y="11647"/>
                    <a:pt x="27317" y="11157"/>
                  </a:cubicBezTo>
                  <a:cubicBezTo>
                    <a:pt x="28162" y="9213"/>
                    <a:pt x="28348" y="6745"/>
                    <a:pt x="27790" y="4530"/>
                  </a:cubicBezTo>
                  <a:cubicBezTo>
                    <a:pt x="27317" y="2637"/>
                    <a:pt x="26150" y="1082"/>
                    <a:pt x="24663" y="390"/>
                  </a:cubicBezTo>
                  <a:cubicBezTo>
                    <a:pt x="24105" y="135"/>
                    <a:pt x="23531" y="0"/>
                    <a:pt x="229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20" name="Google Shape;2320;p75"/>
            <p:cNvGrpSpPr/>
            <p:nvPr/>
          </p:nvGrpSpPr>
          <p:grpSpPr>
            <a:xfrm flipH="1">
              <a:off x="5061739" y="1452317"/>
              <a:ext cx="627083" cy="436814"/>
              <a:chOff x="5779976" y="1418876"/>
              <a:chExt cx="421200" cy="293400"/>
            </a:xfrm>
          </p:grpSpPr>
          <p:sp>
            <p:nvSpPr>
              <p:cNvPr id="2321" name="Google Shape;2321;p75"/>
              <p:cNvSpPr/>
              <p:nvPr/>
            </p:nvSpPr>
            <p:spPr>
              <a:xfrm>
                <a:off x="5779976" y="1418876"/>
                <a:ext cx="421200" cy="293400"/>
              </a:xfrm>
              <a:prstGeom prst="wedgeRoundRectCallout">
                <a:avLst>
                  <a:gd name="adj1" fmla="val -17374"/>
                  <a:gd name="adj2" fmla="val 73101"/>
                  <a:gd name="adj3" fmla="val 0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1000"/>
                  </a:schemeClr>
                </a:outerShdw>
                <a:reflection stA="7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Google Shape;2322;p75"/>
              <p:cNvSpPr/>
              <p:nvPr/>
            </p:nvSpPr>
            <p:spPr>
              <a:xfrm>
                <a:off x="5908478" y="1501513"/>
                <a:ext cx="157557" cy="139114"/>
              </a:xfrm>
              <a:custGeom>
                <a:avLst/>
                <a:gdLst/>
                <a:ahLst/>
                <a:cxnLst/>
                <a:rect l="l" t="t" r="r" b="b"/>
                <a:pathLst>
                  <a:path w="19273" h="17017" extrusionOk="0">
                    <a:moveTo>
                      <a:pt x="5119" y="1"/>
                    </a:moveTo>
                    <a:cubicBezTo>
                      <a:pt x="2198" y="1"/>
                      <a:pt x="0" y="2389"/>
                      <a:pt x="0" y="5554"/>
                    </a:cubicBezTo>
                    <a:cubicBezTo>
                      <a:pt x="0" y="8974"/>
                      <a:pt x="2744" y="11311"/>
                      <a:pt x="6902" y="14855"/>
                    </a:cubicBezTo>
                    <a:cubicBezTo>
                      <a:pt x="7607" y="15458"/>
                      <a:pt x="8408" y="16138"/>
                      <a:pt x="9239" y="16867"/>
                    </a:cubicBezTo>
                    <a:cubicBezTo>
                      <a:pt x="9352" y="16966"/>
                      <a:pt x="9493" y="17016"/>
                      <a:pt x="9635" y="17016"/>
                    </a:cubicBezTo>
                    <a:cubicBezTo>
                      <a:pt x="9776" y="17016"/>
                      <a:pt x="9918" y="16966"/>
                      <a:pt x="10031" y="16867"/>
                    </a:cubicBezTo>
                    <a:cubicBezTo>
                      <a:pt x="10862" y="16138"/>
                      <a:pt x="11663" y="15458"/>
                      <a:pt x="12370" y="14855"/>
                    </a:cubicBezTo>
                    <a:cubicBezTo>
                      <a:pt x="16526" y="11314"/>
                      <a:pt x="19272" y="8974"/>
                      <a:pt x="19272" y="5554"/>
                    </a:cubicBezTo>
                    <a:cubicBezTo>
                      <a:pt x="19272" y="2389"/>
                      <a:pt x="17071" y="1"/>
                      <a:pt x="14153" y="1"/>
                    </a:cubicBezTo>
                    <a:cubicBezTo>
                      <a:pt x="13105" y="1"/>
                      <a:pt x="12148" y="332"/>
                      <a:pt x="11301" y="986"/>
                    </a:cubicBezTo>
                    <a:cubicBezTo>
                      <a:pt x="10491" y="1612"/>
                      <a:pt x="9952" y="2410"/>
                      <a:pt x="9636" y="2991"/>
                    </a:cubicBezTo>
                    <a:cubicBezTo>
                      <a:pt x="9317" y="2410"/>
                      <a:pt x="8778" y="1612"/>
                      <a:pt x="7968" y="986"/>
                    </a:cubicBezTo>
                    <a:cubicBezTo>
                      <a:pt x="7122" y="332"/>
                      <a:pt x="6164" y="1"/>
                      <a:pt x="51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8000"/>
                  </a:schemeClr>
                </a:outerShdw>
                <a:reflection stA="7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  <p:sp>
          <p:nvSpPr>
            <p:cNvPr id="2323" name="Google Shape;2323;p75"/>
            <p:cNvSpPr/>
            <p:nvPr/>
          </p:nvSpPr>
          <p:spPr>
            <a:xfrm>
              <a:off x="6282673" y="1329001"/>
              <a:ext cx="1677600" cy="2848200"/>
            </a:xfrm>
            <a:prstGeom prst="roundRect">
              <a:avLst>
                <a:gd name="adj" fmla="val 10049"/>
              </a:avLst>
            </a:pr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6000"/>
                </a:schemeClr>
              </a:outerShdw>
              <a:reflection stA="7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75"/>
            <p:cNvSpPr/>
            <p:nvPr/>
          </p:nvSpPr>
          <p:spPr>
            <a:xfrm>
              <a:off x="6331650" y="1860175"/>
              <a:ext cx="1577700" cy="2260500"/>
            </a:xfrm>
            <a:prstGeom prst="roundRect">
              <a:avLst>
                <a:gd name="adj" fmla="val 3424"/>
              </a:avLst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6000"/>
                </a:schemeClr>
              </a:outerShdw>
              <a:reflection stA="7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75"/>
            <p:cNvSpPr/>
            <p:nvPr/>
          </p:nvSpPr>
          <p:spPr>
            <a:xfrm>
              <a:off x="6474026" y="1445487"/>
              <a:ext cx="71135" cy="71135"/>
            </a:xfrm>
            <a:custGeom>
              <a:avLst/>
              <a:gdLst/>
              <a:ahLst/>
              <a:cxnLst/>
              <a:rect l="l" t="t" r="r" b="b"/>
              <a:pathLst>
                <a:path w="3655" h="3655" extrusionOk="0">
                  <a:moveTo>
                    <a:pt x="1838" y="1"/>
                  </a:moveTo>
                  <a:cubicBezTo>
                    <a:pt x="822" y="1"/>
                    <a:pt x="1" y="822"/>
                    <a:pt x="1" y="1838"/>
                  </a:cubicBezTo>
                  <a:cubicBezTo>
                    <a:pt x="1" y="2834"/>
                    <a:pt x="822" y="3655"/>
                    <a:pt x="1838" y="3655"/>
                  </a:cubicBezTo>
                  <a:cubicBezTo>
                    <a:pt x="2834" y="3655"/>
                    <a:pt x="3655" y="2834"/>
                    <a:pt x="3655" y="1838"/>
                  </a:cubicBezTo>
                  <a:cubicBezTo>
                    <a:pt x="3655" y="822"/>
                    <a:pt x="2834" y="1"/>
                    <a:pt x="18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75"/>
            <p:cNvSpPr/>
            <p:nvPr/>
          </p:nvSpPr>
          <p:spPr>
            <a:xfrm>
              <a:off x="6615915" y="1445487"/>
              <a:ext cx="71174" cy="71135"/>
            </a:xfrm>
            <a:custGeom>
              <a:avLst/>
              <a:gdLst/>
              <a:ahLst/>
              <a:cxnLst/>
              <a:rect l="l" t="t" r="r" b="b"/>
              <a:pathLst>
                <a:path w="3657" h="3655" extrusionOk="0">
                  <a:moveTo>
                    <a:pt x="1838" y="1"/>
                  </a:moveTo>
                  <a:cubicBezTo>
                    <a:pt x="821" y="1"/>
                    <a:pt x="0" y="822"/>
                    <a:pt x="0" y="1838"/>
                  </a:cubicBezTo>
                  <a:cubicBezTo>
                    <a:pt x="0" y="2834"/>
                    <a:pt x="821" y="3655"/>
                    <a:pt x="1838" y="3655"/>
                  </a:cubicBezTo>
                  <a:cubicBezTo>
                    <a:pt x="2835" y="3655"/>
                    <a:pt x="3656" y="2834"/>
                    <a:pt x="3656" y="1838"/>
                  </a:cubicBezTo>
                  <a:cubicBezTo>
                    <a:pt x="3656" y="822"/>
                    <a:pt x="2835" y="1"/>
                    <a:pt x="18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75"/>
            <p:cNvSpPr/>
            <p:nvPr/>
          </p:nvSpPr>
          <p:spPr>
            <a:xfrm>
              <a:off x="6757823" y="1445487"/>
              <a:ext cx="71155" cy="71135"/>
            </a:xfrm>
            <a:custGeom>
              <a:avLst/>
              <a:gdLst/>
              <a:ahLst/>
              <a:cxnLst/>
              <a:rect l="l" t="t" r="r" b="b"/>
              <a:pathLst>
                <a:path w="3656" h="3655" extrusionOk="0">
                  <a:moveTo>
                    <a:pt x="1838" y="1"/>
                  </a:moveTo>
                  <a:cubicBezTo>
                    <a:pt x="822" y="1"/>
                    <a:pt x="1" y="822"/>
                    <a:pt x="1" y="1838"/>
                  </a:cubicBezTo>
                  <a:cubicBezTo>
                    <a:pt x="1" y="2834"/>
                    <a:pt x="822" y="3655"/>
                    <a:pt x="1838" y="3655"/>
                  </a:cubicBezTo>
                  <a:cubicBezTo>
                    <a:pt x="2834" y="3655"/>
                    <a:pt x="3655" y="2834"/>
                    <a:pt x="3655" y="1838"/>
                  </a:cubicBezTo>
                  <a:cubicBezTo>
                    <a:pt x="3655" y="822"/>
                    <a:pt x="2834" y="1"/>
                    <a:pt x="18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75"/>
            <p:cNvSpPr/>
            <p:nvPr/>
          </p:nvSpPr>
          <p:spPr>
            <a:xfrm>
              <a:off x="6432549" y="1666144"/>
              <a:ext cx="721670" cy="44511"/>
            </a:xfrm>
            <a:custGeom>
              <a:avLst/>
              <a:gdLst/>
              <a:ahLst/>
              <a:cxnLst/>
              <a:rect l="l" t="t" r="r" b="b"/>
              <a:pathLst>
                <a:path w="37080" h="2287" extrusionOk="0">
                  <a:moveTo>
                    <a:pt x="1154" y="0"/>
                  </a:moveTo>
                  <a:cubicBezTo>
                    <a:pt x="529" y="0"/>
                    <a:pt x="0" y="508"/>
                    <a:pt x="0" y="1134"/>
                  </a:cubicBezTo>
                  <a:cubicBezTo>
                    <a:pt x="0" y="1778"/>
                    <a:pt x="529" y="2286"/>
                    <a:pt x="1154" y="2286"/>
                  </a:cubicBezTo>
                  <a:lnTo>
                    <a:pt x="35925" y="2286"/>
                  </a:lnTo>
                  <a:cubicBezTo>
                    <a:pt x="36551" y="2286"/>
                    <a:pt x="37079" y="1778"/>
                    <a:pt x="37079" y="1134"/>
                  </a:cubicBezTo>
                  <a:cubicBezTo>
                    <a:pt x="37079" y="508"/>
                    <a:pt x="36551" y="0"/>
                    <a:pt x="359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75"/>
            <p:cNvSpPr/>
            <p:nvPr/>
          </p:nvSpPr>
          <p:spPr>
            <a:xfrm>
              <a:off x="6068484" y="2157656"/>
              <a:ext cx="1677629" cy="1677220"/>
            </a:xfrm>
            <a:custGeom>
              <a:avLst/>
              <a:gdLst/>
              <a:ahLst/>
              <a:cxnLst/>
              <a:rect l="l" t="t" r="r" b="b"/>
              <a:pathLst>
                <a:path w="86198" h="86177" extrusionOk="0">
                  <a:moveTo>
                    <a:pt x="1583" y="0"/>
                  </a:moveTo>
                  <a:cubicBezTo>
                    <a:pt x="705" y="0"/>
                    <a:pt x="1" y="704"/>
                    <a:pt x="1" y="1564"/>
                  </a:cubicBezTo>
                  <a:lnTo>
                    <a:pt x="1" y="84594"/>
                  </a:lnTo>
                  <a:cubicBezTo>
                    <a:pt x="1" y="85473"/>
                    <a:pt x="705" y="86177"/>
                    <a:pt x="1583" y="86177"/>
                  </a:cubicBezTo>
                  <a:lnTo>
                    <a:pt x="84614" y="86177"/>
                  </a:lnTo>
                  <a:cubicBezTo>
                    <a:pt x="85494" y="86177"/>
                    <a:pt x="86198" y="85473"/>
                    <a:pt x="86198" y="84594"/>
                  </a:cubicBezTo>
                  <a:lnTo>
                    <a:pt x="86198" y="1564"/>
                  </a:lnTo>
                  <a:cubicBezTo>
                    <a:pt x="86198" y="704"/>
                    <a:pt x="85494" y="0"/>
                    <a:pt x="846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75"/>
            <p:cNvSpPr/>
            <p:nvPr/>
          </p:nvSpPr>
          <p:spPr>
            <a:xfrm>
              <a:off x="6098536" y="3037212"/>
              <a:ext cx="1617509" cy="768049"/>
            </a:xfrm>
            <a:custGeom>
              <a:avLst/>
              <a:gdLst/>
              <a:ahLst/>
              <a:cxnLst/>
              <a:rect l="l" t="t" r="r" b="b"/>
              <a:pathLst>
                <a:path w="83109" h="39463" extrusionOk="0">
                  <a:moveTo>
                    <a:pt x="83070" y="0"/>
                  </a:moveTo>
                  <a:lnTo>
                    <a:pt x="0" y="19"/>
                  </a:lnTo>
                  <a:lnTo>
                    <a:pt x="39" y="39462"/>
                  </a:lnTo>
                  <a:lnTo>
                    <a:pt x="83070" y="39462"/>
                  </a:lnTo>
                  <a:lnTo>
                    <a:pt x="83109" y="39443"/>
                  </a:lnTo>
                  <a:lnTo>
                    <a:pt x="8307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75"/>
            <p:cNvSpPr/>
            <p:nvPr/>
          </p:nvSpPr>
          <p:spPr>
            <a:xfrm>
              <a:off x="6098536" y="2187318"/>
              <a:ext cx="1616750" cy="849869"/>
            </a:xfrm>
            <a:custGeom>
              <a:avLst/>
              <a:gdLst/>
              <a:ahLst/>
              <a:cxnLst/>
              <a:rect l="l" t="t" r="r" b="b"/>
              <a:pathLst>
                <a:path w="83070" h="43667" extrusionOk="0">
                  <a:moveTo>
                    <a:pt x="83070" y="1"/>
                  </a:moveTo>
                  <a:lnTo>
                    <a:pt x="0" y="40"/>
                  </a:lnTo>
                  <a:lnTo>
                    <a:pt x="39" y="43666"/>
                  </a:lnTo>
                  <a:lnTo>
                    <a:pt x="83070" y="43666"/>
                  </a:lnTo>
                  <a:lnTo>
                    <a:pt x="8307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75"/>
            <p:cNvSpPr/>
            <p:nvPr/>
          </p:nvSpPr>
          <p:spPr>
            <a:xfrm>
              <a:off x="6818296" y="2384386"/>
              <a:ext cx="323000" cy="448903"/>
            </a:xfrm>
            <a:custGeom>
              <a:avLst/>
              <a:gdLst/>
              <a:ahLst/>
              <a:cxnLst/>
              <a:rect l="l" t="t" r="r" b="b"/>
              <a:pathLst>
                <a:path w="16596" h="23065" extrusionOk="0">
                  <a:moveTo>
                    <a:pt x="6862" y="1"/>
                  </a:moveTo>
                  <a:cubicBezTo>
                    <a:pt x="6198" y="1"/>
                    <a:pt x="5650" y="548"/>
                    <a:pt x="5650" y="1231"/>
                  </a:cubicBezTo>
                  <a:lnTo>
                    <a:pt x="5650" y="3402"/>
                  </a:lnTo>
                  <a:lnTo>
                    <a:pt x="157" y="10574"/>
                  </a:lnTo>
                  <a:cubicBezTo>
                    <a:pt x="40" y="10712"/>
                    <a:pt x="1" y="10868"/>
                    <a:pt x="1" y="11024"/>
                  </a:cubicBezTo>
                  <a:lnTo>
                    <a:pt x="1" y="22322"/>
                  </a:lnTo>
                  <a:cubicBezTo>
                    <a:pt x="1" y="22731"/>
                    <a:pt x="334" y="23065"/>
                    <a:pt x="744" y="23065"/>
                  </a:cubicBezTo>
                  <a:lnTo>
                    <a:pt x="13430" y="23065"/>
                  </a:lnTo>
                  <a:cubicBezTo>
                    <a:pt x="14329" y="23065"/>
                    <a:pt x="15051" y="22341"/>
                    <a:pt x="15051" y="21441"/>
                  </a:cubicBezTo>
                  <a:cubicBezTo>
                    <a:pt x="15051" y="20542"/>
                    <a:pt x="14329" y="19820"/>
                    <a:pt x="13430" y="19820"/>
                  </a:cubicBezTo>
                  <a:lnTo>
                    <a:pt x="14035" y="19820"/>
                  </a:lnTo>
                  <a:cubicBezTo>
                    <a:pt x="15012" y="19820"/>
                    <a:pt x="15794" y="19018"/>
                    <a:pt x="15794" y="18040"/>
                  </a:cubicBezTo>
                  <a:cubicBezTo>
                    <a:pt x="15794" y="17084"/>
                    <a:pt x="15012" y="16281"/>
                    <a:pt x="14035" y="16281"/>
                  </a:cubicBezTo>
                  <a:lnTo>
                    <a:pt x="14368" y="16281"/>
                  </a:lnTo>
                  <a:cubicBezTo>
                    <a:pt x="15384" y="16281"/>
                    <a:pt x="16205" y="15460"/>
                    <a:pt x="16205" y="14444"/>
                  </a:cubicBezTo>
                  <a:cubicBezTo>
                    <a:pt x="16205" y="13428"/>
                    <a:pt x="15384" y="12607"/>
                    <a:pt x="14368" y="12607"/>
                  </a:cubicBezTo>
                  <a:lnTo>
                    <a:pt x="14681" y="12607"/>
                  </a:lnTo>
                  <a:cubicBezTo>
                    <a:pt x="15736" y="12607"/>
                    <a:pt x="16596" y="11747"/>
                    <a:pt x="16596" y="10691"/>
                  </a:cubicBezTo>
                  <a:cubicBezTo>
                    <a:pt x="16596" y="9636"/>
                    <a:pt x="15736" y="8776"/>
                    <a:pt x="14681" y="8776"/>
                  </a:cubicBezTo>
                  <a:lnTo>
                    <a:pt x="7819" y="8776"/>
                  </a:lnTo>
                  <a:cubicBezTo>
                    <a:pt x="8836" y="7193"/>
                    <a:pt x="9383" y="5336"/>
                    <a:pt x="9383" y="3459"/>
                  </a:cubicBezTo>
                  <a:lnTo>
                    <a:pt x="9383" y="2521"/>
                  </a:lnTo>
                  <a:cubicBezTo>
                    <a:pt x="9383" y="1134"/>
                    <a:pt x="8249" y="1"/>
                    <a:pt x="68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75"/>
            <p:cNvSpPr/>
            <p:nvPr/>
          </p:nvSpPr>
          <p:spPr>
            <a:xfrm>
              <a:off x="6673371" y="2579936"/>
              <a:ext cx="122516" cy="289874"/>
            </a:xfrm>
            <a:custGeom>
              <a:avLst/>
              <a:gdLst/>
              <a:ahLst/>
              <a:cxnLst/>
              <a:rect l="l" t="t" r="r" b="b"/>
              <a:pathLst>
                <a:path w="6295" h="14894" extrusionOk="0">
                  <a:moveTo>
                    <a:pt x="997" y="0"/>
                  </a:moveTo>
                  <a:cubicBezTo>
                    <a:pt x="449" y="0"/>
                    <a:pt x="1" y="430"/>
                    <a:pt x="1" y="977"/>
                  </a:cubicBezTo>
                  <a:lnTo>
                    <a:pt x="1" y="13896"/>
                  </a:lnTo>
                  <a:cubicBezTo>
                    <a:pt x="1" y="14444"/>
                    <a:pt x="449" y="14894"/>
                    <a:pt x="997" y="14894"/>
                  </a:cubicBezTo>
                  <a:lnTo>
                    <a:pt x="5297" y="14894"/>
                  </a:lnTo>
                  <a:cubicBezTo>
                    <a:pt x="5844" y="14894"/>
                    <a:pt x="6294" y="14444"/>
                    <a:pt x="6294" y="13896"/>
                  </a:cubicBezTo>
                  <a:lnTo>
                    <a:pt x="6294" y="977"/>
                  </a:lnTo>
                  <a:cubicBezTo>
                    <a:pt x="6294" y="430"/>
                    <a:pt x="5844" y="0"/>
                    <a:pt x="52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75"/>
            <p:cNvSpPr/>
            <p:nvPr/>
          </p:nvSpPr>
          <p:spPr>
            <a:xfrm>
              <a:off x="6432938" y="3180249"/>
              <a:ext cx="101575" cy="101575"/>
            </a:xfrm>
            <a:custGeom>
              <a:avLst/>
              <a:gdLst/>
              <a:ahLst/>
              <a:cxnLst/>
              <a:rect l="l" t="t" r="r" b="b"/>
              <a:pathLst>
                <a:path w="5219" h="5219" extrusionOk="0">
                  <a:moveTo>
                    <a:pt x="2600" y="0"/>
                  </a:moveTo>
                  <a:cubicBezTo>
                    <a:pt x="1173" y="0"/>
                    <a:pt x="1" y="1173"/>
                    <a:pt x="1" y="2619"/>
                  </a:cubicBezTo>
                  <a:cubicBezTo>
                    <a:pt x="1" y="4066"/>
                    <a:pt x="1173" y="5218"/>
                    <a:pt x="2600" y="5218"/>
                  </a:cubicBezTo>
                  <a:cubicBezTo>
                    <a:pt x="4046" y="5218"/>
                    <a:pt x="5219" y="4066"/>
                    <a:pt x="5219" y="2619"/>
                  </a:cubicBezTo>
                  <a:cubicBezTo>
                    <a:pt x="5219" y="1173"/>
                    <a:pt x="4046" y="0"/>
                    <a:pt x="26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75"/>
            <p:cNvSpPr/>
            <p:nvPr/>
          </p:nvSpPr>
          <p:spPr>
            <a:xfrm>
              <a:off x="6432938" y="3370466"/>
              <a:ext cx="101575" cy="101575"/>
            </a:xfrm>
            <a:custGeom>
              <a:avLst/>
              <a:gdLst/>
              <a:ahLst/>
              <a:cxnLst/>
              <a:rect l="l" t="t" r="r" b="b"/>
              <a:pathLst>
                <a:path w="5219" h="5219" extrusionOk="0">
                  <a:moveTo>
                    <a:pt x="2600" y="0"/>
                  </a:moveTo>
                  <a:cubicBezTo>
                    <a:pt x="1173" y="0"/>
                    <a:pt x="1" y="1173"/>
                    <a:pt x="1" y="2619"/>
                  </a:cubicBezTo>
                  <a:cubicBezTo>
                    <a:pt x="1" y="4045"/>
                    <a:pt x="1173" y="5218"/>
                    <a:pt x="2600" y="5218"/>
                  </a:cubicBezTo>
                  <a:cubicBezTo>
                    <a:pt x="4046" y="5218"/>
                    <a:pt x="5219" y="4045"/>
                    <a:pt x="5219" y="2619"/>
                  </a:cubicBezTo>
                  <a:cubicBezTo>
                    <a:pt x="5219" y="1173"/>
                    <a:pt x="4046" y="0"/>
                    <a:pt x="26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36" name="Google Shape;2336;p75"/>
            <p:cNvGrpSpPr/>
            <p:nvPr/>
          </p:nvGrpSpPr>
          <p:grpSpPr>
            <a:xfrm>
              <a:off x="6647232" y="3130557"/>
              <a:ext cx="948437" cy="402155"/>
              <a:chOff x="5806369" y="3534407"/>
              <a:chExt cx="948437" cy="402155"/>
            </a:xfrm>
          </p:grpSpPr>
          <p:sp>
            <p:nvSpPr>
              <p:cNvPr id="2337" name="Google Shape;2337;p75"/>
              <p:cNvSpPr/>
              <p:nvPr/>
            </p:nvSpPr>
            <p:spPr>
              <a:xfrm>
                <a:off x="6432938" y="3560663"/>
                <a:ext cx="101580" cy="101580"/>
              </a:xfrm>
              <a:custGeom>
                <a:avLst/>
                <a:gdLst/>
                <a:ahLst/>
                <a:cxnLst/>
                <a:rect l="l" t="t" r="r" b="b"/>
                <a:pathLst>
                  <a:path w="5219" h="5219" extrusionOk="0">
                    <a:moveTo>
                      <a:pt x="2600" y="1"/>
                    </a:moveTo>
                    <a:cubicBezTo>
                      <a:pt x="1173" y="1"/>
                      <a:pt x="1" y="1153"/>
                      <a:pt x="1" y="2600"/>
                    </a:cubicBezTo>
                    <a:cubicBezTo>
                      <a:pt x="1" y="4046"/>
                      <a:pt x="1173" y="5219"/>
                      <a:pt x="2600" y="5219"/>
                    </a:cubicBezTo>
                    <a:cubicBezTo>
                      <a:pt x="4046" y="5219"/>
                      <a:pt x="5219" y="4046"/>
                      <a:pt x="5219" y="2600"/>
                    </a:cubicBezTo>
                    <a:cubicBezTo>
                      <a:pt x="5219" y="1153"/>
                      <a:pt x="4046" y="1"/>
                      <a:pt x="2600" y="1"/>
                    </a:cubicBezTo>
                    <a:close/>
                  </a:path>
                </a:pathLst>
              </a:custGeom>
              <a:solidFill>
                <a:srgbClr val="C7A2F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  <a:reflection stA="7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Google Shape;2338;p75"/>
              <p:cNvSpPr/>
              <p:nvPr/>
            </p:nvSpPr>
            <p:spPr>
              <a:xfrm>
                <a:off x="5806369" y="3653504"/>
                <a:ext cx="948437" cy="283058"/>
              </a:xfrm>
              <a:custGeom>
                <a:avLst/>
                <a:gdLst/>
                <a:ahLst/>
                <a:cxnLst/>
                <a:rect l="l" t="t" r="r" b="b"/>
                <a:pathLst>
                  <a:path w="48729" h="14543" extrusionOk="0">
                    <a:moveTo>
                      <a:pt x="0" y="0"/>
                    </a:moveTo>
                    <a:lnTo>
                      <a:pt x="0" y="11688"/>
                    </a:lnTo>
                    <a:cubicBezTo>
                      <a:pt x="0" y="13271"/>
                      <a:pt x="1271" y="14542"/>
                      <a:pt x="2854" y="14542"/>
                    </a:cubicBezTo>
                    <a:lnTo>
                      <a:pt x="45875" y="14542"/>
                    </a:lnTo>
                    <a:cubicBezTo>
                      <a:pt x="47438" y="14542"/>
                      <a:pt x="48728" y="13271"/>
                      <a:pt x="48728" y="11688"/>
                    </a:cubicBezTo>
                    <a:lnTo>
                      <a:pt x="487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4000"/>
                  </a:schemeClr>
                </a:outerShdw>
                <a:reflection stA="7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Google Shape;2339;p75"/>
              <p:cNvSpPr/>
              <p:nvPr/>
            </p:nvSpPr>
            <p:spPr>
              <a:xfrm>
                <a:off x="5806369" y="3534407"/>
                <a:ext cx="948437" cy="119117"/>
              </a:xfrm>
              <a:custGeom>
                <a:avLst/>
                <a:gdLst/>
                <a:ahLst/>
                <a:cxnLst/>
                <a:rect l="l" t="t" r="r" b="b"/>
                <a:pathLst>
                  <a:path w="48729" h="6120" extrusionOk="0">
                    <a:moveTo>
                      <a:pt x="2854" y="1"/>
                    </a:moveTo>
                    <a:cubicBezTo>
                      <a:pt x="1271" y="1"/>
                      <a:pt x="0" y="1291"/>
                      <a:pt x="0" y="2854"/>
                    </a:cubicBezTo>
                    <a:lnTo>
                      <a:pt x="0" y="6119"/>
                    </a:lnTo>
                    <a:lnTo>
                      <a:pt x="48728" y="6119"/>
                    </a:lnTo>
                    <a:lnTo>
                      <a:pt x="48728" y="2854"/>
                    </a:lnTo>
                    <a:cubicBezTo>
                      <a:pt x="48728" y="1291"/>
                      <a:pt x="47438" y="1"/>
                      <a:pt x="4587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4000"/>
                  </a:schemeClr>
                </a:outerShdw>
                <a:reflection stA="7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Google Shape;2340;p75"/>
              <p:cNvSpPr/>
              <p:nvPr/>
            </p:nvSpPr>
            <p:spPr>
              <a:xfrm>
                <a:off x="5961201" y="3572847"/>
                <a:ext cx="37681" cy="37662"/>
              </a:xfrm>
              <a:custGeom>
                <a:avLst/>
                <a:gdLst/>
                <a:ahLst/>
                <a:cxnLst/>
                <a:rect l="l" t="t" r="r" b="b"/>
                <a:pathLst>
                  <a:path w="1936" h="1935" extrusionOk="0">
                    <a:moveTo>
                      <a:pt x="978" y="0"/>
                    </a:moveTo>
                    <a:cubicBezTo>
                      <a:pt x="431" y="0"/>
                      <a:pt x="1" y="430"/>
                      <a:pt x="1" y="978"/>
                    </a:cubicBezTo>
                    <a:cubicBezTo>
                      <a:pt x="1" y="1505"/>
                      <a:pt x="431" y="1935"/>
                      <a:pt x="978" y="1935"/>
                    </a:cubicBezTo>
                    <a:cubicBezTo>
                      <a:pt x="1505" y="1935"/>
                      <a:pt x="1935" y="1505"/>
                      <a:pt x="1935" y="978"/>
                    </a:cubicBezTo>
                    <a:cubicBezTo>
                      <a:pt x="1935" y="430"/>
                      <a:pt x="1505" y="0"/>
                      <a:pt x="9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  <a:reflection stA="7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Google Shape;2341;p75"/>
              <p:cNvSpPr/>
              <p:nvPr/>
            </p:nvSpPr>
            <p:spPr>
              <a:xfrm>
                <a:off x="6043376" y="3572847"/>
                <a:ext cx="37681" cy="37662"/>
              </a:xfrm>
              <a:custGeom>
                <a:avLst/>
                <a:gdLst/>
                <a:ahLst/>
                <a:cxnLst/>
                <a:rect l="l" t="t" r="r" b="b"/>
                <a:pathLst>
                  <a:path w="1936" h="1935" extrusionOk="0">
                    <a:moveTo>
                      <a:pt x="958" y="0"/>
                    </a:moveTo>
                    <a:cubicBezTo>
                      <a:pt x="431" y="0"/>
                      <a:pt x="1" y="430"/>
                      <a:pt x="1" y="978"/>
                    </a:cubicBezTo>
                    <a:cubicBezTo>
                      <a:pt x="1" y="1505"/>
                      <a:pt x="431" y="1935"/>
                      <a:pt x="958" y="1935"/>
                    </a:cubicBezTo>
                    <a:cubicBezTo>
                      <a:pt x="1505" y="1935"/>
                      <a:pt x="1935" y="1505"/>
                      <a:pt x="1935" y="978"/>
                    </a:cubicBezTo>
                    <a:cubicBezTo>
                      <a:pt x="1935" y="430"/>
                      <a:pt x="1505" y="0"/>
                      <a:pt x="95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  <a:reflection stA="7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Google Shape;2342;p75"/>
              <p:cNvSpPr/>
              <p:nvPr/>
            </p:nvSpPr>
            <p:spPr>
              <a:xfrm>
                <a:off x="5907949" y="3721217"/>
                <a:ext cx="145353" cy="144945"/>
              </a:xfrm>
              <a:custGeom>
                <a:avLst/>
                <a:gdLst/>
                <a:ahLst/>
                <a:cxnLst/>
                <a:rect l="l" t="t" r="r" b="b"/>
                <a:pathLst>
                  <a:path w="7468" h="7447" extrusionOk="0">
                    <a:moveTo>
                      <a:pt x="3733" y="0"/>
                    </a:moveTo>
                    <a:cubicBezTo>
                      <a:pt x="1681" y="0"/>
                      <a:pt x="1" y="1661"/>
                      <a:pt x="1" y="3714"/>
                    </a:cubicBezTo>
                    <a:cubicBezTo>
                      <a:pt x="1" y="5786"/>
                      <a:pt x="1681" y="7446"/>
                      <a:pt x="3733" y="7446"/>
                    </a:cubicBezTo>
                    <a:cubicBezTo>
                      <a:pt x="5805" y="7446"/>
                      <a:pt x="7467" y="5786"/>
                      <a:pt x="7467" y="3714"/>
                    </a:cubicBezTo>
                    <a:cubicBezTo>
                      <a:pt x="7467" y="1661"/>
                      <a:pt x="5805" y="0"/>
                      <a:pt x="37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  <a:reflection stA="7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Google Shape;2343;p75"/>
              <p:cNvSpPr/>
              <p:nvPr/>
            </p:nvSpPr>
            <p:spPr>
              <a:xfrm>
                <a:off x="6116793" y="3740233"/>
                <a:ext cx="510197" cy="33497"/>
              </a:xfrm>
              <a:custGeom>
                <a:avLst/>
                <a:gdLst/>
                <a:ahLst/>
                <a:cxnLst/>
                <a:rect l="l" t="t" r="r" b="b"/>
                <a:pathLst>
                  <a:path w="26213" h="1721" extrusionOk="0">
                    <a:moveTo>
                      <a:pt x="803" y="1"/>
                    </a:moveTo>
                    <a:cubicBezTo>
                      <a:pt x="352" y="1"/>
                      <a:pt x="0" y="352"/>
                      <a:pt x="0" y="801"/>
                    </a:cubicBezTo>
                    <a:lnTo>
                      <a:pt x="0" y="918"/>
                    </a:lnTo>
                    <a:cubicBezTo>
                      <a:pt x="0" y="1369"/>
                      <a:pt x="352" y="1721"/>
                      <a:pt x="803" y="1721"/>
                    </a:cubicBezTo>
                    <a:lnTo>
                      <a:pt x="25410" y="1721"/>
                    </a:lnTo>
                    <a:cubicBezTo>
                      <a:pt x="25840" y="1721"/>
                      <a:pt x="26212" y="1369"/>
                      <a:pt x="26212" y="918"/>
                    </a:cubicBezTo>
                    <a:lnTo>
                      <a:pt x="26212" y="801"/>
                    </a:lnTo>
                    <a:cubicBezTo>
                      <a:pt x="26212" y="352"/>
                      <a:pt x="25840" y="1"/>
                      <a:pt x="2541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  <a:reflection stA="7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Google Shape;2344;p75"/>
              <p:cNvSpPr/>
              <p:nvPr/>
            </p:nvSpPr>
            <p:spPr>
              <a:xfrm>
                <a:off x="6116793" y="3823926"/>
                <a:ext cx="284206" cy="33497"/>
              </a:xfrm>
              <a:custGeom>
                <a:avLst/>
                <a:gdLst/>
                <a:ahLst/>
                <a:cxnLst/>
                <a:rect l="l" t="t" r="r" b="b"/>
                <a:pathLst>
                  <a:path w="14602" h="1721" extrusionOk="0">
                    <a:moveTo>
                      <a:pt x="803" y="1"/>
                    </a:moveTo>
                    <a:cubicBezTo>
                      <a:pt x="352" y="1"/>
                      <a:pt x="0" y="352"/>
                      <a:pt x="0" y="801"/>
                    </a:cubicBezTo>
                    <a:lnTo>
                      <a:pt x="0" y="919"/>
                    </a:lnTo>
                    <a:cubicBezTo>
                      <a:pt x="0" y="1369"/>
                      <a:pt x="352" y="1721"/>
                      <a:pt x="803" y="1721"/>
                    </a:cubicBezTo>
                    <a:lnTo>
                      <a:pt x="13820" y="1721"/>
                    </a:lnTo>
                    <a:cubicBezTo>
                      <a:pt x="14250" y="1721"/>
                      <a:pt x="14602" y="1369"/>
                      <a:pt x="14602" y="919"/>
                    </a:cubicBezTo>
                    <a:lnTo>
                      <a:pt x="14602" y="801"/>
                    </a:lnTo>
                    <a:cubicBezTo>
                      <a:pt x="14602" y="352"/>
                      <a:pt x="14250" y="1"/>
                      <a:pt x="1382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  <a:reflection stA="7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Google Shape;2345;p75"/>
              <p:cNvSpPr/>
              <p:nvPr/>
            </p:nvSpPr>
            <p:spPr>
              <a:xfrm>
                <a:off x="6435235" y="3823926"/>
                <a:ext cx="81416" cy="33497"/>
              </a:xfrm>
              <a:custGeom>
                <a:avLst/>
                <a:gdLst/>
                <a:ahLst/>
                <a:cxnLst/>
                <a:rect l="l" t="t" r="r" b="b"/>
                <a:pathLst>
                  <a:path w="4183" h="1721" extrusionOk="0">
                    <a:moveTo>
                      <a:pt x="860" y="1"/>
                    </a:moveTo>
                    <a:cubicBezTo>
                      <a:pt x="371" y="1"/>
                      <a:pt x="0" y="392"/>
                      <a:pt x="0" y="861"/>
                    </a:cubicBezTo>
                    <a:cubicBezTo>
                      <a:pt x="0" y="1330"/>
                      <a:pt x="371" y="1721"/>
                      <a:pt x="860" y="1721"/>
                    </a:cubicBezTo>
                    <a:lnTo>
                      <a:pt x="3323" y="1721"/>
                    </a:lnTo>
                    <a:cubicBezTo>
                      <a:pt x="3792" y="1721"/>
                      <a:pt x="4183" y="1330"/>
                      <a:pt x="4183" y="861"/>
                    </a:cubicBezTo>
                    <a:cubicBezTo>
                      <a:pt x="4183" y="392"/>
                      <a:pt x="3792" y="1"/>
                      <a:pt x="332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  <a:reflection stA="7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46" name="Google Shape;2346;p75"/>
            <p:cNvSpPr/>
            <p:nvPr/>
          </p:nvSpPr>
          <p:spPr>
            <a:xfrm>
              <a:off x="5900339" y="1446873"/>
              <a:ext cx="481230" cy="481210"/>
            </a:xfrm>
            <a:custGeom>
              <a:avLst/>
              <a:gdLst/>
              <a:ahLst/>
              <a:cxnLst/>
              <a:rect l="l" t="t" r="r" b="b"/>
              <a:pathLst>
                <a:path w="24726" h="24725" extrusionOk="0">
                  <a:moveTo>
                    <a:pt x="12372" y="0"/>
                  </a:moveTo>
                  <a:cubicBezTo>
                    <a:pt x="5552" y="0"/>
                    <a:pt x="1" y="5551"/>
                    <a:pt x="1" y="12353"/>
                  </a:cubicBezTo>
                  <a:cubicBezTo>
                    <a:pt x="1" y="19174"/>
                    <a:pt x="5552" y="24725"/>
                    <a:pt x="12372" y="24725"/>
                  </a:cubicBezTo>
                  <a:cubicBezTo>
                    <a:pt x="19174" y="24725"/>
                    <a:pt x="24725" y="19174"/>
                    <a:pt x="24725" y="12353"/>
                  </a:cubicBezTo>
                  <a:cubicBezTo>
                    <a:pt x="24725" y="5551"/>
                    <a:pt x="19174" y="0"/>
                    <a:pt x="123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75"/>
            <p:cNvSpPr/>
            <p:nvPr/>
          </p:nvSpPr>
          <p:spPr>
            <a:xfrm>
              <a:off x="6055152" y="1516105"/>
              <a:ext cx="171601" cy="171212"/>
            </a:xfrm>
            <a:custGeom>
              <a:avLst/>
              <a:gdLst/>
              <a:ahLst/>
              <a:cxnLst/>
              <a:rect l="l" t="t" r="r" b="b"/>
              <a:pathLst>
                <a:path w="8817" h="8797" extrusionOk="0">
                  <a:moveTo>
                    <a:pt x="4418" y="1"/>
                  </a:moveTo>
                  <a:cubicBezTo>
                    <a:pt x="1976" y="1"/>
                    <a:pt x="1" y="1974"/>
                    <a:pt x="1" y="4398"/>
                  </a:cubicBezTo>
                  <a:cubicBezTo>
                    <a:pt x="1" y="6821"/>
                    <a:pt x="1976" y="8796"/>
                    <a:pt x="4418" y="8796"/>
                  </a:cubicBezTo>
                  <a:cubicBezTo>
                    <a:pt x="6842" y="8796"/>
                    <a:pt x="8817" y="6821"/>
                    <a:pt x="8817" y="4398"/>
                  </a:cubicBezTo>
                  <a:cubicBezTo>
                    <a:pt x="8817" y="1974"/>
                    <a:pt x="6842" y="1"/>
                    <a:pt x="44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75"/>
            <p:cNvSpPr/>
            <p:nvPr/>
          </p:nvSpPr>
          <p:spPr>
            <a:xfrm>
              <a:off x="5976422" y="1724578"/>
              <a:ext cx="329461" cy="188708"/>
            </a:xfrm>
            <a:custGeom>
              <a:avLst/>
              <a:gdLst/>
              <a:ahLst/>
              <a:cxnLst/>
              <a:rect l="l" t="t" r="r" b="b"/>
              <a:pathLst>
                <a:path w="16928" h="9696" extrusionOk="0">
                  <a:moveTo>
                    <a:pt x="8463" y="1"/>
                  </a:moveTo>
                  <a:cubicBezTo>
                    <a:pt x="4535" y="1"/>
                    <a:pt x="1231" y="2502"/>
                    <a:pt x="1" y="6000"/>
                  </a:cubicBezTo>
                  <a:cubicBezTo>
                    <a:pt x="2112" y="8268"/>
                    <a:pt x="5122" y="9695"/>
                    <a:pt x="8463" y="9695"/>
                  </a:cubicBezTo>
                  <a:cubicBezTo>
                    <a:pt x="11806" y="9695"/>
                    <a:pt x="14817" y="8268"/>
                    <a:pt x="16927" y="6000"/>
                  </a:cubicBezTo>
                  <a:cubicBezTo>
                    <a:pt x="15695" y="2502"/>
                    <a:pt x="12372" y="1"/>
                    <a:pt x="84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49" name="Google Shape;2349;p75"/>
            <p:cNvGrpSpPr/>
            <p:nvPr/>
          </p:nvGrpSpPr>
          <p:grpSpPr>
            <a:xfrm>
              <a:off x="4331274" y="2093184"/>
              <a:ext cx="1074309" cy="356822"/>
              <a:chOff x="1725115" y="1291147"/>
              <a:chExt cx="519090" cy="172403"/>
            </a:xfrm>
          </p:grpSpPr>
          <p:sp>
            <p:nvSpPr>
              <p:cNvPr id="2350" name="Google Shape;2350;p75"/>
              <p:cNvSpPr/>
              <p:nvPr/>
            </p:nvSpPr>
            <p:spPr>
              <a:xfrm>
                <a:off x="1725115" y="1291147"/>
                <a:ext cx="519090" cy="172403"/>
              </a:xfrm>
              <a:custGeom>
                <a:avLst/>
                <a:gdLst/>
                <a:ahLst/>
                <a:cxnLst/>
                <a:rect l="l" t="t" r="r" b="b"/>
                <a:pathLst>
                  <a:path w="28959" h="9618" extrusionOk="0">
                    <a:moveTo>
                      <a:pt x="18640" y="1"/>
                    </a:moveTo>
                    <a:cubicBezTo>
                      <a:pt x="16417" y="1"/>
                      <a:pt x="14193" y="709"/>
                      <a:pt x="12640" y="1957"/>
                    </a:cubicBezTo>
                    <a:cubicBezTo>
                      <a:pt x="11219" y="3097"/>
                      <a:pt x="9782" y="4972"/>
                      <a:pt x="9291" y="6953"/>
                    </a:cubicBezTo>
                    <a:cubicBezTo>
                      <a:pt x="8237" y="6100"/>
                      <a:pt x="6888" y="5651"/>
                      <a:pt x="5543" y="5651"/>
                    </a:cubicBezTo>
                    <a:cubicBezTo>
                      <a:pt x="5009" y="5651"/>
                      <a:pt x="4476" y="5722"/>
                      <a:pt x="3962" y="5867"/>
                    </a:cubicBezTo>
                    <a:cubicBezTo>
                      <a:pt x="2139" y="6392"/>
                      <a:pt x="632" y="7830"/>
                      <a:pt x="1" y="9618"/>
                    </a:cubicBezTo>
                    <a:lnTo>
                      <a:pt x="28959" y="9529"/>
                    </a:lnTo>
                    <a:cubicBezTo>
                      <a:pt x="28451" y="5937"/>
                      <a:pt x="26348" y="3027"/>
                      <a:pt x="23227" y="1186"/>
                    </a:cubicBezTo>
                    <a:cubicBezTo>
                      <a:pt x="21870" y="374"/>
                      <a:pt x="20255" y="1"/>
                      <a:pt x="186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1000"/>
                  </a:schemeClr>
                </a:outerShdw>
                <a:reflection stA="7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Google Shape;2351;p75"/>
              <p:cNvSpPr/>
              <p:nvPr/>
            </p:nvSpPr>
            <p:spPr>
              <a:xfrm>
                <a:off x="1953865" y="1296811"/>
                <a:ext cx="269951" cy="147971"/>
              </a:xfrm>
              <a:custGeom>
                <a:avLst/>
                <a:gdLst/>
                <a:ahLst/>
                <a:cxnLst/>
                <a:rect l="l" t="t" r="r" b="b"/>
                <a:pathLst>
                  <a:path w="15060" h="8255" extrusionOk="0">
                    <a:moveTo>
                      <a:pt x="5623" y="1"/>
                    </a:moveTo>
                    <a:cubicBezTo>
                      <a:pt x="5130" y="1"/>
                      <a:pt x="4634" y="39"/>
                      <a:pt x="4138" y="117"/>
                    </a:cubicBezTo>
                    <a:cubicBezTo>
                      <a:pt x="2964" y="292"/>
                      <a:pt x="1789" y="783"/>
                      <a:pt x="1036" y="1694"/>
                    </a:cubicBezTo>
                    <a:cubicBezTo>
                      <a:pt x="265" y="2606"/>
                      <a:pt x="1" y="3973"/>
                      <a:pt x="580" y="5025"/>
                    </a:cubicBezTo>
                    <a:cubicBezTo>
                      <a:pt x="1036" y="5848"/>
                      <a:pt x="1929" y="6339"/>
                      <a:pt x="2789" y="6724"/>
                    </a:cubicBezTo>
                    <a:cubicBezTo>
                      <a:pt x="5102" y="7736"/>
                      <a:pt x="7623" y="8255"/>
                      <a:pt x="10136" y="8255"/>
                    </a:cubicBezTo>
                    <a:cubicBezTo>
                      <a:pt x="10803" y="8255"/>
                      <a:pt x="11469" y="8218"/>
                      <a:pt x="12131" y="8145"/>
                    </a:cubicBezTo>
                    <a:cubicBezTo>
                      <a:pt x="12692" y="8075"/>
                      <a:pt x="13253" y="7986"/>
                      <a:pt x="13744" y="7759"/>
                    </a:cubicBezTo>
                    <a:cubicBezTo>
                      <a:pt x="14235" y="7514"/>
                      <a:pt x="14673" y="7093"/>
                      <a:pt x="14831" y="6567"/>
                    </a:cubicBezTo>
                    <a:cubicBezTo>
                      <a:pt x="15059" y="5761"/>
                      <a:pt x="14603" y="4920"/>
                      <a:pt x="14077" y="4253"/>
                    </a:cubicBezTo>
                    <a:cubicBezTo>
                      <a:pt x="12036" y="1664"/>
                      <a:pt x="8896" y="1"/>
                      <a:pt x="562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1000"/>
                  </a:schemeClr>
                </a:outerShdw>
                <a:reflection stA="7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Google Shape;2352;p75"/>
              <p:cNvSpPr/>
              <p:nvPr/>
            </p:nvSpPr>
            <p:spPr>
              <a:xfrm>
                <a:off x="1773837" y="1396227"/>
                <a:ext cx="83907" cy="48523"/>
              </a:xfrm>
              <a:custGeom>
                <a:avLst/>
                <a:gdLst/>
                <a:ahLst/>
                <a:cxnLst/>
                <a:rect l="l" t="t" r="r" b="b"/>
                <a:pathLst>
                  <a:path w="4681" h="2707" extrusionOk="0">
                    <a:moveTo>
                      <a:pt x="2283" y="0"/>
                    </a:moveTo>
                    <a:cubicBezTo>
                      <a:pt x="1541" y="0"/>
                      <a:pt x="523" y="100"/>
                      <a:pt x="228" y="530"/>
                    </a:cubicBezTo>
                    <a:cubicBezTo>
                      <a:pt x="1" y="881"/>
                      <a:pt x="17" y="1372"/>
                      <a:pt x="228" y="1722"/>
                    </a:cubicBezTo>
                    <a:cubicBezTo>
                      <a:pt x="438" y="2090"/>
                      <a:pt x="807" y="2353"/>
                      <a:pt x="1193" y="2494"/>
                    </a:cubicBezTo>
                    <a:cubicBezTo>
                      <a:pt x="1595" y="2634"/>
                      <a:pt x="2016" y="2669"/>
                      <a:pt x="2436" y="2686"/>
                    </a:cubicBezTo>
                    <a:cubicBezTo>
                      <a:pt x="2577" y="2698"/>
                      <a:pt x="2718" y="2706"/>
                      <a:pt x="2858" y="2706"/>
                    </a:cubicBezTo>
                    <a:cubicBezTo>
                      <a:pt x="3119" y="2706"/>
                      <a:pt x="3377" y="2678"/>
                      <a:pt x="3628" y="2599"/>
                    </a:cubicBezTo>
                    <a:cubicBezTo>
                      <a:pt x="4014" y="2475"/>
                      <a:pt x="4383" y="2195"/>
                      <a:pt x="4523" y="1828"/>
                    </a:cubicBezTo>
                    <a:cubicBezTo>
                      <a:pt x="4680" y="1372"/>
                      <a:pt x="4505" y="846"/>
                      <a:pt x="4154" y="512"/>
                    </a:cubicBezTo>
                    <a:cubicBezTo>
                      <a:pt x="3804" y="197"/>
                      <a:pt x="3331" y="40"/>
                      <a:pt x="2857" y="21"/>
                    </a:cubicBezTo>
                    <a:cubicBezTo>
                      <a:pt x="2710" y="9"/>
                      <a:pt x="2509" y="0"/>
                      <a:pt x="22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1000"/>
                  </a:schemeClr>
                </a:outerShdw>
                <a:reflection stA="7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53" name="Google Shape;2353;p75"/>
            <p:cNvSpPr/>
            <p:nvPr/>
          </p:nvSpPr>
          <p:spPr>
            <a:xfrm>
              <a:off x="5561036" y="3739088"/>
              <a:ext cx="185700" cy="185700"/>
            </a:xfrm>
            <a:prstGeom prst="ellipse">
              <a:avLst/>
            </a:pr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100019" scaled="0"/>
            </a:gra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75"/>
            <p:cNvSpPr/>
            <p:nvPr/>
          </p:nvSpPr>
          <p:spPr>
            <a:xfrm>
              <a:off x="5885696" y="3574551"/>
              <a:ext cx="86400" cy="86400"/>
            </a:xfrm>
            <a:prstGeom prst="ellipse">
              <a:avLst/>
            </a:pr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100019" scaled="0"/>
            </a:gra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55" name="Google Shape;2355;p75"/>
            <p:cNvGrpSpPr/>
            <p:nvPr/>
          </p:nvGrpSpPr>
          <p:grpSpPr>
            <a:xfrm>
              <a:off x="4825565" y="3357409"/>
              <a:ext cx="546643" cy="356848"/>
              <a:chOff x="5013102" y="2654046"/>
              <a:chExt cx="546643" cy="356848"/>
            </a:xfrm>
          </p:grpSpPr>
          <p:sp>
            <p:nvSpPr>
              <p:cNvPr id="2356" name="Google Shape;2356;p75"/>
              <p:cNvSpPr/>
              <p:nvPr/>
            </p:nvSpPr>
            <p:spPr>
              <a:xfrm>
                <a:off x="5013102" y="2654046"/>
                <a:ext cx="546643" cy="356848"/>
              </a:xfrm>
              <a:custGeom>
                <a:avLst/>
                <a:gdLst/>
                <a:ahLst/>
                <a:cxnLst/>
                <a:rect l="l" t="t" r="r" b="b"/>
                <a:pathLst>
                  <a:path w="35922" h="23446" extrusionOk="0">
                    <a:moveTo>
                      <a:pt x="3448" y="1"/>
                    </a:moveTo>
                    <a:cubicBezTo>
                      <a:pt x="1555" y="1"/>
                      <a:pt x="0" y="1538"/>
                      <a:pt x="0" y="3432"/>
                    </a:cubicBezTo>
                    <a:lnTo>
                      <a:pt x="0" y="15552"/>
                    </a:lnTo>
                    <a:cubicBezTo>
                      <a:pt x="0" y="17446"/>
                      <a:pt x="1555" y="18983"/>
                      <a:pt x="3448" y="18983"/>
                    </a:cubicBezTo>
                    <a:lnTo>
                      <a:pt x="24950" y="18983"/>
                    </a:lnTo>
                    <a:lnTo>
                      <a:pt x="29074" y="23446"/>
                    </a:lnTo>
                    <a:lnTo>
                      <a:pt x="29074" y="18983"/>
                    </a:lnTo>
                    <a:lnTo>
                      <a:pt x="32473" y="18983"/>
                    </a:lnTo>
                    <a:cubicBezTo>
                      <a:pt x="34382" y="18983"/>
                      <a:pt x="35921" y="17446"/>
                      <a:pt x="35921" y="15552"/>
                    </a:cubicBezTo>
                    <a:lnTo>
                      <a:pt x="35921" y="3432"/>
                    </a:lnTo>
                    <a:cubicBezTo>
                      <a:pt x="35921" y="1538"/>
                      <a:pt x="34382" y="1"/>
                      <a:pt x="324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2357;p75"/>
              <p:cNvSpPr/>
              <p:nvPr/>
            </p:nvSpPr>
            <p:spPr>
              <a:xfrm>
                <a:off x="5106723" y="2758236"/>
                <a:ext cx="359392" cy="76161"/>
              </a:xfrm>
              <a:custGeom>
                <a:avLst/>
                <a:gdLst/>
                <a:ahLst/>
                <a:cxnLst/>
                <a:rect l="l" t="t" r="r" b="b"/>
                <a:pathLst>
                  <a:path w="23617" h="5004" extrusionOk="0">
                    <a:moveTo>
                      <a:pt x="2503" y="0"/>
                    </a:moveTo>
                    <a:cubicBezTo>
                      <a:pt x="1117" y="0"/>
                      <a:pt x="1" y="1116"/>
                      <a:pt x="1" y="2502"/>
                    </a:cubicBezTo>
                    <a:cubicBezTo>
                      <a:pt x="1" y="3888"/>
                      <a:pt x="1117" y="5004"/>
                      <a:pt x="2503" y="5004"/>
                    </a:cubicBezTo>
                    <a:cubicBezTo>
                      <a:pt x="3873" y="5004"/>
                      <a:pt x="4988" y="3888"/>
                      <a:pt x="4988" y="2502"/>
                    </a:cubicBezTo>
                    <a:cubicBezTo>
                      <a:pt x="4988" y="1116"/>
                      <a:pt x="3873" y="0"/>
                      <a:pt x="2503" y="0"/>
                    </a:cubicBezTo>
                    <a:close/>
                    <a:moveTo>
                      <a:pt x="11817" y="0"/>
                    </a:moveTo>
                    <a:cubicBezTo>
                      <a:pt x="10431" y="0"/>
                      <a:pt x="9316" y="1116"/>
                      <a:pt x="9316" y="2502"/>
                    </a:cubicBezTo>
                    <a:cubicBezTo>
                      <a:pt x="9316" y="3888"/>
                      <a:pt x="10431" y="5004"/>
                      <a:pt x="11817" y="5004"/>
                    </a:cubicBezTo>
                    <a:cubicBezTo>
                      <a:pt x="13186" y="5004"/>
                      <a:pt x="14301" y="3888"/>
                      <a:pt x="14301" y="2502"/>
                    </a:cubicBezTo>
                    <a:cubicBezTo>
                      <a:pt x="14301" y="1116"/>
                      <a:pt x="13186" y="0"/>
                      <a:pt x="11817" y="0"/>
                    </a:cubicBezTo>
                    <a:close/>
                    <a:moveTo>
                      <a:pt x="21131" y="0"/>
                    </a:moveTo>
                    <a:cubicBezTo>
                      <a:pt x="19744" y="0"/>
                      <a:pt x="18629" y="1116"/>
                      <a:pt x="18629" y="2502"/>
                    </a:cubicBezTo>
                    <a:cubicBezTo>
                      <a:pt x="18629" y="3888"/>
                      <a:pt x="19744" y="5004"/>
                      <a:pt x="21131" y="5004"/>
                    </a:cubicBezTo>
                    <a:cubicBezTo>
                      <a:pt x="22500" y="5004"/>
                      <a:pt x="23616" y="3888"/>
                      <a:pt x="23616" y="2502"/>
                    </a:cubicBezTo>
                    <a:cubicBezTo>
                      <a:pt x="23616" y="1116"/>
                      <a:pt x="22500" y="0"/>
                      <a:pt x="2113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13;p49">
            <a:extLst>
              <a:ext uri="{FF2B5EF4-FFF2-40B4-BE49-F238E27FC236}">
                <a16:creationId xmlns:a16="http://schemas.microsoft.com/office/drawing/2014/main" id="{8F93A508-C178-BB61-89C2-12DFE4168484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0"/>
            </a:avLst>
          </a:prstGeom>
          <a:solidFill>
            <a:schemeClr val="bg1">
              <a:lumMod val="25000"/>
            </a:schemeClr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833" name="Google Shape;7833;p88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1063" y="2123075"/>
            <a:ext cx="2241874" cy="8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ulti-Business Company Website by Slidesgo">
  <a:themeElements>
    <a:clrScheme name="Simple Light">
      <a:dk1>
        <a:srgbClr val="5352EE"/>
      </a:dk1>
      <a:lt1>
        <a:srgbClr val="F1F0FF"/>
      </a:lt1>
      <a:dk2>
        <a:srgbClr val="9EA6FF"/>
      </a:dk2>
      <a:lt2>
        <a:srgbClr val="7882F3"/>
      </a:lt2>
      <a:accent1>
        <a:srgbClr val="D2D6FF"/>
      </a:accent1>
      <a:accent2>
        <a:srgbClr val="A1C3FF"/>
      </a:accent2>
      <a:accent3>
        <a:srgbClr val="FFC3D0"/>
      </a:accent3>
      <a:accent4>
        <a:srgbClr val="81EEEB"/>
      </a:accent4>
      <a:accent5>
        <a:srgbClr val="3AE4DF"/>
      </a:accent5>
      <a:accent6>
        <a:srgbClr val="FFFFFF"/>
      </a:accent6>
      <a:hlink>
        <a:srgbClr val="F1F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73</Words>
  <Application>Microsoft Office PowerPoint</Application>
  <PresentationFormat>Apresentação na tela (16:9)</PresentationFormat>
  <Paragraphs>15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Darker Grotesque</vt:lpstr>
      <vt:lpstr>Montserrat</vt:lpstr>
      <vt:lpstr>Darker Grotesque Medium</vt:lpstr>
      <vt:lpstr>Arial</vt:lpstr>
      <vt:lpstr>Multi-Business Company Website by Slidesgo</vt:lpstr>
      <vt:lpstr>Eng. software</vt:lpstr>
      <vt:lpstr>Conexão de atividade</vt:lpstr>
      <vt:lpstr>Diagrama de Classe</vt:lpstr>
      <vt:lpstr>Pedido</vt:lpstr>
      <vt:lpstr>Faz pedido</vt:lpstr>
      <vt:lpstr>Criar reserva</vt:lpstr>
      <vt:lpstr>Preparar pedido</vt:lpstr>
      <vt:lpstr>Pagamento</vt:lpstr>
      <vt:lpstr>Obrigado!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Cine-Max</dc:title>
  <cp:lastModifiedBy>NILTON DIONISIO GUERRA</cp:lastModifiedBy>
  <cp:revision>19</cp:revision>
  <dcterms:modified xsi:type="dcterms:W3CDTF">2022-11-10T17:42:36Z</dcterms:modified>
</cp:coreProperties>
</file>