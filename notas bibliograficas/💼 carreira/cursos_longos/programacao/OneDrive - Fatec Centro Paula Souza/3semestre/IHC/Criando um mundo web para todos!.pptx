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9" r:id="rId1"/>
  </p:sldMasterIdLst>
  <p:sldIdLst>
    <p:sldId id="256" r:id="rId2"/>
    <p:sldId id="259" r:id="rId3"/>
    <p:sldId id="262" r:id="rId4"/>
    <p:sldId id="260" r:id="rId5"/>
    <p:sldId id="263" r:id="rId6"/>
    <p:sldId id="258" r:id="rId7"/>
    <p:sldId id="261" r:id="rId8"/>
    <p:sldId id="264" r:id="rId9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4E082E5-0762-4E5F-A3A4-B3649000D0DF}" v="89" dt="2023-04-29T00:34:21.18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72" y="5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ILTON DIONISIO GUERRA" userId="S::nilton.guerra@fatec.sp.gov.br::8e5f4164-d150-4236-a027-d1fd67e7200d" providerId="AD" clId="Web-{44E082E5-0762-4E5F-A3A4-B3649000D0DF}"/>
    <pc:docChg chg="addSld delSld modSld">
      <pc:chgData name="NILTON DIONISIO GUERRA" userId="S::nilton.guerra@fatec.sp.gov.br::8e5f4164-d150-4236-a027-d1fd67e7200d" providerId="AD" clId="Web-{44E082E5-0762-4E5F-A3A4-B3649000D0DF}" dt="2023-04-29T00:34:19.883" v="94" actId="20577"/>
      <pc:docMkLst>
        <pc:docMk/>
      </pc:docMkLst>
      <pc:sldChg chg="addSp modSp">
        <pc:chgData name="NILTON DIONISIO GUERRA" userId="S::nilton.guerra@fatec.sp.gov.br::8e5f4164-d150-4236-a027-d1fd67e7200d" providerId="AD" clId="Web-{44E082E5-0762-4E5F-A3A4-B3649000D0DF}" dt="2023-04-29T00:34:19.883" v="94" actId="20577"/>
        <pc:sldMkLst>
          <pc:docMk/>
          <pc:sldMk cId="3616467436" sldId="258"/>
        </pc:sldMkLst>
        <pc:spChg chg="add mod">
          <ac:chgData name="NILTON DIONISIO GUERRA" userId="S::nilton.guerra@fatec.sp.gov.br::8e5f4164-d150-4236-a027-d1fd67e7200d" providerId="AD" clId="Web-{44E082E5-0762-4E5F-A3A4-B3649000D0DF}" dt="2023-04-29T00:34:19.883" v="94" actId="20577"/>
          <ac:spMkLst>
            <pc:docMk/>
            <pc:sldMk cId="3616467436" sldId="258"/>
            <ac:spMk id="3" creationId="{D85B2245-C7B9-0F8F-601A-5DEE645FDD87}"/>
          </ac:spMkLst>
        </pc:spChg>
      </pc:sldChg>
      <pc:sldChg chg="addSp modSp">
        <pc:chgData name="NILTON DIONISIO GUERRA" userId="S::nilton.guerra@fatec.sp.gov.br::8e5f4164-d150-4236-a027-d1fd67e7200d" providerId="AD" clId="Web-{44E082E5-0762-4E5F-A3A4-B3649000D0DF}" dt="2023-04-29T00:20:36.850" v="14" actId="1076"/>
        <pc:sldMkLst>
          <pc:docMk/>
          <pc:sldMk cId="2794756644" sldId="259"/>
        </pc:sldMkLst>
        <pc:spChg chg="add mod">
          <ac:chgData name="NILTON DIONISIO GUERRA" userId="S::nilton.guerra@fatec.sp.gov.br::8e5f4164-d150-4236-a027-d1fd67e7200d" providerId="AD" clId="Web-{44E082E5-0762-4E5F-A3A4-B3649000D0DF}" dt="2023-04-29T00:20:36.850" v="14" actId="1076"/>
          <ac:spMkLst>
            <pc:docMk/>
            <pc:sldMk cId="2794756644" sldId="259"/>
            <ac:spMk id="2" creationId="{E32F7440-55DF-C197-DC24-41AE11B04415}"/>
          </ac:spMkLst>
        </pc:spChg>
      </pc:sldChg>
      <pc:sldChg chg="addSp delSp modSp">
        <pc:chgData name="NILTON DIONISIO GUERRA" userId="S::nilton.guerra@fatec.sp.gov.br::8e5f4164-d150-4236-a027-d1fd67e7200d" providerId="AD" clId="Web-{44E082E5-0762-4E5F-A3A4-B3649000D0DF}" dt="2023-04-29T00:26:37.748" v="60"/>
        <pc:sldMkLst>
          <pc:docMk/>
          <pc:sldMk cId="4240858179" sldId="260"/>
        </pc:sldMkLst>
        <pc:spChg chg="mod">
          <ac:chgData name="NILTON DIONISIO GUERRA" userId="S::nilton.guerra@fatec.sp.gov.br::8e5f4164-d150-4236-a027-d1fd67e7200d" providerId="AD" clId="Web-{44E082E5-0762-4E5F-A3A4-B3649000D0DF}" dt="2023-04-29T00:26:37.748" v="60"/>
          <ac:spMkLst>
            <pc:docMk/>
            <pc:sldMk cId="4240858179" sldId="260"/>
            <ac:spMk id="12" creationId="{B71C5CB1-AA14-3258-A84C-472BFE40D211}"/>
          </ac:spMkLst>
        </pc:spChg>
        <pc:spChg chg="del">
          <ac:chgData name="NILTON DIONISIO GUERRA" userId="S::nilton.guerra@fatec.sp.gov.br::8e5f4164-d150-4236-a027-d1fd67e7200d" providerId="AD" clId="Web-{44E082E5-0762-4E5F-A3A4-B3649000D0DF}" dt="2023-04-29T00:26:37.748" v="60"/>
          <ac:spMkLst>
            <pc:docMk/>
            <pc:sldMk cId="4240858179" sldId="260"/>
            <ac:spMk id="22" creationId="{44A00C45-023C-431E-B774-053A3C686B18}"/>
          </ac:spMkLst>
        </pc:spChg>
        <pc:spChg chg="del">
          <ac:chgData name="NILTON DIONISIO GUERRA" userId="S::nilton.guerra@fatec.sp.gov.br::8e5f4164-d150-4236-a027-d1fd67e7200d" providerId="AD" clId="Web-{44E082E5-0762-4E5F-A3A4-B3649000D0DF}" dt="2023-04-29T00:26:37.748" v="60"/>
          <ac:spMkLst>
            <pc:docMk/>
            <pc:sldMk cId="4240858179" sldId="260"/>
            <ac:spMk id="24" creationId="{6A8151FD-E26B-480E-A623-CFBFE3713A60}"/>
          </ac:spMkLst>
        </pc:spChg>
        <pc:spChg chg="del">
          <ac:chgData name="NILTON DIONISIO GUERRA" userId="S::nilton.guerra@fatec.sp.gov.br::8e5f4164-d150-4236-a027-d1fd67e7200d" providerId="AD" clId="Web-{44E082E5-0762-4E5F-A3A4-B3649000D0DF}" dt="2023-04-29T00:26:37.748" v="60"/>
          <ac:spMkLst>
            <pc:docMk/>
            <pc:sldMk cId="4240858179" sldId="260"/>
            <ac:spMk id="26" creationId="{6BE63264-F1B8-4AB7-AD1C-4180A9D2B11B}"/>
          </ac:spMkLst>
        </pc:spChg>
        <pc:spChg chg="add">
          <ac:chgData name="NILTON DIONISIO GUERRA" userId="S::nilton.guerra@fatec.sp.gov.br::8e5f4164-d150-4236-a027-d1fd67e7200d" providerId="AD" clId="Web-{44E082E5-0762-4E5F-A3A4-B3649000D0DF}" dt="2023-04-29T00:26:37.748" v="60"/>
          <ac:spMkLst>
            <pc:docMk/>
            <pc:sldMk cId="4240858179" sldId="260"/>
            <ac:spMk id="31" creationId="{09646535-AEF6-4883-A4F9-EEC1F8B4319E}"/>
          </ac:spMkLst>
        </pc:spChg>
        <pc:spChg chg="add">
          <ac:chgData name="NILTON DIONISIO GUERRA" userId="S::nilton.guerra@fatec.sp.gov.br::8e5f4164-d150-4236-a027-d1fd67e7200d" providerId="AD" clId="Web-{44E082E5-0762-4E5F-A3A4-B3649000D0DF}" dt="2023-04-29T00:26:37.748" v="60"/>
          <ac:spMkLst>
            <pc:docMk/>
            <pc:sldMk cId="4240858179" sldId="260"/>
            <ac:spMk id="33" creationId="{7FEECB93-933C-477B-BC7D-C2F2F6271A66}"/>
          </ac:spMkLst>
        </pc:spChg>
        <pc:spChg chg="add">
          <ac:chgData name="NILTON DIONISIO GUERRA" userId="S::nilton.guerra@fatec.sp.gov.br::8e5f4164-d150-4236-a027-d1fd67e7200d" providerId="AD" clId="Web-{44E082E5-0762-4E5F-A3A4-B3649000D0DF}" dt="2023-04-29T00:26:37.748" v="60"/>
          <ac:spMkLst>
            <pc:docMk/>
            <pc:sldMk cId="4240858179" sldId="260"/>
            <ac:spMk id="35" creationId="{497BC505-FE0C-4637-A29D-B71DFBBBAA71}"/>
          </ac:spMkLst>
        </pc:spChg>
        <pc:grpChg chg="add">
          <ac:chgData name="NILTON DIONISIO GUERRA" userId="S::nilton.guerra@fatec.sp.gov.br::8e5f4164-d150-4236-a027-d1fd67e7200d" providerId="AD" clId="Web-{44E082E5-0762-4E5F-A3A4-B3649000D0DF}" dt="2023-04-29T00:26:37.748" v="60"/>
          <ac:grpSpMkLst>
            <pc:docMk/>
            <pc:sldMk cId="4240858179" sldId="260"/>
            <ac:grpSpMk id="37" creationId="{F2FD01A0-E6FF-41CD-AEBD-279232B90D43}"/>
          </ac:grpSpMkLst>
        </pc:grpChg>
        <pc:grpChg chg="add">
          <ac:chgData name="NILTON DIONISIO GUERRA" userId="S::nilton.guerra@fatec.sp.gov.br::8e5f4164-d150-4236-a027-d1fd67e7200d" providerId="AD" clId="Web-{44E082E5-0762-4E5F-A3A4-B3649000D0DF}" dt="2023-04-29T00:26:37.748" v="60"/>
          <ac:grpSpMkLst>
            <pc:docMk/>
            <pc:sldMk cId="4240858179" sldId="260"/>
            <ac:grpSpMk id="42" creationId="{3C9AA14C-80A4-427C-A911-28CD20C56E5E}"/>
          </ac:grpSpMkLst>
        </pc:grpChg>
        <pc:picChg chg="mod">
          <ac:chgData name="NILTON DIONISIO GUERRA" userId="S::nilton.guerra@fatec.sp.gov.br::8e5f4164-d150-4236-a027-d1fd67e7200d" providerId="AD" clId="Web-{44E082E5-0762-4E5F-A3A4-B3649000D0DF}" dt="2023-04-29T00:26:37.748" v="60"/>
          <ac:picMkLst>
            <pc:docMk/>
            <pc:sldMk cId="4240858179" sldId="260"/>
            <ac:picMk id="3" creationId="{868B6A5E-08FE-C81D-2CED-0EC3E9878379}"/>
          </ac:picMkLst>
        </pc:picChg>
      </pc:sldChg>
      <pc:sldChg chg="addSp modSp">
        <pc:chgData name="NILTON DIONISIO GUERRA" userId="S::nilton.guerra@fatec.sp.gov.br::8e5f4164-d150-4236-a027-d1fd67e7200d" providerId="AD" clId="Web-{44E082E5-0762-4E5F-A3A4-B3649000D0DF}" dt="2023-04-29T00:22:02.914" v="23" actId="20577"/>
        <pc:sldMkLst>
          <pc:docMk/>
          <pc:sldMk cId="42167013" sldId="262"/>
        </pc:sldMkLst>
        <pc:spChg chg="add mod">
          <ac:chgData name="NILTON DIONISIO GUERRA" userId="S::nilton.guerra@fatec.sp.gov.br::8e5f4164-d150-4236-a027-d1fd67e7200d" providerId="AD" clId="Web-{44E082E5-0762-4E5F-A3A4-B3649000D0DF}" dt="2023-04-29T00:22:02.914" v="23" actId="20577"/>
          <ac:spMkLst>
            <pc:docMk/>
            <pc:sldMk cId="42167013" sldId="262"/>
            <ac:spMk id="4" creationId="{928AF4B7-60ED-2BEC-2253-5CD863D6C0BA}"/>
          </ac:spMkLst>
        </pc:spChg>
      </pc:sldChg>
      <pc:sldChg chg="addSp delSp modSp add replId">
        <pc:chgData name="NILTON DIONISIO GUERRA" userId="S::nilton.guerra@fatec.sp.gov.br::8e5f4164-d150-4236-a027-d1fd67e7200d" providerId="AD" clId="Web-{44E082E5-0762-4E5F-A3A4-B3649000D0DF}" dt="2023-04-29T00:25:57.029" v="59"/>
        <pc:sldMkLst>
          <pc:docMk/>
          <pc:sldMk cId="1447328011" sldId="263"/>
        </pc:sldMkLst>
        <pc:spChg chg="mod ord">
          <ac:chgData name="NILTON DIONISIO GUERRA" userId="S::nilton.guerra@fatec.sp.gov.br::8e5f4164-d150-4236-a027-d1fd67e7200d" providerId="AD" clId="Web-{44E082E5-0762-4E5F-A3A4-B3649000D0DF}" dt="2023-04-29T00:25:57.029" v="59"/>
          <ac:spMkLst>
            <pc:docMk/>
            <pc:sldMk cId="1447328011" sldId="263"/>
            <ac:spMk id="12" creationId="{B71C5CB1-AA14-3258-A84C-472BFE40D211}"/>
          </ac:spMkLst>
        </pc:spChg>
        <pc:spChg chg="add del">
          <ac:chgData name="NILTON DIONISIO GUERRA" userId="S::nilton.guerra@fatec.sp.gov.br::8e5f4164-d150-4236-a027-d1fd67e7200d" providerId="AD" clId="Web-{44E082E5-0762-4E5F-A3A4-B3649000D0DF}" dt="2023-04-29T00:24:56.387" v="43"/>
          <ac:spMkLst>
            <pc:docMk/>
            <pc:sldMk cId="1447328011" sldId="263"/>
            <ac:spMk id="22" creationId="{44A00C45-023C-431E-B774-053A3C686B18}"/>
          </ac:spMkLst>
        </pc:spChg>
        <pc:spChg chg="add del">
          <ac:chgData name="NILTON DIONISIO GUERRA" userId="S::nilton.guerra@fatec.sp.gov.br::8e5f4164-d150-4236-a027-d1fd67e7200d" providerId="AD" clId="Web-{44E082E5-0762-4E5F-A3A4-B3649000D0DF}" dt="2023-04-29T00:24:56.387" v="43"/>
          <ac:spMkLst>
            <pc:docMk/>
            <pc:sldMk cId="1447328011" sldId="263"/>
            <ac:spMk id="24" creationId="{6A8151FD-E26B-480E-A623-CFBFE3713A60}"/>
          </ac:spMkLst>
        </pc:spChg>
        <pc:spChg chg="add del">
          <ac:chgData name="NILTON DIONISIO GUERRA" userId="S::nilton.guerra@fatec.sp.gov.br::8e5f4164-d150-4236-a027-d1fd67e7200d" providerId="AD" clId="Web-{44E082E5-0762-4E5F-A3A4-B3649000D0DF}" dt="2023-04-29T00:24:56.387" v="43"/>
          <ac:spMkLst>
            <pc:docMk/>
            <pc:sldMk cId="1447328011" sldId="263"/>
            <ac:spMk id="26" creationId="{6BE63264-F1B8-4AB7-AD1C-4180A9D2B11B}"/>
          </ac:spMkLst>
        </pc:spChg>
        <pc:spChg chg="add del">
          <ac:chgData name="NILTON DIONISIO GUERRA" userId="S::nilton.guerra@fatec.sp.gov.br::8e5f4164-d150-4236-a027-d1fd67e7200d" providerId="AD" clId="Web-{44E082E5-0762-4E5F-A3A4-B3649000D0DF}" dt="2023-04-29T00:24:56.371" v="42"/>
          <ac:spMkLst>
            <pc:docMk/>
            <pc:sldMk cId="1447328011" sldId="263"/>
            <ac:spMk id="31" creationId="{09646535-AEF6-4883-A4F9-EEC1F8B4319E}"/>
          </ac:spMkLst>
        </pc:spChg>
        <pc:spChg chg="add del">
          <ac:chgData name="NILTON DIONISIO GUERRA" userId="S::nilton.guerra@fatec.sp.gov.br::8e5f4164-d150-4236-a027-d1fd67e7200d" providerId="AD" clId="Web-{44E082E5-0762-4E5F-A3A4-B3649000D0DF}" dt="2023-04-29T00:24:56.371" v="42"/>
          <ac:spMkLst>
            <pc:docMk/>
            <pc:sldMk cId="1447328011" sldId="263"/>
            <ac:spMk id="33" creationId="{54F3A7E8-6DA9-4C2B-ACC8-475F34DAEA1B}"/>
          </ac:spMkLst>
        </pc:spChg>
        <pc:spChg chg="add del">
          <ac:chgData name="NILTON DIONISIO GUERRA" userId="S::nilton.guerra@fatec.sp.gov.br::8e5f4164-d150-4236-a027-d1fd67e7200d" providerId="AD" clId="Web-{44E082E5-0762-4E5F-A3A4-B3649000D0DF}" dt="2023-04-29T00:24:56.371" v="42"/>
          <ac:spMkLst>
            <pc:docMk/>
            <pc:sldMk cId="1447328011" sldId="263"/>
            <ac:spMk id="35" creationId="{5B21CDF0-4D24-4190-9285-9016C19C164F}"/>
          </ac:spMkLst>
        </pc:spChg>
        <pc:spChg chg="add del">
          <ac:chgData name="NILTON DIONISIO GUERRA" userId="S::nilton.guerra@fatec.sp.gov.br::8e5f4164-d150-4236-a027-d1fd67e7200d" providerId="AD" clId="Web-{44E082E5-0762-4E5F-A3A4-B3649000D0DF}" dt="2023-04-29T00:25:26.872" v="51"/>
          <ac:spMkLst>
            <pc:docMk/>
            <pc:sldMk cId="1447328011" sldId="263"/>
            <ac:spMk id="47" creationId="{09646535-AEF6-4883-A4F9-EEC1F8B4319E}"/>
          </ac:spMkLst>
        </pc:spChg>
        <pc:spChg chg="add del">
          <ac:chgData name="NILTON DIONISIO GUERRA" userId="S::nilton.guerra@fatec.sp.gov.br::8e5f4164-d150-4236-a027-d1fd67e7200d" providerId="AD" clId="Web-{44E082E5-0762-4E5F-A3A4-B3649000D0DF}" dt="2023-04-29T00:25:26.872" v="51"/>
          <ac:spMkLst>
            <pc:docMk/>
            <pc:sldMk cId="1447328011" sldId="263"/>
            <ac:spMk id="48" creationId="{366C96C0-C503-4689-9188-1B79F55F3F75}"/>
          </ac:spMkLst>
        </pc:spChg>
        <pc:spChg chg="add del">
          <ac:chgData name="NILTON DIONISIO GUERRA" userId="S::nilton.guerra@fatec.sp.gov.br::8e5f4164-d150-4236-a027-d1fd67e7200d" providerId="AD" clId="Web-{44E082E5-0762-4E5F-A3A4-B3649000D0DF}" dt="2023-04-29T00:25:26.872" v="51"/>
          <ac:spMkLst>
            <pc:docMk/>
            <pc:sldMk cId="1447328011" sldId="263"/>
            <ac:spMk id="49" creationId="{6390D9D2-CD1B-45D5-8B3B-6FF07D60E05C}"/>
          </ac:spMkLst>
        </pc:spChg>
        <pc:spChg chg="add del">
          <ac:chgData name="NILTON DIONISIO GUERRA" userId="S::nilton.guerra@fatec.sp.gov.br::8e5f4164-d150-4236-a027-d1fd67e7200d" providerId="AD" clId="Web-{44E082E5-0762-4E5F-A3A4-B3649000D0DF}" dt="2023-04-29T00:25:26.856" v="50"/>
          <ac:spMkLst>
            <pc:docMk/>
            <pc:sldMk cId="1447328011" sldId="263"/>
            <ac:spMk id="56" creationId="{09646535-AEF6-4883-A4F9-EEC1F8B4319E}"/>
          </ac:spMkLst>
        </pc:spChg>
        <pc:spChg chg="add del">
          <ac:chgData name="NILTON DIONISIO GUERRA" userId="S::nilton.guerra@fatec.sp.gov.br::8e5f4164-d150-4236-a027-d1fd67e7200d" providerId="AD" clId="Web-{44E082E5-0762-4E5F-A3A4-B3649000D0DF}" dt="2023-04-29T00:25:26.856" v="50"/>
          <ac:spMkLst>
            <pc:docMk/>
            <pc:sldMk cId="1447328011" sldId="263"/>
            <ac:spMk id="58" creationId="{F2D8BB2F-596E-49E9-9B98-C668D57DCD95}"/>
          </ac:spMkLst>
        </pc:spChg>
        <pc:spChg chg="add del">
          <ac:chgData name="NILTON DIONISIO GUERRA" userId="S::nilton.guerra@fatec.sp.gov.br::8e5f4164-d150-4236-a027-d1fd67e7200d" providerId="AD" clId="Web-{44E082E5-0762-4E5F-A3A4-B3649000D0DF}" dt="2023-04-29T00:25:26.856" v="50"/>
          <ac:spMkLst>
            <pc:docMk/>
            <pc:sldMk cId="1447328011" sldId="263"/>
            <ac:spMk id="60" creationId="{A2059896-276C-4929-94E3-64CC4E049BAE}"/>
          </ac:spMkLst>
        </pc:spChg>
        <pc:spChg chg="add del">
          <ac:chgData name="NILTON DIONISIO GUERRA" userId="S::nilton.guerra@fatec.sp.gov.br::8e5f4164-d150-4236-a027-d1fd67e7200d" providerId="AD" clId="Web-{44E082E5-0762-4E5F-A3A4-B3649000D0DF}" dt="2023-04-29T00:25:26.856" v="50"/>
          <ac:spMkLst>
            <pc:docMk/>
            <pc:sldMk cId="1447328011" sldId="263"/>
            <ac:spMk id="62" creationId="{6753690C-334D-4720-BF78-6F144A47BBB2}"/>
          </ac:spMkLst>
        </pc:spChg>
        <pc:spChg chg="add del">
          <ac:chgData name="NILTON DIONISIO GUERRA" userId="S::nilton.guerra@fatec.sp.gov.br::8e5f4164-d150-4236-a027-d1fd67e7200d" providerId="AD" clId="Web-{44E082E5-0762-4E5F-A3A4-B3649000D0DF}" dt="2023-04-29T00:25:42.294" v="56"/>
          <ac:spMkLst>
            <pc:docMk/>
            <pc:sldMk cId="1447328011" sldId="263"/>
            <ac:spMk id="64" creationId="{09646535-AEF6-4883-A4F9-EEC1F8B4319E}"/>
          </ac:spMkLst>
        </pc:spChg>
        <pc:spChg chg="add del">
          <ac:chgData name="NILTON DIONISIO GUERRA" userId="S::nilton.guerra@fatec.sp.gov.br::8e5f4164-d150-4236-a027-d1fd67e7200d" providerId="AD" clId="Web-{44E082E5-0762-4E5F-A3A4-B3649000D0DF}" dt="2023-04-29T00:25:42.294" v="56"/>
          <ac:spMkLst>
            <pc:docMk/>
            <pc:sldMk cId="1447328011" sldId="263"/>
            <ac:spMk id="65" creationId="{8D128206-5B44-431B-AC4F-F56230722287}"/>
          </ac:spMkLst>
        </pc:spChg>
        <pc:spChg chg="add del">
          <ac:chgData name="NILTON DIONISIO GUERRA" userId="S::nilton.guerra@fatec.sp.gov.br::8e5f4164-d150-4236-a027-d1fd67e7200d" providerId="AD" clId="Web-{44E082E5-0762-4E5F-A3A4-B3649000D0DF}" dt="2023-04-29T00:25:42.294" v="56"/>
          <ac:spMkLst>
            <pc:docMk/>
            <pc:sldMk cId="1447328011" sldId="263"/>
            <ac:spMk id="66" creationId="{25EF408A-EA6D-4426-AA3C-8E5FBF562214}"/>
          </ac:spMkLst>
        </pc:spChg>
        <pc:spChg chg="add del">
          <ac:chgData name="NILTON DIONISIO GUERRA" userId="S::nilton.guerra@fatec.sp.gov.br::8e5f4164-d150-4236-a027-d1fd67e7200d" providerId="AD" clId="Web-{44E082E5-0762-4E5F-A3A4-B3649000D0DF}" dt="2023-04-29T00:25:42.278" v="55"/>
          <ac:spMkLst>
            <pc:docMk/>
            <pc:sldMk cId="1447328011" sldId="263"/>
            <ac:spMk id="71" creationId="{09646535-AEF6-4883-A4F9-EEC1F8B4319E}"/>
          </ac:spMkLst>
        </pc:spChg>
        <pc:spChg chg="add del">
          <ac:chgData name="NILTON DIONISIO GUERRA" userId="S::nilton.guerra@fatec.sp.gov.br::8e5f4164-d150-4236-a027-d1fd67e7200d" providerId="AD" clId="Web-{44E082E5-0762-4E5F-A3A4-B3649000D0DF}" dt="2023-04-29T00:25:42.278" v="55"/>
          <ac:spMkLst>
            <pc:docMk/>
            <pc:sldMk cId="1447328011" sldId="263"/>
            <ac:spMk id="73" creationId="{742DFF2D-EA41-4CBE-9659-C2917E4882E5}"/>
          </ac:spMkLst>
        </pc:spChg>
        <pc:spChg chg="add del">
          <ac:chgData name="NILTON DIONISIO GUERRA" userId="S::nilton.guerra@fatec.sp.gov.br::8e5f4164-d150-4236-a027-d1fd67e7200d" providerId="AD" clId="Web-{44E082E5-0762-4E5F-A3A4-B3649000D0DF}" dt="2023-04-29T00:25:57.029" v="59"/>
          <ac:spMkLst>
            <pc:docMk/>
            <pc:sldMk cId="1447328011" sldId="263"/>
            <ac:spMk id="75" creationId="{666E46BD-1D93-4B75-A1AD-F8DCF32C3455}"/>
          </ac:spMkLst>
        </pc:spChg>
        <pc:spChg chg="add del">
          <ac:chgData name="NILTON DIONISIO GUERRA" userId="S::nilton.guerra@fatec.sp.gov.br::8e5f4164-d150-4236-a027-d1fd67e7200d" providerId="AD" clId="Web-{44E082E5-0762-4E5F-A3A4-B3649000D0DF}" dt="2023-04-29T00:25:57.029" v="59"/>
          <ac:spMkLst>
            <pc:docMk/>
            <pc:sldMk cId="1447328011" sldId="263"/>
            <ac:spMk id="76" creationId="{09646535-AEF6-4883-A4F9-EEC1F8B4319E}"/>
          </ac:spMkLst>
        </pc:spChg>
        <pc:spChg chg="add del">
          <ac:chgData name="NILTON DIONISIO GUERRA" userId="S::nilton.guerra@fatec.sp.gov.br::8e5f4164-d150-4236-a027-d1fd67e7200d" providerId="AD" clId="Web-{44E082E5-0762-4E5F-A3A4-B3649000D0DF}" dt="2023-04-29T00:25:57.029" v="59"/>
          <ac:spMkLst>
            <pc:docMk/>
            <pc:sldMk cId="1447328011" sldId="263"/>
            <ac:spMk id="77" creationId="{A35C5297-7623-44A6-B13A-4424C8257CD5}"/>
          </ac:spMkLst>
        </pc:spChg>
        <pc:spChg chg="add">
          <ac:chgData name="NILTON DIONISIO GUERRA" userId="S::nilton.guerra@fatec.sp.gov.br::8e5f4164-d150-4236-a027-d1fd67e7200d" providerId="AD" clId="Web-{44E082E5-0762-4E5F-A3A4-B3649000D0DF}" dt="2023-04-29T00:25:57.029" v="59"/>
          <ac:spMkLst>
            <pc:docMk/>
            <pc:sldMk cId="1447328011" sldId="263"/>
            <ac:spMk id="82" creationId="{09646535-AEF6-4883-A4F9-EEC1F8B4319E}"/>
          </ac:spMkLst>
        </pc:spChg>
        <pc:spChg chg="add">
          <ac:chgData name="NILTON DIONISIO GUERRA" userId="S::nilton.guerra@fatec.sp.gov.br::8e5f4164-d150-4236-a027-d1fd67e7200d" providerId="AD" clId="Web-{44E082E5-0762-4E5F-A3A4-B3649000D0DF}" dt="2023-04-29T00:25:57.029" v="59"/>
          <ac:spMkLst>
            <pc:docMk/>
            <pc:sldMk cId="1447328011" sldId="263"/>
            <ac:spMk id="84" creationId="{0149A9F6-B857-488C-AC3A-007B78165715}"/>
          </ac:spMkLst>
        </pc:spChg>
        <pc:spChg chg="add">
          <ac:chgData name="NILTON DIONISIO GUERRA" userId="S::nilton.guerra@fatec.sp.gov.br::8e5f4164-d150-4236-a027-d1fd67e7200d" providerId="AD" clId="Web-{44E082E5-0762-4E5F-A3A4-B3649000D0DF}" dt="2023-04-29T00:25:57.029" v="59"/>
          <ac:spMkLst>
            <pc:docMk/>
            <pc:sldMk cId="1447328011" sldId="263"/>
            <ac:spMk id="86" creationId="{249EFD05-C377-44BE-91F0-1D17C1D9BF60}"/>
          </ac:spMkLst>
        </pc:spChg>
        <pc:grpChg chg="add del">
          <ac:chgData name="NILTON DIONISIO GUERRA" userId="S::nilton.guerra@fatec.sp.gov.br::8e5f4164-d150-4236-a027-d1fd67e7200d" providerId="AD" clId="Web-{44E082E5-0762-4E5F-A3A4-B3649000D0DF}" dt="2023-04-29T00:24:56.371" v="42"/>
          <ac:grpSpMkLst>
            <pc:docMk/>
            <pc:sldMk cId="1447328011" sldId="263"/>
            <ac:grpSpMk id="37" creationId="{3C9AA14C-80A4-427C-A911-28CD20C56E5E}"/>
          </ac:grpSpMkLst>
        </pc:grpChg>
        <pc:grpChg chg="add del">
          <ac:chgData name="NILTON DIONISIO GUERRA" userId="S::nilton.guerra@fatec.sp.gov.br::8e5f4164-d150-4236-a027-d1fd67e7200d" providerId="AD" clId="Web-{44E082E5-0762-4E5F-A3A4-B3649000D0DF}" dt="2023-04-29T00:24:56.371" v="42"/>
          <ac:grpSpMkLst>
            <pc:docMk/>
            <pc:sldMk cId="1447328011" sldId="263"/>
            <ac:grpSpMk id="42" creationId="{F2FD01A0-E6FF-41CD-AEBD-279232B90D43}"/>
          </ac:grpSpMkLst>
        </pc:grpChg>
        <pc:grpChg chg="add del">
          <ac:chgData name="NILTON DIONISIO GUERRA" userId="S::nilton.guerra@fatec.sp.gov.br::8e5f4164-d150-4236-a027-d1fd67e7200d" providerId="AD" clId="Web-{44E082E5-0762-4E5F-A3A4-B3649000D0DF}" dt="2023-04-29T00:25:26.872" v="51"/>
          <ac:grpSpMkLst>
            <pc:docMk/>
            <pc:sldMk cId="1447328011" sldId="263"/>
            <ac:grpSpMk id="50" creationId="{C8F3AECA-1E28-4DB0-901D-747B827596E9}"/>
          </ac:grpSpMkLst>
        </pc:grpChg>
        <pc:grpChg chg="add del">
          <ac:chgData name="NILTON DIONISIO GUERRA" userId="S::nilton.guerra@fatec.sp.gov.br::8e5f4164-d150-4236-a027-d1fd67e7200d" providerId="AD" clId="Web-{44E082E5-0762-4E5F-A3A4-B3649000D0DF}" dt="2023-04-29T00:25:26.872" v="51"/>
          <ac:grpSpMkLst>
            <pc:docMk/>
            <pc:sldMk cId="1447328011" sldId="263"/>
            <ac:grpSpMk id="51" creationId="{3214C51D-3B74-4CCB-82B8-A184460FCAA2}"/>
          </ac:grpSpMkLst>
        </pc:grpChg>
        <pc:grpChg chg="add">
          <ac:chgData name="NILTON DIONISIO GUERRA" userId="S::nilton.guerra@fatec.sp.gov.br::8e5f4164-d150-4236-a027-d1fd67e7200d" providerId="AD" clId="Web-{44E082E5-0762-4E5F-A3A4-B3649000D0DF}" dt="2023-04-29T00:25:57.029" v="59"/>
          <ac:grpSpMkLst>
            <pc:docMk/>
            <pc:sldMk cId="1447328011" sldId="263"/>
            <ac:grpSpMk id="88" creationId="{F2FD01A0-E6FF-41CD-AEBD-279232B90D43}"/>
          </ac:grpSpMkLst>
        </pc:grpChg>
        <pc:grpChg chg="add">
          <ac:chgData name="NILTON DIONISIO GUERRA" userId="S::nilton.guerra@fatec.sp.gov.br::8e5f4164-d150-4236-a027-d1fd67e7200d" providerId="AD" clId="Web-{44E082E5-0762-4E5F-A3A4-B3649000D0DF}" dt="2023-04-29T00:25:57.029" v="59"/>
          <ac:grpSpMkLst>
            <pc:docMk/>
            <pc:sldMk cId="1447328011" sldId="263"/>
            <ac:grpSpMk id="93" creationId="{3C9AA14C-80A4-427C-A911-28CD20C56E5E}"/>
          </ac:grpSpMkLst>
        </pc:grpChg>
        <pc:picChg chg="add mod ord">
          <ac:chgData name="NILTON DIONISIO GUERRA" userId="S::nilton.guerra@fatec.sp.gov.br::8e5f4164-d150-4236-a027-d1fd67e7200d" providerId="AD" clId="Web-{44E082E5-0762-4E5F-A3A4-B3649000D0DF}" dt="2023-04-29T00:25:57.029" v="59"/>
          <ac:picMkLst>
            <pc:docMk/>
            <pc:sldMk cId="1447328011" sldId="263"/>
            <ac:picMk id="2" creationId="{66C6043B-0C65-6B57-3343-1BB81B7CCF39}"/>
          </ac:picMkLst>
        </pc:picChg>
        <pc:picChg chg="del">
          <ac:chgData name="NILTON DIONISIO GUERRA" userId="S::nilton.guerra@fatec.sp.gov.br::8e5f4164-d150-4236-a027-d1fd67e7200d" providerId="AD" clId="Web-{44E082E5-0762-4E5F-A3A4-B3649000D0DF}" dt="2023-04-29T00:24:46.027" v="39"/>
          <ac:picMkLst>
            <pc:docMk/>
            <pc:sldMk cId="1447328011" sldId="263"/>
            <ac:picMk id="3" creationId="{868B6A5E-08FE-C81D-2CED-0EC3E9878379}"/>
          </ac:picMkLst>
        </pc:picChg>
      </pc:sldChg>
      <pc:sldChg chg="add del replId">
        <pc:chgData name="NILTON DIONISIO GUERRA" userId="S::nilton.guerra@fatec.sp.gov.br::8e5f4164-d150-4236-a027-d1fd67e7200d" providerId="AD" clId="Web-{44E082E5-0762-4E5F-A3A4-B3649000D0DF}" dt="2023-04-29T00:23:04.775" v="38"/>
        <pc:sldMkLst>
          <pc:docMk/>
          <pc:sldMk cId="2752871179" sldId="264"/>
        </pc:sldMkLst>
      </pc:sldChg>
      <pc:sldChg chg="addSp delSp modSp add replId">
        <pc:chgData name="NILTON DIONISIO GUERRA" userId="S::nilton.guerra@fatec.sp.gov.br::8e5f4164-d150-4236-a027-d1fd67e7200d" providerId="AD" clId="Web-{44E082E5-0762-4E5F-A3A4-B3649000D0DF}" dt="2023-04-29T00:28:53.126" v="82" actId="1076"/>
        <pc:sldMkLst>
          <pc:docMk/>
          <pc:sldMk cId="4282966866" sldId="264"/>
        </pc:sldMkLst>
        <pc:spChg chg="del mod">
          <ac:chgData name="NILTON DIONISIO GUERRA" userId="S::nilton.guerra@fatec.sp.gov.br::8e5f4164-d150-4236-a027-d1fd67e7200d" providerId="AD" clId="Web-{44E082E5-0762-4E5F-A3A4-B3649000D0DF}" dt="2023-04-29T00:28:44.704" v="80"/>
          <ac:spMkLst>
            <pc:docMk/>
            <pc:sldMk cId="4282966866" sldId="264"/>
            <ac:spMk id="2" creationId="{35021324-679D-41A1-DD6D-03EA728C635F}"/>
          </ac:spMkLst>
        </pc:spChg>
        <pc:spChg chg="add del mod">
          <ac:chgData name="NILTON DIONISIO GUERRA" userId="S::nilton.guerra@fatec.sp.gov.br::8e5f4164-d150-4236-a027-d1fd67e7200d" providerId="AD" clId="Web-{44E082E5-0762-4E5F-A3A4-B3649000D0DF}" dt="2023-04-29T00:28:21.235" v="76"/>
          <ac:spMkLst>
            <pc:docMk/>
            <pc:sldMk cId="4282966866" sldId="264"/>
            <ac:spMk id="6" creationId="{E3AFC85D-2FDD-5BFE-EE90-A94BF910BBDF}"/>
          </ac:spMkLst>
        </pc:spChg>
        <pc:spChg chg="del">
          <ac:chgData name="NILTON DIONISIO GUERRA" userId="S::nilton.guerra@fatec.sp.gov.br::8e5f4164-d150-4236-a027-d1fd67e7200d" providerId="AD" clId="Web-{44E082E5-0762-4E5F-A3A4-B3649000D0DF}" dt="2023-04-29T00:27:57.047" v="69"/>
          <ac:spMkLst>
            <pc:docMk/>
            <pc:sldMk cId="4282966866" sldId="264"/>
            <ac:spMk id="15" creationId="{09646535-AEF6-4883-A4F9-EEC1F8B4319E}"/>
          </ac:spMkLst>
        </pc:spChg>
        <pc:spChg chg="del">
          <ac:chgData name="NILTON DIONISIO GUERRA" userId="S::nilton.guerra@fatec.sp.gov.br::8e5f4164-d150-4236-a027-d1fd67e7200d" providerId="AD" clId="Web-{44E082E5-0762-4E5F-A3A4-B3649000D0DF}" dt="2023-04-29T00:27:57.047" v="69"/>
          <ac:spMkLst>
            <pc:docMk/>
            <pc:sldMk cId="4282966866" sldId="264"/>
            <ac:spMk id="17" creationId="{7FEECB93-933C-477B-BC7D-C2F2F6271A66}"/>
          </ac:spMkLst>
        </pc:spChg>
        <pc:spChg chg="del">
          <ac:chgData name="NILTON DIONISIO GUERRA" userId="S::nilton.guerra@fatec.sp.gov.br::8e5f4164-d150-4236-a027-d1fd67e7200d" providerId="AD" clId="Web-{44E082E5-0762-4E5F-A3A4-B3649000D0DF}" dt="2023-04-29T00:27:57.047" v="69"/>
          <ac:spMkLst>
            <pc:docMk/>
            <pc:sldMk cId="4282966866" sldId="264"/>
            <ac:spMk id="19" creationId="{497BC505-FE0C-4637-A29D-B71DFBBBAA71}"/>
          </ac:spMkLst>
        </pc:spChg>
        <pc:spChg chg="add del">
          <ac:chgData name="NILTON DIONISIO GUERRA" userId="S::nilton.guerra@fatec.sp.gov.br::8e5f4164-d150-4236-a027-d1fd67e7200d" providerId="AD" clId="Web-{44E082E5-0762-4E5F-A3A4-B3649000D0DF}" dt="2023-04-29T00:28:31.579" v="78"/>
          <ac:spMkLst>
            <pc:docMk/>
            <pc:sldMk cId="4282966866" sldId="264"/>
            <ac:spMk id="34" creationId="{09646535-AEF6-4883-A4F9-EEC1F8B4319E}"/>
          </ac:spMkLst>
        </pc:spChg>
        <pc:spChg chg="add del">
          <ac:chgData name="NILTON DIONISIO GUERRA" userId="S::nilton.guerra@fatec.sp.gov.br::8e5f4164-d150-4236-a027-d1fd67e7200d" providerId="AD" clId="Web-{44E082E5-0762-4E5F-A3A4-B3649000D0DF}" dt="2023-04-29T00:28:31.579" v="78"/>
          <ac:spMkLst>
            <pc:docMk/>
            <pc:sldMk cId="4282966866" sldId="264"/>
            <ac:spMk id="36" creationId="{15B32CDC-A5D8-41D0-B003-3DBF594BD730}"/>
          </ac:spMkLst>
        </pc:spChg>
        <pc:spChg chg="add del">
          <ac:chgData name="NILTON DIONISIO GUERRA" userId="S::nilton.guerra@fatec.sp.gov.br::8e5f4164-d150-4236-a027-d1fd67e7200d" providerId="AD" clId="Web-{44E082E5-0762-4E5F-A3A4-B3649000D0DF}" dt="2023-04-29T00:28:31.579" v="78"/>
          <ac:spMkLst>
            <pc:docMk/>
            <pc:sldMk cId="4282966866" sldId="264"/>
            <ac:spMk id="38" creationId="{4DC82ADE-5838-402E-B101-FE379B74A92A}"/>
          </ac:spMkLst>
        </pc:spChg>
        <pc:spChg chg="add del">
          <ac:chgData name="NILTON DIONISIO GUERRA" userId="S::nilton.guerra@fatec.sp.gov.br::8e5f4164-d150-4236-a027-d1fd67e7200d" providerId="AD" clId="Web-{44E082E5-0762-4E5F-A3A4-B3649000D0DF}" dt="2023-04-29T00:28:31.579" v="78"/>
          <ac:spMkLst>
            <pc:docMk/>
            <pc:sldMk cId="4282966866" sldId="264"/>
            <ac:spMk id="40" creationId="{613F3963-915E-4812-8B39-BE6EA7CC82DA}"/>
          </ac:spMkLst>
        </pc:spChg>
        <pc:spChg chg="add">
          <ac:chgData name="NILTON DIONISIO GUERRA" userId="S::nilton.guerra@fatec.sp.gov.br::8e5f4164-d150-4236-a027-d1fd67e7200d" providerId="AD" clId="Web-{44E082E5-0762-4E5F-A3A4-B3649000D0DF}" dt="2023-04-29T00:28:31.579" v="78"/>
          <ac:spMkLst>
            <pc:docMk/>
            <pc:sldMk cId="4282966866" sldId="264"/>
            <ac:spMk id="45" creationId="{09646535-AEF6-4883-A4F9-EEC1F8B4319E}"/>
          </ac:spMkLst>
        </pc:spChg>
        <pc:spChg chg="add">
          <ac:chgData name="NILTON DIONISIO GUERRA" userId="S::nilton.guerra@fatec.sp.gov.br::8e5f4164-d150-4236-a027-d1fd67e7200d" providerId="AD" clId="Web-{44E082E5-0762-4E5F-A3A4-B3649000D0DF}" dt="2023-04-29T00:28:31.579" v="78"/>
          <ac:spMkLst>
            <pc:docMk/>
            <pc:sldMk cId="4282966866" sldId="264"/>
            <ac:spMk id="47" creationId="{C16D802C-99C5-4947-BA82-6C1F93609F31}"/>
          </ac:spMkLst>
        </pc:spChg>
        <pc:spChg chg="add">
          <ac:chgData name="NILTON DIONISIO GUERRA" userId="S::nilton.guerra@fatec.sp.gov.br::8e5f4164-d150-4236-a027-d1fd67e7200d" providerId="AD" clId="Web-{44E082E5-0762-4E5F-A3A4-B3649000D0DF}" dt="2023-04-29T00:28:31.579" v="78"/>
          <ac:spMkLst>
            <pc:docMk/>
            <pc:sldMk cId="4282966866" sldId="264"/>
            <ac:spMk id="49" creationId="{C09E8100-7BD2-41FE-85AE-2E64F0E78012}"/>
          </ac:spMkLst>
        </pc:spChg>
        <pc:spChg chg="add">
          <ac:chgData name="NILTON DIONISIO GUERRA" userId="S::nilton.guerra@fatec.sp.gov.br::8e5f4164-d150-4236-a027-d1fd67e7200d" providerId="AD" clId="Web-{44E082E5-0762-4E5F-A3A4-B3649000D0DF}" dt="2023-04-29T00:28:31.579" v="78"/>
          <ac:spMkLst>
            <pc:docMk/>
            <pc:sldMk cId="4282966866" sldId="264"/>
            <ac:spMk id="51" creationId="{D2349747-EAEE-477A-B019-58D3CA521A45}"/>
          </ac:spMkLst>
        </pc:spChg>
        <pc:grpChg chg="del">
          <ac:chgData name="NILTON DIONISIO GUERRA" userId="S::nilton.guerra@fatec.sp.gov.br::8e5f4164-d150-4236-a027-d1fd67e7200d" providerId="AD" clId="Web-{44E082E5-0762-4E5F-A3A4-B3649000D0DF}" dt="2023-04-29T00:27:57.047" v="69"/>
          <ac:grpSpMkLst>
            <pc:docMk/>
            <pc:sldMk cId="4282966866" sldId="264"/>
            <ac:grpSpMk id="21" creationId="{F2FD01A0-E6FF-41CD-AEBD-279232B90D43}"/>
          </ac:grpSpMkLst>
        </pc:grpChg>
        <pc:grpChg chg="del">
          <ac:chgData name="NILTON DIONISIO GUERRA" userId="S::nilton.guerra@fatec.sp.gov.br::8e5f4164-d150-4236-a027-d1fd67e7200d" providerId="AD" clId="Web-{44E082E5-0762-4E5F-A3A4-B3649000D0DF}" dt="2023-04-29T00:27:57.047" v="69"/>
          <ac:grpSpMkLst>
            <pc:docMk/>
            <pc:sldMk cId="4282966866" sldId="264"/>
            <ac:grpSpMk id="26" creationId="{3C9AA14C-80A4-427C-A911-28CD20C56E5E}"/>
          </ac:grpSpMkLst>
        </pc:grpChg>
        <pc:picChg chg="add del mod">
          <ac:chgData name="NILTON DIONISIO GUERRA" userId="S::nilton.guerra@fatec.sp.gov.br::8e5f4164-d150-4236-a027-d1fd67e7200d" providerId="AD" clId="Web-{44E082E5-0762-4E5F-A3A4-B3649000D0DF}" dt="2023-04-29T00:28:18.141" v="74"/>
          <ac:picMkLst>
            <pc:docMk/>
            <pc:sldMk cId="4282966866" sldId="264"/>
            <ac:picMk id="3" creationId="{61A7732A-BA89-E793-2768-94F7D0DC04A0}"/>
          </ac:picMkLst>
        </pc:picChg>
        <pc:picChg chg="del">
          <ac:chgData name="NILTON DIONISIO GUERRA" userId="S::nilton.guerra@fatec.sp.gov.br::8e5f4164-d150-4236-a027-d1fd67e7200d" providerId="AD" clId="Web-{44E082E5-0762-4E5F-A3A4-B3649000D0DF}" dt="2023-04-29T00:27:47.203" v="66"/>
          <ac:picMkLst>
            <pc:docMk/>
            <pc:sldMk cId="4282966866" sldId="264"/>
            <ac:picMk id="4" creationId="{BDAA9967-F797-940D-02C9-5D556A3CECE0}"/>
          </ac:picMkLst>
        </pc:picChg>
        <pc:picChg chg="add mod">
          <ac:chgData name="NILTON DIONISIO GUERRA" userId="S::nilton.guerra@fatec.sp.gov.br::8e5f4164-d150-4236-a027-d1fd67e7200d" providerId="AD" clId="Web-{44E082E5-0762-4E5F-A3A4-B3649000D0DF}" dt="2023-04-29T00:28:53.126" v="82" actId="1076"/>
          <ac:picMkLst>
            <pc:docMk/>
            <pc:sldMk cId="4282966866" sldId="264"/>
            <ac:picMk id="5" creationId="{5708AD75-AC5B-C75F-3DE6-CB80377CFA3F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40013" y="484479"/>
            <a:ext cx="6911974" cy="2954655"/>
          </a:xfrm>
        </p:spPr>
        <p:txBody>
          <a:bodyPr anchor="b">
            <a:normAutofit/>
          </a:bodyPr>
          <a:lstStyle>
            <a:lvl1pPr algn="ctr">
              <a:defRPr sz="5600" cap="all" spc="-1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40013" y="3799133"/>
            <a:ext cx="6911974" cy="1969841"/>
          </a:xfrm>
        </p:spPr>
        <p:txBody>
          <a:bodyPr>
            <a:normAutofit/>
          </a:bodyPr>
          <a:lstStyle>
            <a:lvl1pPr marL="0" indent="0" algn="ctr"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1837" y="6138000"/>
            <a:ext cx="3095626" cy="720000"/>
          </a:xfrm>
          <a:prstGeom prst="rect">
            <a:avLst/>
          </a:prstGeom>
        </p:spPr>
        <p:txBody>
          <a:bodyPr/>
          <a:lstStyle/>
          <a:p>
            <a:fld id="{2395C5C9-164C-46B3-A87E-7660D39D3106}" type="datetime2">
              <a:rPr lang="en-US" smtClean="0"/>
              <a:t>Friday, April 28, 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48188" y="6138000"/>
            <a:ext cx="5003800" cy="720000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2713" y="6138000"/>
            <a:ext cx="1187449" cy="720000"/>
          </a:xfrm>
          <a:prstGeom prst="rect">
            <a:avLst/>
          </a:prstGeom>
        </p:spPr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45198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0000" y="2541600"/>
            <a:ext cx="10728325" cy="3227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1837" y="6138000"/>
            <a:ext cx="3095626" cy="720000"/>
          </a:xfrm>
          <a:prstGeom prst="rect">
            <a:avLst/>
          </a:prstGeom>
        </p:spPr>
        <p:txBody>
          <a:bodyPr/>
          <a:lstStyle/>
          <a:p>
            <a:fld id="{4DDCFF8A-AAF8-4A12-8A91-9CA0EAF6CBB9}" type="datetime2">
              <a:rPr lang="en-US" smtClean="0"/>
              <a:t>Friday, April 28, 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48188" y="6138000"/>
            <a:ext cx="5003800" cy="720000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2713" y="6138000"/>
            <a:ext cx="1187449" cy="720000"/>
          </a:xfrm>
          <a:prstGeom prst="rect">
            <a:avLst/>
          </a:prstGeom>
        </p:spPr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20097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0000" y="619200"/>
            <a:ext cx="10728326" cy="2879724"/>
          </a:xfrm>
        </p:spPr>
        <p:txBody>
          <a:bodyPr anchor="b">
            <a:norm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19910" y="3858924"/>
            <a:ext cx="10728326" cy="1919076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1837" y="6138000"/>
            <a:ext cx="3095626" cy="720000"/>
          </a:xfrm>
          <a:prstGeom prst="rect">
            <a:avLst/>
          </a:prstGeom>
        </p:spPr>
        <p:txBody>
          <a:bodyPr/>
          <a:lstStyle/>
          <a:p>
            <a:fld id="{ABCC25C3-021A-4B0B-8F70-0C181FE1CF45}" type="datetime2">
              <a:rPr lang="en-US" smtClean="0"/>
              <a:t>Friday, April 28, 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48188" y="6138000"/>
            <a:ext cx="5003800" cy="720000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2713" y="6138000"/>
            <a:ext cx="1187449" cy="720000"/>
          </a:xfrm>
          <a:prstGeom prst="rect">
            <a:avLst/>
          </a:prstGeom>
        </p:spPr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72784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20000" y="2541600"/>
            <a:ext cx="5003800" cy="3234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58400" y="2541600"/>
            <a:ext cx="5003801" cy="32345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31837" y="6138000"/>
            <a:ext cx="3095626" cy="720000"/>
          </a:xfrm>
          <a:prstGeom prst="rect">
            <a:avLst/>
          </a:prstGeom>
        </p:spPr>
        <p:txBody>
          <a:bodyPr/>
          <a:lstStyle/>
          <a:p>
            <a:fld id="{0C23D88D-8CEC-4ED9-A53B-5596187D9A16}" type="datetime2">
              <a:rPr lang="en-US" smtClean="0"/>
              <a:t>Friday, April 28, 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548188" y="6138000"/>
            <a:ext cx="5003800" cy="72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2713" y="6138000"/>
            <a:ext cx="1187449" cy="720000"/>
          </a:xfrm>
          <a:prstGeom prst="rect">
            <a:avLst/>
          </a:prstGeom>
        </p:spPr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69255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0000" y="619200"/>
            <a:ext cx="10728325" cy="673005"/>
          </a:xfrm>
        </p:spPr>
        <p:txBody>
          <a:bodyPr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0000" y="1840698"/>
            <a:ext cx="5015638" cy="565796"/>
          </a:xfrm>
        </p:spPr>
        <p:txBody>
          <a:bodyPr wrap="square" anchor="b">
            <a:normAutofit/>
          </a:bodyPr>
          <a:lstStyle>
            <a:lvl1pPr marL="0" indent="0">
              <a:lnSpc>
                <a:spcPct val="120000"/>
              </a:lnSpc>
              <a:buNone/>
              <a:defRPr sz="1600" b="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20000" y="2541600"/>
            <a:ext cx="5003801" cy="3234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58400" y="1840698"/>
            <a:ext cx="5015638" cy="565796"/>
          </a:xfrm>
        </p:spPr>
        <p:txBody>
          <a:bodyPr anchor="b">
            <a:normAutofit/>
          </a:bodyPr>
          <a:lstStyle>
            <a:lvl1pPr marL="0" indent="0">
              <a:lnSpc>
                <a:spcPct val="120000"/>
              </a:lnSpc>
              <a:buNone/>
              <a:defRPr sz="1600" b="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58400" y="2541600"/>
            <a:ext cx="5003800" cy="3234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731837" y="6138000"/>
            <a:ext cx="3095626" cy="720000"/>
          </a:xfrm>
          <a:prstGeom prst="rect">
            <a:avLst/>
          </a:prstGeom>
        </p:spPr>
        <p:txBody>
          <a:bodyPr/>
          <a:lstStyle/>
          <a:p>
            <a:fld id="{D2CCD382-DFDA-4722-A27A-59C21AD112F2}" type="datetime2">
              <a:rPr lang="en-US" smtClean="0"/>
              <a:t>Friday, April 28, 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548188" y="6138000"/>
            <a:ext cx="5003800" cy="72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0272713" y="6138000"/>
            <a:ext cx="1187449" cy="720000"/>
          </a:xfrm>
          <a:prstGeom prst="rect">
            <a:avLst/>
          </a:prstGeom>
        </p:spPr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28793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731837" y="6138000"/>
            <a:ext cx="3095626" cy="720000"/>
          </a:xfrm>
          <a:prstGeom prst="rect">
            <a:avLst/>
          </a:prstGeom>
        </p:spPr>
        <p:txBody>
          <a:bodyPr/>
          <a:lstStyle/>
          <a:p>
            <a:fld id="{22F2A30D-1C09-413F-AAB1-38F366000715}" type="datetime2">
              <a:rPr lang="en-US" smtClean="0"/>
              <a:t>Friday, April 28, 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548188" y="6138000"/>
            <a:ext cx="5003800" cy="72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272713" y="6138000"/>
            <a:ext cx="1187449" cy="720000"/>
          </a:xfrm>
          <a:prstGeom prst="rect">
            <a:avLst/>
          </a:prstGeom>
        </p:spPr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24643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731837" y="6138000"/>
            <a:ext cx="3095626" cy="720000"/>
          </a:xfrm>
          <a:prstGeom prst="rect">
            <a:avLst/>
          </a:prstGeom>
        </p:spPr>
        <p:txBody>
          <a:bodyPr/>
          <a:lstStyle/>
          <a:p>
            <a:fld id="{6DB82B9C-D65E-4F64-95C3-B10F3B00F0D9}" type="datetime2">
              <a:rPr lang="en-US" smtClean="0"/>
              <a:t>Friday, April 28, 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548188" y="6138000"/>
            <a:ext cx="5003800" cy="72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272713" y="6138000"/>
            <a:ext cx="1187449" cy="720000"/>
          </a:xfrm>
          <a:prstGeom prst="rect">
            <a:avLst/>
          </a:prstGeom>
        </p:spPr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1685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0000" y="619200"/>
            <a:ext cx="3107463" cy="1477328"/>
          </a:xfrm>
        </p:spPr>
        <p:txBody>
          <a:bodyPr anchor="t" anchorCtr="0">
            <a:normAutofit/>
          </a:bodyPr>
          <a:lstStyle>
            <a:lvl1pPr>
              <a:lnSpc>
                <a:spcPct val="100000"/>
              </a:lnSpc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48188" y="584662"/>
            <a:ext cx="6911974" cy="5184313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4800"/>
            </a:lvl1pPr>
            <a:lvl2pPr marL="914400" indent="-457200">
              <a:buFont typeface="Arial" panose="020B0604020202020204" pitchFamily="34" charset="0"/>
              <a:buChar char="•"/>
              <a:defRPr sz="2000"/>
            </a:lvl2pPr>
            <a:lvl3pPr marL="1257300" indent="-342900">
              <a:buFont typeface="Arial" panose="020B0604020202020204" pitchFamily="34" charset="0"/>
              <a:buChar char="•"/>
              <a:defRPr sz="2000"/>
            </a:lvl3pPr>
            <a:lvl4pPr marL="1714500" indent="-342900">
              <a:buFont typeface="Arial" panose="020B0604020202020204" pitchFamily="34" charset="0"/>
              <a:buChar char="•"/>
              <a:defRPr sz="2000"/>
            </a:lvl4pPr>
            <a:lvl5pPr marL="2171700" indent="-342900">
              <a:buFont typeface="Arial" panose="020B0604020202020204" pitchFamily="34" charset="0"/>
              <a:buChar char="•"/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0000" y="2541600"/>
            <a:ext cx="3107463" cy="323183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31837" y="6138000"/>
            <a:ext cx="3095626" cy="720000"/>
          </a:xfrm>
          <a:prstGeom prst="rect">
            <a:avLst/>
          </a:prstGeom>
        </p:spPr>
        <p:txBody>
          <a:bodyPr/>
          <a:lstStyle/>
          <a:p>
            <a:fld id="{B7F5FDCC-6AAC-4A08-B9E0-3793AB5E64C3}" type="datetime2">
              <a:rPr lang="en-US" smtClean="0"/>
              <a:t>Friday, April 28, 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548188" y="6138000"/>
            <a:ext cx="5003800" cy="72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2713" y="6138000"/>
            <a:ext cx="1187449" cy="720000"/>
          </a:xfrm>
          <a:prstGeom prst="rect">
            <a:avLst/>
          </a:prstGeom>
        </p:spPr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2005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0000" y="619200"/>
            <a:ext cx="3095626" cy="1476000"/>
          </a:xfrm>
        </p:spPr>
        <p:txBody>
          <a:bodyPr anchor="t" anchorCtr="0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548188" y="728664"/>
            <a:ext cx="6923812" cy="5040312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0000" y="2541600"/>
            <a:ext cx="3095625" cy="32328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31837" y="6138000"/>
            <a:ext cx="3095626" cy="720000"/>
          </a:xfrm>
          <a:prstGeom prst="rect">
            <a:avLst/>
          </a:prstGeom>
        </p:spPr>
        <p:txBody>
          <a:bodyPr/>
          <a:lstStyle/>
          <a:p>
            <a:fld id="{349FE94D-439C-40F1-900E-BC07940E3988}" type="datetime2">
              <a:rPr lang="en-US" smtClean="0"/>
              <a:t>Friday, April 28, 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548188" y="6138000"/>
            <a:ext cx="5003800" cy="72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2713" y="6138000"/>
            <a:ext cx="1187449" cy="720000"/>
          </a:xfrm>
          <a:prstGeom prst="rect">
            <a:avLst/>
          </a:prstGeom>
        </p:spPr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85141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20000" y="2636838"/>
            <a:ext cx="10728325" cy="313213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1837" y="6138000"/>
            <a:ext cx="3095626" cy="720000"/>
          </a:xfrm>
          <a:prstGeom prst="rect">
            <a:avLst/>
          </a:prstGeom>
        </p:spPr>
        <p:txBody>
          <a:bodyPr/>
          <a:lstStyle/>
          <a:p>
            <a:fld id="{5B75179A-1E2B-41AB-B400-4F1B4022FAEE}" type="datetime2">
              <a:rPr lang="en-US" smtClean="0"/>
              <a:t>Friday, April 28, 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48188" y="6138000"/>
            <a:ext cx="5003800" cy="72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2713" y="6138000"/>
            <a:ext cx="1187449" cy="720000"/>
          </a:xfrm>
          <a:prstGeom prst="rect">
            <a:avLst/>
          </a:prstGeom>
        </p:spPr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09658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40486" y="720000"/>
            <a:ext cx="1477328" cy="5048975"/>
          </a:xfrm>
        </p:spPr>
        <p:txBody>
          <a:bodyPr vert="eaVert">
            <a:norm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31838" y="720000"/>
            <a:ext cx="8929614" cy="50489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1837" y="6138000"/>
            <a:ext cx="3095626" cy="720000"/>
          </a:xfrm>
          <a:prstGeom prst="rect">
            <a:avLst/>
          </a:prstGeom>
        </p:spPr>
        <p:txBody>
          <a:bodyPr/>
          <a:lstStyle/>
          <a:p>
            <a:fld id="{05681D0F-6595-4F14-8EF3-954CD87C797B}" type="datetime2">
              <a:rPr lang="en-US" smtClean="0"/>
              <a:t>Friday, April 28, 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48188" y="6138000"/>
            <a:ext cx="5003800" cy="72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2713" y="6138000"/>
            <a:ext cx="1187449" cy="720000"/>
          </a:xfrm>
          <a:prstGeom prst="rect">
            <a:avLst/>
          </a:prstGeom>
        </p:spPr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75784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9646535-AEF6-4883-A4F9-EEC1F8B4319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lumOff val="1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20000" y="619200"/>
            <a:ext cx="10728322" cy="1477328"/>
          </a:xfrm>
          <a:prstGeom prst="rect">
            <a:avLst/>
          </a:prstGeom>
        </p:spPr>
        <p:txBody>
          <a:bodyPr vert="horz" wrap="square" lIns="0" tIns="0" rIns="0" bIns="0" rtlCol="0" anchor="t" anchorCtr="0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0000" y="2541600"/>
            <a:ext cx="10728325" cy="322737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1837" y="6138000"/>
            <a:ext cx="3095626" cy="720000"/>
          </a:xfrm>
          <a:prstGeom prst="rect">
            <a:avLst/>
          </a:prstGeom>
        </p:spPr>
        <p:txBody>
          <a:bodyPr vert="horz" lIns="0" tIns="180000" rIns="0" bIns="180000" rtlCol="0" anchor="ctr"/>
          <a:lstStyle>
            <a:lvl1pPr algn="l">
              <a:lnSpc>
                <a:spcPct val="120000"/>
              </a:lnSpc>
              <a:defRPr sz="120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8DEA2CF1-0EB2-4673-802D-3371233E4A77}" type="datetime2">
              <a:rPr lang="en-US" smtClean="0"/>
              <a:t>Friday, April 28, 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48188" y="6138000"/>
            <a:ext cx="5003800" cy="720000"/>
          </a:xfrm>
          <a:prstGeom prst="rect">
            <a:avLst/>
          </a:prstGeom>
        </p:spPr>
        <p:txBody>
          <a:bodyPr vert="horz" lIns="0" tIns="180000" rIns="0" bIns="180000" rtlCol="0" anchor="ctr"/>
          <a:lstStyle>
            <a:lvl1pPr algn="ctr">
              <a:lnSpc>
                <a:spcPct val="120000"/>
              </a:lnSpc>
              <a:defRPr sz="120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algn="l"/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2713" y="6138000"/>
            <a:ext cx="1187449" cy="720000"/>
          </a:xfrm>
          <a:prstGeom prst="rect">
            <a:avLst/>
          </a:prstGeom>
        </p:spPr>
        <p:txBody>
          <a:bodyPr vert="horz" lIns="0" tIns="180000" rIns="0" bIns="180000" rtlCol="0" anchor="ctr"/>
          <a:lstStyle>
            <a:lvl1pPr algn="r">
              <a:lnSpc>
                <a:spcPct val="120000"/>
              </a:lnSpc>
              <a:defRPr sz="120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1621B6DD-29C1-4FEA-923F-71EA1347694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096984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44" r:id="rId1"/>
    <p:sldLayoutId id="2147483745" r:id="rId2"/>
    <p:sldLayoutId id="2147483746" r:id="rId3"/>
    <p:sldLayoutId id="2147483747" r:id="rId4"/>
    <p:sldLayoutId id="2147483748" r:id="rId5"/>
    <p:sldLayoutId id="2147483742" r:id="rId6"/>
    <p:sldLayoutId id="2147483738" r:id="rId7"/>
    <p:sldLayoutId id="2147483739" r:id="rId8"/>
    <p:sldLayoutId id="2147483740" r:id="rId9"/>
    <p:sldLayoutId id="2147483741" r:id="rId10"/>
    <p:sldLayoutId id="2147483743" r:id="rId11"/>
  </p:sldLayoutIdLst>
  <p:hf sldNum="0" hdr="0" ftr="0" dt="0"/>
  <p:txStyles>
    <p:titleStyle>
      <a:lvl1pPr algn="l" defTabSz="914400" rtl="0" eaLnBrk="1" latinLnBrk="0" hangingPunct="1">
        <a:lnSpc>
          <a:spcPct val="88000"/>
        </a:lnSpc>
        <a:spcBef>
          <a:spcPct val="0"/>
        </a:spcBef>
        <a:buNone/>
        <a:defRPr sz="4400" kern="1200" cap="none" spc="4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4"/>
        </a:buClr>
        <a:buFont typeface="The Hand Extrablack" panose="03070A02030502020204" pitchFamily="66" charset="0"/>
        <a:buChar char="•"/>
        <a:defRPr sz="2000" kern="1200" spc="20" baseline="0">
          <a:solidFill>
            <a:schemeClr val="tx1">
              <a:alpha val="58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4"/>
        </a:buClr>
        <a:buFont typeface="The Hand Extrablack" panose="03070A02030502020204" pitchFamily="66" charset="0"/>
        <a:buChar char="•"/>
        <a:defRPr sz="2000" kern="1200" spc="20" baseline="0">
          <a:solidFill>
            <a:schemeClr val="tx1">
              <a:alpha val="58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4"/>
        </a:buClr>
        <a:buFont typeface="The Hand Extrablack" panose="03070A02030502020204" pitchFamily="66" charset="0"/>
        <a:buChar char="•"/>
        <a:defRPr sz="2000" kern="1200" spc="20" baseline="0">
          <a:solidFill>
            <a:schemeClr val="tx1">
              <a:alpha val="58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4"/>
        </a:buClr>
        <a:buFont typeface="The Hand Extrablack" panose="03070A02030502020204" pitchFamily="66" charset="0"/>
        <a:buChar char="•"/>
        <a:defRPr sz="2000" kern="1200" spc="20" baseline="0">
          <a:solidFill>
            <a:schemeClr val="tx1">
              <a:alpha val="58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4"/>
        </a:buClr>
        <a:buFont typeface="The Hand Extrablack" panose="03070A02030502020204" pitchFamily="66" charset="0"/>
        <a:buChar char="•"/>
        <a:defRPr sz="2000" kern="1200" spc="20" baseline="0">
          <a:solidFill>
            <a:schemeClr val="tx1">
              <a:alpha val="58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maedoskiduxos.blogspot.com/2005/12/ao-fim-de-6-meses-de-blog-ultrapassamos.html" TargetMode="External"/><Relationship Id="rId2" Type="http://schemas.openxmlformats.org/officeDocument/2006/relationships/image" Target="../media/image7.gi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9D89EBB-72B3-43C9-BAA0-C3D3A97AD3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A6BA549-E7EA-4091-94B3-7B2B3044E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lumOff val="1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1332E77-16B7-DC4D-8197-685EDEAD9A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84564" y="619199"/>
            <a:ext cx="9657869" cy="1270690"/>
          </a:xfrm>
        </p:spPr>
        <p:txBody>
          <a:bodyPr wrap="square" anchor="t">
            <a:normAutofit/>
          </a:bodyPr>
          <a:lstStyle/>
          <a:p>
            <a:r>
              <a:rPr lang="pt-BR" sz="7200" dirty="0"/>
              <a:t>Criando um mundo web para todos!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C8F3AECA-1E28-4DB0-901D-747B827596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89400" y="406270"/>
            <a:ext cx="684878" cy="1449344"/>
            <a:chOff x="643527" y="1187494"/>
            <a:chExt cx="1434178" cy="3035022"/>
          </a:xfrm>
        </p:grpSpPr>
        <p:sp>
          <p:nvSpPr>
            <p:cNvPr id="14" name="Freeform 78">
              <a:extLst>
                <a:ext uri="{FF2B5EF4-FFF2-40B4-BE49-F238E27FC236}">
                  <a16:creationId xmlns:a16="http://schemas.microsoft.com/office/drawing/2014/main" id="{F137E6B0-A1AA-47FF-AAB8-9E5D6B701C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800114">
              <a:off x="1083914" y="3331230"/>
              <a:ext cx="879143" cy="903430"/>
            </a:xfrm>
            <a:custGeom>
              <a:avLst/>
              <a:gdLst>
                <a:gd name="T0" fmla="*/ 32 w 58"/>
                <a:gd name="T1" fmla="*/ 56 h 60"/>
                <a:gd name="T2" fmla="*/ 24 w 58"/>
                <a:gd name="T3" fmla="*/ 48 h 60"/>
                <a:gd name="T4" fmla="*/ 14 w 58"/>
                <a:gd name="T5" fmla="*/ 36 h 60"/>
                <a:gd name="T6" fmla="*/ 7 w 58"/>
                <a:gd name="T7" fmla="*/ 29 h 60"/>
                <a:gd name="T8" fmla="*/ 1 w 58"/>
                <a:gd name="T9" fmla="*/ 17 h 60"/>
                <a:gd name="T10" fmla="*/ 7 w 58"/>
                <a:gd name="T11" fmla="*/ 4 h 60"/>
                <a:gd name="T12" fmla="*/ 17 w 58"/>
                <a:gd name="T13" fmla="*/ 1 h 60"/>
                <a:gd name="T14" fmla="*/ 29 w 58"/>
                <a:gd name="T15" fmla="*/ 6 h 60"/>
                <a:gd name="T16" fmla="*/ 31 w 58"/>
                <a:gd name="T17" fmla="*/ 8 h 60"/>
                <a:gd name="T18" fmla="*/ 38 w 58"/>
                <a:gd name="T19" fmla="*/ 15 h 60"/>
                <a:gd name="T20" fmla="*/ 44 w 58"/>
                <a:gd name="T21" fmla="*/ 22 h 60"/>
                <a:gd name="T22" fmla="*/ 54 w 58"/>
                <a:gd name="T23" fmla="*/ 33 h 60"/>
                <a:gd name="T24" fmla="*/ 58 w 58"/>
                <a:gd name="T25" fmla="*/ 44 h 60"/>
                <a:gd name="T26" fmla="*/ 53 w 58"/>
                <a:gd name="T27" fmla="*/ 54 h 60"/>
                <a:gd name="T28" fmla="*/ 42 w 58"/>
                <a:gd name="T29" fmla="*/ 60 h 60"/>
                <a:gd name="T30" fmla="*/ 32 w 58"/>
                <a:gd name="T31" fmla="*/ 56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58" h="60">
                  <a:moveTo>
                    <a:pt x="32" y="56"/>
                  </a:moveTo>
                  <a:cubicBezTo>
                    <a:pt x="30" y="54"/>
                    <a:pt x="31" y="55"/>
                    <a:pt x="24" y="48"/>
                  </a:cubicBezTo>
                  <a:cubicBezTo>
                    <a:pt x="17" y="40"/>
                    <a:pt x="14" y="36"/>
                    <a:pt x="14" y="36"/>
                  </a:cubicBezTo>
                  <a:cubicBezTo>
                    <a:pt x="8" y="30"/>
                    <a:pt x="14" y="37"/>
                    <a:pt x="7" y="29"/>
                  </a:cubicBezTo>
                  <a:cubicBezTo>
                    <a:pt x="3" y="24"/>
                    <a:pt x="1" y="20"/>
                    <a:pt x="1" y="17"/>
                  </a:cubicBezTo>
                  <a:cubicBezTo>
                    <a:pt x="0" y="13"/>
                    <a:pt x="3" y="9"/>
                    <a:pt x="7" y="4"/>
                  </a:cubicBezTo>
                  <a:cubicBezTo>
                    <a:pt x="10" y="2"/>
                    <a:pt x="13" y="0"/>
                    <a:pt x="17" y="1"/>
                  </a:cubicBezTo>
                  <a:cubicBezTo>
                    <a:pt x="21" y="1"/>
                    <a:pt x="25" y="3"/>
                    <a:pt x="29" y="6"/>
                  </a:cubicBezTo>
                  <a:cubicBezTo>
                    <a:pt x="31" y="8"/>
                    <a:pt x="31" y="8"/>
                    <a:pt x="31" y="8"/>
                  </a:cubicBezTo>
                  <a:cubicBezTo>
                    <a:pt x="33" y="11"/>
                    <a:pt x="37" y="15"/>
                    <a:pt x="38" y="15"/>
                  </a:cubicBezTo>
                  <a:cubicBezTo>
                    <a:pt x="42" y="20"/>
                    <a:pt x="40" y="18"/>
                    <a:pt x="44" y="22"/>
                  </a:cubicBezTo>
                  <a:cubicBezTo>
                    <a:pt x="51" y="29"/>
                    <a:pt x="50" y="29"/>
                    <a:pt x="54" y="33"/>
                  </a:cubicBezTo>
                  <a:cubicBezTo>
                    <a:pt x="57" y="37"/>
                    <a:pt x="58" y="40"/>
                    <a:pt x="58" y="44"/>
                  </a:cubicBezTo>
                  <a:cubicBezTo>
                    <a:pt x="58" y="47"/>
                    <a:pt x="56" y="50"/>
                    <a:pt x="53" y="54"/>
                  </a:cubicBezTo>
                  <a:cubicBezTo>
                    <a:pt x="49" y="58"/>
                    <a:pt x="45" y="60"/>
                    <a:pt x="42" y="60"/>
                  </a:cubicBezTo>
                  <a:cubicBezTo>
                    <a:pt x="39" y="60"/>
                    <a:pt x="36" y="59"/>
                    <a:pt x="32" y="5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accent3"/>
                </a:solidFill>
              </a:endParaRPr>
            </a:p>
          </p:txBody>
        </p:sp>
        <p:sp>
          <p:nvSpPr>
            <p:cNvPr id="15" name="Freeform 79">
              <a:extLst>
                <a:ext uri="{FF2B5EF4-FFF2-40B4-BE49-F238E27FC236}">
                  <a16:creationId xmlns:a16="http://schemas.microsoft.com/office/drawing/2014/main" id="{F72FB821-5AF0-4EA1-B84B-D5E12D8333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800114">
              <a:off x="869193" y="1989904"/>
              <a:ext cx="743890" cy="1195221"/>
            </a:xfrm>
            <a:custGeom>
              <a:avLst/>
              <a:gdLst>
                <a:gd name="T0" fmla="*/ 15 w 49"/>
                <a:gd name="T1" fmla="*/ 65 h 79"/>
                <a:gd name="T2" fmla="*/ 12 w 49"/>
                <a:gd name="T3" fmla="*/ 54 h 79"/>
                <a:gd name="T4" fmla="*/ 8 w 49"/>
                <a:gd name="T5" fmla="*/ 33 h 79"/>
                <a:gd name="T6" fmla="*/ 38 w 49"/>
                <a:gd name="T7" fmla="*/ 24 h 79"/>
                <a:gd name="T8" fmla="*/ 45 w 49"/>
                <a:gd name="T9" fmla="*/ 70 h 79"/>
                <a:gd name="T10" fmla="*/ 15 w 49"/>
                <a:gd name="T11" fmla="*/ 65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9" h="79">
                  <a:moveTo>
                    <a:pt x="15" y="65"/>
                  </a:moveTo>
                  <a:cubicBezTo>
                    <a:pt x="14" y="59"/>
                    <a:pt x="13" y="58"/>
                    <a:pt x="12" y="54"/>
                  </a:cubicBezTo>
                  <a:cubicBezTo>
                    <a:pt x="11" y="45"/>
                    <a:pt x="10" y="40"/>
                    <a:pt x="8" y="33"/>
                  </a:cubicBezTo>
                  <a:cubicBezTo>
                    <a:pt x="0" y="9"/>
                    <a:pt x="34" y="0"/>
                    <a:pt x="38" y="24"/>
                  </a:cubicBezTo>
                  <a:cubicBezTo>
                    <a:pt x="43" y="43"/>
                    <a:pt x="49" y="60"/>
                    <a:pt x="45" y="70"/>
                  </a:cubicBezTo>
                  <a:cubicBezTo>
                    <a:pt x="38" y="77"/>
                    <a:pt x="19" y="79"/>
                    <a:pt x="15" y="6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accent3"/>
                </a:solidFill>
              </a:endParaRPr>
            </a:p>
          </p:txBody>
        </p:sp>
        <p:sp>
          <p:nvSpPr>
            <p:cNvPr id="16" name="Freeform 85">
              <a:extLst>
                <a:ext uri="{FF2B5EF4-FFF2-40B4-BE49-F238E27FC236}">
                  <a16:creationId xmlns:a16="http://schemas.microsoft.com/office/drawing/2014/main" id="{DFE0F740-8A45-42B9-BEF6-A75329504F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800114">
              <a:off x="1316205" y="967005"/>
              <a:ext cx="541011" cy="981989"/>
            </a:xfrm>
            <a:custGeom>
              <a:avLst/>
              <a:gdLst>
                <a:gd name="T0" fmla="*/ 36 w 36"/>
                <a:gd name="T1" fmla="*/ 15 h 65"/>
                <a:gd name="T2" fmla="*/ 34 w 36"/>
                <a:gd name="T3" fmla="*/ 5 h 65"/>
                <a:gd name="T4" fmla="*/ 28 w 36"/>
                <a:gd name="T5" fmla="*/ 1 h 65"/>
                <a:gd name="T6" fmla="*/ 23 w 36"/>
                <a:gd name="T7" fmla="*/ 0 h 65"/>
                <a:gd name="T8" fmla="*/ 13 w 36"/>
                <a:gd name="T9" fmla="*/ 1 h 65"/>
                <a:gd name="T10" fmla="*/ 7 w 36"/>
                <a:gd name="T11" fmla="*/ 9 h 65"/>
                <a:gd name="T12" fmla="*/ 4 w 36"/>
                <a:gd name="T13" fmla="*/ 19 h 65"/>
                <a:gd name="T14" fmla="*/ 0 w 36"/>
                <a:gd name="T15" fmla="*/ 44 h 65"/>
                <a:gd name="T16" fmla="*/ 1 w 36"/>
                <a:gd name="T17" fmla="*/ 58 h 65"/>
                <a:gd name="T18" fmla="*/ 8 w 36"/>
                <a:gd name="T19" fmla="*/ 64 h 65"/>
                <a:gd name="T20" fmla="*/ 16 w 36"/>
                <a:gd name="T21" fmla="*/ 65 h 65"/>
                <a:gd name="T22" fmla="*/ 25 w 36"/>
                <a:gd name="T23" fmla="*/ 63 h 65"/>
                <a:gd name="T24" fmla="*/ 31 w 36"/>
                <a:gd name="T25" fmla="*/ 55 h 65"/>
                <a:gd name="T26" fmla="*/ 34 w 36"/>
                <a:gd name="T27" fmla="*/ 40 h 65"/>
                <a:gd name="T28" fmla="*/ 36 w 36"/>
                <a:gd name="T29" fmla="*/ 15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6" h="65">
                  <a:moveTo>
                    <a:pt x="36" y="15"/>
                  </a:moveTo>
                  <a:cubicBezTo>
                    <a:pt x="36" y="10"/>
                    <a:pt x="35" y="7"/>
                    <a:pt x="34" y="5"/>
                  </a:cubicBezTo>
                  <a:cubicBezTo>
                    <a:pt x="33" y="3"/>
                    <a:pt x="31" y="2"/>
                    <a:pt x="28" y="1"/>
                  </a:cubicBezTo>
                  <a:cubicBezTo>
                    <a:pt x="27" y="1"/>
                    <a:pt x="25" y="1"/>
                    <a:pt x="23" y="0"/>
                  </a:cubicBezTo>
                  <a:cubicBezTo>
                    <a:pt x="19" y="0"/>
                    <a:pt x="16" y="0"/>
                    <a:pt x="13" y="1"/>
                  </a:cubicBezTo>
                  <a:cubicBezTo>
                    <a:pt x="11" y="2"/>
                    <a:pt x="9" y="4"/>
                    <a:pt x="7" y="9"/>
                  </a:cubicBezTo>
                  <a:cubicBezTo>
                    <a:pt x="6" y="13"/>
                    <a:pt x="5" y="17"/>
                    <a:pt x="4" y="19"/>
                  </a:cubicBezTo>
                  <a:cubicBezTo>
                    <a:pt x="2" y="29"/>
                    <a:pt x="0" y="44"/>
                    <a:pt x="0" y="44"/>
                  </a:cubicBezTo>
                  <a:cubicBezTo>
                    <a:pt x="0" y="50"/>
                    <a:pt x="0" y="55"/>
                    <a:pt x="1" y="58"/>
                  </a:cubicBezTo>
                  <a:cubicBezTo>
                    <a:pt x="2" y="61"/>
                    <a:pt x="5" y="63"/>
                    <a:pt x="8" y="64"/>
                  </a:cubicBezTo>
                  <a:cubicBezTo>
                    <a:pt x="11" y="65"/>
                    <a:pt x="13" y="65"/>
                    <a:pt x="16" y="65"/>
                  </a:cubicBezTo>
                  <a:cubicBezTo>
                    <a:pt x="19" y="65"/>
                    <a:pt x="22" y="64"/>
                    <a:pt x="25" y="63"/>
                  </a:cubicBezTo>
                  <a:cubicBezTo>
                    <a:pt x="28" y="61"/>
                    <a:pt x="30" y="59"/>
                    <a:pt x="31" y="55"/>
                  </a:cubicBezTo>
                  <a:cubicBezTo>
                    <a:pt x="32" y="50"/>
                    <a:pt x="31" y="54"/>
                    <a:pt x="34" y="40"/>
                  </a:cubicBezTo>
                  <a:lnTo>
                    <a:pt x="36" y="15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accent3"/>
                </a:solidFill>
              </a:endParaRP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3214C51D-3B74-4CCB-82B8-A184460FCA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025210" y="268794"/>
            <a:ext cx="632305" cy="1606552"/>
            <a:chOff x="10224385" y="954724"/>
            <a:chExt cx="1324087" cy="3364228"/>
          </a:xfrm>
        </p:grpSpPr>
        <p:sp>
          <p:nvSpPr>
            <p:cNvPr id="19" name="Freeform 80">
              <a:extLst>
                <a:ext uri="{FF2B5EF4-FFF2-40B4-BE49-F238E27FC236}">
                  <a16:creationId xmlns:a16="http://schemas.microsoft.com/office/drawing/2014/main" id="{66CD91DA-BDB8-476E-8111-2918188D6D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562739" y="2385730"/>
              <a:ext cx="985733" cy="504616"/>
            </a:xfrm>
            <a:custGeom>
              <a:avLst/>
              <a:gdLst>
                <a:gd name="T0" fmla="*/ 53 w 66"/>
                <a:gd name="T1" fmla="*/ 33 h 34"/>
                <a:gd name="T2" fmla="*/ 39 w 66"/>
                <a:gd name="T3" fmla="*/ 33 h 34"/>
                <a:gd name="T4" fmla="*/ 21 w 66"/>
                <a:gd name="T5" fmla="*/ 33 h 34"/>
                <a:gd name="T6" fmla="*/ 12 w 66"/>
                <a:gd name="T7" fmla="*/ 32 h 34"/>
                <a:gd name="T8" fmla="*/ 3 w 66"/>
                <a:gd name="T9" fmla="*/ 28 h 34"/>
                <a:gd name="T10" fmla="*/ 0 w 66"/>
                <a:gd name="T11" fmla="*/ 21 h 34"/>
                <a:gd name="T12" fmla="*/ 0 w 66"/>
                <a:gd name="T13" fmla="*/ 16 h 34"/>
                <a:gd name="T14" fmla="*/ 3 w 66"/>
                <a:gd name="T15" fmla="*/ 7 h 34"/>
                <a:gd name="T16" fmla="*/ 11 w 66"/>
                <a:gd name="T17" fmla="*/ 3 h 34"/>
                <a:gd name="T18" fmla="*/ 23 w 66"/>
                <a:gd name="T19" fmla="*/ 2 h 34"/>
                <a:gd name="T20" fmla="*/ 43 w 66"/>
                <a:gd name="T21" fmla="*/ 0 h 34"/>
                <a:gd name="T22" fmla="*/ 48 w 66"/>
                <a:gd name="T23" fmla="*/ 0 h 34"/>
                <a:gd name="T24" fmla="*/ 62 w 66"/>
                <a:gd name="T25" fmla="*/ 4 h 34"/>
                <a:gd name="T26" fmla="*/ 66 w 66"/>
                <a:gd name="T27" fmla="*/ 13 h 34"/>
                <a:gd name="T28" fmla="*/ 66 w 66"/>
                <a:gd name="T29" fmla="*/ 20 h 34"/>
                <a:gd name="T30" fmla="*/ 62 w 66"/>
                <a:gd name="T31" fmla="*/ 29 h 34"/>
                <a:gd name="T32" fmla="*/ 53 w 66"/>
                <a:gd name="T33" fmla="*/ 33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66" h="34">
                  <a:moveTo>
                    <a:pt x="53" y="33"/>
                  </a:moveTo>
                  <a:cubicBezTo>
                    <a:pt x="47" y="33"/>
                    <a:pt x="53" y="34"/>
                    <a:pt x="39" y="33"/>
                  </a:cubicBezTo>
                  <a:cubicBezTo>
                    <a:pt x="24" y="33"/>
                    <a:pt x="21" y="33"/>
                    <a:pt x="21" y="33"/>
                  </a:cubicBezTo>
                  <a:cubicBezTo>
                    <a:pt x="12" y="32"/>
                    <a:pt x="12" y="32"/>
                    <a:pt x="12" y="32"/>
                  </a:cubicBezTo>
                  <a:cubicBezTo>
                    <a:pt x="7" y="31"/>
                    <a:pt x="4" y="30"/>
                    <a:pt x="3" y="28"/>
                  </a:cubicBezTo>
                  <a:cubicBezTo>
                    <a:pt x="1" y="26"/>
                    <a:pt x="0" y="24"/>
                    <a:pt x="0" y="21"/>
                  </a:cubicBezTo>
                  <a:cubicBezTo>
                    <a:pt x="0" y="21"/>
                    <a:pt x="0" y="19"/>
                    <a:pt x="0" y="16"/>
                  </a:cubicBezTo>
                  <a:cubicBezTo>
                    <a:pt x="0" y="13"/>
                    <a:pt x="1" y="10"/>
                    <a:pt x="3" y="7"/>
                  </a:cubicBezTo>
                  <a:cubicBezTo>
                    <a:pt x="4" y="5"/>
                    <a:pt x="7" y="3"/>
                    <a:pt x="11" y="3"/>
                  </a:cubicBezTo>
                  <a:cubicBezTo>
                    <a:pt x="16" y="2"/>
                    <a:pt x="20" y="2"/>
                    <a:pt x="23" y="2"/>
                  </a:cubicBezTo>
                  <a:cubicBezTo>
                    <a:pt x="32" y="1"/>
                    <a:pt x="37" y="0"/>
                    <a:pt x="43" y="0"/>
                  </a:cubicBezTo>
                  <a:cubicBezTo>
                    <a:pt x="48" y="0"/>
                    <a:pt x="48" y="0"/>
                    <a:pt x="48" y="0"/>
                  </a:cubicBezTo>
                  <a:cubicBezTo>
                    <a:pt x="54" y="1"/>
                    <a:pt x="59" y="3"/>
                    <a:pt x="62" y="4"/>
                  </a:cubicBezTo>
                  <a:cubicBezTo>
                    <a:pt x="65" y="6"/>
                    <a:pt x="66" y="9"/>
                    <a:pt x="66" y="13"/>
                  </a:cubicBezTo>
                  <a:cubicBezTo>
                    <a:pt x="66" y="15"/>
                    <a:pt x="66" y="17"/>
                    <a:pt x="66" y="20"/>
                  </a:cubicBezTo>
                  <a:cubicBezTo>
                    <a:pt x="65" y="23"/>
                    <a:pt x="64" y="26"/>
                    <a:pt x="62" y="29"/>
                  </a:cubicBezTo>
                  <a:cubicBezTo>
                    <a:pt x="60" y="31"/>
                    <a:pt x="57" y="32"/>
                    <a:pt x="53" y="3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accent3"/>
                </a:solidFill>
              </a:endParaRPr>
            </a:p>
          </p:txBody>
        </p:sp>
        <p:sp>
          <p:nvSpPr>
            <p:cNvPr id="20" name="Freeform 84">
              <a:extLst>
                <a:ext uri="{FF2B5EF4-FFF2-40B4-BE49-F238E27FC236}">
                  <a16:creationId xmlns:a16="http://schemas.microsoft.com/office/drawing/2014/main" id="{576CF7BA-63E8-47BF-AB8E-E9134BE8EF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874527">
              <a:off x="10288245" y="954724"/>
              <a:ext cx="852074" cy="892781"/>
            </a:xfrm>
            <a:custGeom>
              <a:avLst/>
              <a:gdLst>
                <a:gd name="T0" fmla="*/ 4 w 57"/>
                <a:gd name="T1" fmla="*/ 34 h 60"/>
                <a:gd name="T2" fmla="*/ 17 w 57"/>
                <a:gd name="T3" fmla="*/ 18 h 60"/>
                <a:gd name="T4" fmla="*/ 26 w 57"/>
                <a:gd name="T5" fmla="*/ 8 h 60"/>
                <a:gd name="T6" fmla="*/ 29 w 57"/>
                <a:gd name="T7" fmla="*/ 5 h 60"/>
                <a:gd name="T8" fmla="*/ 41 w 57"/>
                <a:gd name="T9" fmla="*/ 0 h 60"/>
                <a:gd name="T10" fmla="*/ 51 w 57"/>
                <a:gd name="T11" fmla="*/ 6 h 60"/>
                <a:gd name="T12" fmla="*/ 56 w 57"/>
                <a:gd name="T13" fmla="*/ 16 h 60"/>
                <a:gd name="T14" fmla="*/ 51 w 57"/>
                <a:gd name="T15" fmla="*/ 28 h 60"/>
                <a:gd name="T16" fmla="*/ 29 w 57"/>
                <a:gd name="T17" fmla="*/ 53 h 60"/>
                <a:gd name="T18" fmla="*/ 17 w 57"/>
                <a:gd name="T19" fmla="*/ 59 h 60"/>
                <a:gd name="T20" fmla="*/ 5 w 57"/>
                <a:gd name="T21" fmla="*/ 54 h 60"/>
                <a:gd name="T22" fmla="*/ 0 w 57"/>
                <a:gd name="T23" fmla="*/ 45 h 60"/>
                <a:gd name="T24" fmla="*/ 4 w 57"/>
                <a:gd name="T25" fmla="*/ 34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7" h="60">
                  <a:moveTo>
                    <a:pt x="4" y="34"/>
                  </a:moveTo>
                  <a:cubicBezTo>
                    <a:pt x="5" y="33"/>
                    <a:pt x="17" y="18"/>
                    <a:pt x="17" y="18"/>
                  </a:cubicBezTo>
                  <a:cubicBezTo>
                    <a:pt x="21" y="14"/>
                    <a:pt x="24" y="10"/>
                    <a:pt x="26" y="8"/>
                  </a:cubicBezTo>
                  <a:cubicBezTo>
                    <a:pt x="29" y="5"/>
                    <a:pt x="29" y="5"/>
                    <a:pt x="29" y="5"/>
                  </a:cubicBezTo>
                  <a:cubicBezTo>
                    <a:pt x="34" y="2"/>
                    <a:pt x="38" y="0"/>
                    <a:pt x="41" y="0"/>
                  </a:cubicBezTo>
                  <a:cubicBezTo>
                    <a:pt x="44" y="1"/>
                    <a:pt x="47" y="2"/>
                    <a:pt x="51" y="6"/>
                  </a:cubicBezTo>
                  <a:cubicBezTo>
                    <a:pt x="55" y="10"/>
                    <a:pt x="57" y="13"/>
                    <a:pt x="56" y="16"/>
                  </a:cubicBezTo>
                  <a:cubicBezTo>
                    <a:pt x="56" y="19"/>
                    <a:pt x="54" y="23"/>
                    <a:pt x="51" y="28"/>
                  </a:cubicBezTo>
                  <a:cubicBezTo>
                    <a:pt x="51" y="28"/>
                    <a:pt x="33" y="48"/>
                    <a:pt x="29" y="53"/>
                  </a:cubicBezTo>
                  <a:cubicBezTo>
                    <a:pt x="25" y="57"/>
                    <a:pt x="21" y="59"/>
                    <a:pt x="17" y="59"/>
                  </a:cubicBezTo>
                  <a:cubicBezTo>
                    <a:pt x="13" y="60"/>
                    <a:pt x="9" y="58"/>
                    <a:pt x="5" y="54"/>
                  </a:cubicBezTo>
                  <a:cubicBezTo>
                    <a:pt x="2" y="51"/>
                    <a:pt x="0" y="48"/>
                    <a:pt x="0" y="45"/>
                  </a:cubicBezTo>
                  <a:cubicBezTo>
                    <a:pt x="0" y="42"/>
                    <a:pt x="2" y="38"/>
                    <a:pt x="4" y="3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accent3"/>
                </a:solidFill>
              </a:endParaRPr>
            </a:p>
          </p:txBody>
        </p:sp>
        <p:sp>
          <p:nvSpPr>
            <p:cNvPr id="21" name="Freeform 87">
              <a:extLst>
                <a:ext uri="{FF2B5EF4-FFF2-40B4-BE49-F238E27FC236}">
                  <a16:creationId xmlns:a16="http://schemas.microsoft.com/office/drawing/2014/main" id="{C0C95E2B-D068-4E18-85DE-266A42E6C6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20630858">
              <a:off x="10224385" y="3437261"/>
              <a:ext cx="824227" cy="881691"/>
            </a:xfrm>
            <a:custGeom>
              <a:avLst/>
              <a:gdLst>
                <a:gd name="T0" fmla="*/ 0 w 55"/>
                <a:gd name="T1" fmla="*/ 17 h 59"/>
                <a:gd name="T2" fmla="*/ 1 w 55"/>
                <a:gd name="T3" fmla="*/ 11 h 59"/>
                <a:gd name="T4" fmla="*/ 4 w 55"/>
                <a:gd name="T5" fmla="*/ 6 h 59"/>
                <a:gd name="T6" fmla="*/ 7 w 55"/>
                <a:gd name="T7" fmla="*/ 4 h 59"/>
                <a:gd name="T8" fmla="*/ 14 w 55"/>
                <a:gd name="T9" fmla="*/ 0 h 59"/>
                <a:gd name="T10" fmla="*/ 23 w 55"/>
                <a:gd name="T11" fmla="*/ 3 h 59"/>
                <a:gd name="T12" fmla="*/ 31 w 55"/>
                <a:gd name="T13" fmla="*/ 11 h 59"/>
                <a:gd name="T14" fmla="*/ 38 w 55"/>
                <a:gd name="T15" fmla="*/ 20 h 59"/>
                <a:gd name="T16" fmla="*/ 48 w 55"/>
                <a:gd name="T17" fmla="*/ 31 h 59"/>
                <a:gd name="T18" fmla="*/ 55 w 55"/>
                <a:gd name="T19" fmla="*/ 43 h 59"/>
                <a:gd name="T20" fmla="*/ 49 w 55"/>
                <a:gd name="T21" fmla="*/ 55 h 59"/>
                <a:gd name="T22" fmla="*/ 38 w 55"/>
                <a:gd name="T23" fmla="*/ 59 h 59"/>
                <a:gd name="T24" fmla="*/ 33 w 55"/>
                <a:gd name="T25" fmla="*/ 58 h 59"/>
                <a:gd name="T26" fmla="*/ 26 w 55"/>
                <a:gd name="T27" fmla="*/ 53 h 59"/>
                <a:gd name="T28" fmla="*/ 5 w 55"/>
                <a:gd name="T29" fmla="*/ 27 h 59"/>
                <a:gd name="T30" fmla="*/ 0 w 55"/>
                <a:gd name="T31" fmla="*/ 17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55" h="59">
                  <a:moveTo>
                    <a:pt x="0" y="17"/>
                  </a:moveTo>
                  <a:cubicBezTo>
                    <a:pt x="0" y="14"/>
                    <a:pt x="0" y="12"/>
                    <a:pt x="1" y="11"/>
                  </a:cubicBezTo>
                  <a:cubicBezTo>
                    <a:pt x="2" y="9"/>
                    <a:pt x="3" y="8"/>
                    <a:pt x="4" y="6"/>
                  </a:cubicBezTo>
                  <a:cubicBezTo>
                    <a:pt x="6" y="5"/>
                    <a:pt x="7" y="4"/>
                    <a:pt x="7" y="4"/>
                  </a:cubicBezTo>
                  <a:cubicBezTo>
                    <a:pt x="9" y="2"/>
                    <a:pt x="12" y="1"/>
                    <a:pt x="14" y="0"/>
                  </a:cubicBezTo>
                  <a:cubicBezTo>
                    <a:pt x="17" y="0"/>
                    <a:pt x="20" y="1"/>
                    <a:pt x="23" y="3"/>
                  </a:cubicBezTo>
                  <a:cubicBezTo>
                    <a:pt x="26" y="4"/>
                    <a:pt x="29" y="7"/>
                    <a:pt x="31" y="11"/>
                  </a:cubicBezTo>
                  <a:cubicBezTo>
                    <a:pt x="38" y="20"/>
                    <a:pt x="38" y="20"/>
                    <a:pt x="38" y="20"/>
                  </a:cubicBezTo>
                  <a:cubicBezTo>
                    <a:pt x="48" y="31"/>
                    <a:pt x="48" y="31"/>
                    <a:pt x="48" y="31"/>
                  </a:cubicBezTo>
                  <a:cubicBezTo>
                    <a:pt x="52" y="36"/>
                    <a:pt x="54" y="40"/>
                    <a:pt x="55" y="43"/>
                  </a:cubicBezTo>
                  <a:cubicBezTo>
                    <a:pt x="55" y="47"/>
                    <a:pt x="54" y="52"/>
                    <a:pt x="49" y="55"/>
                  </a:cubicBezTo>
                  <a:cubicBezTo>
                    <a:pt x="45" y="58"/>
                    <a:pt x="41" y="59"/>
                    <a:pt x="38" y="59"/>
                  </a:cubicBezTo>
                  <a:cubicBezTo>
                    <a:pt x="37" y="59"/>
                    <a:pt x="35" y="59"/>
                    <a:pt x="33" y="58"/>
                  </a:cubicBezTo>
                  <a:cubicBezTo>
                    <a:pt x="31" y="57"/>
                    <a:pt x="29" y="55"/>
                    <a:pt x="26" y="53"/>
                  </a:cubicBezTo>
                  <a:cubicBezTo>
                    <a:pt x="23" y="50"/>
                    <a:pt x="5" y="27"/>
                    <a:pt x="5" y="27"/>
                  </a:cubicBezTo>
                  <a:cubicBezTo>
                    <a:pt x="2" y="23"/>
                    <a:pt x="0" y="19"/>
                    <a:pt x="0" y="1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accent3"/>
                </a:solidFill>
              </a:endParaRPr>
            </a:p>
          </p:txBody>
        </p:sp>
      </p:grpSp>
      <p:sp useBgFill="1">
        <p:nvSpPr>
          <p:cNvPr id="23" name="Freeform: Shape 22">
            <a:extLst>
              <a:ext uri="{FF2B5EF4-FFF2-40B4-BE49-F238E27FC236}">
                <a16:creationId xmlns:a16="http://schemas.microsoft.com/office/drawing/2014/main" id="{613F3963-915E-4812-8B39-BE6EA7CC82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rot="5400000">
            <a:off x="4524375" y="-809624"/>
            <a:ext cx="3143251" cy="12192001"/>
          </a:xfrm>
          <a:custGeom>
            <a:avLst/>
            <a:gdLst>
              <a:gd name="connsiteX0" fmla="*/ 508 w 2932134"/>
              <a:gd name="connsiteY0" fmla="*/ 4431100 h 12192000"/>
              <a:gd name="connsiteX1" fmla="*/ 137030 w 2932134"/>
              <a:gd name="connsiteY1" fmla="*/ 177371 h 12192000"/>
              <a:gd name="connsiteX2" fmla="*/ 145443 w 2932134"/>
              <a:gd name="connsiteY2" fmla="*/ 0 h 12192000"/>
              <a:gd name="connsiteX3" fmla="*/ 2932134 w 2932134"/>
              <a:gd name="connsiteY3" fmla="*/ 0 h 12192000"/>
              <a:gd name="connsiteX4" fmla="*/ 2932133 w 2932134"/>
              <a:gd name="connsiteY4" fmla="*/ 12192000 h 12192000"/>
              <a:gd name="connsiteX5" fmla="*/ 172151 w 2932134"/>
              <a:gd name="connsiteY5" fmla="*/ 12192000 h 12192000"/>
              <a:gd name="connsiteX6" fmla="*/ 169761 w 2932134"/>
              <a:gd name="connsiteY6" fmla="*/ 12180928 h 12192000"/>
              <a:gd name="connsiteX7" fmla="*/ 169761 w 2932134"/>
              <a:gd name="connsiteY7" fmla="*/ 7234593 h 12192000"/>
              <a:gd name="connsiteX8" fmla="*/ 508 w 2932134"/>
              <a:gd name="connsiteY8" fmla="*/ 44311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932134" h="12192000">
                <a:moveTo>
                  <a:pt x="508" y="4431100"/>
                </a:moveTo>
                <a:cubicBezTo>
                  <a:pt x="-7698" y="2846728"/>
                  <a:pt x="85554" y="1238574"/>
                  <a:pt x="137030" y="177371"/>
                </a:cubicBezTo>
                <a:lnTo>
                  <a:pt x="145443" y="0"/>
                </a:lnTo>
                <a:lnTo>
                  <a:pt x="2932134" y="0"/>
                </a:lnTo>
                <a:lnTo>
                  <a:pt x="2932133" y="12192000"/>
                </a:lnTo>
                <a:lnTo>
                  <a:pt x="172151" y="12192000"/>
                </a:lnTo>
                <a:lnTo>
                  <a:pt x="169761" y="12180928"/>
                </a:lnTo>
                <a:cubicBezTo>
                  <a:pt x="169761" y="11800439"/>
                  <a:pt x="169761" y="10278492"/>
                  <a:pt x="169761" y="7234593"/>
                </a:cubicBezTo>
                <a:cubicBezTo>
                  <a:pt x="50398" y="6402277"/>
                  <a:pt x="5637" y="5421334"/>
                  <a:pt x="508" y="4431100"/>
                </a:cubicBezTo>
                <a:close/>
              </a:path>
            </a:pathLst>
          </a:custGeom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pic>
        <p:nvPicPr>
          <p:cNvPr id="4" name="Picture 3" descr="Uma lâmpada colorida com ícones de negócios">
            <a:extLst>
              <a:ext uri="{FF2B5EF4-FFF2-40B4-BE49-F238E27FC236}">
                <a16:creationId xmlns:a16="http://schemas.microsoft.com/office/drawing/2014/main" id="{014D3A7A-3A6E-54D2-F159-4032374FF3C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8159" b="24872"/>
          <a:stretch/>
        </p:blipFill>
        <p:spPr>
          <a:xfrm>
            <a:off x="20" y="2124079"/>
            <a:ext cx="12191980" cy="4008527"/>
          </a:xfrm>
          <a:custGeom>
            <a:avLst/>
            <a:gdLst/>
            <a:ahLst/>
            <a:cxnLst/>
            <a:rect l="l" t="t" r="r" b="b"/>
            <a:pathLst>
              <a:path w="12192000" h="4008527">
                <a:moveTo>
                  <a:pt x="4189346" y="67"/>
                </a:moveTo>
                <a:cubicBezTo>
                  <a:pt x="6609616" y="-2813"/>
                  <a:pt x="11142685" y="89351"/>
                  <a:pt x="11767395" y="89351"/>
                </a:cubicBezTo>
                <a:cubicBezTo>
                  <a:pt x="11866707" y="89351"/>
                  <a:pt x="11953607" y="89351"/>
                  <a:pt x="12029645" y="89351"/>
                </a:cubicBezTo>
                <a:lnTo>
                  <a:pt x="12192000" y="89351"/>
                </a:lnTo>
                <a:lnTo>
                  <a:pt x="12192000" y="3985854"/>
                </a:lnTo>
                <a:lnTo>
                  <a:pt x="12191997" y="3985854"/>
                </a:lnTo>
                <a:lnTo>
                  <a:pt x="12191997" y="3974419"/>
                </a:lnTo>
                <a:lnTo>
                  <a:pt x="12184243" y="3974470"/>
                </a:lnTo>
                <a:cubicBezTo>
                  <a:pt x="11170126" y="3981070"/>
                  <a:pt x="9547540" y="3991630"/>
                  <a:pt x="6951408" y="4008527"/>
                </a:cubicBezTo>
                <a:cubicBezTo>
                  <a:pt x="6951408" y="4008527"/>
                  <a:pt x="6951408" y="4008527"/>
                  <a:pt x="3941397" y="3963467"/>
                </a:cubicBezTo>
                <a:cubicBezTo>
                  <a:pt x="3941397" y="3963467"/>
                  <a:pt x="3941397" y="3963467"/>
                  <a:pt x="1332721" y="3963467"/>
                </a:cubicBezTo>
                <a:cubicBezTo>
                  <a:pt x="1232387" y="3963467"/>
                  <a:pt x="831053" y="3963467"/>
                  <a:pt x="329384" y="3963467"/>
                </a:cubicBezTo>
                <a:lnTo>
                  <a:pt x="0" y="3969926"/>
                </a:lnTo>
                <a:lnTo>
                  <a:pt x="0" y="40691"/>
                </a:lnTo>
                <a:lnTo>
                  <a:pt x="20858" y="40713"/>
                </a:lnTo>
                <a:cubicBezTo>
                  <a:pt x="1271033" y="41633"/>
                  <a:pt x="2406326" y="39179"/>
                  <a:pt x="2925316" y="19546"/>
                </a:cubicBezTo>
                <a:cubicBezTo>
                  <a:pt x="3184813" y="6458"/>
                  <a:pt x="3630821" y="732"/>
                  <a:pt x="4189346" y="67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7362275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6" name="Rectangle 45">
            <a:extLst>
              <a:ext uri="{FF2B5EF4-FFF2-40B4-BE49-F238E27FC236}">
                <a16:creationId xmlns:a16="http://schemas.microsoft.com/office/drawing/2014/main" id="{5BB3780B-63EB-450D-A804-D6AA12F98E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FE0847A5-A329-48CD-B3A7-3892FF6DA7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lumOff val="1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B71C5CB1-AA14-3258-A84C-472BFE40D211}"/>
              </a:ext>
            </a:extLst>
          </p:cNvPr>
          <p:cNvSpPr txBox="1"/>
          <p:nvPr/>
        </p:nvSpPr>
        <p:spPr>
          <a:xfrm>
            <a:off x="692889" y="2344172"/>
            <a:ext cx="4991962" cy="3216273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indent="-228600">
              <a:lnSpc>
                <a:spcPct val="120000"/>
              </a:lnSpc>
              <a:spcAft>
                <a:spcPts val="600"/>
              </a:spcAft>
              <a:buClr>
                <a:schemeClr val="accent4"/>
              </a:buClr>
              <a:buFont typeface="The Hand Extrablack" panose="03070A02030502020204" pitchFamily="66" charset="0"/>
              <a:buChar char="•"/>
            </a:pPr>
            <a:r>
              <a:rPr lang="en-US" sz="3600" spc="20" dirty="0" err="1">
                <a:solidFill>
                  <a:schemeClr val="tx1">
                    <a:alpha val="58000"/>
                  </a:schemeClr>
                </a:solidFill>
              </a:rPr>
              <a:t>Mais</a:t>
            </a:r>
            <a:r>
              <a:rPr lang="en-US" sz="3600" spc="20" dirty="0">
                <a:solidFill>
                  <a:schemeClr val="tx1">
                    <a:alpha val="58000"/>
                  </a:schemeClr>
                </a:solidFill>
              </a:rPr>
              <a:t> de 11 </a:t>
            </a:r>
            <a:r>
              <a:rPr lang="en-US" sz="3600" spc="20" dirty="0" err="1">
                <a:solidFill>
                  <a:schemeClr val="tx1">
                    <a:alpha val="58000"/>
                  </a:schemeClr>
                </a:solidFill>
              </a:rPr>
              <a:t>milhões</a:t>
            </a:r>
            <a:r>
              <a:rPr lang="en-US" sz="3600" spc="20" dirty="0">
                <a:solidFill>
                  <a:schemeClr val="tx1">
                    <a:alpha val="58000"/>
                  </a:schemeClr>
                </a:solidFill>
              </a:rPr>
              <a:t> de </a:t>
            </a:r>
            <a:r>
              <a:rPr lang="en-US" sz="3600" spc="20" dirty="0" err="1">
                <a:solidFill>
                  <a:schemeClr val="tx1">
                    <a:alpha val="58000"/>
                  </a:schemeClr>
                </a:solidFill>
              </a:rPr>
              <a:t>pessoas</a:t>
            </a:r>
            <a:r>
              <a:rPr lang="en-US" sz="3600" spc="20" dirty="0">
                <a:solidFill>
                  <a:schemeClr val="tx1">
                    <a:alpha val="58000"/>
                  </a:schemeClr>
                </a:solidFill>
              </a:rPr>
              <a:t> </a:t>
            </a:r>
            <a:r>
              <a:rPr lang="en-US" sz="3600" spc="20" dirty="0" err="1">
                <a:solidFill>
                  <a:schemeClr val="tx1">
                    <a:alpha val="58000"/>
                  </a:schemeClr>
                </a:solidFill>
              </a:rPr>
              <a:t>analfabetas</a:t>
            </a:r>
            <a:r>
              <a:rPr lang="en-US" sz="3600" spc="20" dirty="0">
                <a:solidFill>
                  <a:schemeClr val="tx1">
                    <a:alpha val="58000"/>
                  </a:schemeClr>
                </a:solidFill>
              </a:rPr>
              <a:t> </a:t>
            </a:r>
            <a:r>
              <a:rPr lang="en-US" sz="3600" spc="20" dirty="0" err="1">
                <a:solidFill>
                  <a:schemeClr val="tx1">
                    <a:alpha val="58000"/>
                  </a:schemeClr>
                </a:solidFill>
              </a:rPr>
              <a:t>em</a:t>
            </a:r>
            <a:r>
              <a:rPr lang="en-US" sz="3600" spc="20" dirty="0">
                <a:solidFill>
                  <a:schemeClr val="tx1">
                    <a:alpha val="58000"/>
                  </a:schemeClr>
                </a:solidFill>
              </a:rPr>
              <a:t> </a:t>
            </a:r>
            <a:r>
              <a:rPr lang="en-US" sz="3600" spc="20" dirty="0" err="1">
                <a:solidFill>
                  <a:schemeClr val="tx1">
                    <a:alpha val="58000"/>
                  </a:schemeClr>
                </a:solidFill>
              </a:rPr>
              <a:t>todo</a:t>
            </a:r>
            <a:r>
              <a:rPr lang="en-US" sz="3600" spc="20" dirty="0">
                <a:solidFill>
                  <a:schemeClr val="tx1">
                    <a:alpha val="58000"/>
                  </a:schemeClr>
                </a:solidFill>
              </a:rPr>
              <a:t> o </a:t>
            </a:r>
            <a:r>
              <a:rPr lang="en-US" sz="3600" spc="20" dirty="0" err="1">
                <a:solidFill>
                  <a:schemeClr val="tx1">
                    <a:alpha val="58000"/>
                  </a:schemeClr>
                </a:solidFill>
              </a:rPr>
              <a:t>Brasil</a:t>
            </a:r>
            <a:r>
              <a:rPr lang="en-US" sz="3600" spc="20" dirty="0">
                <a:solidFill>
                  <a:schemeClr val="tx1">
                    <a:alpha val="58000"/>
                  </a:schemeClr>
                </a:solidFill>
              </a:rPr>
              <a:t>!</a:t>
            </a:r>
          </a:p>
        </p:txBody>
      </p:sp>
      <p:pic>
        <p:nvPicPr>
          <p:cNvPr id="11" name="Imagem 10" descr="Grupo de pessoas sentadas ao redor de uma mesa&#10;&#10;Descrição gerada automaticamente">
            <a:extLst>
              <a:ext uri="{FF2B5EF4-FFF2-40B4-BE49-F238E27FC236}">
                <a16:creationId xmlns:a16="http://schemas.microsoft.com/office/drawing/2014/main" id="{16B3F8D4-137D-7CF4-C448-755C66CDA8F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6247" r="16247" b="-1"/>
          <a:stretch/>
        </p:blipFill>
        <p:spPr>
          <a:xfrm>
            <a:off x="6257657" y="566767"/>
            <a:ext cx="5361537" cy="5404109"/>
          </a:xfrm>
          <a:custGeom>
            <a:avLst/>
            <a:gdLst/>
            <a:ahLst/>
            <a:cxnLst/>
            <a:rect l="l" t="t" r="r" b="b"/>
            <a:pathLst>
              <a:path w="5361537" h="5404109">
                <a:moveTo>
                  <a:pt x="2870828" y="1041"/>
                </a:moveTo>
                <a:cubicBezTo>
                  <a:pt x="3203581" y="14830"/>
                  <a:pt x="3513736" y="163111"/>
                  <a:pt x="3800184" y="290250"/>
                </a:cubicBezTo>
                <a:cubicBezTo>
                  <a:pt x="4171154" y="479730"/>
                  <a:pt x="4508586" y="661721"/>
                  <a:pt x="4702438" y="1026076"/>
                </a:cubicBezTo>
                <a:lnTo>
                  <a:pt x="4959549" y="1326248"/>
                </a:lnTo>
                <a:cubicBezTo>
                  <a:pt x="5129003" y="1601579"/>
                  <a:pt x="5186377" y="1874538"/>
                  <a:pt x="5266423" y="2173276"/>
                </a:cubicBezTo>
                <a:cubicBezTo>
                  <a:pt x="5322579" y="2382854"/>
                  <a:pt x="5370498" y="2561686"/>
                  <a:pt x="5358128" y="2694064"/>
                </a:cubicBezTo>
                <a:cubicBezTo>
                  <a:pt x="5387135" y="3102588"/>
                  <a:pt x="5225012" y="3513996"/>
                  <a:pt x="5101614" y="3771685"/>
                </a:cubicBezTo>
                <a:cubicBezTo>
                  <a:pt x="4997551" y="4040670"/>
                  <a:pt x="4756585" y="4494622"/>
                  <a:pt x="4442699" y="4781934"/>
                </a:cubicBezTo>
                <a:cubicBezTo>
                  <a:pt x="4128813" y="5069245"/>
                  <a:pt x="3867535" y="5122778"/>
                  <a:pt x="3526897" y="5225036"/>
                </a:cubicBezTo>
                <a:cubicBezTo>
                  <a:pt x="3186396" y="5327806"/>
                  <a:pt x="2777866" y="5432329"/>
                  <a:pt x="2398771" y="5397154"/>
                </a:cubicBezTo>
                <a:cubicBezTo>
                  <a:pt x="2019540" y="5361468"/>
                  <a:pt x="1637694" y="5196321"/>
                  <a:pt x="1251137" y="5011566"/>
                </a:cubicBezTo>
                <a:cubicBezTo>
                  <a:pt x="928921" y="4825498"/>
                  <a:pt x="428548" y="4335676"/>
                  <a:pt x="348364" y="4036426"/>
                </a:cubicBezTo>
                <a:cubicBezTo>
                  <a:pt x="268180" y="3737176"/>
                  <a:pt x="-82248" y="2964977"/>
                  <a:pt x="17820" y="2441683"/>
                </a:cubicBezTo>
                <a:cubicBezTo>
                  <a:pt x="117889" y="1918389"/>
                  <a:pt x="122569" y="1757316"/>
                  <a:pt x="362894" y="1276624"/>
                </a:cubicBezTo>
                <a:cubicBezTo>
                  <a:pt x="659155" y="828176"/>
                  <a:pt x="1338551" y="373177"/>
                  <a:pt x="1764257" y="227256"/>
                </a:cubicBezTo>
                <a:cubicBezTo>
                  <a:pt x="2005919" y="114722"/>
                  <a:pt x="2440806" y="61902"/>
                  <a:pt x="2530583" y="37846"/>
                </a:cubicBezTo>
                <a:cubicBezTo>
                  <a:pt x="2646482" y="6791"/>
                  <a:pt x="2759910" y="-3556"/>
                  <a:pt x="2870828" y="1041"/>
                </a:cubicBezTo>
                <a:close/>
              </a:path>
            </a:pathLst>
          </a:custGeom>
        </p:spPr>
      </p:pic>
      <p:sp>
        <p:nvSpPr>
          <p:cNvPr id="2" name="CaixaDeTexto 11">
            <a:extLst>
              <a:ext uri="{FF2B5EF4-FFF2-40B4-BE49-F238E27FC236}">
                <a16:creationId xmlns:a16="http://schemas.microsoft.com/office/drawing/2014/main" id="{E32F7440-55DF-C197-DC24-41AE11B04415}"/>
              </a:ext>
            </a:extLst>
          </p:cNvPr>
          <p:cNvSpPr txBox="1"/>
          <p:nvPr/>
        </p:nvSpPr>
        <p:spPr>
          <a:xfrm>
            <a:off x="1481470" y="846753"/>
            <a:ext cx="3122404" cy="629018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  <a:buClr>
                <a:schemeClr val="accent4"/>
              </a:buClr>
            </a:pPr>
            <a:r>
              <a:rPr lang="en-US" sz="3600" spc="20" dirty="0" err="1">
                <a:solidFill>
                  <a:srgbClr val="FFFFFF">
                    <a:alpha val="58000"/>
                  </a:srgbClr>
                </a:solidFill>
              </a:rPr>
              <a:t>Problemática</a:t>
            </a:r>
          </a:p>
        </p:txBody>
      </p:sp>
    </p:spTree>
    <p:extLst>
      <p:ext uri="{BB962C8B-B14F-4D97-AF65-F5344CB8AC3E}">
        <p14:creationId xmlns:p14="http://schemas.microsoft.com/office/powerpoint/2010/main" val="27947566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0" name="Rectangle 43">
            <a:extLst>
              <a:ext uri="{FF2B5EF4-FFF2-40B4-BE49-F238E27FC236}">
                <a16:creationId xmlns:a16="http://schemas.microsoft.com/office/drawing/2014/main" id="{5ED9E2D9-EE69-4775-8CE5-9EAC35AD2F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45">
            <a:extLst>
              <a:ext uri="{FF2B5EF4-FFF2-40B4-BE49-F238E27FC236}">
                <a16:creationId xmlns:a16="http://schemas.microsoft.com/office/drawing/2014/main" id="{3D75B673-1FA7-415E-8B2E-7A0550C8BD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lumOff val="1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3D0445EA-93EC-52B6-DEA9-B8E09CECBCA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8197" r="23583" b="1"/>
          <a:stretch/>
        </p:blipFill>
        <p:spPr>
          <a:xfrm>
            <a:off x="20" y="10"/>
            <a:ext cx="5903704" cy="6857990"/>
          </a:xfrm>
          <a:custGeom>
            <a:avLst/>
            <a:gdLst/>
            <a:ahLst/>
            <a:cxnLst/>
            <a:rect l="l" t="t" r="r" b="b"/>
            <a:pathLst>
              <a:path w="5903724" h="6858000">
                <a:moveTo>
                  <a:pt x="0" y="0"/>
                </a:moveTo>
                <a:lnTo>
                  <a:pt x="5886178" y="0"/>
                </a:lnTo>
                <a:lnTo>
                  <a:pt x="5890522" y="42009"/>
                </a:lnTo>
                <a:cubicBezTo>
                  <a:pt x="5948302" y="788432"/>
                  <a:pt x="5795211" y="5194623"/>
                  <a:pt x="5836720" y="6279216"/>
                </a:cubicBezTo>
                <a:cubicBezTo>
                  <a:pt x="5842686" y="6384211"/>
                  <a:pt x="5845802" y="6526851"/>
                  <a:pt x="5846540" y="6699667"/>
                </a:cubicBezTo>
                <a:lnTo>
                  <a:pt x="5846508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2" name="CaixaDeTexto 11">
            <a:extLst>
              <a:ext uri="{FF2B5EF4-FFF2-40B4-BE49-F238E27FC236}">
                <a16:creationId xmlns:a16="http://schemas.microsoft.com/office/drawing/2014/main" id="{B71C5CB1-AA14-3258-A84C-472BFE40D211}"/>
              </a:ext>
            </a:extLst>
          </p:cNvPr>
          <p:cNvSpPr txBox="1"/>
          <p:nvPr/>
        </p:nvSpPr>
        <p:spPr>
          <a:xfrm>
            <a:off x="6480000" y="2541600"/>
            <a:ext cx="4991962" cy="3216273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indent="-228600">
              <a:lnSpc>
                <a:spcPct val="120000"/>
              </a:lnSpc>
              <a:spcAft>
                <a:spcPts val="600"/>
              </a:spcAft>
              <a:buClr>
                <a:schemeClr val="accent4"/>
              </a:buClr>
              <a:buFont typeface="The Hand Extrablack" panose="03070A02030502020204" pitchFamily="66" charset="0"/>
              <a:buChar char="•"/>
            </a:pPr>
            <a:r>
              <a:rPr lang="en-US" sz="2000" spc="20">
                <a:solidFill>
                  <a:schemeClr val="tx1">
                    <a:alpha val="58000"/>
                  </a:schemeClr>
                </a:solidFill>
              </a:rPr>
              <a:t>As maiores e melhores oportunidades  estão na </a:t>
            </a:r>
            <a:r>
              <a:rPr lang="en-US" sz="2000" spc="20" dirty="0">
                <a:solidFill>
                  <a:schemeClr val="tx1">
                    <a:alpha val="58000"/>
                  </a:schemeClr>
                </a:solidFill>
              </a:rPr>
              <a:t>internet</a:t>
            </a:r>
          </a:p>
          <a:p>
            <a:pPr indent="-228600">
              <a:lnSpc>
                <a:spcPct val="120000"/>
              </a:lnSpc>
              <a:spcAft>
                <a:spcPts val="600"/>
              </a:spcAft>
              <a:buClr>
                <a:schemeClr val="accent4"/>
              </a:buClr>
              <a:buFont typeface="The Hand Extrablack" panose="03070A02030502020204" pitchFamily="66" charset="0"/>
              <a:buChar char="•"/>
            </a:pPr>
            <a:endParaRPr lang="en-US" sz="2000" spc="20" dirty="0">
              <a:solidFill>
                <a:schemeClr val="tx1">
                  <a:alpha val="58000"/>
                </a:schemeClr>
              </a:solidFill>
            </a:endParaRPr>
          </a:p>
          <a:p>
            <a:pPr indent="-228600">
              <a:lnSpc>
                <a:spcPct val="120000"/>
              </a:lnSpc>
              <a:spcAft>
                <a:spcPts val="600"/>
              </a:spcAft>
              <a:buClr>
                <a:schemeClr val="accent4"/>
              </a:buClr>
              <a:buFont typeface="The Hand Extrablack" panose="03070A02030502020204" pitchFamily="66" charset="0"/>
              <a:buChar char="•"/>
            </a:pPr>
            <a:r>
              <a:rPr lang="en-US" sz="2000" spc="20">
                <a:solidFill>
                  <a:schemeClr val="tx1">
                    <a:alpha val="58000"/>
                  </a:schemeClr>
                </a:solidFill>
              </a:rPr>
              <a:t>Todo o conhecimento  da humanidade está disponível facilmente na </a:t>
            </a:r>
            <a:r>
              <a:rPr lang="en-US" sz="2000" spc="20" dirty="0">
                <a:solidFill>
                  <a:schemeClr val="tx1">
                    <a:alpha val="58000"/>
                  </a:schemeClr>
                </a:solidFill>
              </a:rPr>
              <a:t>internet.</a:t>
            </a:r>
          </a:p>
          <a:p>
            <a:pPr indent="-228600">
              <a:lnSpc>
                <a:spcPct val="120000"/>
              </a:lnSpc>
              <a:spcAft>
                <a:spcPts val="600"/>
              </a:spcAft>
              <a:buClr>
                <a:schemeClr val="accent4"/>
              </a:buClr>
              <a:buFont typeface="The Hand Extrablack" panose="03070A02030502020204" pitchFamily="66" charset="0"/>
              <a:buChar char="•"/>
            </a:pPr>
            <a:endParaRPr lang="en-US" sz="2000" spc="20" dirty="0">
              <a:solidFill>
                <a:schemeClr val="tx1">
                  <a:alpha val="58000"/>
                </a:schemeClr>
              </a:solidFill>
            </a:endParaRPr>
          </a:p>
          <a:p>
            <a:pPr indent="-228600">
              <a:lnSpc>
                <a:spcPct val="120000"/>
              </a:lnSpc>
              <a:spcAft>
                <a:spcPts val="600"/>
              </a:spcAft>
              <a:buClr>
                <a:schemeClr val="accent4"/>
              </a:buClr>
              <a:buFont typeface="The Hand Extrablack" panose="03070A02030502020204" pitchFamily="66" charset="0"/>
              <a:buChar char="•"/>
            </a:pPr>
            <a:r>
              <a:rPr lang="en-US" sz="2000" spc="20">
                <a:solidFill>
                  <a:schemeClr val="tx1">
                    <a:alpha val="58000"/>
                  </a:schemeClr>
                </a:solidFill>
              </a:rPr>
              <a:t>Muitas empresas milhonárias foram  criadas na </a:t>
            </a:r>
            <a:r>
              <a:rPr lang="en-US" sz="2000" spc="20" dirty="0">
                <a:solidFill>
                  <a:schemeClr val="tx1">
                    <a:alpha val="58000"/>
                  </a:schemeClr>
                </a:solidFill>
              </a:rPr>
              <a:t>internet.</a:t>
            </a:r>
          </a:p>
        </p:txBody>
      </p:sp>
      <p:sp>
        <p:nvSpPr>
          <p:cNvPr id="4" name="CaixaDeTexto 11">
            <a:extLst>
              <a:ext uri="{FF2B5EF4-FFF2-40B4-BE49-F238E27FC236}">
                <a16:creationId xmlns:a16="http://schemas.microsoft.com/office/drawing/2014/main" id="{928AF4B7-60ED-2BEC-2253-5CD863D6C0BA}"/>
              </a:ext>
            </a:extLst>
          </p:cNvPr>
          <p:cNvSpPr txBox="1"/>
          <p:nvPr/>
        </p:nvSpPr>
        <p:spPr>
          <a:xfrm>
            <a:off x="7231912" y="908776"/>
            <a:ext cx="3122404" cy="629018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  <a:buClr>
                <a:schemeClr val="accent4"/>
              </a:buClr>
            </a:pPr>
            <a:r>
              <a:rPr lang="en-US" sz="3600" spc="20" dirty="0" err="1">
                <a:solidFill>
                  <a:srgbClr val="FFFFFF">
                    <a:alpha val="58000"/>
                  </a:srgbClr>
                </a:solidFill>
              </a:rPr>
              <a:t>Justificativa</a:t>
            </a:r>
          </a:p>
        </p:txBody>
      </p:sp>
    </p:spTree>
    <p:extLst>
      <p:ext uri="{BB962C8B-B14F-4D97-AF65-F5344CB8AC3E}">
        <p14:creationId xmlns:p14="http://schemas.microsoft.com/office/powerpoint/2010/main" val="421670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09646535-AEF6-4883-A4F9-EEC1F8B431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lumOff val="1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7FEECB93-933C-477B-BC7D-C2F2F6271A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868B6A5E-08FE-C81D-2CED-0EC3E987837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444"/>
          <a:stretch/>
        </p:blipFill>
        <p:spPr>
          <a:xfrm>
            <a:off x="20" y="10"/>
            <a:ext cx="12191980" cy="685799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35" name="Rectangle 34">
            <a:extLst>
              <a:ext uri="{FF2B5EF4-FFF2-40B4-BE49-F238E27FC236}">
                <a16:creationId xmlns:a16="http://schemas.microsoft.com/office/drawing/2014/main" id="{497BC505-FE0C-4637-A29D-B71DFBBBAA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" y="0"/>
            <a:ext cx="9339206" cy="6858000"/>
          </a:xfrm>
          <a:prstGeom prst="rect">
            <a:avLst/>
          </a:prstGeom>
          <a:gradFill>
            <a:gsLst>
              <a:gs pos="58000">
                <a:schemeClr val="bg1">
                  <a:alpha val="30000"/>
                </a:schemeClr>
              </a:gs>
              <a:gs pos="33000">
                <a:schemeClr val="bg1">
                  <a:alpha val="20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>
                  <a:alpha val="3000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B71C5CB1-AA14-3258-A84C-472BFE40D211}"/>
              </a:ext>
            </a:extLst>
          </p:cNvPr>
          <p:cNvSpPr txBox="1"/>
          <p:nvPr/>
        </p:nvSpPr>
        <p:spPr>
          <a:xfrm>
            <a:off x="720000" y="1455847"/>
            <a:ext cx="5015638" cy="2068553"/>
          </a:xfrm>
          <a:prstGeom prst="rect">
            <a:avLst/>
          </a:prstGeom>
        </p:spPr>
        <p:txBody>
          <a:bodyPr vert="horz" wrap="square" lIns="0" tIns="0" rIns="0" bIns="0" rtlCol="0" anchor="b" anchorCtr="0">
            <a:normAutofit/>
          </a:bodyPr>
          <a:lstStyle/>
          <a:p>
            <a:pPr algn="ctr">
              <a:spcBef>
                <a:spcPct val="0"/>
              </a:spcBef>
              <a:spcAft>
                <a:spcPts val="600"/>
              </a:spcAft>
              <a:buClr>
                <a:schemeClr val="accent4"/>
              </a:buClr>
            </a:pPr>
            <a:r>
              <a:rPr lang="en-US" sz="5600" spc="-100">
                <a:latin typeface="+mj-lt"/>
                <a:ea typeface="+mj-ea"/>
                <a:cs typeface="+mj-cs"/>
              </a:rPr>
              <a:t>Objetivo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F2FD01A0-E6FF-41CD-AEBD-279232B90D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965602" y="317452"/>
            <a:ext cx="2088038" cy="719230"/>
            <a:chOff x="4532666" y="505937"/>
            <a:chExt cx="2981730" cy="1027064"/>
          </a:xfrm>
        </p:grpSpPr>
        <p:sp>
          <p:nvSpPr>
            <p:cNvPr id="38" name="Freeform 78">
              <a:extLst>
                <a:ext uri="{FF2B5EF4-FFF2-40B4-BE49-F238E27FC236}">
                  <a16:creationId xmlns:a16="http://schemas.microsoft.com/office/drawing/2014/main" id="{811C6308-5554-4129-8881-A95AF512C5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600114">
              <a:off x="4532666" y="754398"/>
              <a:ext cx="694205" cy="713383"/>
            </a:xfrm>
            <a:custGeom>
              <a:avLst/>
              <a:gdLst>
                <a:gd name="T0" fmla="*/ 32 w 58"/>
                <a:gd name="T1" fmla="*/ 56 h 60"/>
                <a:gd name="T2" fmla="*/ 24 w 58"/>
                <a:gd name="T3" fmla="*/ 48 h 60"/>
                <a:gd name="T4" fmla="*/ 14 w 58"/>
                <a:gd name="T5" fmla="*/ 36 h 60"/>
                <a:gd name="T6" fmla="*/ 7 w 58"/>
                <a:gd name="T7" fmla="*/ 29 h 60"/>
                <a:gd name="T8" fmla="*/ 1 w 58"/>
                <a:gd name="T9" fmla="*/ 17 h 60"/>
                <a:gd name="T10" fmla="*/ 7 w 58"/>
                <a:gd name="T11" fmla="*/ 4 h 60"/>
                <a:gd name="T12" fmla="*/ 17 w 58"/>
                <a:gd name="T13" fmla="*/ 1 h 60"/>
                <a:gd name="T14" fmla="*/ 29 w 58"/>
                <a:gd name="T15" fmla="*/ 6 h 60"/>
                <a:gd name="T16" fmla="*/ 31 w 58"/>
                <a:gd name="T17" fmla="*/ 8 h 60"/>
                <a:gd name="T18" fmla="*/ 38 w 58"/>
                <a:gd name="T19" fmla="*/ 15 h 60"/>
                <a:gd name="T20" fmla="*/ 44 w 58"/>
                <a:gd name="T21" fmla="*/ 22 h 60"/>
                <a:gd name="T22" fmla="*/ 54 w 58"/>
                <a:gd name="T23" fmla="*/ 33 h 60"/>
                <a:gd name="T24" fmla="*/ 58 w 58"/>
                <a:gd name="T25" fmla="*/ 44 h 60"/>
                <a:gd name="T26" fmla="*/ 53 w 58"/>
                <a:gd name="T27" fmla="*/ 54 h 60"/>
                <a:gd name="T28" fmla="*/ 42 w 58"/>
                <a:gd name="T29" fmla="*/ 60 h 60"/>
                <a:gd name="T30" fmla="*/ 32 w 58"/>
                <a:gd name="T31" fmla="*/ 56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58" h="60">
                  <a:moveTo>
                    <a:pt x="32" y="56"/>
                  </a:moveTo>
                  <a:cubicBezTo>
                    <a:pt x="30" y="54"/>
                    <a:pt x="31" y="55"/>
                    <a:pt x="24" y="48"/>
                  </a:cubicBezTo>
                  <a:cubicBezTo>
                    <a:pt x="17" y="40"/>
                    <a:pt x="14" y="36"/>
                    <a:pt x="14" y="36"/>
                  </a:cubicBezTo>
                  <a:cubicBezTo>
                    <a:pt x="8" y="30"/>
                    <a:pt x="14" y="37"/>
                    <a:pt x="7" y="29"/>
                  </a:cubicBezTo>
                  <a:cubicBezTo>
                    <a:pt x="3" y="24"/>
                    <a:pt x="1" y="20"/>
                    <a:pt x="1" y="17"/>
                  </a:cubicBezTo>
                  <a:cubicBezTo>
                    <a:pt x="0" y="13"/>
                    <a:pt x="3" y="9"/>
                    <a:pt x="7" y="4"/>
                  </a:cubicBezTo>
                  <a:cubicBezTo>
                    <a:pt x="10" y="2"/>
                    <a:pt x="13" y="0"/>
                    <a:pt x="17" y="1"/>
                  </a:cubicBezTo>
                  <a:cubicBezTo>
                    <a:pt x="21" y="1"/>
                    <a:pt x="25" y="3"/>
                    <a:pt x="29" y="6"/>
                  </a:cubicBezTo>
                  <a:cubicBezTo>
                    <a:pt x="31" y="8"/>
                    <a:pt x="31" y="8"/>
                    <a:pt x="31" y="8"/>
                  </a:cubicBezTo>
                  <a:cubicBezTo>
                    <a:pt x="33" y="11"/>
                    <a:pt x="37" y="15"/>
                    <a:pt x="38" y="15"/>
                  </a:cubicBezTo>
                  <a:cubicBezTo>
                    <a:pt x="42" y="20"/>
                    <a:pt x="40" y="18"/>
                    <a:pt x="44" y="22"/>
                  </a:cubicBezTo>
                  <a:cubicBezTo>
                    <a:pt x="51" y="29"/>
                    <a:pt x="50" y="29"/>
                    <a:pt x="54" y="33"/>
                  </a:cubicBezTo>
                  <a:cubicBezTo>
                    <a:pt x="57" y="37"/>
                    <a:pt x="58" y="40"/>
                    <a:pt x="58" y="44"/>
                  </a:cubicBezTo>
                  <a:cubicBezTo>
                    <a:pt x="58" y="47"/>
                    <a:pt x="56" y="50"/>
                    <a:pt x="53" y="54"/>
                  </a:cubicBezTo>
                  <a:cubicBezTo>
                    <a:pt x="49" y="58"/>
                    <a:pt x="45" y="60"/>
                    <a:pt x="42" y="60"/>
                  </a:cubicBezTo>
                  <a:cubicBezTo>
                    <a:pt x="39" y="60"/>
                    <a:pt x="36" y="59"/>
                    <a:pt x="32" y="5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accent3"/>
                </a:solidFill>
              </a:endParaRPr>
            </a:p>
          </p:txBody>
        </p:sp>
        <p:sp>
          <p:nvSpPr>
            <p:cNvPr id="39" name="Freeform 79">
              <a:extLst>
                <a:ext uri="{FF2B5EF4-FFF2-40B4-BE49-F238E27FC236}">
                  <a16:creationId xmlns:a16="http://schemas.microsoft.com/office/drawing/2014/main" id="{C28F3A03-B53B-433E-8DF7-6B13336D0A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600114">
              <a:off x="5791465" y="505937"/>
              <a:ext cx="587404" cy="943792"/>
            </a:xfrm>
            <a:custGeom>
              <a:avLst/>
              <a:gdLst>
                <a:gd name="T0" fmla="*/ 15 w 49"/>
                <a:gd name="T1" fmla="*/ 65 h 79"/>
                <a:gd name="T2" fmla="*/ 12 w 49"/>
                <a:gd name="T3" fmla="*/ 54 h 79"/>
                <a:gd name="T4" fmla="*/ 8 w 49"/>
                <a:gd name="T5" fmla="*/ 33 h 79"/>
                <a:gd name="T6" fmla="*/ 38 w 49"/>
                <a:gd name="T7" fmla="*/ 24 h 79"/>
                <a:gd name="T8" fmla="*/ 45 w 49"/>
                <a:gd name="T9" fmla="*/ 70 h 79"/>
                <a:gd name="T10" fmla="*/ 15 w 49"/>
                <a:gd name="T11" fmla="*/ 65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9" h="79">
                  <a:moveTo>
                    <a:pt x="15" y="65"/>
                  </a:moveTo>
                  <a:cubicBezTo>
                    <a:pt x="14" y="59"/>
                    <a:pt x="13" y="58"/>
                    <a:pt x="12" y="54"/>
                  </a:cubicBezTo>
                  <a:cubicBezTo>
                    <a:pt x="11" y="45"/>
                    <a:pt x="10" y="40"/>
                    <a:pt x="8" y="33"/>
                  </a:cubicBezTo>
                  <a:cubicBezTo>
                    <a:pt x="0" y="9"/>
                    <a:pt x="34" y="0"/>
                    <a:pt x="38" y="24"/>
                  </a:cubicBezTo>
                  <a:cubicBezTo>
                    <a:pt x="43" y="43"/>
                    <a:pt x="49" y="60"/>
                    <a:pt x="45" y="70"/>
                  </a:cubicBezTo>
                  <a:cubicBezTo>
                    <a:pt x="38" y="77"/>
                    <a:pt x="19" y="79"/>
                    <a:pt x="15" y="6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accent3"/>
                </a:solidFill>
              </a:endParaRPr>
            </a:p>
          </p:txBody>
        </p:sp>
        <p:sp>
          <p:nvSpPr>
            <p:cNvPr id="40" name="Freeform 85">
              <a:extLst>
                <a:ext uri="{FF2B5EF4-FFF2-40B4-BE49-F238E27FC236}">
                  <a16:creationId xmlns:a16="http://schemas.microsoft.com/office/drawing/2014/main" id="{E990BBBC-E616-4D0E-9917-A6CA72AAEA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600114">
              <a:off x="7087193" y="757585"/>
              <a:ext cx="427203" cy="775416"/>
            </a:xfrm>
            <a:custGeom>
              <a:avLst/>
              <a:gdLst>
                <a:gd name="T0" fmla="*/ 36 w 36"/>
                <a:gd name="T1" fmla="*/ 15 h 65"/>
                <a:gd name="T2" fmla="*/ 34 w 36"/>
                <a:gd name="T3" fmla="*/ 5 h 65"/>
                <a:gd name="T4" fmla="*/ 28 w 36"/>
                <a:gd name="T5" fmla="*/ 1 h 65"/>
                <a:gd name="T6" fmla="*/ 23 w 36"/>
                <a:gd name="T7" fmla="*/ 0 h 65"/>
                <a:gd name="T8" fmla="*/ 13 w 36"/>
                <a:gd name="T9" fmla="*/ 1 h 65"/>
                <a:gd name="T10" fmla="*/ 7 w 36"/>
                <a:gd name="T11" fmla="*/ 9 h 65"/>
                <a:gd name="T12" fmla="*/ 4 w 36"/>
                <a:gd name="T13" fmla="*/ 19 h 65"/>
                <a:gd name="T14" fmla="*/ 0 w 36"/>
                <a:gd name="T15" fmla="*/ 44 h 65"/>
                <a:gd name="T16" fmla="*/ 1 w 36"/>
                <a:gd name="T17" fmla="*/ 58 h 65"/>
                <a:gd name="T18" fmla="*/ 8 w 36"/>
                <a:gd name="T19" fmla="*/ 64 h 65"/>
                <a:gd name="T20" fmla="*/ 16 w 36"/>
                <a:gd name="T21" fmla="*/ 65 h 65"/>
                <a:gd name="T22" fmla="*/ 25 w 36"/>
                <a:gd name="T23" fmla="*/ 63 h 65"/>
                <a:gd name="T24" fmla="*/ 31 w 36"/>
                <a:gd name="T25" fmla="*/ 55 h 65"/>
                <a:gd name="T26" fmla="*/ 34 w 36"/>
                <a:gd name="T27" fmla="*/ 40 h 65"/>
                <a:gd name="T28" fmla="*/ 36 w 36"/>
                <a:gd name="T29" fmla="*/ 15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6" h="65">
                  <a:moveTo>
                    <a:pt x="36" y="15"/>
                  </a:moveTo>
                  <a:cubicBezTo>
                    <a:pt x="36" y="10"/>
                    <a:pt x="35" y="7"/>
                    <a:pt x="34" y="5"/>
                  </a:cubicBezTo>
                  <a:cubicBezTo>
                    <a:pt x="33" y="3"/>
                    <a:pt x="31" y="2"/>
                    <a:pt x="28" y="1"/>
                  </a:cubicBezTo>
                  <a:cubicBezTo>
                    <a:pt x="27" y="1"/>
                    <a:pt x="25" y="1"/>
                    <a:pt x="23" y="0"/>
                  </a:cubicBezTo>
                  <a:cubicBezTo>
                    <a:pt x="19" y="0"/>
                    <a:pt x="16" y="0"/>
                    <a:pt x="13" y="1"/>
                  </a:cubicBezTo>
                  <a:cubicBezTo>
                    <a:pt x="11" y="2"/>
                    <a:pt x="9" y="4"/>
                    <a:pt x="7" y="9"/>
                  </a:cubicBezTo>
                  <a:cubicBezTo>
                    <a:pt x="6" y="13"/>
                    <a:pt x="5" y="17"/>
                    <a:pt x="4" y="19"/>
                  </a:cubicBezTo>
                  <a:cubicBezTo>
                    <a:pt x="2" y="29"/>
                    <a:pt x="0" y="44"/>
                    <a:pt x="0" y="44"/>
                  </a:cubicBezTo>
                  <a:cubicBezTo>
                    <a:pt x="0" y="50"/>
                    <a:pt x="0" y="55"/>
                    <a:pt x="1" y="58"/>
                  </a:cubicBezTo>
                  <a:cubicBezTo>
                    <a:pt x="2" y="61"/>
                    <a:pt x="5" y="63"/>
                    <a:pt x="8" y="64"/>
                  </a:cubicBezTo>
                  <a:cubicBezTo>
                    <a:pt x="11" y="65"/>
                    <a:pt x="13" y="65"/>
                    <a:pt x="16" y="65"/>
                  </a:cubicBezTo>
                  <a:cubicBezTo>
                    <a:pt x="19" y="65"/>
                    <a:pt x="22" y="64"/>
                    <a:pt x="25" y="63"/>
                  </a:cubicBezTo>
                  <a:cubicBezTo>
                    <a:pt x="28" y="61"/>
                    <a:pt x="30" y="59"/>
                    <a:pt x="31" y="55"/>
                  </a:cubicBezTo>
                  <a:cubicBezTo>
                    <a:pt x="32" y="50"/>
                    <a:pt x="31" y="54"/>
                    <a:pt x="34" y="40"/>
                  </a:cubicBezTo>
                  <a:lnTo>
                    <a:pt x="36" y="15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accent3"/>
                </a:solidFill>
              </a:endParaRP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3C9AA14C-80A4-427C-A911-28CD20C56E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017356" y="5503147"/>
            <a:ext cx="2117174" cy="588806"/>
            <a:chOff x="4549904" y="5078157"/>
            <a:chExt cx="3023338" cy="840818"/>
          </a:xfrm>
        </p:grpSpPr>
        <p:sp>
          <p:nvSpPr>
            <p:cNvPr id="43" name="Freeform 80">
              <a:extLst>
                <a:ext uri="{FF2B5EF4-FFF2-40B4-BE49-F238E27FC236}">
                  <a16:creationId xmlns:a16="http://schemas.microsoft.com/office/drawing/2014/main" id="{EF32CDAF-4619-4949-9516-1E042181EB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5690691" y="5352589"/>
              <a:ext cx="749228" cy="383544"/>
            </a:xfrm>
            <a:custGeom>
              <a:avLst/>
              <a:gdLst>
                <a:gd name="T0" fmla="*/ 53 w 66"/>
                <a:gd name="T1" fmla="*/ 33 h 34"/>
                <a:gd name="T2" fmla="*/ 39 w 66"/>
                <a:gd name="T3" fmla="*/ 33 h 34"/>
                <a:gd name="T4" fmla="*/ 21 w 66"/>
                <a:gd name="T5" fmla="*/ 33 h 34"/>
                <a:gd name="T6" fmla="*/ 12 w 66"/>
                <a:gd name="T7" fmla="*/ 32 h 34"/>
                <a:gd name="T8" fmla="*/ 3 w 66"/>
                <a:gd name="T9" fmla="*/ 28 h 34"/>
                <a:gd name="T10" fmla="*/ 0 w 66"/>
                <a:gd name="T11" fmla="*/ 21 h 34"/>
                <a:gd name="T12" fmla="*/ 0 w 66"/>
                <a:gd name="T13" fmla="*/ 16 h 34"/>
                <a:gd name="T14" fmla="*/ 3 w 66"/>
                <a:gd name="T15" fmla="*/ 7 h 34"/>
                <a:gd name="T16" fmla="*/ 11 w 66"/>
                <a:gd name="T17" fmla="*/ 3 h 34"/>
                <a:gd name="T18" fmla="*/ 23 w 66"/>
                <a:gd name="T19" fmla="*/ 2 h 34"/>
                <a:gd name="T20" fmla="*/ 43 w 66"/>
                <a:gd name="T21" fmla="*/ 0 h 34"/>
                <a:gd name="T22" fmla="*/ 48 w 66"/>
                <a:gd name="T23" fmla="*/ 0 h 34"/>
                <a:gd name="T24" fmla="*/ 62 w 66"/>
                <a:gd name="T25" fmla="*/ 4 h 34"/>
                <a:gd name="T26" fmla="*/ 66 w 66"/>
                <a:gd name="T27" fmla="*/ 13 h 34"/>
                <a:gd name="T28" fmla="*/ 66 w 66"/>
                <a:gd name="T29" fmla="*/ 20 h 34"/>
                <a:gd name="T30" fmla="*/ 62 w 66"/>
                <a:gd name="T31" fmla="*/ 29 h 34"/>
                <a:gd name="T32" fmla="*/ 53 w 66"/>
                <a:gd name="T33" fmla="*/ 33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66" h="34">
                  <a:moveTo>
                    <a:pt x="53" y="33"/>
                  </a:moveTo>
                  <a:cubicBezTo>
                    <a:pt x="47" y="33"/>
                    <a:pt x="53" y="34"/>
                    <a:pt x="39" y="33"/>
                  </a:cubicBezTo>
                  <a:cubicBezTo>
                    <a:pt x="24" y="33"/>
                    <a:pt x="21" y="33"/>
                    <a:pt x="21" y="33"/>
                  </a:cubicBezTo>
                  <a:cubicBezTo>
                    <a:pt x="12" y="32"/>
                    <a:pt x="12" y="32"/>
                    <a:pt x="12" y="32"/>
                  </a:cubicBezTo>
                  <a:cubicBezTo>
                    <a:pt x="7" y="31"/>
                    <a:pt x="4" y="30"/>
                    <a:pt x="3" y="28"/>
                  </a:cubicBezTo>
                  <a:cubicBezTo>
                    <a:pt x="1" y="26"/>
                    <a:pt x="0" y="24"/>
                    <a:pt x="0" y="21"/>
                  </a:cubicBezTo>
                  <a:cubicBezTo>
                    <a:pt x="0" y="21"/>
                    <a:pt x="0" y="19"/>
                    <a:pt x="0" y="16"/>
                  </a:cubicBezTo>
                  <a:cubicBezTo>
                    <a:pt x="0" y="13"/>
                    <a:pt x="1" y="10"/>
                    <a:pt x="3" y="7"/>
                  </a:cubicBezTo>
                  <a:cubicBezTo>
                    <a:pt x="4" y="5"/>
                    <a:pt x="7" y="3"/>
                    <a:pt x="11" y="3"/>
                  </a:cubicBezTo>
                  <a:cubicBezTo>
                    <a:pt x="16" y="2"/>
                    <a:pt x="20" y="2"/>
                    <a:pt x="23" y="2"/>
                  </a:cubicBezTo>
                  <a:cubicBezTo>
                    <a:pt x="32" y="1"/>
                    <a:pt x="37" y="0"/>
                    <a:pt x="43" y="0"/>
                  </a:cubicBezTo>
                  <a:cubicBezTo>
                    <a:pt x="48" y="0"/>
                    <a:pt x="48" y="0"/>
                    <a:pt x="48" y="0"/>
                  </a:cubicBezTo>
                  <a:cubicBezTo>
                    <a:pt x="54" y="1"/>
                    <a:pt x="59" y="3"/>
                    <a:pt x="62" y="4"/>
                  </a:cubicBezTo>
                  <a:cubicBezTo>
                    <a:pt x="65" y="6"/>
                    <a:pt x="66" y="9"/>
                    <a:pt x="66" y="13"/>
                  </a:cubicBezTo>
                  <a:cubicBezTo>
                    <a:pt x="66" y="15"/>
                    <a:pt x="66" y="17"/>
                    <a:pt x="66" y="20"/>
                  </a:cubicBezTo>
                  <a:cubicBezTo>
                    <a:pt x="65" y="23"/>
                    <a:pt x="64" y="26"/>
                    <a:pt x="62" y="29"/>
                  </a:cubicBezTo>
                  <a:cubicBezTo>
                    <a:pt x="60" y="31"/>
                    <a:pt x="57" y="32"/>
                    <a:pt x="53" y="3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accent3"/>
                </a:solidFill>
              </a:endParaRPr>
            </a:p>
          </p:txBody>
        </p:sp>
        <p:sp>
          <p:nvSpPr>
            <p:cNvPr id="44" name="Freeform 84">
              <a:extLst>
                <a:ext uri="{FF2B5EF4-FFF2-40B4-BE49-F238E27FC236}">
                  <a16:creationId xmlns:a16="http://schemas.microsoft.com/office/drawing/2014/main" id="{270C485D-6BA8-4BF7-B72C-2B14A43A66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6274527">
              <a:off x="6910134" y="5062687"/>
              <a:ext cx="647637" cy="678578"/>
            </a:xfrm>
            <a:custGeom>
              <a:avLst/>
              <a:gdLst>
                <a:gd name="T0" fmla="*/ 4 w 57"/>
                <a:gd name="T1" fmla="*/ 34 h 60"/>
                <a:gd name="T2" fmla="*/ 17 w 57"/>
                <a:gd name="T3" fmla="*/ 18 h 60"/>
                <a:gd name="T4" fmla="*/ 26 w 57"/>
                <a:gd name="T5" fmla="*/ 8 h 60"/>
                <a:gd name="T6" fmla="*/ 29 w 57"/>
                <a:gd name="T7" fmla="*/ 5 h 60"/>
                <a:gd name="T8" fmla="*/ 41 w 57"/>
                <a:gd name="T9" fmla="*/ 0 h 60"/>
                <a:gd name="T10" fmla="*/ 51 w 57"/>
                <a:gd name="T11" fmla="*/ 6 h 60"/>
                <a:gd name="T12" fmla="*/ 56 w 57"/>
                <a:gd name="T13" fmla="*/ 16 h 60"/>
                <a:gd name="T14" fmla="*/ 51 w 57"/>
                <a:gd name="T15" fmla="*/ 28 h 60"/>
                <a:gd name="T16" fmla="*/ 29 w 57"/>
                <a:gd name="T17" fmla="*/ 53 h 60"/>
                <a:gd name="T18" fmla="*/ 17 w 57"/>
                <a:gd name="T19" fmla="*/ 59 h 60"/>
                <a:gd name="T20" fmla="*/ 5 w 57"/>
                <a:gd name="T21" fmla="*/ 54 h 60"/>
                <a:gd name="T22" fmla="*/ 0 w 57"/>
                <a:gd name="T23" fmla="*/ 45 h 60"/>
                <a:gd name="T24" fmla="*/ 4 w 57"/>
                <a:gd name="T25" fmla="*/ 34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7" h="60">
                  <a:moveTo>
                    <a:pt x="4" y="34"/>
                  </a:moveTo>
                  <a:cubicBezTo>
                    <a:pt x="5" y="33"/>
                    <a:pt x="17" y="18"/>
                    <a:pt x="17" y="18"/>
                  </a:cubicBezTo>
                  <a:cubicBezTo>
                    <a:pt x="21" y="14"/>
                    <a:pt x="24" y="10"/>
                    <a:pt x="26" y="8"/>
                  </a:cubicBezTo>
                  <a:cubicBezTo>
                    <a:pt x="29" y="5"/>
                    <a:pt x="29" y="5"/>
                    <a:pt x="29" y="5"/>
                  </a:cubicBezTo>
                  <a:cubicBezTo>
                    <a:pt x="34" y="2"/>
                    <a:pt x="38" y="0"/>
                    <a:pt x="41" y="0"/>
                  </a:cubicBezTo>
                  <a:cubicBezTo>
                    <a:pt x="44" y="1"/>
                    <a:pt x="47" y="2"/>
                    <a:pt x="51" y="6"/>
                  </a:cubicBezTo>
                  <a:cubicBezTo>
                    <a:pt x="55" y="10"/>
                    <a:pt x="57" y="13"/>
                    <a:pt x="56" y="16"/>
                  </a:cubicBezTo>
                  <a:cubicBezTo>
                    <a:pt x="56" y="19"/>
                    <a:pt x="54" y="23"/>
                    <a:pt x="51" y="28"/>
                  </a:cubicBezTo>
                  <a:cubicBezTo>
                    <a:pt x="51" y="28"/>
                    <a:pt x="33" y="48"/>
                    <a:pt x="29" y="53"/>
                  </a:cubicBezTo>
                  <a:cubicBezTo>
                    <a:pt x="25" y="57"/>
                    <a:pt x="21" y="59"/>
                    <a:pt x="17" y="59"/>
                  </a:cubicBezTo>
                  <a:cubicBezTo>
                    <a:pt x="13" y="60"/>
                    <a:pt x="9" y="58"/>
                    <a:pt x="5" y="54"/>
                  </a:cubicBezTo>
                  <a:cubicBezTo>
                    <a:pt x="2" y="51"/>
                    <a:pt x="0" y="48"/>
                    <a:pt x="0" y="45"/>
                  </a:cubicBezTo>
                  <a:cubicBezTo>
                    <a:pt x="0" y="42"/>
                    <a:pt x="2" y="38"/>
                    <a:pt x="4" y="3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accent3"/>
                </a:solidFill>
              </a:endParaRPr>
            </a:p>
          </p:txBody>
        </p:sp>
        <p:sp>
          <p:nvSpPr>
            <p:cNvPr id="45" name="Freeform 87">
              <a:extLst>
                <a:ext uri="{FF2B5EF4-FFF2-40B4-BE49-F238E27FC236}">
                  <a16:creationId xmlns:a16="http://schemas.microsoft.com/office/drawing/2014/main" id="{79239B91-4327-43B3-AED5-CB9EC1653B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4430858">
              <a:off x="4571743" y="5071596"/>
              <a:ext cx="626472" cy="670149"/>
            </a:xfrm>
            <a:custGeom>
              <a:avLst/>
              <a:gdLst>
                <a:gd name="T0" fmla="*/ 0 w 55"/>
                <a:gd name="T1" fmla="*/ 17 h 59"/>
                <a:gd name="T2" fmla="*/ 1 w 55"/>
                <a:gd name="T3" fmla="*/ 11 h 59"/>
                <a:gd name="T4" fmla="*/ 4 w 55"/>
                <a:gd name="T5" fmla="*/ 6 h 59"/>
                <a:gd name="T6" fmla="*/ 7 w 55"/>
                <a:gd name="T7" fmla="*/ 4 h 59"/>
                <a:gd name="T8" fmla="*/ 14 w 55"/>
                <a:gd name="T9" fmla="*/ 0 h 59"/>
                <a:gd name="T10" fmla="*/ 23 w 55"/>
                <a:gd name="T11" fmla="*/ 3 h 59"/>
                <a:gd name="T12" fmla="*/ 31 w 55"/>
                <a:gd name="T13" fmla="*/ 11 h 59"/>
                <a:gd name="T14" fmla="*/ 38 w 55"/>
                <a:gd name="T15" fmla="*/ 20 h 59"/>
                <a:gd name="T16" fmla="*/ 48 w 55"/>
                <a:gd name="T17" fmla="*/ 31 h 59"/>
                <a:gd name="T18" fmla="*/ 55 w 55"/>
                <a:gd name="T19" fmla="*/ 43 h 59"/>
                <a:gd name="T20" fmla="*/ 49 w 55"/>
                <a:gd name="T21" fmla="*/ 55 h 59"/>
                <a:gd name="T22" fmla="*/ 38 w 55"/>
                <a:gd name="T23" fmla="*/ 59 h 59"/>
                <a:gd name="T24" fmla="*/ 33 w 55"/>
                <a:gd name="T25" fmla="*/ 58 h 59"/>
                <a:gd name="T26" fmla="*/ 26 w 55"/>
                <a:gd name="T27" fmla="*/ 53 h 59"/>
                <a:gd name="T28" fmla="*/ 5 w 55"/>
                <a:gd name="T29" fmla="*/ 27 h 59"/>
                <a:gd name="T30" fmla="*/ 0 w 55"/>
                <a:gd name="T31" fmla="*/ 17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55" h="59">
                  <a:moveTo>
                    <a:pt x="0" y="17"/>
                  </a:moveTo>
                  <a:cubicBezTo>
                    <a:pt x="0" y="14"/>
                    <a:pt x="0" y="12"/>
                    <a:pt x="1" y="11"/>
                  </a:cubicBezTo>
                  <a:cubicBezTo>
                    <a:pt x="2" y="9"/>
                    <a:pt x="3" y="8"/>
                    <a:pt x="4" y="6"/>
                  </a:cubicBezTo>
                  <a:cubicBezTo>
                    <a:pt x="6" y="5"/>
                    <a:pt x="7" y="4"/>
                    <a:pt x="7" y="4"/>
                  </a:cubicBezTo>
                  <a:cubicBezTo>
                    <a:pt x="9" y="2"/>
                    <a:pt x="12" y="1"/>
                    <a:pt x="14" y="0"/>
                  </a:cubicBezTo>
                  <a:cubicBezTo>
                    <a:pt x="17" y="0"/>
                    <a:pt x="20" y="1"/>
                    <a:pt x="23" y="3"/>
                  </a:cubicBezTo>
                  <a:cubicBezTo>
                    <a:pt x="26" y="4"/>
                    <a:pt x="29" y="7"/>
                    <a:pt x="31" y="11"/>
                  </a:cubicBezTo>
                  <a:cubicBezTo>
                    <a:pt x="38" y="20"/>
                    <a:pt x="38" y="20"/>
                    <a:pt x="38" y="20"/>
                  </a:cubicBezTo>
                  <a:cubicBezTo>
                    <a:pt x="48" y="31"/>
                    <a:pt x="48" y="31"/>
                    <a:pt x="48" y="31"/>
                  </a:cubicBezTo>
                  <a:cubicBezTo>
                    <a:pt x="52" y="36"/>
                    <a:pt x="54" y="40"/>
                    <a:pt x="55" y="43"/>
                  </a:cubicBezTo>
                  <a:cubicBezTo>
                    <a:pt x="55" y="47"/>
                    <a:pt x="54" y="52"/>
                    <a:pt x="49" y="55"/>
                  </a:cubicBezTo>
                  <a:cubicBezTo>
                    <a:pt x="45" y="58"/>
                    <a:pt x="41" y="59"/>
                    <a:pt x="38" y="59"/>
                  </a:cubicBezTo>
                  <a:cubicBezTo>
                    <a:pt x="37" y="59"/>
                    <a:pt x="35" y="59"/>
                    <a:pt x="33" y="58"/>
                  </a:cubicBezTo>
                  <a:cubicBezTo>
                    <a:pt x="31" y="57"/>
                    <a:pt x="29" y="55"/>
                    <a:pt x="26" y="53"/>
                  </a:cubicBezTo>
                  <a:cubicBezTo>
                    <a:pt x="23" y="50"/>
                    <a:pt x="5" y="27"/>
                    <a:pt x="5" y="27"/>
                  </a:cubicBezTo>
                  <a:cubicBezTo>
                    <a:pt x="2" y="23"/>
                    <a:pt x="0" y="19"/>
                    <a:pt x="0" y="1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accent3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408581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Rectangle 81">
            <a:extLst>
              <a:ext uri="{FF2B5EF4-FFF2-40B4-BE49-F238E27FC236}">
                <a16:creationId xmlns:a16="http://schemas.microsoft.com/office/drawing/2014/main" id="{09646535-AEF6-4883-A4F9-EEC1F8B431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lumOff val="1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84" name="Rectangle 83">
            <a:extLst>
              <a:ext uri="{FF2B5EF4-FFF2-40B4-BE49-F238E27FC236}">
                <a16:creationId xmlns:a16="http://schemas.microsoft.com/office/drawing/2014/main" id="{0149A9F6-B857-488C-AC3A-007B781657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249EFD05-C377-44BE-91F0-1D17C1D9BF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lumOff val="1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B71C5CB1-AA14-3258-A84C-472BFE40D211}"/>
              </a:ext>
            </a:extLst>
          </p:cNvPr>
          <p:cNvSpPr txBox="1"/>
          <p:nvPr/>
        </p:nvSpPr>
        <p:spPr>
          <a:xfrm>
            <a:off x="720000" y="1449389"/>
            <a:ext cx="5015638" cy="2075012"/>
          </a:xfrm>
          <a:prstGeom prst="rect">
            <a:avLst/>
          </a:prstGeom>
        </p:spPr>
        <p:txBody>
          <a:bodyPr vert="horz" wrap="square" lIns="0" tIns="0" rIns="0" bIns="0" rtlCol="0" anchor="b" anchorCtr="0">
            <a:normAutofit/>
          </a:bodyPr>
          <a:lstStyle/>
          <a:p>
            <a:pPr algn="ctr">
              <a:spcBef>
                <a:spcPct val="0"/>
              </a:spcBef>
              <a:spcAft>
                <a:spcPts val="600"/>
              </a:spcAft>
            </a:pPr>
            <a:r>
              <a:rPr lang="en-US" sz="5600" spc="-100">
                <a:latin typeface="+mj-lt"/>
                <a:ea typeface="+mj-ea"/>
                <a:cs typeface="+mj-cs"/>
              </a:rPr>
              <a:t>Metodologia</a:t>
            </a:r>
          </a:p>
        </p:txBody>
      </p:sp>
      <p:grpSp>
        <p:nvGrpSpPr>
          <p:cNvPr id="88" name="Group 87">
            <a:extLst>
              <a:ext uri="{FF2B5EF4-FFF2-40B4-BE49-F238E27FC236}">
                <a16:creationId xmlns:a16="http://schemas.microsoft.com/office/drawing/2014/main" id="{F2FD01A0-E6FF-41CD-AEBD-279232B90D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965602" y="317452"/>
            <a:ext cx="2088038" cy="719230"/>
            <a:chOff x="4532666" y="505937"/>
            <a:chExt cx="2981730" cy="1027064"/>
          </a:xfrm>
        </p:grpSpPr>
        <p:sp>
          <p:nvSpPr>
            <p:cNvPr id="89" name="Freeform 78">
              <a:extLst>
                <a:ext uri="{FF2B5EF4-FFF2-40B4-BE49-F238E27FC236}">
                  <a16:creationId xmlns:a16="http://schemas.microsoft.com/office/drawing/2014/main" id="{811C6308-5554-4129-8881-A95AF512C5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600114">
              <a:off x="4532666" y="754398"/>
              <a:ext cx="694205" cy="713383"/>
            </a:xfrm>
            <a:custGeom>
              <a:avLst/>
              <a:gdLst>
                <a:gd name="T0" fmla="*/ 32 w 58"/>
                <a:gd name="T1" fmla="*/ 56 h 60"/>
                <a:gd name="T2" fmla="*/ 24 w 58"/>
                <a:gd name="T3" fmla="*/ 48 h 60"/>
                <a:gd name="T4" fmla="*/ 14 w 58"/>
                <a:gd name="T5" fmla="*/ 36 h 60"/>
                <a:gd name="T6" fmla="*/ 7 w 58"/>
                <a:gd name="T7" fmla="*/ 29 h 60"/>
                <a:gd name="T8" fmla="*/ 1 w 58"/>
                <a:gd name="T9" fmla="*/ 17 h 60"/>
                <a:gd name="T10" fmla="*/ 7 w 58"/>
                <a:gd name="T11" fmla="*/ 4 h 60"/>
                <a:gd name="T12" fmla="*/ 17 w 58"/>
                <a:gd name="T13" fmla="*/ 1 h 60"/>
                <a:gd name="T14" fmla="*/ 29 w 58"/>
                <a:gd name="T15" fmla="*/ 6 h 60"/>
                <a:gd name="T16" fmla="*/ 31 w 58"/>
                <a:gd name="T17" fmla="*/ 8 h 60"/>
                <a:gd name="T18" fmla="*/ 38 w 58"/>
                <a:gd name="T19" fmla="*/ 15 h 60"/>
                <a:gd name="T20" fmla="*/ 44 w 58"/>
                <a:gd name="T21" fmla="*/ 22 h 60"/>
                <a:gd name="T22" fmla="*/ 54 w 58"/>
                <a:gd name="T23" fmla="*/ 33 h 60"/>
                <a:gd name="T24" fmla="*/ 58 w 58"/>
                <a:gd name="T25" fmla="*/ 44 h 60"/>
                <a:gd name="T26" fmla="*/ 53 w 58"/>
                <a:gd name="T27" fmla="*/ 54 h 60"/>
                <a:gd name="T28" fmla="*/ 42 w 58"/>
                <a:gd name="T29" fmla="*/ 60 h 60"/>
                <a:gd name="T30" fmla="*/ 32 w 58"/>
                <a:gd name="T31" fmla="*/ 56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58" h="60">
                  <a:moveTo>
                    <a:pt x="32" y="56"/>
                  </a:moveTo>
                  <a:cubicBezTo>
                    <a:pt x="30" y="54"/>
                    <a:pt x="31" y="55"/>
                    <a:pt x="24" y="48"/>
                  </a:cubicBezTo>
                  <a:cubicBezTo>
                    <a:pt x="17" y="40"/>
                    <a:pt x="14" y="36"/>
                    <a:pt x="14" y="36"/>
                  </a:cubicBezTo>
                  <a:cubicBezTo>
                    <a:pt x="8" y="30"/>
                    <a:pt x="14" y="37"/>
                    <a:pt x="7" y="29"/>
                  </a:cubicBezTo>
                  <a:cubicBezTo>
                    <a:pt x="3" y="24"/>
                    <a:pt x="1" y="20"/>
                    <a:pt x="1" y="17"/>
                  </a:cubicBezTo>
                  <a:cubicBezTo>
                    <a:pt x="0" y="13"/>
                    <a:pt x="3" y="9"/>
                    <a:pt x="7" y="4"/>
                  </a:cubicBezTo>
                  <a:cubicBezTo>
                    <a:pt x="10" y="2"/>
                    <a:pt x="13" y="0"/>
                    <a:pt x="17" y="1"/>
                  </a:cubicBezTo>
                  <a:cubicBezTo>
                    <a:pt x="21" y="1"/>
                    <a:pt x="25" y="3"/>
                    <a:pt x="29" y="6"/>
                  </a:cubicBezTo>
                  <a:cubicBezTo>
                    <a:pt x="31" y="8"/>
                    <a:pt x="31" y="8"/>
                    <a:pt x="31" y="8"/>
                  </a:cubicBezTo>
                  <a:cubicBezTo>
                    <a:pt x="33" y="11"/>
                    <a:pt x="37" y="15"/>
                    <a:pt x="38" y="15"/>
                  </a:cubicBezTo>
                  <a:cubicBezTo>
                    <a:pt x="42" y="20"/>
                    <a:pt x="40" y="18"/>
                    <a:pt x="44" y="22"/>
                  </a:cubicBezTo>
                  <a:cubicBezTo>
                    <a:pt x="51" y="29"/>
                    <a:pt x="50" y="29"/>
                    <a:pt x="54" y="33"/>
                  </a:cubicBezTo>
                  <a:cubicBezTo>
                    <a:pt x="57" y="37"/>
                    <a:pt x="58" y="40"/>
                    <a:pt x="58" y="44"/>
                  </a:cubicBezTo>
                  <a:cubicBezTo>
                    <a:pt x="58" y="47"/>
                    <a:pt x="56" y="50"/>
                    <a:pt x="53" y="54"/>
                  </a:cubicBezTo>
                  <a:cubicBezTo>
                    <a:pt x="49" y="58"/>
                    <a:pt x="45" y="60"/>
                    <a:pt x="42" y="60"/>
                  </a:cubicBezTo>
                  <a:cubicBezTo>
                    <a:pt x="39" y="60"/>
                    <a:pt x="36" y="59"/>
                    <a:pt x="32" y="5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accent3"/>
                </a:solidFill>
              </a:endParaRPr>
            </a:p>
          </p:txBody>
        </p:sp>
        <p:sp>
          <p:nvSpPr>
            <p:cNvPr id="90" name="Freeform 79">
              <a:extLst>
                <a:ext uri="{FF2B5EF4-FFF2-40B4-BE49-F238E27FC236}">
                  <a16:creationId xmlns:a16="http://schemas.microsoft.com/office/drawing/2014/main" id="{C28F3A03-B53B-433E-8DF7-6B13336D0A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600114">
              <a:off x="5791465" y="505937"/>
              <a:ext cx="587404" cy="943792"/>
            </a:xfrm>
            <a:custGeom>
              <a:avLst/>
              <a:gdLst>
                <a:gd name="T0" fmla="*/ 15 w 49"/>
                <a:gd name="T1" fmla="*/ 65 h 79"/>
                <a:gd name="T2" fmla="*/ 12 w 49"/>
                <a:gd name="T3" fmla="*/ 54 h 79"/>
                <a:gd name="T4" fmla="*/ 8 w 49"/>
                <a:gd name="T5" fmla="*/ 33 h 79"/>
                <a:gd name="T6" fmla="*/ 38 w 49"/>
                <a:gd name="T7" fmla="*/ 24 h 79"/>
                <a:gd name="T8" fmla="*/ 45 w 49"/>
                <a:gd name="T9" fmla="*/ 70 h 79"/>
                <a:gd name="T10" fmla="*/ 15 w 49"/>
                <a:gd name="T11" fmla="*/ 65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9" h="79">
                  <a:moveTo>
                    <a:pt x="15" y="65"/>
                  </a:moveTo>
                  <a:cubicBezTo>
                    <a:pt x="14" y="59"/>
                    <a:pt x="13" y="58"/>
                    <a:pt x="12" y="54"/>
                  </a:cubicBezTo>
                  <a:cubicBezTo>
                    <a:pt x="11" y="45"/>
                    <a:pt x="10" y="40"/>
                    <a:pt x="8" y="33"/>
                  </a:cubicBezTo>
                  <a:cubicBezTo>
                    <a:pt x="0" y="9"/>
                    <a:pt x="34" y="0"/>
                    <a:pt x="38" y="24"/>
                  </a:cubicBezTo>
                  <a:cubicBezTo>
                    <a:pt x="43" y="43"/>
                    <a:pt x="49" y="60"/>
                    <a:pt x="45" y="70"/>
                  </a:cubicBezTo>
                  <a:cubicBezTo>
                    <a:pt x="38" y="77"/>
                    <a:pt x="19" y="79"/>
                    <a:pt x="15" y="6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accent3"/>
                </a:solidFill>
              </a:endParaRPr>
            </a:p>
          </p:txBody>
        </p:sp>
        <p:sp>
          <p:nvSpPr>
            <p:cNvPr id="91" name="Freeform 85">
              <a:extLst>
                <a:ext uri="{FF2B5EF4-FFF2-40B4-BE49-F238E27FC236}">
                  <a16:creationId xmlns:a16="http://schemas.microsoft.com/office/drawing/2014/main" id="{E990BBBC-E616-4D0E-9917-A6CA72AAEA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600114">
              <a:off x="7087193" y="757585"/>
              <a:ext cx="427203" cy="775416"/>
            </a:xfrm>
            <a:custGeom>
              <a:avLst/>
              <a:gdLst>
                <a:gd name="T0" fmla="*/ 36 w 36"/>
                <a:gd name="T1" fmla="*/ 15 h 65"/>
                <a:gd name="T2" fmla="*/ 34 w 36"/>
                <a:gd name="T3" fmla="*/ 5 h 65"/>
                <a:gd name="T4" fmla="*/ 28 w 36"/>
                <a:gd name="T5" fmla="*/ 1 h 65"/>
                <a:gd name="T6" fmla="*/ 23 w 36"/>
                <a:gd name="T7" fmla="*/ 0 h 65"/>
                <a:gd name="T8" fmla="*/ 13 w 36"/>
                <a:gd name="T9" fmla="*/ 1 h 65"/>
                <a:gd name="T10" fmla="*/ 7 w 36"/>
                <a:gd name="T11" fmla="*/ 9 h 65"/>
                <a:gd name="T12" fmla="*/ 4 w 36"/>
                <a:gd name="T13" fmla="*/ 19 h 65"/>
                <a:gd name="T14" fmla="*/ 0 w 36"/>
                <a:gd name="T15" fmla="*/ 44 h 65"/>
                <a:gd name="T16" fmla="*/ 1 w 36"/>
                <a:gd name="T17" fmla="*/ 58 h 65"/>
                <a:gd name="T18" fmla="*/ 8 w 36"/>
                <a:gd name="T19" fmla="*/ 64 h 65"/>
                <a:gd name="T20" fmla="*/ 16 w 36"/>
                <a:gd name="T21" fmla="*/ 65 h 65"/>
                <a:gd name="T22" fmla="*/ 25 w 36"/>
                <a:gd name="T23" fmla="*/ 63 h 65"/>
                <a:gd name="T24" fmla="*/ 31 w 36"/>
                <a:gd name="T25" fmla="*/ 55 h 65"/>
                <a:gd name="T26" fmla="*/ 34 w 36"/>
                <a:gd name="T27" fmla="*/ 40 h 65"/>
                <a:gd name="T28" fmla="*/ 36 w 36"/>
                <a:gd name="T29" fmla="*/ 15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6" h="65">
                  <a:moveTo>
                    <a:pt x="36" y="15"/>
                  </a:moveTo>
                  <a:cubicBezTo>
                    <a:pt x="36" y="10"/>
                    <a:pt x="35" y="7"/>
                    <a:pt x="34" y="5"/>
                  </a:cubicBezTo>
                  <a:cubicBezTo>
                    <a:pt x="33" y="3"/>
                    <a:pt x="31" y="2"/>
                    <a:pt x="28" y="1"/>
                  </a:cubicBezTo>
                  <a:cubicBezTo>
                    <a:pt x="27" y="1"/>
                    <a:pt x="25" y="1"/>
                    <a:pt x="23" y="0"/>
                  </a:cubicBezTo>
                  <a:cubicBezTo>
                    <a:pt x="19" y="0"/>
                    <a:pt x="16" y="0"/>
                    <a:pt x="13" y="1"/>
                  </a:cubicBezTo>
                  <a:cubicBezTo>
                    <a:pt x="11" y="2"/>
                    <a:pt x="9" y="4"/>
                    <a:pt x="7" y="9"/>
                  </a:cubicBezTo>
                  <a:cubicBezTo>
                    <a:pt x="6" y="13"/>
                    <a:pt x="5" y="17"/>
                    <a:pt x="4" y="19"/>
                  </a:cubicBezTo>
                  <a:cubicBezTo>
                    <a:pt x="2" y="29"/>
                    <a:pt x="0" y="44"/>
                    <a:pt x="0" y="44"/>
                  </a:cubicBezTo>
                  <a:cubicBezTo>
                    <a:pt x="0" y="50"/>
                    <a:pt x="0" y="55"/>
                    <a:pt x="1" y="58"/>
                  </a:cubicBezTo>
                  <a:cubicBezTo>
                    <a:pt x="2" y="61"/>
                    <a:pt x="5" y="63"/>
                    <a:pt x="8" y="64"/>
                  </a:cubicBezTo>
                  <a:cubicBezTo>
                    <a:pt x="11" y="65"/>
                    <a:pt x="13" y="65"/>
                    <a:pt x="16" y="65"/>
                  </a:cubicBezTo>
                  <a:cubicBezTo>
                    <a:pt x="19" y="65"/>
                    <a:pt x="22" y="64"/>
                    <a:pt x="25" y="63"/>
                  </a:cubicBezTo>
                  <a:cubicBezTo>
                    <a:pt x="28" y="61"/>
                    <a:pt x="30" y="59"/>
                    <a:pt x="31" y="55"/>
                  </a:cubicBezTo>
                  <a:cubicBezTo>
                    <a:pt x="32" y="50"/>
                    <a:pt x="31" y="54"/>
                    <a:pt x="34" y="40"/>
                  </a:cubicBezTo>
                  <a:lnTo>
                    <a:pt x="36" y="15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accent3"/>
                </a:solidFill>
              </a:endParaRPr>
            </a:p>
          </p:txBody>
        </p:sp>
      </p:grpSp>
      <p:grpSp>
        <p:nvGrpSpPr>
          <p:cNvPr id="93" name="Group 92">
            <a:extLst>
              <a:ext uri="{FF2B5EF4-FFF2-40B4-BE49-F238E27FC236}">
                <a16:creationId xmlns:a16="http://schemas.microsoft.com/office/drawing/2014/main" id="{3C9AA14C-80A4-427C-A911-28CD20C56E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017356" y="5503147"/>
            <a:ext cx="2117174" cy="588806"/>
            <a:chOff x="4549904" y="5078157"/>
            <a:chExt cx="3023338" cy="840818"/>
          </a:xfrm>
        </p:grpSpPr>
        <p:sp>
          <p:nvSpPr>
            <p:cNvPr id="94" name="Freeform 80">
              <a:extLst>
                <a:ext uri="{FF2B5EF4-FFF2-40B4-BE49-F238E27FC236}">
                  <a16:creationId xmlns:a16="http://schemas.microsoft.com/office/drawing/2014/main" id="{EF32CDAF-4619-4949-9516-1E042181EB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5690691" y="5352589"/>
              <a:ext cx="749228" cy="383544"/>
            </a:xfrm>
            <a:custGeom>
              <a:avLst/>
              <a:gdLst>
                <a:gd name="T0" fmla="*/ 53 w 66"/>
                <a:gd name="T1" fmla="*/ 33 h 34"/>
                <a:gd name="T2" fmla="*/ 39 w 66"/>
                <a:gd name="T3" fmla="*/ 33 h 34"/>
                <a:gd name="T4" fmla="*/ 21 w 66"/>
                <a:gd name="T5" fmla="*/ 33 h 34"/>
                <a:gd name="T6" fmla="*/ 12 w 66"/>
                <a:gd name="T7" fmla="*/ 32 h 34"/>
                <a:gd name="T8" fmla="*/ 3 w 66"/>
                <a:gd name="T9" fmla="*/ 28 h 34"/>
                <a:gd name="T10" fmla="*/ 0 w 66"/>
                <a:gd name="T11" fmla="*/ 21 h 34"/>
                <a:gd name="T12" fmla="*/ 0 w 66"/>
                <a:gd name="T13" fmla="*/ 16 h 34"/>
                <a:gd name="T14" fmla="*/ 3 w 66"/>
                <a:gd name="T15" fmla="*/ 7 h 34"/>
                <a:gd name="T16" fmla="*/ 11 w 66"/>
                <a:gd name="T17" fmla="*/ 3 h 34"/>
                <a:gd name="T18" fmla="*/ 23 w 66"/>
                <a:gd name="T19" fmla="*/ 2 h 34"/>
                <a:gd name="T20" fmla="*/ 43 w 66"/>
                <a:gd name="T21" fmla="*/ 0 h 34"/>
                <a:gd name="T22" fmla="*/ 48 w 66"/>
                <a:gd name="T23" fmla="*/ 0 h 34"/>
                <a:gd name="T24" fmla="*/ 62 w 66"/>
                <a:gd name="T25" fmla="*/ 4 h 34"/>
                <a:gd name="T26" fmla="*/ 66 w 66"/>
                <a:gd name="T27" fmla="*/ 13 h 34"/>
                <a:gd name="T28" fmla="*/ 66 w 66"/>
                <a:gd name="T29" fmla="*/ 20 h 34"/>
                <a:gd name="T30" fmla="*/ 62 w 66"/>
                <a:gd name="T31" fmla="*/ 29 h 34"/>
                <a:gd name="T32" fmla="*/ 53 w 66"/>
                <a:gd name="T33" fmla="*/ 33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66" h="34">
                  <a:moveTo>
                    <a:pt x="53" y="33"/>
                  </a:moveTo>
                  <a:cubicBezTo>
                    <a:pt x="47" y="33"/>
                    <a:pt x="53" y="34"/>
                    <a:pt x="39" y="33"/>
                  </a:cubicBezTo>
                  <a:cubicBezTo>
                    <a:pt x="24" y="33"/>
                    <a:pt x="21" y="33"/>
                    <a:pt x="21" y="33"/>
                  </a:cubicBezTo>
                  <a:cubicBezTo>
                    <a:pt x="12" y="32"/>
                    <a:pt x="12" y="32"/>
                    <a:pt x="12" y="32"/>
                  </a:cubicBezTo>
                  <a:cubicBezTo>
                    <a:pt x="7" y="31"/>
                    <a:pt x="4" y="30"/>
                    <a:pt x="3" y="28"/>
                  </a:cubicBezTo>
                  <a:cubicBezTo>
                    <a:pt x="1" y="26"/>
                    <a:pt x="0" y="24"/>
                    <a:pt x="0" y="21"/>
                  </a:cubicBezTo>
                  <a:cubicBezTo>
                    <a:pt x="0" y="21"/>
                    <a:pt x="0" y="19"/>
                    <a:pt x="0" y="16"/>
                  </a:cubicBezTo>
                  <a:cubicBezTo>
                    <a:pt x="0" y="13"/>
                    <a:pt x="1" y="10"/>
                    <a:pt x="3" y="7"/>
                  </a:cubicBezTo>
                  <a:cubicBezTo>
                    <a:pt x="4" y="5"/>
                    <a:pt x="7" y="3"/>
                    <a:pt x="11" y="3"/>
                  </a:cubicBezTo>
                  <a:cubicBezTo>
                    <a:pt x="16" y="2"/>
                    <a:pt x="20" y="2"/>
                    <a:pt x="23" y="2"/>
                  </a:cubicBezTo>
                  <a:cubicBezTo>
                    <a:pt x="32" y="1"/>
                    <a:pt x="37" y="0"/>
                    <a:pt x="43" y="0"/>
                  </a:cubicBezTo>
                  <a:cubicBezTo>
                    <a:pt x="48" y="0"/>
                    <a:pt x="48" y="0"/>
                    <a:pt x="48" y="0"/>
                  </a:cubicBezTo>
                  <a:cubicBezTo>
                    <a:pt x="54" y="1"/>
                    <a:pt x="59" y="3"/>
                    <a:pt x="62" y="4"/>
                  </a:cubicBezTo>
                  <a:cubicBezTo>
                    <a:pt x="65" y="6"/>
                    <a:pt x="66" y="9"/>
                    <a:pt x="66" y="13"/>
                  </a:cubicBezTo>
                  <a:cubicBezTo>
                    <a:pt x="66" y="15"/>
                    <a:pt x="66" y="17"/>
                    <a:pt x="66" y="20"/>
                  </a:cubicBezTo>
                  <a:cubicBezTo>
                    <a:pt x="65" y="23"/>
                    <a:pt x="64" y="26"/>
                    <a:pt x="62" y="29"/>
                  </a:cubicBezTo>
                  <a:cubicBezTo>
                    <a:pt x="60" y="31"/>
                    <a:pt x="57" y="32"/>
                    <a:pt x="53" y="3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accent3"/>
                </a:solidFill>
              </a:endParaRPr>
            </a:p>
          </p:txBody>
        </p:sp>
        <p:sp>
          <p:nvSpPr>
            <p:cNvPr id="95" name="Freeform 84">
              <a:extLst>
                <a:ext uri="{FF2B5EF4-FFF2-40B4-BE49-F238E27FC236}">
                  <a16:creationId xmlns:a16="http://schemas.microsoft.com/office/drawing/2014/main" id="{270C485D-6BA8-4BF7-B72C-2B14A43A66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6274527">
              <a:off x="6910134" y="5062687"/>
              <a:ext cx="647637" cy="678578"/>
            </a:xfrm>
            <a:custGeom>
              <a:avLst/>
              <a:gdLst>
                <a:gd name="T0" fmla="*/ 4 w 57"/>
                <a:gd name="T1" fmla="*/ 34 h 60"/>
                <a:gd name="T2" fmla="*/ 17 w 57"/>
                <a:gd name="T3" fmla="*/ 18 h 60"/>
                <a:gd name="T4" fmla="*/ 26 w 57"/>
                <a:gd name="T5" fmla="*/ 8 h 60"/>
                <a:gd name="T6" fmla="*/ 29 w 57"/>
                <a:gd name="T7" fmla="*/ 5 h 60"/>
                <a:gd name="T8" fmla="*/ 41 w 57"/>
                <a:gd name="T9" fmla="*/ 0 h 60"/>
                <a:gd name="T10" fmla="*/ 51 w 57"/>
                <a:gd name="T11" fmla="*/ 6 h 60"/>
                <a:gd name="T12" fmla="*/ 56 w 57"/>
                <a:gd name="T13" fmla="*/ 16 h 60"/>
                <a:gd name="T14" fmla="*/ 51 w 57"/>
                <a:gd name="T15" fmla="*/ 28 h 60"/>
                <a:gd name="T16" fmla="*/ 29 w 57"/>
                <a:gd name="T17" fmla="*/ 53 h 60"/>
                <a:gd name="T18" fmla="*/ 17 w 57"/>
                <a:gd name="T19" fmla="*/ 59 h 60"/>
                <a:gd name="T20" fmla="*/ 5 w 57"/>
                <a:gd name="T21" fmla="*/ 54 h 60"/>
                <a:gd name="T22" fmla="*/ 0 w 57"/>
                <a:gd name="T23" fmla="*/ 45 h 60"/>
                <a:gd name="T24" fmla="*/ 4 w 57"/>
                <a:gd name="T25" fmla="*/ 34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7" h="60">
                  <a:moveTo>
                    <a:pt x="4" y="34"/>
                  </a:moveTo>
                  <a:cubicBezTo>
                    <a:pt x="5" y="33"/>
                    <a:pt x="17" y="18"/>
                    <a:pt x="17" y="18"/>
                  </a:cubicBezTo>
                  <a:cubicBezTo>
                    <a:pt x="21" y="14"/>
                    <a:pt x="24" y="10"/>
                    <a:pt x="26" y="8"/>
                  </a:cubicBezTo>
                  <a:cubicBezTo>
                    <a:pt x="29" y="5"/>
                    <a:pt x="29" y="5"/>
                    <a:pt x="29" y="5"/>
                  </a:cubicBezTo>
                  <a:cubicBezTo>
                    <a:pt x="34" y="2"/>
                    <a:pt x="38" y="0"/>
                    <a:pt x="41" y="0"/>
                  </a:cubicBezTo>
                  <a:cubicBezTo>
                    <a:pt x="44" y="1"/>
                    <a:pt x="47" y="2"/>
                    <a:pt x="51" y="6"/>
                  </a:cubicBezTo>
                  <a:cubicBezTo>
                    <a:pt x="55" y="10"/>
                    <a:pt x="57" y="13"/>
                    <a:pt x="56" y="16"/>
                  </a:cubicBezTo>
                  <a:cubicBezTo>
                    <a:pt x="56" y="19"/>
                    <a:pt x="54" y="23"/>
                    <a:pt x="51" y="28"/>
                  </a:cubicBezTo>
                  <a:cubicBezTo>
                    <a:pt x="51" y="28"/>
                    <a:pt x="33" y="48"/>
                    <a:pt x="29" y="53"/>
                  </a:cubicBezTo>
                  <a:cubicBezTo>
                    <a:pt x="25" y="57"/>
                    <a:pt x="21" y="59"/>
                    <a:pt x="17" y="59"/>
                  </a:cubicBezTo>
                  <a:cubicBezTo>
                    <a:pt x="13" y="60"/>
                    <a:pt x="9" y="58"/>
                    <a:pt x="5" y="54"/>
                  </a:cubicBezTo>
                  <a:cubicBezTo>
                    <a:pt x="2" y="51"/>
                    <a:pt x="0" y="48"/>
                    <a:pt x="0" y="45"/>
                  </a:cubicBezTo>
                  <a:cubicBezTo>
                    <a:pt x="0" y="42"/>
                    <a:pt x="2" y="38"/>
                    <a:pt x="4" y="3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accent3"/>
                </a:solidFill>
              </a:endParaRPr>
            </a:p>
          </p:txBody>
        </p:sp>
        <p:sp>
          <p:nvSpPr>
            <p:cNvPr id="96" name="Freeform 87">
              <a:extLst>
                <a:ext uri="{FF2B5EF4-FFF2-40B4-BE49-F238E27FC236}">
                  <a16:creationId xmlns:a16="http://schemas.microsoft.com/office/drawing/2014/main" id="{79239B91-4327-43B3-AED5-CB9EC1653B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4430858">
              <a:off x="4571743" y="5071596"/>
              <a:ext cx="626472" cy="670149"/>
            </a:xfrm>
            <a:custGeom>
              <a:avLst/>
              <a:gdLst>
                <a:gd name="T0" fmla="*/ 0 w 55"/>
                <a:gd name="T1" fmla="*/ 17 h 59"/>
                <a:gd name="T2" fmla="*/ 1 w 55"/>
                <a:gd name="T3" fmla="*/ 11 h 59"/>
                <a:gd name="T4" fmla="*/ 4 w 55"/>
                <a:gd name="T5" fmla="*/ 6 h 59"/>
                <a:gd name="T6" fmla="*/ 7 w 55"/>
                <a:gd name="T7" fmla="*/ 4 h 59"/>
                <a:gd name="T8" fmla="*/ 14 w 55"/>
                <a:gd name="T9" fmla="*/ 0 h 59"/>
                <a:gd name="T10" fmla="*/ 23 w 55"/>
                <a:gd name="T11" fmla="*/ 3 h 59"/>
                <a:gd name="T12" fmla="*/ 31 w 55"/>
                <a:gd name="T13" fmla="*/ 11 h 59"/>
                <a:gd name="T14" fmla="*/ 38 w 55"/>
                <a:gd name="T15" fmla="*/ 20 h 59"/>
                <a:gd name="T16" fmla="*/ 48 w 55"/>
                <a:gd name="T17" fmla="*/ 31 h 59"/>
                <a:gd name="T18" fmla="*/ 55 w 55"/>
                <a:gd name="T19" fmla="*/ 43 h 59"/>
                <a:gd name="T20" fmla="*/ 49 w 55"/>
                <a:gd name="T21" fmla="*/ 55 h 59"/>
                <a:gd name="T22" fmla="*/ 38 w 55"/>
                <a:gd name="T23" fmla="*/ 59 h 59"/>
                <a:gd name="T24" fmla="*/ 33 w 55"/>
                <a:gd name="T25" fmla="*/ 58 h 59"/>
                <a:gd name="T26" fmla="*/ 26 w 55"/>
                <a:gd name="T27" fmla="*/ 53 h 59"/>
                <a:gd name="T28" fmla="*/ 5 w 55"/>
                <a:gd name="T29" fmla="*/ 27 h 59"/>
                <a:gd name="T30" fmla="*/ 0 w 55"/>
                <a:gd name="T31" fmla="*/ 17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55" h="59">
                  <a:moveTo>
                    <a:pt x="0" y="17"/>
                  </a:moveTo>
                  <a:cubicBezTo>
                    <a:pt x="0" y="14"/>
                    <a:pt x="0" y="12"/>
                    <a:pt x="1" y="11"/>
                  </a:cubicBezTo>
                  <a:cubicBezTo>
                    <a:pt x="2" y="9"/>
                    <a:pt x="3" y="8"/>
                    <a:pt x="4" y="6"/>
                  </a:cubicBezTo>
                  <a:cubicBezTo>
                    <a:pt x="6" y="5"/>
                    <a:pt x="7" y="4"/>
                    <a:pt x="7" y="4"/>
                  </a:cubicBezTo>
                  <a:cubicBezTo>
                    <a:pt x="9" y="2"/>
                    <a:pt x="12" y="1"/>
                    <a:pt x="14" y="0"/>
                  </a:cubicBezTo>
                  <a:cubicBezTo>
                    <a:pt x="17" y="0"/>
                    <a:pt x="20" y="1"/>
                    <a:pt x="23" y="3"/>
                  </a:cubicBezTo>
                  <a:cubicBezTo>
                    <a:pt x="26" y="4"/>
                    <a:pt x="29" y="7"/>
                    <a:pt x="31" y="11"/>
                  </a:cubicBezTo>
                  <a:cubicBezTo>
                    <a:pt x="38" y="20"/>
                    <a:pt x="38" y="20"/>
                    <a:pt x="38" y="20"/>
                  </a:cubicBezTo>
                  <a:cubicBezTo>
                    <a:pt x="48" y="31"/>
                    <a:pt x="48" y="31"/>
                    <a:pt x="48" y="31"/>
                  </a:cubicBezTo>
                  <a:cubicBezTo>
                    <a:pt x="52" y="36"/>
                    <a:pt x="54" y="40"/>
                    <a:pt x="55" y="43"/>
                  </a:cubicBezTo>
                  <a:cubicBezTo>
                    <a:pt x="55" y="47"/>
                    <a:pt x="54" y="52"/>
                    <a:pt x="49" y="55"/>
                  </a:cubicBezTo>
                  <a:cubicBezTo>
                    <a:pt x="45" y="58"/>
                    <a:pt x="41" y="59"/>
                    <a:pt x="38" y="59"/>
                  </a:cubicBezTo>
                  <a:cubicBezTo>
                    <a:pt x="37" y="59"/>
                    <a:pt x="35" y="59"/>
                    <a:pt x="33" y="58"/>
                  </a:cubicBezTo>
                  <a:cubicBezTo>
                    <a:pt x="31" y="57"/>
                    <a:pt x="29" y="55"/>
                    <a:pt x="26" y="53"/>
                  </a:cubicBezTo>
                  <a:cubicBezTo>
                    <a:pt x="23" y="50"/>
                    <a:pt x="5" y="27"/>
                    <a:pt x="5" y="27"/>
                  </a:cubicBezTo>
                  <a:cubicBezTo>
                    <a:pt x="2" y="23"/>
                    <a:pt x="0" y="19"/>
                    <a:pt x="0" y="1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accent3"/>
                </a:solidFill>
              </a:endParaRPr>
            </a:p>
          </p:txBody>
        </p:sp>
      </p:grpSp>
      <p:pic>
        <p:nvPicPr>
          <p:cNvPr id="2" name="Picture 3" descr="A screenshot of a video game&#10;&#10;Description automatically generated">
            <a:extLst>
              <a:ext uri="{FF2B5EF4-FFF2-40B4-BE49-F238E27FC236}">
                <a16:creationId xmlns:a16="http://schemas.microsoft.com/office/drawing/2014/main" id="{66C6043B-0C65-6B57-3343-1BB81B7CCF3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2683" r="19749"/>
          <a:stretch/>
        </p:blipFill>
        <p:spPr>
          <a:xfrm>
            <a:off x="6313088" y="602657"/>
            <a:ext cx="5326462" cy="5250743"/>
          </a:xfrm>
          <a:custGeom>
            <a:avLst/>
            <a:gdLst/>
            <a:ahLst/>
            <a:cxnLst/>
            <a:rect l="l" t="t" r="r" b="b"/>
            <a:pathLst>
              <a:path w="5326462" h="5250743">
                <a:moveTo>
                  <a:pt x="2576092" y="0"/>
                </a:moveTo>
                <a:cubicBezTo>
                  <a:pt x="2650583" y="0"/>
                  <a:pt x="2726041" y="967"/>
                  <a:pt x="2803435" y="967"/>
                </a:cubicBezTo>
                <a:cubicBezTo>
                  <a:pt x="3020137" y="967"/>
                  <a:pt x="3205881" y="967"/>
                  <a:pt x="3329710" y="47407"/>
                </a:cubicBezTo>
                <a:cubicBezTo>
                  <a:pt x="3732156" y="124807"/>
                  <a:pt x="4088166" y="387966"/>
                  <a:pt x="4304868" y="573726"/>
                </a:cubicBezTo>
                <a:cubicBezTo>
                  <a:pt x="4537048" y="744005"/>
                  <a:pt x="4893058" y="1069084"/>
                  <a:pt x="5109760" y="1471563"/>
                </a:cubicBezTo>
                <a:cubicBezTo>
                  <a:pt x="5202632" y="2090761"/>
                  <a:pt x="5326462" y="2477760"/>
                  <a:pt x="5326462" y="2694480"/>
                </a:cubicBezTo>
                <a:cubicBezTo>
                  <a:pt x="5326462" y="3267238"/>
                  <a:pt x="5249068" y="3329158"/>
                  <a:pt x="5249068" y="3329158"/>
                </a:cubicBezTo>
                <a:cubicBezTo>
                  <a:pt x="5109760" y="3824516"/>
                  <a:pt x="4784708" y="4288915"/>
                  <a:pt x="4506091" y="4613994"/>
                </a:cubicBezTo>
                <a:cubicBezTo>
                  <a:pt x="4242954" y="4877153"/>
                  <a:pt x="3825029" y="5016473"/>
                  <a:pt x="3329710" y="5233192"/>
                </a:cubicBezTo>
                <a:cubicBezTo>
                  <a:pt x="3020137" y="5233192"/>
                  <a:pt x="2199766" y="5310592"/>
                  <a:pt x="1704448" y="5140313"/>
                </a:cubicBezTo>
                <a:cubicBezTo>
                  <a:pt x="1224608" y="4908113"/>
                  <a:pt x="1069821" y="4861674"/>
                  <a:pt x="667375" y="4505635"/>
                </a:cubicBezTo>
                <a:cubicBezTo>
                  <a:pt x="311365" y="4103156"/>
                  <a:pt x="48228" y="3329158"/>
                  <a:pt x="17270" y="2880239"/>
                </a:cubicBezTo>
                <a:cubicBezTo>
                  <a:pt x="-29166" y="2617080"/>
                  <a:pt x="32749" y="2183641"/>
                  <a:pt x="32749" y="2090761"/>
                </a:cubicBezTo>
                <a:cubicBezTo>
                  <a:pt x="32749" y="1610883"/>
                  <a:pt x="342323" y="1254844"/>
                  <a:pt x="605461" y="929765"/>
                </a:cubicBezTo>
                <a:cubicBezTo>
                  <a:pt x="884077" y="620166"/>
                  <a:pt x="1147215" y="341526"/>
                  <a:pt x="1549661" y="248646"/>
                </a:cubicBezTo>
                <a:cubicBezTo>
                  <a:pt x="1905671" y="78367"/>
                  <a:pt x="1905671" y="78367"/>
                  <a:pt x="1905671" y="78367"/>
                </a:cubicBezTo>
                <a:cubicBezTo>
                  <a:pt x="2137851" y="8707"/>
                  <a:pt x="2352618" y="0"/>
                  <a:pt x="2576092" y="0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4473280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820BDB79-5798-22C5-8E26-5D5B9B82FAAA}"/>
              </a:ext>
            </a:extLst>
          </p:cNvPr>
          <p:cNvSpPr/>
          <p:nvPr/>
        </p:nvSpPr>
        <p:spPr>
          <a:xfrm>
            <a:off x="2109355" y="768927"/>
            <a:ext cx="8239990" cy="547600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C961B811-24B7-47EC-D6E8-5870C32B1473}"/>
              </a:ext>
            </a:extLst>
          </p:cNvPr>
          <p:cNvSpPr txBox="1"/>
          <p:nvPr/>
        </p:nvSpPr>
        <p:spPr>
          <a:xfrm>
            <a:off x="2414155" y="3059668"/>
            <a:ext cx="13404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Cargo: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89014FC1-0121-1698-DFC6-4806D537F5B9}"/>
              </a:ext>
            </a:extLst>
          </p:cNvPr>
          <p:cNvSpPr txBox="1"/>
          <p:nvPr/>
        </p:nvSpPr>
        <p:spPr>
          <a:xfrm>
            <a:off x="2414155" y="1812368"/>
            <a:ext cx="26566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Data de nascimento: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19B2BAD8-3A00-191C-A3A1-D1A75A09A207}"/>
              </a:ext>
            </a:extLst>
          </p:cNvPr>
          <p:cNvSpPr txBox="1"/>
          <p:nvPr/>
        </p:nvSpPr>
        <p:spPr>
          <a:xfrm>
            <a:off x="2402032" y="1249374"/>
            <a:ext cx="13404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Nome: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6C0781E4-F826-2E21-0D87-4914F1433455}"/>
              </a:ext>
            </a:extLst>
          </p:cNvPr>
          <p:cNvSpPr txBox="1"/>
          <p:nvPr/>
        </p:nvSpPr>
        <p:spPr>
          <a:xfrm>
            <a:off x="2426278" y="2507261"/>
            <a:ext cx="13404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Sexo:</a:t>
            </a:r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9CC4CD9A-E20D-D537-460F-0443BF70D432}"/>
              </a:ext>
            </a:extLst>
          </p:cNvPr>
          <p:cNvCxnSpPr>
            <a:cxnSpLocks/>
          </p:cNvCxnSpPr>
          <p:nvPr/>
        </p:nvCxnSpPr>
        <p:spPr>
          <a:xfrm>
            <a:off x="3345873" y="1582531"/>
            <a:ext cx="6026728" cy="36175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Conector reto 12">
            <a:extLst>
              <a:ext uri="{FF2B5EF4-FFF2-40B4-BE49-F238E27FC236}">
                <a16:creationId xmlns:a16="http://schemas.microsoft.com/office/drawing/2014/main" id="{0FA3F20C-7CB3-A8AC-FCD8-957D3974B3C4}"/>
              </a:ext>
            </a:extLst>
          </p:cNvPr>
          <p:cNvCxnSpPr>
            <a:cxnSpLocks/>
          </p:cNvCxnSpPr>
          <p:nvPr/>
        </p:nvCxnSpPr>
        <p:spPr>
          <a:xfrm>
            <a:off x="4838700" y="2143120"/>
            <a:ext cx="4533901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4" name="Conector reto 13">
            <a:extLst>
              <a:ext uri="{FF2B5EF4-FFF2-40B4-BE49-F238E27FC236}">
                <a16:creationId xmlns:a16="http://schemas.microsoft.com/office/drawing/2014/main" id="{A9EAB6BD-E81C-E3E2-0C41-ECDA31FAD7DC}"/>
              </a:ext>
            </a:extLst>
          </p:cNvPr>
          <p:cNvCxnSpPr>
            <a:cxnSpLocks/>
          </p:cNvCxnSpPr>
          <p:nvPr/>
        </p:nvCxnSpPr>
        <p:spPr>
          <a:xfrm>
            <a:off x="3215986" y="2840418"/>
            <a:ext cx="6156615" cy="36175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Conector reto 14">
            <a:extLst>
              <a:ext uri="{FF2B5EF4-FFF2-40B4-BE49-F238E27FC236}">
                <a16:creationId xmlns:a16="http://schemas.microsoft.com/office/drawing/2014/main" id="{34EB1F92-EB61-ED45-E27A-EC558F204F16}"/>
              </a:ext>
            </a:extLst>
          </p:cNvPr>
          <p:cNvCxnSpPr>
            <a:cxnSpLocks/>
          </p:cNvCxnSpPr>
          <p:nvPr/>
        </p:nvCxnSpPr>
        <p:spPr>
          <a:xfrm>
            <a:off x="3345873" y="3429000"/>
            <a:ext cx="6026728" cy="36175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8" name="Elipse 17">
            <a:extLst>
              <a:ext uri="{FF2B5EF4-FFF2-40B4-BE49-F238E27FC236}">
                <a16:creationId xmlns:a16="http://schemas.microsoft.com/office/drawing/2014/main" id="{65C7A089-0EDA-712F-027D-0FD3D1F1C05A}"/>
              </a:ext>
            </a:extLst>
          </p:cNvPr>
          <p:cNvSpPr/>
          <p:nvPr/>
        </p:nvSpPr>
        <p:spPr>
          <a:xfrm>
            <a:off x="9050483" y="1221834"/>
            <a:ext cx="322118" cy="322118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Elipse 18">
            <a:extLst>
              <a:ext uri="{FF2B5EF4-FFF2-40B4-BE49-F238E27FC236}">
                <a16:creationId xmlns:a16="http://schemas.microsoft.com/office/drawing/2014/main" id="{23008358-86BE-8C19-69A0-3AEE62B45D89}"/>
              </a:ext>
            </a:extLst>
          </p:cNvPr>
          <p:cNvSpPr/>
          <p:nvPr/>
        </p:nvSpPr>
        <p:spPr>
          <a:xfrm>
            <a:off x="9050483" y="1732737"/>
            <a:ext cx="322118" cy="322118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0" name="Elipse 19">
            <a:extLst>
              <a:ext uri="{FF2B5EF4-FFF2-40B4-BE49-F238E27FC236}">
                <a16:creationId xmlns:a16="http://schemas.microsoft.com/office/drawing/2014/main" id="{566C6518-21B8-3900-D624-CA06DBF3422E}"/>
              </a:ext>
            </a:extLst>
          </p:cNvPr>
          <p:cNvSpPr/>
          <p:nvPr/>
        </p:nvSpPr>
        <p:spPr>
          <a:xfrm>
            <a:off x="9050483" y="2432392"/>
            <a:ext cx="322118" cy="322118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1" name="Elipse 20">
            <a:extLst>
              <a:ext uri="{FF2B5EF4-FFF2-40B4-BE49-F238E27FC236}">
                <a16:creationId xmlns:a16="http://schemas.microsoft.com/office/drawing/2014/main" id="{6202C881-6A16-16CD-1196-963ADB59A05D}"/>
              </a:ext>
            </a:extLst>
          </p:cNvPr>
          <p:cNvSpPr/>
          <p:nvPr/>
        </p:nvSpPr>
        <p:spPr>
          <a:xfrm>
            <a:off x="9050483" y="3048691"/>
            <a:ext cx="322118" cy="322118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2" name="Retângulo: Cantos Arredondados 21">
            <a:extLst>
              <a:ext uri="{FF2B5EF4-FFF2-40B4-BE49-F238E27FC236}">
                <a16:creationId xmlns:a16="http://schemas.microsoft.com/office/drawing/2014/main" id="{8C05EA4E-A3D1-B362-4441-B24D549AA6D1}"/>
              </a:ext>
            </a:extLst>
          </p:cNvPr>
          <p:cNvSpPr/>
          <p:nvPr/>
        </p:nvSpPr>
        <p:spPr>
          <a:xfrm>
            <a:off x="3429000" y="4333009"/>
            <a:ext cx="5548745" cy="562268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Cadastrar</a:t>
            </a:r>
          </a:p>
        </p:txBody>
      </p:sp>
      <p:sp>
        <p:nvSpPr>
          <p:cNvPr id="3" name="CaixaDeTexto 11">
            <a:extLst>
              <a:ext uri="{FF2B5EF4-FFF2-40B4-BE49-F238E27FC236}">
                <a16:creationId xmlns:a16="http://schemas.microsoft.com/office/drawing/2014/main" id="{D85B2245-C7B9-0F8F-601A-5DEE645FDD87}"/>
              </a:ext>
            </a:extLst>
          </p:cNvPr>
          <p:cNvSpPr txBox="1"/>
          <p:nvPr/>
        </p:nvSpPr>
        <p:spPr>
          <a:xfrm>
            <a:off x="3474923" y="3921004"/>
            <a:ext cx="5015638" cy="2075012"/>
          </a:xfrm>
          <a:prstGeom prst="rect">
            <a:avLst/>
          </a:prstGeom>
        </p:spPr>
        <p:txBody>
          <a:bodyPr vert="horz" wrap="square" lIns="0" tIns="0" rIns="0" bIns="0" rtlCol="0" anchor="b" anchorCtr="0">
            <a:normAutofit/>
          </a:bodyPr>
          <a:lstStyle/>
          <a:p>
            <a:pPr algn="ctr">
              <a:spcBef>
                <a:spcPct val="0"/>
              </a:spcBef>
              <a:spcAft>
                <a:spcPts val="600"/>
              </a:spcAft>
            </a:pPr>
            <a:r>
              <a:rPr lang="en-US" sz="5600" spc="-100" dirty="0">
                <a:latin typeface="+mj-lt"/>
                <a:ea typeface="+mj-ea"/>
                <a:cs typeface="+mj-cs"/>
              </a:rPr>
              <a:t>BORA VÊ?</a:t>
            </a:r>
          </a:p>
        </p:txBody>
      </p:sp>
    </p:spTree>
    <p:extLst>
      <p:ext uri="{BB962C8B-B14F-4D97-AF65-F5344CB8AC3E}">
        <p14:creationId xmlns:p14="http://schemas.microsoft.com/office/powerpoint/2010/main" val="36164674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09646535-AEF6-4883-A4F9-EEC1F8B431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lumOff val="1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7FEECB93-933C-477B-BC7D-C2F2F6271A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Uma pessoa segurando um globo">
            <a:extLst>
              <a:ext uri="{FF2B5EF4-FFF2-40B4-BE49-F238E27FC236}">
                <a16:creationId xmlns:a16="http://schemas.microsoft.com/office/drawing/2014/main" id="{BDAA9967-F797-940D-02C9-5D556A3CECE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5462"/>
          <a:stretch/>
        </p:blipFill>
        <p:spPr>
          <a:xfrm>
            <a:off x="20" y="10"/>
            <a:ext cx="12191980" cy="685799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497BC505-FE0C-4637-A29D-B71DFBBBAA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" y="0"/>
            <a:ext cx="9339206" cy="6858000"/>
          </a:xfrm>
          <a:prstGeom prst="rect">
            <a:avLst/>
          </a:prstGeom>
          <a:gradFill>
            <a:gsLst>
              <a:gs pos="58000">
                <a:schemeClr val="bg1">
                  <a:alpha val="30000"/>
                </a:schemeClr>
              </a:gs>
              <a:gs pos="33000">
                <a:schemeClr val="bg1">
                  <a:alpha val="20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>
                  <a:alpha val="3000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35021324-679D-41A1-DD6D-03EA728C635F}"/>
              </a:ext>
            </a:extLst>
          </p:cNvPr>
          <p:cNvSpPr txBox="1"/>
          <p:nvPr/>
        </p:nvSpPr>
        <p:spPr>
          <a:xfrm>
            <a:off x="720000" y="1455847"/>
            <a:ext cx="5015638" cy="2068553"/>
          </a:xfrm>
          <a:prstGeom prst="rect">
            <a:avLst/>
          </a:prstGeom>
        </p:spPr>
        <p:txBody>
          <a:bodyPr vert="horz" wrap="square" lIns="0" tIns="0" rIns="0" bIns="0" rtlCol="0" anchor="b" anchorCtr="0">
            <a:normAutofit/>
          </a:bodyPr>
          <a:lstStyle/>
          <a:p>
            <a:pPr algn="ctr">
              <a:spcBef>
                <a:spcPct val="0"/>
              </a:spcBef>
              <a:spcAft>
                <a:spcPts val="600"/>
              </a:spcAft>
              <a:buClr>
                <a:schemeClr val="accent4"/>
              </a:buClr>
            </a:pPr>
            <a:r>
              <a:rPr lang="en-US" sz="5600" spc="-100">
                <a:latin typeface="+mj-lt"/>
                <a:ea typeface="+mj-ea"/>
                <a:cs typeface="+mj-cs"/>
              </a:rPr>
              <a:t>Um mundo melhor!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F2FD01A0-E6FF-41CD-AEBD-279232B90D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965602" y="317452"/>
            <a:ext cx="2088038" cy="719230"/>
            <a:chOff x="4532666" y="505937"/>
            <a:chExt cx="2981730" cy="1027064"/>
          </a:xfrm>
        </p:grpSpPr>
        <p:sp>
          <p:nvSpPr>
            <p:cNvPr id="22" name="Freeform 78">
              <a:extLst>
                <a:ext uri="{FF2B5EF4-FFF2-40B4-BE49-F238E27FC236}">
                  <a16:creationId xmlns:a16="http://schemas.microsoft.com/office/drawing/2014/main" id="{811C6308-5554-4129-8881-A95AF512C5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600114">
              <a:off x="4532666" y="754398"/>
              <a:ext cx="694205" cy="713383"/>
            </a:xfrm>
            <a:custGeom>
              <a:avLst/>
              <a:gdLst>
                <a:gd name="T0" fmla="*/ 32 w 58"/>
                <a:gd name="T1" fmla="*/ 56 h 60"/>
                <a:gd name="T2" fmla="*/ 24 w 58"/>
                <a:gd name="T3" fmla="*/ 48 h 60"/>
                <a:gd name="T4" fmla="*/ 14 w 58"/>
                <a:gd name="T5" fmla="*/ 36 h 60"/>
                <a:gd name="T6" fmla="*/ 7 w 58"/>
                <a:gd name="T7" fmla="*/ 29 h 60"/>
                <a:gd name="T8" fmla="*/ 1 w 58"/>
                <a:gd name="T9" fmla="*/ 17 h 60"/>
                <a:gd name="T10" fmla="*/ 7 w 58"/>
                <a:gd name="T11" fmla="*/ 4 h 60"/>
                <a:gd name="T12" fmla="*/ 17 w 58"/>
                <a:gd name="T13" fmla="*/ 1 h 60"/>
                <a:gd name="T14" fmla="*/ 29 w 58"/>
                <a:gd name="T15" fmla="*/ 6 h 60"/>
                <a:gd name="T16" fmla="*/ 31 w 58"/>
                <a:gd name="T17" fmla="*/ 8 h 60"/>
                <a:gd name="T18" fmla="*/ 38 w 58"/>
                <a:gd name="T19" fmla="*/ 15 h 60"/>
                <a:gd name="T20" fmla="*/ 44 w 58"/>
                <a:gd name="T21" fmla="*/ 22 h 60"/>
                <a:gd name="T22" fmla="*/ 54 w 58"/>
                <a:gd name="T23" fmla="*/ 33 h 60"/>
                <a:gd name="T24" fmla="*/ 58 w 58"/>
                <a:gd name="T25" fmla="*/ 44 h 60"/>
                <a:gd name="T26" fmla="*/ 53 w 58"/>
                <a:gd name="T27" fmla="*/ 54 h 60"/>
                <a:gd name="T28" fmla="*/ 42 w 58"/>
                <a:gd name="T29" fmla="*/ 60 h 60"/>
                <a:gd name="T30" fmla="*/ 32 w 58"/>
                <a:gd name="T31" fmla="*/ 56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58" h="60">
                  <a:moveTo>
                    <a:pt x="32" y="56"/>
                  </a:moveTo>
                  <a:cubicBezTo>
                    <a:pt x="30" y="54"/>
                    <a:pt x="31" y="55"/>
                    <a:pt x="24" y="48"/>
                  </a:cubicBezTo>
                  <a:cubicBezTo>
                    <a:pt x="17" y="40"/>
                    <a:pt x="14" y="36"/>
                    <a:pt x="14" y="36"/>
                  </a:cubicBezTo>
                  <a:cubicBezTo>
                    <a:pt x="8" y="30"/>
                    <a:pt x="14" y="37"/>
                    <a:pt x="7" y="29"/>
                  </a:cubicBezTo>
                  <a:cubicBezTo>
                    <a:pt x="3" y="24"/>
                    <a:pt x="1" y="20"/>
                    <a:pt x="1" y="17"/>
                  </a:cubicBezTo>
                  <a:cubicBezTo>
                    <a:pt x="0" y="13"/>
                    <a:pt x="3" y="9"/>
                    <a:pt x="7" y="4"/>
                  </a:cubicBezTo>
                  <a:cubicBezTo>
                    <a:pt x="10" y="2"/>
                    <a:pt x="13" y="0"/>
                    <a:pt x="17" y="1"/>
                  </a:cubicBezTo>
                  <a:cubicBezTo>
                    <a:pt x="21" y="1"/>
                    <a:pt x="25" y="3"/>
                    <a:pt x="29" y="6"/>
                  </a:cubicBezTo>
                  <a:cubicBezTo>
                    <a:pt x="31" y="8"/>
                    <a:pt x="31" y="8"/>
                    <a:pt x="31" y="8"/>
                  </a:cubicBezTo>
                  <a:cubicBezTo>
                    <a:pt x="33" y="11"/>
                    <a:pt x="37" y="15"/>
                    <a:pt x="38" y="15"/>
                  </a:cubicBezTo>
                  <a:cubicBezTo>
                    <a:pt x="42" y="20"/>
                    <a:pt x="40" y="18"/>
                    <a:pt x="44" y="22"/>
                  </a:cubicBezTo>
                  <a:cubicBezTo>
                    <a:pt x="51" y="29"/>
                    <a:pt x="50" y="29"/>
                    <a:pt x="54" y="33"/>
                  </a:cubicBezTo>
                  <a:cubicBezTo>
                    <a:pt x="57" y="37"/>
                    <a:pt x="58" y="40"/>
                    <a:pt x="58" y="44"/>
                  </a:cubicBezTo>
                  <a:cubicBezTo>
                    <a:pt x="58" y="47"/>
                    <a:pt x="56" y="50"/>
                    <a:pt x="53" y="54"/>
                  </a:cubicBezTo>
                  <a:cubicBezTo>
                    <a:pt x="49" y="58"/>
                    <a:pt x="45" y="60"/>
                    <a:pt x="42" y="60"/>
                  </a:cubicBezTo>
                  <a:cubicBezTo>
                    <a:pt x="39" y="60"/>
                    <a:pt x="36" y="59"/>
                    <a:pt x="32" y="5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accent3"/>
                </a:solidFill>
              </a:endParaRPr>
            </a:p>
          </p:txBody>
        </p:sp>
        <p:sp>
          <p:nvSpPr>
            <p:cNvPr id="23" name="Freeform 79">
              <a:extLst>
                <a:ext uri="{FF2B5EF4-FFF2-40B4-BE49-F238E27FC236}">
                  <a16:creationId xmlns:a16="http://schemas.microsoft.com/office/drawing/2014/main" id="{C28F3A03-B53B-433E-8DF7-6B13336D0A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600114">
              <a:off x="5791465" y="505937"/>
              <a:ext cx="587404" cy="943792"/>
            </a:xfrm>
            <a:custGeom>
              <a:avLst/>
              <a:gdLst>
                <a:gd name="T0" fmla="*/ 15 w 49"/>
                <a:gd name="T1" fmla="*/ 65 h 79"/>
                <a:gd name="T2" fmla="*/ 12 w 49"/>
                <a:gd name="T3" fmla="*/ 54 h 79"/>
                <a:gd name="T4" fmla="*/ 8 w 49"/>
                <a:gd name="T5" fmla="*/ 33 h 79"/>
                <a:gd name="T6" fmla="*/ 38 w 49"/>
                <a:gd name="T7" fmla="*/ 24 h 79"/>
                <a:gd name="T8" fmla="*/ 45 w 49"/>
                <a:gd name="T9" fmla="*/ 70 h 79"/>
                <a:gd name="T10" fmla="*/ 15 w 49"/>
                <a:gd name="T11" fmla="*/ 65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9" h="79">
                  <a:moveTo>
                    <a:pt x="15" y="65"/>
                  </a:moveTo>
                  <a:cubicBezTo>
                    <a:pt x="14" y="59"/>
                    <a:pt x="13" y="58"/>
                    <a:pt x="12" y="54"/>
                  </a:cubicBezTo>
                  <a:cubicBezTo>
                    <a:pt x="11" y="45"/>
                    <a:pt x="10" y="40"/>
                    <a:pt x="8" y="33"/>
                  </a:cubicBezTo>
                  <a:cubicBezTo>
                    <a:pt x="0" y="9"/>
                    <a:pt x="34" y="0"/>
                    <a:pt x="38" y="24"/>
                  </a:cubicBezTo>
                  <a:cubicBezTo>
                    <a:pt x="43" y="43"/>
                    <a:pt x="49" y="60"/>
                    <a:pt x="45" y="70"/>
                  </a:cubicBezTo>
                  <a:cubicBezTo>
                    <a:pt x="38" y="77"/>
                    <a:pt x="19" y="79"/>
                    <a:pt x="15" y="6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accent3"/>
                </a:solidFill>
              </a:endParaRPr>
            </a:p>
          </p:txBody>
        </p:sp>
        <p:sp>
          <p:nvSpPr>
            <p:cNvPr id="24" name="Freeform 85">
              <a:extLst>
                <a:ext uri="{FF2B5EF4-FFF2-40B4-BE49-F238E27FC236}">
                  <a16:creationId xmlns:a16="http://schemas.microsoft.com/office/drawing/2014/main" id="{E990BBBC-E616-4D0E-9917-A6CA72AAEA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600114">
              <a:off x="7087193" y="757585"/>
              <a:ext cx="427203" cy="775416"/>
            </a:xfrm>
            <a:custGeom>
              <a:avLst/>
              <a:gdLst>
                <a:gd name="T0" fmla="*/ 36 w 36"/>
                <a:gd name="T1" fmla="*/ 15 h 65"/>
                <a:gd name="T2" fmla="*/ 34 w 36"/>
                <a:gd name="T3" fmla="*/ 5 h 65"/>
                <a:gd name="T4" fmla="*/ 28 w 36"/>
                <a:gd name="T5" fmla="*/ 1 h 65"/>
                <a:gd name="T6" fmla="*/ 23 w 36"/>
                <a:gd name="T7" fmla="*/ 0 h 65"/>
                <a:gd name="T8" fmla="*/ 13 w 36"/>
                <a:gd name="T9" fmla="*/ 1 h 65"/>
                <a:gd name="T10" fmla="*/ 7 w 36"/>
                <a:gd name="T11" fmla="*/ 9 h 65"/>
                <a:gd name="T12" fmla="*/ 4 w 36"/>
                <a:gd name="T13" fmla="*/ 19 h 65"/>
                <a:gd name="T14" fmla="*/ 0 w 36"/>
                <a:gd name="T15" fmla="*/ 44 h 65"/>
                <a:gd name="T16" fmla="*/ 1 w 36"/>
                <a:gd name="T17" fmla="*/ 58 h 65"/>
                <a:gd name="T18" fmla="*/ 8 w 36"/>
                <a:gd name="T19" fmla="*/ 64 h 65"/>
                <a:gd name="T20" fmla="*/ 16 w 36"/>
                <a:gd name="T21" fmla="*/ 65 h 65"/>
                <a:gd name="T22" fmla="*/ 25 w 36"/>
                <a:gd name="T23" fmla="*/ 63 h 65"/>
                <a:gd name="T24" fmla="*/ 31 w 36"/>
                <a:gd name="T25" fmla="*/ 55 h 65"/>
                <a:gd name="T26" fmla="*/ 34 w 36"/>
                <a:gd name="T27" fmla="*/ 40 h 65"/>
                <a:gd name="T28" fmla="*/ 36 w 36"/>
                <a:gd name="T29" fmla="*/ 15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6" h="65">
                  <a:moveTo>
                    <a:pt x="36" y="15"/>
                  </a:moveTo>
                  <a:cubicBezTo>
                    <a:pt x="36" y="10"/>
                    <a:pt x="35" y="7"/>
                    <a:pt x="34" y="5"/>
                  </a:cubicBezTo>
                  <a:cubicBezTo>
                    <a:pt x="33" y="3"/>
                    <a:pt x="31" y="2"/>
                    <a:pt x="28" y="1"/>
                  </a:cubicBezTo>
                  <a:cubicBezTo>
                    <a:pt x="27" y="1"/>
                    <a:pt x="25" y="1"/>
                    <a:pt x="23" y="0"/>
                  </a:cubicBezTo>
                  <a:cubicBezTo>
                    <a:pt x="19" y="0"/>
                    <a:pt x="16" y="0"/>
                    <a:pt x="13" y="1"/>
                  </a:cubicBezTo>
                  <a:cubicBezTo>
                    <a:pt x="11" y="2"/>
                    <a:pt x="9" y="4"/>
                    <a:pt x="7" y="9"/>
                  </a:cubicBezTo>
                  <a:cubicBezTo>
                    <a:pt x="6" y="13"/>
                    <a:pt x="5" y="17"/>
                    <a:pt x="4" y="19"/>
                  </a:cubicBezTo>
                  <a:cubicBezTo>
                    <a:pt x="2" y="29"/>
                    <a:pt x="0" y="44"/>
                    <a:pt x="0" y="44"/>
                  </a:cubicBezTo>
                  <a:cubicBezTo>
                    <a:pt x="0" y="50"/>
                    <a:pt x="0" y="55"/>
                    <a:pt x="1" y="58"/>
                  </a:cubicBezTo>
                  <a:cubicBezTo>
                    <a:pt x="2" y="61"/>
                    <a:pt x="5" y="63"/>
                    <a:pt x="8" y="64"/>
                  </a:cubicBezTo>
                  <a:cubicBezTo>
                    <a:pt x="11" y="65"/>
                    <a:pt x="13" y="65"/>
                    <a:pt x="16" y="65"/>
                  </a:cubicBezTo>
                  <a:cubicBezTo>
                    <a:pt x="19" y="65"/>
                    <a:pt x="22" y="64"/>
                    <a:pt x="25" y="63"/>
                  </a:cubicBezTo>
                  <a:cubicBezTo>
                    <a:pt x="28" y="61"/>
                    <a:pt x="30" y="59"/>
                    <a:pt x="31" y="55"/>
                  </a:cubicBezTo>
                  <a:cubicBezTo>
                    <a:pt x="32" y="50"/>
                    <a:pt x="31" y="54"/>
                    <a:pt x="34" y="40"/>
                  </a:cubicBezTo>
                  <a:lnTo>
                    <a:pt x="36" y="15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accent3"/>
                </a:solidFill>
              </a:endParaRP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3C9AA14C-80A4-427C-A911-28CD20C56E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017356" y="5503147"/>
            <a:ext cx="2117174" cy="588806"/>
            <a:chOff x="4549904" y="5078157"/>
            <a:chExt cx="3023338" cy="840818"/>
          </a:xfrm>
        </p:grpSpPr>
        <p:sp>
          <p:nvSpPr>
            <p:cNvPr id="27" name="Freeform 80">
              <a:extLst>
                <a:ext uri="{FF2B5EF4-FFF2-40B4-BE49-F238E27FC236}">
                  <a16:creationId xmlns:a16="http://schemas.microsoft.com/office/drawing/2014/main" id="{EF32CDAF-4619-4949-9516-1E042181EB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5690691" y="5352589"/>
              <a:ext cx="749228" cy="383544"/>
            </a:xfrm>
            <a:custGeom>
              <a:avLst/>
              <a:gdLst>
                <a:gd name="T0" fmla="*/ 53 w 66"/>
                <a:gd name="T1" fmla="*/ 33 h 34"/>
                <a:gd name="T2" fmla="*/ 39 w 66"/>
                <a:gd name="T3" fmla="*/ 33 h 34"/>
                <a:gd name="T4" fmla="*/ 21 w 66"/>
                <a:gd name="T5" fmla="*/ 33 h 34"/>
                <a:gd name="T6" fmla="*/ 12 w 66"/>
                <a:gd name="T7" fmla="*/ 32 h 34"/>
                <a:gd name="T8" fmla="*/ 3 w 66"/>
                <a:gd name="T9" fmla="*/ 28 h 34"/>
                <a:gd name="T10" fmla="*/ 0 w 66"/>
                <a:gd name="T11" fmla="*/ 21 h 34"/>
                <a:gd name="T12" fmla="*/ 0 w 66"/>
                <a:gd name="T13" fmla="*/ 16 h 34"/>
                <a:gd name="T14" fmla="*/ 3 w 66"/>
                <a:gd name="T15" fmla="*/ 7 h 34"/>
                <a:gd name="T16" fmla="*/ 11 w 66"/>
                <a:gd name="T17" fmla="*/ 3 h 34"/>
                <a:gd name="T18" fmla="*/ 23 w 66"/>
                <a:gd name="T19" fmla="*/ 2 h 34"/>
                <a:gd name="T20" fmla="*/ 43 w 66"/>
                <a:gd name="T21" fmla="*/ 0 h 34"/>
                <a:gd name="T22" fmla="*/ 48 w 66"/>
                <a:gd name="T23" fmla="*/ 0 h 34"/>
                <a:gd name="T24" fmla="*/ 62 w 66"/>
                <a:gd name="T25" fmla="*/ 4 h 34"/>
                <a:gd name="T26" fmla="*/ 66 w 66"/>
                <a:gd name="T27" fmla="*/ 13 h 34"/>
                <a:gd name="T28" fmla="*/ 66 w 66"/>
                <a:gd name="T29" fmla="*/ 20 h 34"/>
                <a:gd name="T30" fmla="*/ 62 w 66"/>
                <a:gd name="T31" fmla="*/ 29 h 34"/>
                <a:gd name="T32" fmla="*/ 53 w 66"/>
                <a:gd name="T33" fmla="*/ 33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66" h="34">
                  <a:moveTo>
                    <a:pt x="53" y="33"/>
                  </a:moveTo>
                  <a:cubicBezTo>
                    <a:pt x="47" y="33"/>
                    <a:pt x="53" y="34"/>
                    <a:pt x="39" y="33"/>
                  </a:cubicBezTo>
                  <a:cubicBezTo>
                    <a:pt x="24" y="33"/>
                    <a:pt x="21" y="33"/>
                    <a:pt x="21" y="33"/>
                  </a:cubicBezTo>
                  <a:cubicBezTo>
                    <a:pt x="12" y="32"/>
                    <a:pt x="12" y="32"/>
                    <a:pt x="12" y="32"/>
                  </a:cubicBezTo>
                  <a:cubicBezTo>
                    <a:pt x="7" y="31"/>
                    <a:pt x="4" y="30"/>
                    <a:pt x="3" y="28"/>
                  </a:cubicBezTo>
                  <a:cubicBezTo>
                    <a:pt x="1" y="26"/>
                    <a:pt x="0" y="24"/>
                    <a:pt x="0" y="21"/>
                  </a:cubicBezTo>
                  <a:cubicBezTo>
                    <a:pt x="0" y="21"/>
                    <a:pt x="0" y="19"/>
                    <a:pt x="0" y="16"/>
                  </a:cubicBezTo>
                  <a:cubicBezTo>
                    <a:pt x="0" y="13"/>
                    <a:pt x="1" y="10"/>
                    <a:pt x="3" y="7"/>
                  </a:cubicBezTo>
                  <a:cubicBezTo>
                    <a:pt x="4" y="5"/>
                    <a:pt x="7" y="3"/>
                    <a:pt x="11" y="3"/>
                  </a:cubicBezTo>
                  <a:cubicBezTo>
                    <a:pt x="16" y="2"/>
                    <a:pt x="20" y="2"/>
                    <a:pt x="23" y="2"/>
                  </a:cubicBezTo>
                  <a:cubicBezTo>
                    <a:pt x="32" y="1"/>
                    <a:pt x="37" y="0"/>
                    <a:pt x="43" y="0"/>
                  </a:cubicBezTo>
                  <a:cubicBezTo>
                    <a:pt x="48" y="0"/>
                    <a:pt x="48" y="0"/>
                    <a:pt x="48" y="0"/>
                  </a:cubicBezTo>
                  <a:cubicBezTo>
                    <a:pt x="54" y="1"/>
                    <a:pt x="59" y="3"/>
                    <a:pt x="62" y="4"/>
                  </a:cubicBezTo>
                  <a:cubicBezTo>
                    <a:pt x="65" y="6"/>
                    <a:pt x="66" y="9"/>
                    <a:pt x="66" y="13"/>
                  </a:cubicBezTo>
                  <a:cubicBezTo>
                    <a:pt x="66" y="15"/>
                    <a:pt x="66" y="17"/>
                    <a:pt x="66" y="20"/>
                  </a:cubicBezTo>
                  <a:cubicBezTo>
                    <a:pt x="65" y="23"/>
                    <a:pt x="64" y="26"/>
                    <a:pt x="62" y="29"/>
                  </a:cubicBezTo>
                  <a:cubicBezTo>
                    <a:pt x="60" y="31"/>
                    <a:pt x="57" y="32"/>
                    <a:pt x="53" y="3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accent3"/>
                </a:solidFill>
              </a:endParaRPr>
            </a:p>
          </p:txBody>
        </p:sp>
        <p:sp>
          <p:nvSpPr>
            <p:cNvPr id="28" name="Freeform 84">
              <a:extLst>
                <a:ext uri="{FF2B5EF4-FFF2-40B4-BE49-F238E27FC236}">
                  <a16:creationId xmlns:a16="http://schemas.microsoft.com/office/drawing/2014/main" id="{270C485D-6BA8-4BF7-B72C-2B14A43A66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6274527">
              <a:off x="6910134" y="5062687"/>
              <a:ext cx="647637" cy="678578"/>
            </a:xfrm>
            <a:custGeom>
              <a:avLst/>
              <a:gdLst>
                <a:gd name="T0" fmla="*/ 4 w 57"/>
                <a:gd name="T1" fmla="*/ 34 h 60"/>
                <a:gd name="T2" fmla="*/ 17 w 57"/>
                <a:gd name="T3" fmla="*/ 18 h 60"/>
                <a:gd name="T4" fmla="*/ 26 w 57"/>
                <a:gd name="T5" fmla="*/ 8 h 60"/>
                <a:gd name="T6" fmla="*/ 29 w 57"/>
                <a:gd name="T7" fmla="*/ 5 h 60"/>
                <a:gd name="T8" fmla="*/ 41 w 57"/>
                <a:gd name="T9" fmla="*/ 0 h 60"/>
                <a:gd name="T10" fmla="*/ 51 w 57"/>
                <a:gd name="T11" fmla="*/ 6 h 60"/>
                <a:gd name="T12" fmla="*/ 56 w 57"/>
                <a:gd name="T13" fmla="*/ 16 h 60"/>
                <a:gd name="T14" fmla="*/ 51 w 57"/>
                <a:gd name="T15" fmla="*/ 28 h 60"/>
                <a:gd name="T16" fmla="*/ 29 w 57"/>
                <a:gd name="T17" fmla="*/ 53 h 60"/>
                <a:gd name="T18" fmla="*/ 17 w 57"/>
                <a:gd name="T19" fmla="*/ 59 h 60"/>
                <a:gd name="T20" fmla="*/ 5 w 57"/>
                <a:gd name="T21" fmla="*/ 54 h 60"/>
                <a:gd name="T22" fmla="*/ 0 w 57"/>
                <a:gd name="T23" fmla="*/ 45 h 60"/>
                <a:gd name="T24" fmla="*/ 4 w 57"/>
                <a:gd name="T25" fmla="*/ 34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7" h="60">
                  <a:moveTo>
                    <a:pt x="4" y="34"/>
                  </a:moveTo>
                  <a:cubicBezTo>
                    <a:pt x="5" y="33"/>
                    <a:pt x="17" y="18"/>
                    <a:pt x="17" y="18"/>
                  </a:cubicBezTo>
                  <a:cubicBezTo>
                    <a:pt x="21" y="14"/>
                    <a:pt x="24" y="10"/>
                    <a:pt x="26" y="8"/>
                  </a:cubicBezTo>
                  <a:cubicBezTo>
                    <a:pt x="29" y="5"/>
                    <a:pt x="29" y="5"/>
                    <a:pt x="29" y="5"/>
                  </a:cubicBezTo>
                  <a:cubicBezTo>
                    <a:pt x="34" y="2"/>
                    <a:pt x="38" y="0"/>
                    <a:pt x="41" y="0"/>
                  </a:cubicBezTo>
                  <a:cubicBezTo>
                    <a:pt x="44" y="1"/>
                    <a:pt x="47" y="2"/>
                    <a:pt x="51" y="6"/>
                  </a:cubicBezTo>
                  <a:cubicBezTo>
                    <a:pt x="55" y="10"/>
                    <a:pt x="57" y="13"/>
                    <a:pt x="56" y="16"/>
                  </a:cubicBezTo>
                  <a:cubicBezTo>
                    <a:pt x="56" y="19"/>
                    <a:pt x="54" y="23"/>
                    <a:pt x="51" y="28"/>
                  </a:cubicBezTo>
                  <a:cubicBezTo>
                    <a:pt x="51" y="28"/>
                    <a:pt x="33" y="48"/>
                    <a:pt x="29" y="53"/>
                  </a:cubicBezTo>
                  <a:cubicBezTo>
                    <a:pt x="25" y="57"/>
                    <a:pt x="21" y="59"/>
                    <a:pt x="17" y="59"/>
                  </a:cubicBezTo>
                  <a:cubicBezTo>
                    <a:pt x="13" y="60"/>
                    <a:pt x="9" y="58"/>
                    <a:pt x="5" y="54"/>
                  </a:cubicBezTo>
                  <a:cubicBezTo>
                    <a:pt x="2" y="51"/>
                    <a:pt x="0" y="48"/>
                    <a:pt x="0" y="45"/>
                  </a:cubicBezTo>
                  <a:cubicBezTo>
                    <a:pt x="0" y="42"/>
                    <a:pt x="2" y="38"/>
                    <a:pt x="4" y="3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accent3"/>
                </a:solidFill>
              </a:endParaRPr>
            </a:p>
          </p:txBody>
        </p:sp>
        <p:sp>
          <p:nvSpPr>
            <p:cNvPr id="29" name="Freeform 87">
              <a:extLst>
                <a:ext uri="{FF2B5EF4-FFF2-40B4-BE49-F238E27FC236}">
                  <a16:creationId xmlns:a16="http://schemas.microsoft.com/office/drawing/2014/main" id="{79239B91-4327-43B3-AED5-CB9EC1653B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4430858">
              <a:off x="4571743" y="5071596"/>
              <a:ext cx="626472" cy="670149"/>
            </a:xfrm>
            <a:custGeom>
              <a:avLst/>
              <a:gdLst>
                <a:gd name="T0" fmla="*/ 0 w 55"/>
                <a:gd name="T1" fmla="*/ 17 h 59"/>
                <a:gd name="T2" fmla="*/ 1 w 55"/>
                <a:gd name="T3" fmla="*/ 11 h 59"/>
                <a:gd name="T4" fmla="*/ 4 w 55"/>
                <a:gd name="T5" fmla="*/ 6 h 59"/>
                <a:gd name="T6" fmla="*/ 7 w 55"/>
                <a:gd name="T7" fmla="*/ 4 h 59"/>
                <a:gd name="T8" fmla="*/ 14 w 55"/>
                <a:gd name="T9" fmla="*/ 0 h 59"/>
                <a:gd name="T10" fmla="*/ 23 w 55"/>
                <a:gd name="T11" fmla="*/ 3 h 59"/>
                <a:gd name="T12" fmla="*/ 31 w 55"/>
                <a:gd name="T13" fmla="*/ 11 h 59"/>
                <a:gd name="T14" fmla="*/ 38 w 55"/>
                <a:gd name="T15" fmla="*/ 20 h 59"/>
                <a:gd name="T16" fmla="*/ 48 w 55"/>
                <a:gd name="T17" fmla="*/ 31 h 59"/>
                <a:gd name="T18" fmla="*/ 55 w 55"/>
                <a:gd name="T19" fmla="*/ 43 h 59"/>
                <a:gd name="T20" fmla="*/ 49 w 55"/>
                <a:gd name="T21" fmla="*/ 55 h 59"/>
                <a:gd name="T22" fmla="*/ 38 w 55"/>
                <a:gd name="T23" fmla="*/ 59 h 59"/>
                <a:gd name="T24" fmla="*/ 33 w 55"/>
                <a:gd name="T25" fmla="*/ 58 h 59"/>
                <a:gd name="T26" fmla="*/ 26 w 55"/>
                <a:gd name="T27" fmla="*/ 53 h 59"/>
                <a:gd name="T28" fmla="*/ 5 w 55"/>
                <a:gd name="T29" fmla="*/ 27 h 59"/>
                <a:gd name="T30" fmla="*/ 0 w 55"/>
                <a:gd name="T31" fmla="*/ 17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55" h="59">
                  <a:moveTo>
                    <a:pt x="0" y="17"/>
                  </a:moveTo>
                  <a:cubicBezTo>
                    <a:pt x="0" y="14"/>
                    <a:pt x="0" y="12"/>
                    <a:pt x="1" y="11"/>
                  </a:cubicBezTo>
                  <a:cubicBezTo>
                    <a:pt x="2" y="9"/>
                    <a:pt x="3" y="8"/>
                    <a:pt x="4" y="6"/>
                  </a:cubicBezTo>
                  <a:cubicBezTo>
                    <a:pt x="6" y="5"/>
                    <a:pt x="7" y="4"/>
                    <a:pt x="7" y="4"/>
                  </a:cubicBezTo>
                  <a:cubicBezTo>
                    <a:pt x="9" y="2"/>
                    <a:pt x="12" y="1"/>
                    <a:pt x="14" y="0"/>
                  </a:cubicBezTo>
                  <a:cubicBezTo>
                    <a:pt x="17" y="0"/>
                    <a:pt x="20" y="1"/>
                    <a:pt x="23" y="3"/>
                  </a:cubicBezTo>
                  <a:cubicBezTo>
                    <a:pt x="26" y="4"/>
                    <a:pt x="29" y="7"/>
                    <a:pt x="31" y="11"/>
                  </a:cubicBezTo>
                  <a:cubicBezTo>
                    <a:pt x="38" y="20"/>
                    <a:pt x="38" y="20"/>
                    <a:pt x="38" y="20"/>
                  </a:cubicBezTo>
                  <a:cubicBezTo>
                    <a:pt x="48" y="31"/>
                    <a:pt x="48" y="31"/>
                    <a:pt x="48" y="31"/>
                  </a:cubicBezTo>
                  <a:cubicBezTo>
                    <a:pt x="52" y="36"/>
                    <a:pt x="54" y="40"/>
                    <a:pt x="55" y="43"/>
                  </a:cubicBezTo>
                  <a:cubicBezTo>
                    <a:pt x="55" y="47"/>
                    <a:pt x="54" y="52"/>
                    <a:pt x="49" y="55"/>
                  </a:cubicBezTo>
                  <a:cubicBezTo>
                    <a:pt x="45" y="58"/>
                    <a:pt x="41" y="59"/>
                    <a:pt x="38" y="59"/>
                  </a:cubicBezTo>
                  <a:cubicBezTo>
                    <a:pt x="37" y="59"/>
                    <a:pt x="35" y="59"/>
                    <a:pt x="33" y="58"/>
                  </a:cubicBezTo>
                  <a:cubicBezTo>
                    <a:pt x="31" y="57"/>
                    <a:pt x="29" y="55"/>
                    <a:pt x="26" y="53"/>
                  </a:cubicBezTo>
                  <a:cubicBezTo>
                    <a:pt x="23" y="50"/>
                    <a:pt x="5" y="27"/>
                    <a:pt x="5" y="27"/>
                  </a:cubicBezTo>
                  <a:cubicBezTo>
                    <a:pt x="2" y="23"/>
                    <a:pt x="0" y="19"/>
                    <a:pt x="0" y="1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accent3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453730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Rectangle 44">
            <a:extLst>
              <a:ext uri="{FF2B5EF4-FFF2-40B4-BE49-F238E27FC236}">
                <a16:creationId xmlns:a16="http://schemas.microsoft.com/office/drawing/2014/main" id="{09646535-AEF6-4883-A4F9-EEC1F8B431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lumOff val="1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47" name="Rectangle 46">
            <a:extLst>
              <a:ext uri="{FF2B5EF4-FFF2-40B4-BE49-F238E27FC236}">
                <a16:creationId xmlns:a16="http://schemas.microsoft.com/office/drawing/2014/main" id="{C16D802C-99C5-4947-BA82-6C1F93609F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C09E8100-7BD2-41FE-85AE-2E64F0E78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lumOff val="1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51" name="Freeform: Shape 50">
            <a:extLst>
              <a:ext uri="{FF2B5EF4-FFF2-40B4-BE49-F238E27FC236}">
                <a16:creationId xmlns:a16="http://schemas.microsoft.com/office/drawing/2014/main" id="{D2349747-EAEE-477A-B019-58D3CA521A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263594" y="0"/>
            <a:ext cx="7928406" cy="6858000"/>
          </a:xfrm>
          <a:custGeom>
            <a:avLst/>
            <a:gdLst>
              <a:gd name="connsiteX0" fmla="*/ 0 w 7928406"/>
              <a:gd name="connsiteY0" fmla="*/ 0 h 6858000"/>
              <a:gd name="connsiteX1" fmla="*/ 7127397 w 7928406"/>
              <a:gd name="connsiteY1" fmla="*/ 0 h 6858000"/>
              <a:gd name="connsiteX2" fmla="*/ 7302120 w 7928406"/>
              <a:gd name="connsiteY2" fmla="*/ 279455 h 6858000"/>
              <a:gd name="connsiteX3" fmla="*/ 7928406 w 7928406"/>
              <a:gd name="connsiteY3" fmla="*/ 3061922 h 6858000"/>
              <a:gd name="connsiteX4" fmla="*/ 7746627 w 7928406"/>
              <a:gd name="connsiteY4" fmla="*/ 4515619 h 6858000"/>
              <a:gd name="connsiteX5" fmla="*/ 7201289 w 7928406"/>
              <a:gd name="connsiteY5" fmla="*/ 5969316 h 6858000"/>
              <a:gd name="connsiteX6" fmla="*/ 6608022 w 7928406"/>
              <a:gd name="connsiteY6" fmla="*/ 6777438 h 6858000"/>
              <a:gd name="connsiteX7" fmla="*/ 6529065 w 7928406"/>
              <a:gd name="connsiteY7" fmla="*/ 6858000 h 6858000"/>
              <a:gd name="connsiteX8" fmla="*/ 0 w 7928406"/>
              <a:gd name="connsiteY8" fmla="*/ 6858000 h 6858000"/>
              <a:gd name="connsiteX9" fmla="*/ 0 w 7928406"/>
              <a:gd name="connsiteY9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928406" h="6858000">
                <a:moveTo>
                  <a:pt x="0" y="0"/>
                </a:moveTo>
                <a:lnTo>
                  <a:pt x="7127397" y="0"/>
                </a:lnTo>
                <a:lnTo>
                  <a:pt x="7302120" y="279455"/>
                </a:lnTo>
                <a:cubicBezTo>
                  <a:pt x="7719644" y="1021447"/>
                  <a:pt x="7928406" y="1948936"/>
                  <a:pt x="7928406" y="3061922"/>
                </a:cubicBezTo>
                <a:cubicBezTo>
                  <a:pt x="7928406" y="3516203"/>
                  <a:pt x="7867813" y="3970483"/>
                  <a:pt x="7746627" y="4515619"/>
                </a:cubicBezTo>
                <a:cubicBezTo>
                  <a:pt x="7595144" y="5030470"/>
                  <a:pt x="7443661" y="5515036"/>
                  <a:pt x="7201289" y="5969316"/>
                </a:cubicBezTo>
                <a:cubicBezTo>
                  <a:pt x="7019510" y="6275955"/>
                  <a:pt x="6820689" y="6544265"/>
                  <a:pt x="6608022" y="6777438"/>
                </a:cubicBezTo>
                <a:lnTo>
                  <a:pt x="6529065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pic>
        <p:nvPicPr>
          <p:cNvPr id="5" name="Picture 5" descr="A picture containing text&#10;&#10;Description automatically generated">
            <a:extLst>
              <a:ext uri="{FF2B5EF4-FFF2-40B4-BE49-F238E27FC236}">
                <a16:creationId xmlns:a16="http://schemas.microsoft.com/office/drawing/2014/main" id="{5708AD75-AC5B-C75F-3DE6-CB80377CFA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4344385" y="2102355"/>
            <a:ext cx="3107463" cy="2429703"/>
          </a:xfrm>
          <a:custGeom>
            <a:avLst/>
            <a:gdLst/>
            <a:ahLst/>
            <a:cxnLst/>
            <a:rect l="l" t="t" r="r" b="b"/>
            <a:pathLst>
              <a:path w="5014800" h="5409338">
                <a:moveTo>
                  <a:pt x="0" y="0"/>
                </a:moveTo>
                <a:lnTo>
                  <a:pt x="5014800" y="0"/>
                </a:lnTo>
                <a:lnTo>
                  <a:pt x="5014800" y="5409338"/>
                </a:lnTo>
                <a:lnTo>
                  <a:pt x="0" y="5409338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4282966866"/>
      </p:ext>
    </p:extLst>
  </p:cSld>
  <p:clrMapOvr>
    <a:masterClrMapping/>
  </p:clrMapOvr>
</p:sld>
</file>

<file path=ppt/theme/theme1.xml><?xml version="1.0" encoding="utf-8"?>
<a:theme xmlns:a="http://schemas.openxmlformats.org/drawingml/2006/main" name="BlobVTI">
  <a:themeElements>
    <a:clrScheme name="AnalogousFromRegularSeedRightStep">
      <a:dk1>
        <a:srgbClr val="000000"/>
      </a:dk1>
      <a:lt1>
        <a:srgbClr val="FFFFFF"/>
      </a:lt1>
      <a:dk2>
        <a:srgbClr val="412724"/>
      </a:dk2>
      <a:lt2>
        <a:srgbClr val="E2E8E4"/>
      </a:lt2>
      <a:accent1>
        <a:srgbClr val="D739AE"/>
      </a:accent1>
      <a:accent2>
        <a:srgbClr val="C5275A"/>
      </a:accent2>
      <a:accent3>
        <a:srgbClr val="D74839"/>
      </a:accent3>
      <a:accent4>
        <a:srgbClr val="C57827"/>
      </a:accent4>
      <a:accent5>
        <a:srgbClr val="B0A72F"/>
      </a:accent5>
      <a:accent6>
        <a:srgbClr val="81B223"/>
      </a:accent6>
      <a:hlink>
        <a:srgbClr val="31944B"/>
      </a:hlink>
      <a:folHlink>
        <a:srgbClr val="7F7F7F"/>
      </a:folHlink>
    </a:clrScheme>
    <a:fontScheme name="Blob">
      <a:majorFont>
        <a:latin typeface="The Hand Extrablack"/>
        <a:ea typeface=""/>
        <a:cs typeface=""/>
      </a:majorFont>
      <a:minorFont>
        <a:latin typeface="Sagona Book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lobVTI" id="{06D3AACF-B619-4265-899F-5E2FB3A445D5}" vid="{F5918863-BA1A-4735-81A8-3E7BFBDA847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66</Words>
  <Application>Microsoft Office PowerPoint</Application>
  <PresentationFormat>Widescreen</PresentationFormat>
  <Paragraphs>14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BlobVTI</vt:lpstr>
      <vt:lpstr>Criando um mundo web para todos!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Criando um mundo web para todos!</dc:title>
  <dc:creator>NILTON DIONISIO GUERRA</dc:creator>
  <cp:lastModifiedBy>nilton dionisio guerra</cp:lastModifiedBy>
  <cp:revision>47</cp:revision>
  <dcterms:created xsi:type="dcterms:W3CDTF">2023-04-14T18:51:18Z</dcterms:created>
  <dcterms:modified xsi:type="dcterms:W3CDTF">2023-04-29T00:34:30Z</dcterms:modified>
</cp:coreProperties>
</file>