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</p:sldMasterIdLst>
  <p:notesMasterIdLst>
    <p:notesMasterId r:id="rId16"/>
  </p:notesMasterIdLst>
  <p:sldIdLst>
    <p:sldId id="256" r:id="rId2"/>
    <p:sldId id="259" r:id="rId3"/>
    <p:sldId id="275" r:id="rId4"/>
    <p:sldId id="305" r:id="rId5"/>
    <p:sldId id="263" r:id="rId6"/>
    <p:sldId id="260" r:id="rId7"/>
    <p:sldId id="267" r:id="rId8"/>
    <p:sldId id="279" r:id="rId9"/>
    <p:sldId id="268" r:id="rId10"/>
    <p:sldId id="280" r:id="rId11"/>
    <p:sldId id="264" r:id="rId12"/>
    <p:sldId id="304" r:id="rId13"/>
    <p:sldId id="290" r:id="rId14"/>
    <p:sldId id="303" r:id="rId15"/>
  </p:sldIdLst>
  <p:sldSz cx="9144000" cy="5143500" type="screen16x9"/>
  <p:notesSz cx="6858000" cy="9144000"/>
  <p:embeddedFontLst>
    <p:embeddedFont>
      <p:font typeface="Darker Grotesque" panose="020B0604020202020204" charset="0"/>
      <p:regular r:id="rId17"/>
      <p:bold r:id="rId18"/>
    </p:embeddedFont>
    <p:embeddedFont>
      <p:font typeface="Darker Grotesque Medium" panose="020B0604020202020204" charset="0"/>
      <p:regular r:id="rId19"/>
      <p:bold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0B034D-9D30-4822-8B7C-F4539CFD5FF8}" v="2" dt="2022-05-31T22:20:12.784"/>
    <p1510:client id="{FCE91313-5B31-C259-60FA-3C5228954EF8}" v="6" dt="2022-05-30T14:12:55.994"/>
  </p1510:revLst>
</p1510:revInfo>
</file>

<file path=ppt/tableStyles.xml><?xml version="1.0" encoding="utf-8"?>
<a:tblStyleLst xmlns:a="http://schemas.openxmlformats.org/drawingml/2006/main" def="{5B719314-173F-48D0-93BC-C9B94C86E624}">
  <a:tblStyle styleId="{5B719314-173F-48D0-93BC-C9B94C86E6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09" autoAdjust="0"/>
    <p:restoredTop sz="94660"/>
  </p:normalViewPr>
  <p:slideViewPr>
    <p:cSldViewPr snapToGrid="0">
      <p:cViewPr varScale="1">
        <p:scale>
          <a:sx n="48" d="100"/>
          <a:sy n="48" d="100"/>
        </p:scale>
        <p:origin x="1092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LTON DIONISIO GUERRA" userId="S::nilton.guerra@fatec.sp.gov.br::8e5f4164-d150-4236-a027-d1fd67e7200d" providerId="AD" clId="Web-{610B034D-9D30-4822-8B7C-F4539CFD5FF8}"/>
    <pc:docChg chg="modSld">
      <pc:chgData name="NILTON DIONISIO GUERRA" userId="S::nilton.guerra@fatec.sp.gov.br::8e5f4164-d150-4236-a027-d1fd67e7200d" providerId="AD" clId="Web-{610B034D-9D30-4822-8B7C-F4539CFD5FF8}" dt="2022-05-31T22:20:12.784" v="1" actId="14100"/>
      <pc:docMkLst>
        <pc:docMk/>
      </pc:docMkLst>
      <pc:sldChg chg="modSp">
        <pc:chgData name="NILTON DIONISIO GUERRA" userId="S::nilton.guerra@fatec.sp.gov.br::8e5f4164-d150-4236-a027-d1fd67e7200d" providerId="AD" clId="Web-{610B034D-9D30-4822-8B7C-F4539CFD5FF8}" dt="2022-05-31T22:18:22.531" v="0" actId="14100"/>
        <pc:sldMkLst>
          <pc:docMk/>
          <pc:sldMk cId="0" sldId="264"/>
        </pc:sldMkLst>
        <pc:spChg chg="mod">
          <ac:chgData name="NILTON DIONISIO GUERRA" userId="S::nilton.guerra@fatec.sp.gov.br::8e5f4164-d150-4236-a027-d1fd67e7200d" providerId="AD" clId="Web-{610B034D-9D30-4822-8B7C-F4539CFD5FF8}" dt="2022-05-31T22:18:22.531" v="0" actId="14100"/>
          <ac:spMkLst>
            <pc:docMk/>
            <pc:sldMk cId="0" sldId="264"/>
            <ac:spMk id="916" creationId="{00000000-0000-0000-0000-000000000000}"/>
          </ac:spMkLst>
        </pc:spChg>
      </pc:sldChg>
      <pc:sldChg chg="modSp">
        <pc:chgData name="NILTON DIONISIO GUERRA" userId="S::nilton.guerra@fatec.sp.gov.br::8e5f4164-d150-4236-a027-d1fd67e7200d" providerId="AD" clId="Web-{610B034D-9D30-4822-8B7C-F4539CFD5FF8}" dt="2022-05-31T22:20:12.784" v="1" actId="14100"/>
        <pc:sldMkLst>
          <pc:docMk/>
          <pc:sldMk cId="1204981722" sldId="304"/>
        </pc:sldMkLst>
        <pc:spChg chg="mod">
          <ac:chgData name="NILTON DIONISIO GUERRA" userId="S::nilton.guerra@fatec.sp.gov.br::8e5f4164-d150-4236-a027-d1fd67e7200d" providerId="AD" clId="Web-{610B034D-9D30-4822-8B7C-F4539CFD5FF8}" dt="2022-05-31T22:20:12.784" v="1" actId="14100"/>
          <ac:spMkLst>
            <pc:docMk/>
            <pc:sldMk cId="1204981722" sldId="304"/>
            <ac:spMk id="916" creationId="{00000000-0000-0000-0000-000000000000}"/>
          </ac:spMkLst>
        </pc:spChg>
      </pc:sldChg>
    </pc:docChg>
  </pc:docChgLst>
  <pc:docChgLst>
    <pc:chgData name="NILTON DIONISIO GUERRA" userId="S::nilton.guerra@fatec.sp.gov.br::8e5f4164-d150-4236-a027-d1fd67e7200d" providerId="AD" clId="Web-{FCE91313-5B31-C259-60FA-3C5228954EF8}"/>
    <pc:docChg chg="modSld">
      <pc:chgData name="NILTON DIONISIO GUERRA" userId="S::nilton.guerra@fatec.sp.gov.br::8e5f4164-d150-4236-a027-d1fd67e7200d" providerId="AD" clId="Web-{FCE91313-5B31-C259-60FA-3C5228954EF8}" dt="2022-05-30T14:12:55.994" v="5" actId="20577"/>
      <pc:docMkLst>
        <pc:docMk/>
      </pc:docMkLst>
      <pc:sldChg chg="modSp">
        <pc:chgData name="NILTON DIONISIO GUERRA" userId="S::nilton.guerra@fatec.sp.gov.br::8e5f4164-d150-4236-a027-d1fd67e7200d" providerId="AD" clId="Web-{FCE91313-5B31-C259-60FA-3C5228954EF8}" dt="2022-05-30T14:12:55.994" v="5" actId="20577"/>
        <pc:sldMkLst>
          <pc:docMk/>
          <pc:sldMk cId="0" sldId="264"/>
        </pc:sldMkLst>
        <pc:spChg chg="mod">
          <ac:chgData name="NILTON DIONISIO GUERRA" userId="S::nilton.guerra@fatec.sp.gov.br::8e5f4164-d150-4236-a027-d1fd67e7200d" providerId="AD" clId="Web-{FCE91313-5B31-C259-60FA-3C5228954EF8}" dt="2022-05-30T14:12:55.994" v="5" actId="20577"/>
          <ac:spMkLst>
            <pc:docMk/>
            <pc:sldMk cId="0" sldId="264"/>
            <ac:spMk id="916" creationId="{00000000-0000-0000-0000-000000000000}"/>
          </ac:spMkLst>
        </pc:spChg>
      </pc:sldChg>
      <pc:sldChg chg="modSp">
        <pc:chgData name="NILTON DIONISIO GUERRA" userId="S::nilton.guerra@fatec.sp.gov.br::8e5f4164-d150-4236-a027-d1fd67e7200d" providerId="AD" clId="Web-{FCE91313-5B31-C259-60FA-3C5228954EF8}" dt="2022-05-30T14:11:42.415" v="3" actId="14100"/>
        <pc:sldMkLst>
          <pc:docMk/>
          <pc:sldMk cId="1204981722" sldId="304"/>
        </pc:sldMkLst>
        <pc:spChg chg="mod">
          <ac:chgData name="NILTON DIONISIO GUERRA" userId="S::nilton.guerra@fatec.sp.gov.br::8e5f4164-d150-4236-a027-d1fd67e7200d" providerId="AD" clId="Web-{FCE91313-5B31-C259-60FA-3C5228954EF8}" dt="2022-05-30T14:11:42.415" v="3" actId="14100"/>
          <ac:spMkLst>
            <pc:docMk/>
            <pc:sldMk cId="1204981722" sldId="304"/>
            <ac:spMk id="9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dd75e4c70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dd75e4c70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g99f2f57a71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0" name="Google Shape;1520;g99f2f57a71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g99f2f57a71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0" name="Google Shape;1520;g99f2f57a71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213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bd6c00e730_0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bd6c00e730_0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99f2f57a7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99f2f57a71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bd6c00e730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bd6c00e730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gd953a0dbdd_0_10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6" name="Google Shape;1696;gd953a0dbdd_0_10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bd6c00e730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bd6c00e730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gd7e9e01bb3_0_16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7" name="Google Shape;1727;gd7e9e01bb3_0_16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33572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g99f2f57a71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4" name="Google Shape;2304;g99f2f57a71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0" name="Google Shape;7830;gd7e9e01bb3_0_172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1" name="Google Shape;7831;gd7e9e01bb3_0_172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00" y="1701713"/>
            <a:ext cx="3890700" cy="167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00" y="3546625"/>
            <a:ext cx="3890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14" name="Google Shape;14;p2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 rot="10800000" flipH="1">
            <a:off x="4159199" y="4539099"/>
            <a:ext cx="825589" cy="93999"/>
            <a:chOff x="5718423" y="809024"/>
            <a:chExt cx="830071" cy="94500"/>
          </a:xfrm>
        </p:grpSpPr>
        <p:sp>
          <p:nvSpPr>
            <p:cNvPr id="19" name="Google Shape;19;p2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3;p2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4" name="Google Shape;24;p2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720000" y="2150850"/>
            <a:ext cx="4053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185425"/>
            <a:ext cx="1477500" cy="4026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1" name="Google Shape;31;p3"/>
          <p:cNvSpPr txBox="1">
            <a:spLocks noGrp="1"/>
          </p:cNvSpPr>
          <p:nvPr>
            <p:ph type="subTitle" idx="1"/>
          </p:nvPr>
        </p:nvSpPr>
        <p:spPr>
          <a:xfrm>
            <a:off x="720000" y="3441967"/>
            <a:ext cx="4053900" cy="1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3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34" name="Google Shape;34;p3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37;p3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38" name="Google Shape;38;p3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"/>
          <p:cNvSpPr txBox="1">
            <a:spLocks noGrp="1"/>
          </p:cNvSpPr>
          <p:nvPr>
            <p:ph type="title"/>
          </p:nvPr>
        </p:nvSpPr>
        <p:spPr>
          <a:xfrm>
            <a:off x="720000" y="3469654"/>
            <a:ext cx="4031100" cy="9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4"/>
          <p:cNvSpPr txBox="1">
            <a:spLocks noGrp="1"/>
          </p:cNvSpPr>
          <p:nvPr>
            <p:ph type="title"/>
          </p:nvPr>
        </p:nvSpPr>
        <p:spPr>
          <a:xfrm>
            <a:off x="720000" y="1578350"/>
            <a:ext cx="33249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4"/>
          <p:cNvSpPr txBox="1">
            <a:spLocks noGrp="1"/>
          </p:cNvSpPr>
          <p:nvPr>
            <p:ph type="subTitle" idx="1"/>
          </p:nvPr>
        </p:nvSpPr>
        <p:spPr>
          <a:xfrm>
            <a:off x="720000" y="2715950"/>
            <a:ext cx="3091500" cy="801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4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8" name="Google Shape;198;p14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199" name="Google Shape;199;p14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" name="Google Shape;202;p14"/>
          <p:cNvGrpSpPr/>
          <p:nvPr/>
        </p:nvGrpSpPr>
        <p:grpSpPr>
          <a:xfrm rot="-5400000" flipH="1">
            <a:off x="131141" y="4126299"/>
            <a:ext cx="825589" cy="93999"/>
            <a:chOff x="5718423" y="809024"/>
            <a:chExt cx="830071" cy="94500"/>
          </a:xfrm>
        </p:grpSpPr>
        <p:sp>
          <p:nvSpPr>
            <p:cNvPr id="203" name="Google Shape;203;p14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5"/>
          <p:cNvSpPr txBox="1">
            <a:spLocks noGrp="1"/>
          </p:cNvSpPr>
          <p:nvPr>
            <p:ph type="title"/>
          </p:nvPr>
        </p:nvSpPr>
        <p:spPr>
          <a:xfrm>
            <a:off x="5277495" y="3445970"/>
            <a:ext cx="2994600" cy="254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10" name="Google Shape;210;p15"/>
          <p:cNvSpPr txBox="1">
            <a:spLocks noGrp="1"/>
          </p:cNvSpPr>
          <p:nvPr>
            <p:ph type="subTitle" idx="1"/>
          </p:nvPr>
        </p:nvSpPr>
        <p:spPr>
          <a:xfrm>
            <a:off x="1833445" y="1819588"/>
            <a:ext cx="5502000" cy="14784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211" name="Google Shape;211;p15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212" name="Google Shape;212;p15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1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15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5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6" name="Google Shape;216;p15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7" name="Google Shape;217;p15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18" name="Google Shape;218;p15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5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3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17" name="Google Shape;317;p23"/>
          <p:cNvSpPr txBox="1">
            <a:spLocks noGrp="1"/>
          </p:cNvSpPr>
          <p:nvPr>
            <p:ph type="title" idx="2"/>
          </p:nvPr>
        </p:nvSpPr>
        <p:spPr>
          <a:xfrm>
            <a:off x="1227350" y="3431500"/>
            <a:ext cx="1596000" cy="178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18" name="Google Shape;318;p23"/>
          <p:cNvSpPr txBox="1">
            <a:spLocks noGrp="1"/>
          </p:cNvSpPr>
          <p:nvPr>
            <p:ph type="subTitle" idx="1"/>
          </p:nvPr>
        </p:nvSpPr>
        <p:spPr>
          <a:xfrm>
            <a:off x="937700" y="364410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23"/>
          <p:cNvSpPr txBox="1">
            <a:spLocks noGrp="1"/>
          </p:cNvSpPr>
          <p:nvPr>
            <p:ph type="title" idx="3"/>
          </p:nvPr>
        </p:nvSpPr>
        <p:spPr>
          <a:xfrm>
            <a:off x="3774099" y="3431500"/>
            <a:ext cx="1596000" cy="178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20" name="Google Shape;320;p23"/>
          <p:cNvSpPr txBox="1">
            <a:spLocks noGrp="1"/>
          </p:cNvSpPr>
          <p:nvPr>
            <p:ph type="subTitle" idx="4"/>
          </p:nvPr>
        </p:nvSpPr>
        <p:spPr>
          <a:xfrm>
            <a:off x="3484421" y="364410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23"/>
          <p:cNvSpPr txBox="1">
            <a:spLocks noGrp="1"/>
          </p:cNvSpPr>
          <p:nvPr>
            <p:ph type="title" idx="5"/>
          </p:nvPr>
        </p:nvSpPr>
        <p:spPr>
          <a:xfrm>
            <a:off x="6320804" y="3431500"/>
            <a:ext cx="1596000" cy="1785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22" name="Google Shape;322;p23"/>
          <p:cNvSpPr txBox="1">
            <a:spLocks noGrp="1"/>
          </p:cNvSpPr>
          <p:nvPr>
            <p:ph type="subTitle" idx="6"/>
          </p:nvPr>
        </p:nvSpPr>
        <p:spPr>
          <a:xfrm>
            <a:off x="6031149" y="3644100"/>
            <a:ext cx="2175300" cy="8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23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4" name="Google Shape;324;p23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325" name="Google Shape;325;p23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2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3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8" name="Google Shape;328;p23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329" name="Google Shape;329;p23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3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3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4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4"/>
          <p:cNvSpPr txBox="1">
            <a:spLocks noGrp="1"/>
          </p:cNvSpPr>
          <p:nvPr>
            <p:ph type="title"/>
          </p:nvPr>
        </p:nvSpPr>
        <p:spPr>
          <a:xfrm>
            <a:off x="713200" y="375275"/>
            <a:ext cx="5526300" cy="8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11" name="Google Shape;511;p34"/>
          <p:cNvSpPr txBox="1">
            <a:spLocks noGrp="1"/>
          </p:cNvSpPr>
          <p:nvPr>
            <p:ph type="subTitle" idx="1"/>
          </p:nvPr>
        </p:nvSpPr>
        <p:spPr>
          <a:xfrm>
            <a:off x="713200" y="1684300"/>
            <a:ext cx="3434700" cy="116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34"/>
          <p:cNvSpPr/>
          <p:nvPr/>
        </p:nvSpPr>
        <p:spPr>
          <a:xfrm flipH="1">
            <a:off x="5950679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3" name="Google Shape;513;p34"/>
          <p:cNvGrpSpPr/>
          <p:nvPr/>
        </p:nvGrpSpPr>
        <p:grpSpPr>
          <a:xfrm rot="10800000">
            <a:off x="8219908" y="419474"/>
            <a:ext cx="429322" cy="93999"/>
            <a:chOff x="5795037" y="809024"/>
            <a:chExt cx="431653" cy="94500"/>
          </a:xfrm>
        </p:grpSpPr>
        <p:sp>
          <p:nvSpPr>
            <p:cNvPr id="514" name="Google Shape;514;p34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4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7" name="Google Shape;517;p34"/>
          <p:cNvGrpSpPr/>
          <p:nvPr/>
        </p:nvGrpSpPr>
        <p:grpSpPr>
          <a:xfrm flipH="1">
            <a:off x="6676322" y="4535409"/>
            <a:ext cx="825589" cy="93999"/>
            <a:chOff x="5718423" y="809024"/>
            <a:chExt cx="830071" cy="94500"/>
          </a:xfrm>
        </p:grpSpPr>
        <p:sp>
          <p:nvSpPr>
            <p:cNvPr id="518" name="Google Shape;518;p34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4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4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2" name="Google Shape;522;p34"/>
          <p:cNvSpPr txBox="1"/>
          <p:nvPr/>
        </p:nvSpPr>
        <p:spPr>
          <a:xfrm>
            <a:off x="713200" y="3476625"/>
            <a:ext cx="3780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CREDITS: This presentation template was created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Darker Grotesque Medium"/>
                <a:ea typeface="Darker Grotesque Medium"/>
                <a:cs typeface="Darker Grotesque Medium"/>
                <a:sym typeface="Darker Grotesque Mediu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, including icons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Darker Grotesque Medium"/>
                <a:ea typeface="Darker Grotesque Medium"/>
                <a:cs typeface="Darker Grotesque Medium"/>
                <a:sym typeface="Darker Grotesque Mediu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, infographics &amp; images by </a:t>
            </a:r>
            <a:r>
              <a:rPr lang="en" sz="1200">
                <a:solidFill>
                  <a:schemeClr val="lt1"/>
                </a:solidFill>
                <a:uFill>
                  <a:noFill/>
                </a:uFill>
                <a:latin typeface="Darker Grotesque Medium"/>
                <a:ea typeface="Darker Grotesque Medium"/>
                <a:cs typeface="Darker Grotesque Medium"/>
                <a:sym typeface="Darker Grotesque Mediu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5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35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6" name="Google Shape;526;p35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527" name="Google Shape;527;p35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5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0" name="Google Shape;530;p35"/>
          <p:cNvGrpSpPr/>
          <p:nvPr/>
        </p:nvGrpSpPr>
        <p:grpSpPr>
          <a:xfrm rot="-5400000" flipH="1">
            <a:off x="8191799" y="4126299"/>
            <a:ext cx="825589" cy="93999"/>
            <a:chOff x="5718423" y="809024"/>
            <a:chExt cx="830071" cy="94500"/>
          </a:xfrm>
        </p:grpSpPr>
        <p:sp>
          <p:nvSpPr>
            <p:cNvPr id="531" name="Google Shape;531;p35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3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35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5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6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36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8" name="Google Shape;538;p36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539" name="Google Shape;539;p36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3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36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2" name="Google Shape;542;p36"/>
          <p:cNvGrpSpPr/>
          <p:nvPr/>
        </p:nvGrpSpPr>
        <p:grpSpPr>
          <a:xfrm rot="-5400000" flipH="1">
            <a:off x="8191799" y="4126299"/>
            <a:ext cx="825589" cy="93999"/>
            <a:chOff x="5718423" y="809024"/>
            <a:chExt cx="830071" cy="94500"/>
          </a:xfrm>
        </p:grpSpPr>
        <p:sp>
          <p:nvSpPr>
            <p:cNvPr id="543" name="Google Shape;543;p36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3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3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6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7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37"/>
          <p:cNvSpPr/>
          <p:nvPr/>
        </p:nvSpPr>
        <p:spPr>
          <a:xfrm flipH="1">
            <a:off x="7839315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0" name="Google Shape;550;p37"/>
          <p:cNvGrpSpPr/>
          <p:nvPr/>
        </p:nvGrpSpPr>
        <p:grpSpPr>
          <a:xfrm rot="10800000">
            <a:off x="8217944" y="419474"/>
            <a:ext cx="429322" cy="93999"/>
            <a:chOff x="5795037" y="809024"/>
            <a:chExt cx="431653" cy="94500"/>
          </a:xfrm>
        </p:grpSpPr>
        <p:sp>
          <p:nvSpPr>
            <p:cNvPr id="551" name="Google Shape;551;p3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3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3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4" name="Google Shape;554;p37"/>
          <p:cNvSpPr/>
          <p:nvPr/>
        </p:nvSpPr>
        <p:spPr>
          <a:xfrm>
            <a:off x="429430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5" name="Google Shape;555;p37"/>
          <p:cNvGrpSpPr/>
          <p:nvPr/>
        </p:nvGrpSpPr>
        <p:grpSpPr>
          <a:xfrm rot="10800000" flipH="1">
            <a:off x="494779" y="4466049"/>
            <a:ext cx="429322" cy="93999"/>
            <a:chOff x="5795037" y="809024"/>
            <a:chExt cx="431653" cy="94500"/>
          </a:xfrm>
        </p:grpSpPr>
        <p:sp>
          <p:nvSpPr>
            <p:cNvPr id="556" name="Google Shape;556;p3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3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9_1_1_1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8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1" name="Google Shape;561;p38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562" name="Google Shape;562;p38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8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8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6" name="Google Shape;566;p38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7" name="Google Shape;567;p38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568" name="Google Shape;568;p38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3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8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7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27"/>
          <p:cNvSpPr txBox="1">
            <a:spLocks noGrp="1"/>
          </p:cNvSpPr>
          <p:nvPr>
            <p:ph type="title" idx="2"/>
          </p:nvPr>
        </p:nvSpPr>
        <p:spPr>
          <a:xfrm>
            <a:off x="1030575" y="2017025"/>
            <a:ext cx="1631400" cy="192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93" name="Google Shape;393;p27"/>
          <p:cNvSpPr txBox="1">
            <a:spLocks noGrp="1"/>
          </p:cNvSpPr>
          <p:nvPr>
            <p:ph type="subTitle" idx="1"/>
          </p:nvPr>
        </p:nvSpPr>
        <p:spPr>
          <a:xfrm>
            <a:off x="1030575" y="2338606"/>
            <a:ext cx="163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4" name="Google Shape;394;p27"/>
          <p:cNvSpPr txBox="1">
            <a:spLocks noGrp="1"/>
          </p:cNvSpPr>
          <p:nvPr>
            <p:ph type="title" idx="3"/>
          </p:nvPr>
        </p:nvSpPr>
        <p:spPr>
          <a:xfrm>
            <a:off x="3740225" y="2017025"/>
            <a:ext cx="1631400" cy="192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95" name="Google Shape;395;p27"/>
          <p:cNvSpPr txBox="1">
            <a:spLocks noGrp="1"/>
          </p:cNvSpPr>
          <p:nvPr>
            <p:ph type="subTitle" idx="4"/>
          </p:nvPr>
        </p:nvSpPr>
        <p:spPr>
          <a:xfrm>
            <a:off x="3740225" y="2338606"/>
            <a:ext cx="163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27"/>
          <p:cNvSpPr txBox="1">
            <a:spLocks noGrp="1"/>
          </p:cNvSpPr>
          <p:nvPr>
            <p:ph type="title" idx="5"/>
          </p:nvPr>
        </p:nvSpPr>
        <p:spPr>
          <a:xfrm>
            <a:off x="1030575" y="3457525"/>
            <a:ext cx="1631400" cy="192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97" name="Google Shape;397;p27"/>
          <p:cNvSpPr txBox="1">
            <a:spLocks noGrp="1"/>
          </p:cNvSpPr>
          <p:nvPr>
            <p:ph type="subTitle" idx="6"/>
          </p:nvPr>
        </p:nvSpPr>
        <p:spPr>
          <a:xfrm>
            <a:off x="1030575" y="3779106"/>
            <a:ext cx="163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27"/>
          <p:cNvSpPr txBox="1">
            <a:spLocks noGrp="1"/>
          </p:cNvSpPr>
          <p:nvPr>
            <p:ph type="title" idx="7"/>
          </p:nvPr>
        </p:nvSpPr>
        <p:spPr>
          <a:xfrm>
            <a:off x="3740225" y="3457525"/>
            <a:ext cx="1631400" cy="192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99" name="Google Shape;399;p27"/>
          <p:cNvSpPr txBox="1">
            <a:spLocks noGrp="1"/>
          </p:cNvSpPr>
          <p:nvPr>
            <p:ph type="subTitle" idx="8"/>
          </p:nvPr>
        </p:nvSpPr>
        <p:spPr>
          <a:xfrm>
            <a:off x="3740225" y="3779106"/>
            <a:ext cx="163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27"/>
          <p:cNvSpPr txBox="1">
            <a:spLocks noGrp="1"/>
          </p:cNvSpPr>
          <p:nvPr>
            <p:ph type="title" idx="9"/>
          </p:nvPr>
        </p:nvSpPr>
        <p:spPr>
          <a:xfrm>
            <a:off x="6449875" y="2017025"/>
            <a:ext cx="1631400" cy="192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01" name="Google Shape;401;p27"/>
          <p:cNvSpPr txBox="1">
            <a:spLocks noGrp="1"/>
          </p:cNvSpPr>
          <p:nvPr>
            <p:ph type="subTitle" idx="13"/>
          </p:nvPr>
        </p:nvSpPr>
        <p:spPr>
          <a:xfrm>
            <a:off x="6449875" y="2338606"/>
            <a:ext cx="163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27"/>
          <p:cNvSpPr txBox="1">
            <a:spLocks noGrp="1"/>
          </p:cNvSpPr>
          <p:nvPr>
            <p:ph type="title" idx="14"/>
          </p:nvPr>
        </p:nvSpPr>
        <p:spPr>
          <a:xfrm>
            <a:off x="6458425" y="3457525"/>
            <a:ext cx="1631400" cy="1923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03" name="Google Shape;403;p27"/>
          <p:cNvSpPr txBox="1">
            <a:spLocks noGrp="1"/>
          </p:cNvSpPr>
          <p:nvPr>
            <p:ph type="subTitle" idx="15"/>
          </p:nvPr>
        </p:nvSpPr>
        <p:spPr>
          <a:xfrm>
            <a:off x="6458425" y="3779106"/>
            <a:ext cx="163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27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5" name="Google Shape;405;p27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406" name="Google Shape;406;p2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9" name="Google Shape;409;p27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410" name="Google Shape;410;p27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27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7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79703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" name="Google Shape;74;p6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75" name="Google Shape;75;p6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6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" name="Google Shape;78;p6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79" name="Google Shape;79;p6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37486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2">
  <p:cSld name="Only Title 2"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9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0" name="Google Shape;430;p29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1" name="Google Shape;431;p29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432" name="Google Shape;432;p2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5" name="Google Shape;435;p29"/>
          <p:cNvGrpSpPr/>
          <p:nvPr/>
        </p:nvGrpSpPr>
        <p:grpSpPr>
          <a:xfrm rot="-5400000" flipH="1">
            <a:off x="131141" y="4126299"/>
            <a:ext cx="825589" cy="93999"/>
            <a:chOff x="5718423" y="809024"/>
            <a:chExt cx="830071" cy="94500"/>
          </a:xfrm>
        </p:grpSpPr>
        <p:sp>
          <p:nvSpPr>
            <p:cNvPr id="436" name="Google Shape;436;p29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9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9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94639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ly Title 3">
  <p:cSld name="Only Title 3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0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3" name="Google Shape;443;p30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4" name="Google Shape;444;p30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445" name="Google Shape;445;p30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30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8" name="Google Shape;448;p30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449" name="Google Shape;449;p30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0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0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3" name="Google Shape;453;p30"/>
          <p:cNvGrpSpPr/>
          <p:nvPr/>
        </p:nvGrpSpPr>
        <p:grpSpPr>
          <a:xfrm rot="-5400000" flipH="1">
            <a:off x="131141" y="4126299"/>
            <a:ext cx="825589" cy="93999"/>
            <a:chOff x="5718423" y="809024"/>
            <a:chExt cx="830071" cy="94500"/>
          </a:xfrm>
        </p:grpSpPr>
        <p:sp>
          <p:nvSpPr>
            <p:cNvPr id="454" name="Google Shape;454;p30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0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0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338638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4662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D2D6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●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○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■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●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○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■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●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○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Darker Grotesque"/>
              <a:buChar char="■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6" r:id="rId3"/>
    <p:sldLayoutId id="2147483660" r:id="rId4"/>
    <p:sldLayoutId id="2147483661" r:id="rId5"/>
    <p:sldLayoutId id="214748366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7" r:id="rId12"/>
    <p:sldLayoutId id="2147483688" r:id="rId13"/>
    <p:sldLayoutId id="2147483689" r:id="rId14"/>
    <p:sldLayoutId id="2147483690" r:id="rId15"/>
    <p:sldLayoutId id="2147483691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cinemax-two.vercel.app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nOR6j3lf-A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nilton-dionisio-guerra-481793163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PfT4lq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D6FF"/>
        </a:solidFill>
        <a:effectLst/>
      </p:bgPr>
    </p:bg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1"/>
          <p:cNvSpPr/>
          <p:nvPr/>
        </p:nvSpPr>
        <p:spPr>
          <a:xfrm>
            <a:off x="790900" y="2375650"/>
            <a:ext cx="3813000" cy="639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41"/>
          <p:cNvSpPr txBox="1">
            <a:spLocks noGrp="1"/>
          </p:cNvSpPr>
          <p:nvPr>
            <p:ph type="ctrTitle"/>
          </p:nvPr>
        </p:nvSpPr>
        <p:spPr>
          <a:xfrm>
            <a:off x="1460371" y="2457250"/>
            <a:ext cx="2375699" cy="47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solidFill>
                  <a:schemeClr val="dk1"/>
                </a:solidFill>
              </a:rPr>
              <a:t>Cine-Max</a:t>
            </a:r>
            <a:endParaRPr sz="4000" b="1" dirty="0">
              <a:solidFill>
                <a:schemeClr val="accent6"/>
              </a:solidFill>
            </a:endParaRPr>
          </a:p>
        </p:txBody>
      </p:sp>
      <p:sp>
        <p:nvSpPr>
          <p:cNvPr id="581" name="Google Shape;581;p41"/>
          <p:cNvSpPr txBox="1">
            <a:spLocks noGrp="1"/>
          </p:cNvSpPr>
          <p:nvPr>
            <p:ph type="subTitle" idx="1"/>
          </p:nvPr>
        </p:nvSpPr>
        <p:spPr>
          <a:xfrm>
            <a:off x="713200" y="3546625"/>
            <a:ext cx="3890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Nosso objetivo é a sua facilidade</a:t>
            </a:r>
            <a:endParaRPr dirty="0"/>
          </a:p>
        </p:txBody>
      </p:sp>
      <p:grpSp>
        <p:nvGrpSpPr>
          <p:cNvPr id="582" name="Google Shape;582;p41"/>
          <p:cNvGrpSpPr/>
          <p:nvPr/>
        </p:nvGrpSpPr>
        <p:grpSpPr>
          <a:xfrm flipH="1">
            <a:off x="725449" y="1167312"/>
            <a:ext cx="825589" cy="93999"/>
            <a:chOff x="5718423" y="809024"/>
            <a:chExt cx="830071" cy="94500"/>
          </a:xfrm>
        </p:grpSpPr>
        <p:sp>
          <p:nvSpPr>
            <p:cNvPr id="583" name="Google Shape;583;p41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4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F1F0FF">
                <a:alpha val="8973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41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F1F0FF">
                <a:alpha val="665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41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rgbClr val="F1F0FF">
                <a:alpha val="54020"/>
              </a:srgb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" name="Google Shape;1017;p51">
            <a:extLst>
              <a:ext uri="{FF2B5EF4-FFF2-40B4-BE49-F238E27FC236}">
                <a16:creationId xmlns:a16="http://schemas.microsoft.com/office/drawing/2014/main" id="{0EA5869A-933F-F4CF-27C6-73FCB4B64960}"/>
              </a:ext>
            </a:extLst>
          </p:cNvPr>
          <p:cNvSpPr/>
          <p:nvPr/>
        </p:nvSpPr>
        <p:spPr>
          <a:xfrm>
            <a:off x="5453218" y="1970172"/>
            <a:ext cx="2246994" cy="1755436"/>
          </a:xfrm>
          <a:prstGeom prst="roundRect">
            <a:avLst>
              <a:gd name="adj" fmla="val 22787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Imagem 2" descr="Copo com sorvete&#10;&#10;Descrição gerada automaticamente com confiança média">
            <a:extLst>
              <a:ext uri="{FF2B5EF4-FFF2-40B4-BE49-F238E27FC236}">
                <a16:creationId xmlns:a16="http://schemas.microsoft.com/office/drawing/2014/main" id="{79C11FD9-BE08-5EFB-D71E-97796F019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5158" y="1892753"/>
            <a:ext cx="2643114" cy="18917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44"/>
          <p:cNvSpPr/>
          <p:nvPr/>
        </p:nvSpPr>
        <p:spPr>
          <a:xfrm>
            <a:off x="7678745" y="2157024"/>
            <a:ext cx="943514" cy="1288940"/>
          </a:xfrm>
          <a:custGeom>
            <a:avLst/>
            <a:gdLst/>
            <a:ahLst/>
            <a:cxnLst/>
            <a:rect l="l" t="t" r="r" b="b"/>
            <a:pathLst>
              <a:path w="21685" h="29624" extrusionOk="0">
                <a:moveTo>
                  <a:pt x="2926" y="0"/>
                </a:moveTo>
                <a:cubicBezTo>
                  <a:pt x="2543" y="0"/>
                  <a:pt x="2202" y="204"/>
                  <a:pt x="2009" y="397"/>
                </a:cubicBezTo>
                <a:cubicBezTo>
                  <a:pt x="0" y="2406"/>
                  <a:pt x="3424" y="4392"/>
                  <a:pt x="4292" y="5830"/>
                </a:cubicBezTo>
                <a:cubicBezTo>
                  <a:pt x="4862" y="7245"/>
                  <a:pt x="4292" y="8957"/>
                  <a:pt x="3995" y="10395"/>
                </a:cubicBezTo>
                <a:cubicBezTo>
                  <a:pt x="3995" y="11810"/>
                  <a:pt x="4292" y="13248"/>
                  <a:pt x="5707" y="14093"/>
                </a:cubicBezTo>
                <a:cubicBezTo>
                  <a:pt x="6574" y="14663"/>
                  <a:pt x="7419" y="15234"/>
                  <a:pt x="7989" y="16101"/>
                </a:cubicBezTo>
                <a:cubicBezTo>
                  <a:pt x="8857" y="17243"/>
                  <a:pt x="9131" y="18658"/>
                  <a:pt x="9131" y="20096"/>
                </a:cubicBezTo>
                <a:cubicBezTo>
                  <a:pt x="8857" y="21237"/>
                  <a:pt x="8560" y="22652"/>
                  <a:pt x="8560" y="24090"/>
                </a:cubicBezTo>
                <a:cubicBezTo>
                  <a:pt x="8560" y="24935"/>
                  <a:pt x="8560" y="26373"/>
                  <a:pt x="9427" y="27217"/>
                </a:cubicBezTo>
                <a:lnTo>
                  <a:pt x="9427" y="27514"/>
                </a:lnTo>
                <a:cubicBezTo>
                  <a:pt x="10272" y="28358"/>
                  <a:pt x="11413" y="28929"/>
                  <a:pt x="12280" y="29500"/>
                </a:cubicBezTo>
                <a:cubicBezTo>
                  <a:pt x="12530" y="29587"/>
                  <a:pt x="12831" y="29623"/>
                  <a:pt x="13153" y="29623"/>
                </a:cubicBezTo>
                <a:cubicBezTo>
                  <a:pt x="13922" y="29623"/>
                  <a:pt x="14812" y="29419"/>
                  <a:pt x="15408" y="29226"/>
                </a:cubicBezTo>
                <a:cubicBezTo>
                  <a:pt x="17416" y="28655"/>
                  <a:pt x="19402" y="27217"/>
                  <a:pt x="20269" y="25231"/>
                </a:cubicBezTo>
                <a:cubicBezTo>
                  <a:pt x="21684" y="22081"/>
                  <a:pt x="20543" y="18087"/>
                  <a:pt x="17690" y="16101"/>
                </a:cubicBezTo>
                <a:cubicBezTo>
                  <a:pt x="16846" y="15531"/>
                  <a:pt x="15978" y="15234"/>
                  <a:pt x="15408" y="14389"/>
                </a:cubicBezTo>
                <a:cubicBezTo>
                  <a:pt x="14266" y="13248"/>
                  <a:pt x="13992" y="10966"/>
                  <a:pt x="13422" y="9528"/>
                </a:cubicBezTo>
                <a:cubicBezTo>
                  <a:pt x="11413" y="5259"/>
                  <a:pt x="7715" y="7245"/>
                  <a:pt x="6277" y="4689"/>
                </a:cubicBezTo>
                <a:cubicBezTo>
                  <a:pt x="5707" y="3547"/>
                  <a:pt x="5433" y="2680"/>
                  <a:pt x="5136" y="1539"/>
                </a:cubicBezTo>
                <a:cubicBezTo>
                  <a:pt x="4862" y="968"/>
                  <a:pt x="4292" y="124"/>
                  <a:pt x="3424" y="124"/>
                </a:cubicBezTo>
                <a:cubicBezTo>
                  <a:pt x="3256" y="36"/>
                  <a:pt x="3087" y="0"/>
                  <a:pt x="292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  <a:reflection stA="20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44"/>
          <p:cNvSpPr/>
          <p:nvPr/>
        </p:nvSpPr>
        <p:spPr>
          <a:xfrm flipH="1">
            <a:off x="546633" y="1601999"/>
            <a:ext cx="943514" cy="1288940"/>
          </a:xfrm>
          <a:custGeom>
            <a:avLst/>
            <a:gdLst/>
            <a:ahLst/>
            <a:cxnLst/>
            <a:rect l="l" t="t" r="r" b="b"/>
            <a:pathLst>
              <a:path w="21685" h="29624" extrusionOk="0">
                <a:moveTo>
                  <a:pt x="2926" y="0"/>
                </a:moveTo>
                <a:cubicBezTo>
                  <a:pt x="2543" y="0"/>
                  <a:pt x="2202" y="204"/>
                  <a:pt x="2009" y="397"/>
                </a:cubicBezTo>
                <a:cubicBezTo>
                  <a:pt x="0" y="2406"/>
                  <a:pt x="3424" y="4392"/>
                  <a:pt x="4292" y="5830"/>
                </a:cubicBezTo>
                <a:cubicBezTo>
                  <a:pt x="4862" y="7245"/>
                  <a:pt x="4292" y="8957"/>
                  <a:pt x="3995" y="10395"/>
                </a:cubicBezTo>
                <a:cubicBezTo>
                  <a:pt x="3995" y="11810"/>
                  <a:pt x="4292" y="13248"/>
                  <a:pt x="5707" y="14093"/>
                </a:cubicBezTo>
                <a:cubicBezTo>
                  <a:pt x="6574" y="14663"/>
                  <a:pt x="7419" y="15234"/>
                  <a:pt x="7989" y="16101"/>
                </a:cubicBezTo>
                <a:cubicBezTo>
                  <a:pt x="8857" y="17243"/>
                  <a:pt x="9131" y="18658"/>
                  <a:pt x="9131" y="20096"/>
                </a:cubicBezTo>
                <a:cubicBezTo>
                  <a:pt x="8857" y="21237"/>
                  <a:pt x="8560" y="22652"/>
                  <a:pt x="8560" y="24090"/>
                </a:cubicBezTo>
                <a:cubicBezTo>
                  <a:pt x="8560" y="24935"/>
                  <a:pt x="8560" y="26373"/>
                  <a:pt x="9427" y="27217"/>
                </a:cubicBezTo>
                <a:lnTo>
                  <a:pt x="9427" y="27514"/>
                </a:lnTo>
                <a:cubicBezTo>
                  <a:pt x="10272" y="28358"/>
                  <a:pt x="11413" y="28929"/>
                  <a:pt x="12280" y="29500"/>
                </a:cubicBezTo>
                <a:cubicBezTo>
                  <a:pt x="12530" y="29587"/>
                  <a:pt x="12831" y="29623"/>
                  <a:pt x="13153" y="29623"/>
                </a:cubicBezTo>
                <a:cubicBezTo>
                  <a:pt x="13922" y="29623"/>
                  <a:pt x="14812" y="29419"/>
                  <a:pt x="15408" y="29226"/>
                </a:cubicBezTo>
                <a:cubicBezTo>
                  <a:pt x="17416" y="28655"/>
                  <a:pt x="19402" y="27217"/>
                  <a:pt x="20269" y="25231"/>
                </a:cubicBezTo>
                <a:cubicBezTo>
                  <a:pt x="21684" y="22081"/>
                  <a:pt x="20543" y="18087"/>
                  <a:pt x="17690" y="16101"/>
                </a:cubicBezTo>
                <a:cubicBezTo>
                  <a:pt x="16846" y="15531"/>
                  <a:pt x="15978" y="15234"/>
                  <a:pt x="15408" y="14389"/>
                </a:cubicBezTo>
                <a:cubicBezTo>
                  <a:pt x="14266" y="13248"/>
                  <a:pt x="13992" y="10966"/>
                  <a:pt x="13422" y="9528"/>
                </a:cubicBezTo>
                <a:cubicBezTo>
                  <a:pt x="11413" y="5259"/>
                  <a:pt x="7715" y="7245"/>
                  <a:pt x="6277" y="4689"/>
                </a:cubicBezTo>
                <a:cubicBezTo>
                  <a:pt x="5707" y="3547"/>
                  <a:pt x="5433" y="2680"/>
                  <a:pt x="5136" y="1539"/>
                </a:cubicBezTo>
                <a:cubicBezTo>
                  <a:pt x="4862" y="968"/>
                  <a:pt x="4292" y="124"/>
                  <a:pt x="3424" y="124"/>
                </a:cubicBezTo>
                <a:cubicBezTo>
                  <a:pt x="3256" y="36"/>
                  <a:pt x="3087" y="0"/>
                  <a:pt x="292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  <a:reflection stA="20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44"/>
          <p:cNvSpPr/>
          <p:nvPr/>
        </p:nvSpPr>
        <p:spPr>
          <a:xfrm>
            <a:off x="7583488" y="1997113"/>
            <a:ext cx="60951" cy="52551"/>
          </a:xfrm>
          <a:custGeom>
            <a:avLst/>
            <a:gdLst/>
            <a:ahLst/>
            <a:cxnLst/>
            <a:rect l="l" t="t" r="r" b="b"/>
            <a:pathLst>
              <a:path w="1987" h="1713" extrusionOk="0">
                <a:moveTo>
                  <a:pt x="1142" y="1"/>
                </a:moveTo>
                <a:cubicBezTo>
                  <a:pt x="572" y="1"/>
                  <a:pt x="1" y="298"/>
                  <a:pt x="1" y="868"/>
                </a:cubicBezTo>
                <a:cubicBezTo>
                  <a:pt x="1" y="1439"/>
                  <a:pt x="572" y="1713"/>
                  <a:pt x="1142" y="1713"/>
                </a:cubicBezTo>
                <a:cubicBezTo>
                  <a:pt x="1416" y="1713"/>
                  <a:pt x="1987" y="1439"/>
                  <a:pt x="1987" y="868"/>
                </a:cubicBezTo>
                <a:cubicBezTo>
                  <a:pt x="1987" y="298"/>
                  <a:pt x="1416" y="1"/>
                  <a:pt x="114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  <a:reflection stA="6000" endPos="54000" dist="3810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44"/>
          <p:cNvSpPr/>
          <p:nvPr/>
        </p:nvSpPr>
        <p:spPr>
          <a:xfrm>
            <a:off x="962675" y="1358025"/>
            <a:ext cx="7236600" cy="2329800"/>
          </a:xfrm>
          <a:prstGeom prst="roundRect">
            <a:avLst>
              <a:gd name="adj" fmla="val 5229"/>
            </a:avLst>
          </a:prstGeom>
          <a:solidFill>
            <a:schemeClr val="lt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44"/>
          <p:cNvSpPr txBox="1">
            <a:spLocks noGrp="1"/>
          </p:cNvSpPr>
          <p:nvPr>
            <p:ph type="subTitle" idx="1"/>
          </p:nvPr>
        </p:nvSpPr>
        <p:spPr>
          <a:xfrm>
            <a:off x="1833445" y="1819588"/>
            <a:ext cx="55020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“Se você não está na internet, você está em lugar nenhum!”</a:t>
            </a:r>
            <a:endParaRPr dirty="0"/>
          </a:p>
        </p:txBody>
      </p:sp>
      <p:sp>
        <p:nvSpPr>
          <p:cNvPr id="689" name="Google Shape;689;p44"/>
          <p:cNvSpPr/>
          <p:nvPr/>
        </p:nvSpPr>
        <p:spPr>
          <a:xfrm>
            <a:off x="5113788" y="3348364"/>
            <a:ext cx="3309000" cy="4368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242888" dist="19050" dir="5400000" algn="bl" rotWithShape="0">
              <a:schemeClr val="dk1">
                <a:alpha val="50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44"/>
          <p:cNvSpPr txBox="1">
            <a:spLocks noGrp="1"/>
          </p:cNvSpPr>
          <p:nvPr>
            <p:ph type="title"/>
          </p:nvPr>
        </p:nvSpPr>
        <p:spPr>
          <a:xfrm>
            <a:off x="5277495" y="3445970"/>
            <a:ext cx="2994600" cy="2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—Bill Gates</a:t>
            </a:r>
            <a:endParaRPr dirty="0"/>
          </a:p>
        </p:txBody>
      </p:sp>
      <p:grpSp>
        <p:nvGrpSpPr>
          <p:cNvPr id="691" name="Google Shape;691;p44"/>
          <p:cNvGrpSpPr/>
          <p:nvPr/>
        </p:nvGrpSpPr>
        <p:grpSpPr>
          <a:xfrm>
            <a:off x="1190564" y="3354617"/>
            <a:ext cx="627083" cy="436814"/>
            <a:chOff x="5779976" y="1418876"/>
            <a:chExt cx="421200" cy="293400"/>
          </a:xfrm>
        </p:grpSpPr>
        <p:sp>
          <p:nvSpPr>
            <p:cNvPr id="692" name="Google Shape;692;p44"/>
            <p:cNvSpPr/>
            <p:nvPr/>
          </p:nvSpPr>
          <p:spPr>
            <a:xfrm>
              <a:off x="5779976" y="1418876"/>
              <a:ext cx="421200" cy="293400"/>
            </a:xfrm>
            <a:prstGeom prst="wedgeRoundRectCallout">
              <a:avLst>
                <a:gd name="adj1" fmla="val -17374"/>
                <a:gd name="adj2" fmla="val 73101"/>
                <a:gd name="adj3" fmla="val 0"/>
              </a:avLst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4"/>
            <p:cNvSpPr/>
            <p:nvPr/>
          </p:nvSpPr>
          <p:spPr>
            <a:xfrm>
              <a:off x="5908478" y="1501513"/>
              <a:ext cx="157557" cy="139114"/>
            </a:xfrm>
            <a:custGeom>
              <a:avLst/>
              <a:gdLst/>
              <a:ahLst/>
              <a:cxnLst/>
              <a:rect l="l" t="t" r="r" b="b"/>
              <a:pathLst>
                <a:path w="19273" h="17017" extrusionOk="0">
                  <a:moveTo>
                    <a:pt x="5119" y="1"/>
                  </a:moveTo>
                  <a:cubicBezTo>
                    <a:pt x="2198" y="1"/>
                    <a:pt x="0" y="2389"/>
                    <a:pt x="0" y="5554"/>
                  </a:cubicBezTo>
                  <a:cubicBezTo>
                    <a:pt x="0" y="8974"/>
                    <a:pt x="2744" y="11311"/>
                    <a:pt x="6902" y="14855"/>
                  </a:cubicBezTo>
                  <a:cubicBezTo>
                    <a:pt x="7607" y="15458"/>
                    <a:pt x="8408" y="16138"/>
                    <a:pt x="9239" y="16867"/>
                  </a:cubicBezTo>
                  <a:cubicBezTo>
                    <a:pt x="9352" y="16966"/>
                    <a:pt x="9493" y="17016"/>
                    <a:pt x="9635" y="17016"/>
                  </a:cubicBezTo>
                  <a:cubicBezTo>
                    <a:pt x="9776" y="17016"/>
                    <a:pt x="9918" y="16966"/>
                    <a:pt x="10031" y="16867"/>
                  </a:cubicBezTo>
                  <a:cubicBezTo>
                    <a:pt x="10862" y="16138"/>
                    <a:pt x="11663" y="15458"/>
                    <a:pt x="12370" y="14855"/>
                  </a:cubicBezTo>
                  <a:cubicBezTo>
                    <a:pt x="16526" y="11314"/>
                    <a:pt x="19272" y="8974"/>
                    <a:pt x="19272" y="5554"/>
                  </a:cubicBezTo>
                  <a:cubicBezTo>
                    <a:pt x="19272" y="2389"/>
                    <a:pt x="17071" y="1"/>
                    <a:pt x="14153" y="1"/>
                  </a:cubicBezTo>
                  <a:cubicBezTo>
                    <a:pt x="13105" y="1"/>
                    <a:pt x="12148" y="332"/>
                    <a:pt x="11301" y="986"/>
                  </a:cubicBezTo>
                  <a:cubicBezTo>
                    <a:pt x="10491" y="1612"/>
                    <a:pt x="9952" y="2410"/>
                    <a:pt x="9636" y="2991"/>
                  </a:cubicBezTo>
                  <a:cubicBezTo>
                    <a:pt x="9317" y="2410"/>
                    <a:pt x="8778" y="1612"/>
                    <a:pt x="7968" y="986"/>
                  </a:cubicBezTo>
                  <a:cubicBezTo>
                    <a:pt x="7122" y="332"/>
                    <a:pt x="6164" y="1"/>
                    <a:pt x="51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94" name="Google Shape;694;p44"/>
          <p:cNvGrpSpPr/>
          <p:nvPr/>
        </p:nvGrpSpPr>
        <p:grpSpPr>
          <a:xfrm>
            <a:off x="7531488" y="1224238"/>
            <a:ext cx="891300" cy="486300"/>
            <a:chOff x="6930163" y="1358338"/>
            <a:chExt cx="891300" cy="486300"/>
          </a:xfrm>
        </p:grpSpPr>
        <p:sp>
          <p:nvSpPr>
            <p:cNvPr id="695" name="Google Shape;695;p44"/>
            <p:cNvSpPr/>
            <p:nvPr/>
          </p:nvSpPr>
          <p:spPr>
            <a:xfrm>
              <a:off x="6930163" y="1358338"/>
              <a:ext cx="891300" cy="486300"/>
            </a:xfrm>
            <a:prstGeom prst="wedgeRoundRectCallout">
              <a:avLst>
                <a:gd name="adj1" fmla="val -20923"/>
                <a:gd name="adj2" fmla="val 78986"/>
                <a:gd name="adj3" fmla="val 0"/>
              </a:avLst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2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96" name="Google Shape;696;p44"/>
            <p:cNvGrpSpPr/>
            <p:nvPr/>
          </p:nvGrpSpPr>
          <p:grpSpPr>
            <a:xfrm>
              <a:off x="7109579" y="1554476"/>
              <a:ext cx="532464" cy="94014"/>
              <a:chOff x="4703325" y="2297975"/>
              <a:chExt cx="242525" cy="42825"/>
            </a:xfrm>
          </p:grpSpPr>
          <p:sp>
            <p:nvSpPr>
              <p:cNvPr id="697" name="Google Shape;697;p44"/>
              <p:cNvSpPr/>
              <p:nvPr/>
            </p:nvSpPr>
            <p:spPr>
              <a:xfrm>
                <a:off x="4703325" y="2297975"/>
                <a:ext cx="502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1713" extrusionOk="0">
                    <a:moveTo>
                      <a:pt x="1141" y="1"/>
                    </a:moveTo>
                    <a:cubicBezTo>
                      <a:pt x="571" y="1"/>
                      <a:pt x="0" y="298"/>
                      <a:pt x="0" y="868"/>
                    </a:cubicBezTo>
                    <a:cubicBezTo>
                      <a:pt x="0" y="1439"/>
                      <a:pt x="571" y="1713"/>
                      <a:pt x="1141" y="1713"/>
                    </a:cubicBezTo>
                    <a:cubicBezTo>
                      <a:pt x="1712" y="1713"/>
                      <a:pt x="2009" y="1439"/>
                      <a:pt x="2009" y="868"/>
                    </a:cubicBezTo>
                    <a:cubicBezTo>
                      <a:pt x="2009" y="298"/>
                      <a:pt x="1712" y="1"/>
                      <a:pt x="114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54000" dist="3810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Google Shape;698;p44"/>
              <p:cNvSpPr/>
              <p:nvPr/>
            </p:nvSpPr>
            <p:spPr>
              <a:xfrm>
                <a:off x="4803175" y="2297975"/>
                <a:ext cx="428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1713" extrusionOk="0">
                    <a:moveTo>
                      <a:pt x="868" y="1"/>
                    </a:moveTo>
                    <a:cubicBezTo>
                      <a:pt x="297" y="1"/>
                      <a:pt x="0" y="298"/>
                      <a:pt x="0" y="868"/>
                    </a:cubicBezTo>
                    <a:cubicBezTo>
                      <a:pt x="0" y="1439"/>
                      <a:pt x="297" y="1713"/>
                      <a:pt x="868" y="1713"/>
                    </a:cubicBezTo>
                    <a:cubicBezTo>
                      <a:pt x="1438" y="1713"/>
                      <a:pt x="1712" y="1439"/>
                      <a:pt x="1712" y="868"/>
                    </a:cubicBezTo>
                    <a:cubicBezTo>
                      <a:pt x="1712" y="298"/>
                      <a:pt x="1438" y="1"/>
                      <a:pt x="8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54000" dist="3810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44"/>
              <p:cNvSpPr/>
              <p:nvPr/>
            </p:nvSpPr>
            <p:spPr>
              <a:xfrm>
                <a:off x="4896175" y="2297975"/>
                <a:ext cx="4967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713" extrusionOk="0">
                    <a:moveTo>
                      <a:pt x="1142" y="1"/>
                    </a:moveTo>
                    <a:cubicBezTo>
                      <a:pt x="572" y="1"/>
                      <a:pt x="1" y="298"/>
                      <a:pt x="1" y="868"/>
                    </a:cubicBezTo>
                    <a:cubicBezTo>
                      <a:pt x="1" y="1439"/>
                      <a:pt x="572" y="1713"/>
                      <a:pt x="1142" y="1713"/>
                    </a:cubicBezTo>
                    <a:cubicBezTo>
                      <a:pt x="1416" y="1713"/>
                      <a:pt x="1987" y="1439"/>
                      <a:pt x="1987" y="868"/>
                    </a:cubicBezTo>
                    <a:cubicBezTo>
                      <a:pt x="1987" y="298"/>
                      <a:pt x="1416" y="1"/>
                      <a:pt x="114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54000" dist="3810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00" name="Google Shape;700;p44"/>
          <p:cNvSpPr/>
          <p:nvPr/>
        </p:nvSpPr>
        <p:spPr>
          <a:xfrm>
            <a:off x="8034120" y="3437577"/>
            <a:ext cx="270900" cy="2709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157163" dist="85725" dir="5400000" algn="bl" rotWithShape="0">
              <a:schemeClr val="dk1">
                <a:alpha val="38000"/>
              </a:schemeClr>
            </a:outerShdw>
            <a:reflection stA="24000" endPos="30000" dist="1524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44"/>
          <p:cNvSpPr/>
          <p:nvPr/>
        </p:nvSpPr>
        <p:spPr>
          <a:xfrm>
            <a:off x="618690" y="2979599"/>
            <a:ext cx="94500" cy="945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7150" dist="19050" dir="5400000" algn="bl" rotWithShape="0">
              <a:srgbClr val="5352EE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44"/>
          <p:cNvSpPr/>
          <p:nvPr/>
        </p:nvSpPr>
        <p:spPr>
          <a:xfrm>
            <a:off x="824473" y="3270650"/>
            <a:ext cx="60900" cy="609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7150" dist="19050" dir="5400000" algn="bl" rotWithShape="0">
              <a:srgbClr val="5352EE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44"/>
          <p:cNvSpPr/>
          <p:nvPr/>
        </p:nvSpPr>
        <p:spPr>
          <a:xfrm>
            <a:off x="8272090" y="2034524"/>
            <a:ext cx="94500" cy="945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7150" dist="19050" dir="5400000" algn="bl" rotWithShape="0">
              <a:srgbClr val="5352EE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4" name="Google Shape;704;p44"/>
          <p:cNvGrpSpPr/>
          <p:nvPr/>
        </p:nvGrpSpPr>
        <p:grpSpPr>
          <a:xfrm>
            <a:off x="1131900" y="1506184"/>
            <a:ext cx="2008800" cy="146100"/>
            <a:chOff x="847125" y="3296850"/>
            <a:chExt cx="2008800" cy="146100"/>
          </a:xfrm>
        </p:grpSpPr>
        <p:sp>
          <p:nvSpPr>
            <p:cNvPr id="705" name="Google Shape;705;p44"/>
            <p:cNvSpPr/>
            <p:nvPr/>
          </p:nvSpPr>
          <p:spPr>
            <a:xfrm>
              <a:off x="847125" y="3296850"/>
              <a:ext cx="2008800" cy="146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6" name="Google Shape;706;p44"/>
            <p:cNvGrpSpPr/>
            <p:nvPr/>
          </p:nvGrpSpPr>
          <p:grpSpPr>
            <a:xfrm rot="10800000" flipH="1">
              <a:off x="878209" y="3322949"/>
              <a:ext cx="429322" cy="93999"/>
              <a:chOff x="5795037" y="809024"/>
              <a:chExt cx="431653" cy="94500"/>
            </a:xfrm>
          </p:grpSpPr>
          <p:sp>
            <p:nvSpPr>
              <p:cNvPr id="707" name="Google Shape;707;p44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rgbClr val="81EEEB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44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A1C3FF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44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rgbClr val="FFC3D0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522;p60">
            <a:extLst>
              <a:ext uri="{FF2B5EF4-FFF2-40B4-BE49-F238E27FC236}">
                <a16:creationId xmlns:a16="http://schemas.microsoft.com/office/drawing/2014/main" id="{95D0F9CA-5067-016A-4C24-9DBAF54FB5D5}"/>
              </a:ext>
            </a:extLst>
          </p:cNvPr>
          <p:cNvSpPr/>
          <p:nvPr/>
        </p:nvSpPr>
        <p:spPr>
          <a:xfrm>
            <a:off x="0" y="0"/>
            <a:ext cx="9144001" cy="51435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E81B350-04D9-2845-1FA4-DEDD9B7B5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144" y="0"/>
            <a:ext cx="8009972" cy="5143500"/>
          </a:xfrm>
          <a:prstGeom prst="rect">
            <a:avLst/>
          </a:prstGeom>
        </p:spPr>
      </p:pic>
      <p:sp>
        <p:nvSpPr>
          <p:cNvPr id="1522" name="Google Shape;1522;p60"/>
          <p:cNvSpPr/>
          <p:nvPr/>
        </p:nvSpPr>
        <p:spPr>
          <a:xfrm>
            <a:off x="5840883" y="3512458"/>
            <a:ext cx="3023575" cy="1449460"/>
          </a:xfrm>
          <a:prstGeom prst="roundRect">
            <a:avLst>
              <a:gd name="adj" fmla="val 5743"/>
            </a:avLst>
          </a:prstGeom>
          <a:solidFill>
            <a:schemeClr val="l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23" name="Google Shape;1523;p60"/>
          <p:cNvSpPr txBox="1">
            <a:spLocks noGrp="1"/>
          </p:cNvSpPr>
          <p:nvPr>
            <p:ph type="title"/>
          </p:nvPr>
        </p:nvSpPr>
        <p:spPr>
          <a:xfrm>
            <a:off x="6081920" y="3803353"/>
            <a:ext cx="2594367" cy="8032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accent6"/>
                </a:solidFill>
              </a:rPr>
              <a:t>Diagrama de atividade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522;p60">
            <a:extLst>
              <a:ext uri="{FF2B5EF4-FFF2-40B4-BE49-F238E27FC236}">
                <a16:creationId xmlns:a16="http://schemas.microsoft.com/office/drawing/2014/main" id="{95D0F9CA-5067-016A-4C24-9DBAF54FB5D5}"/>
              </a:ext>
            </a:extLst>
          </p:cNvPr>
          <p:cNvSpPr/>
          <p:nvPr/>
        </p:nvSpPr>
        <p:spPr>
          <a:xfrm>
            <a:off x="0" y="0"/>
            <a:ext cx="9144001" cy="5143500"/>
          </a:xfrm>
          <a:prstGeom prst="roundRect">
            <a:avLst>
              <a:gd name="adj" fmla="val 0"/>
            </a:avLst>
          </a:prstGeom>
          <a:solidFill>
            <a:schemeClr val="l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5365CEC-6863-87AE-22A5-0EA59A803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152" y="561694"/>
            <a:ext cx="8211696" cy="4020111"/>
          </a:xfrm>
          <a:prstGeom prst="rect">
            <a:avLst/>
          </a:prstGeom>
        </p:spPr>
      </p:pic>
      <p:sp>
        <p:nvSpPr>
          <p:cNvPr id="1522" name="Google Shape;1522;p60"/>
          <p:cNvSpPr/>
          <p:nvPr/>
        </p:nvSpPr>
        <p:spPr>
          <a:xfrm>
            <a:off x="5888130" y="263231"/>
            <a:ext cx="3023575" cy="1449460"/>
          </a:xfrm>
          <a:prstGeom prst="roundRect">
            <a:avLst>
              <a:gd name="adj" fmla="val 5743"/>
            </a:avLst>
          </a:prstGeom>
          <a:solidFill>
            <a:schemeClr val="l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23" name="Google Shape;1523;p60"/>
          <p:cNvSpPr txBox="1">
            <a:spLocks noGrp="1"/>
          </p:cNvSpPr>
          <p:nvPr>
            <p:ph type="title"/>
          </p:nvPr>
        </p:nvSpPr>
        <p:spPr>
          <a:xfrm>
            <a:off x="6008648" y="561694"/>
            <a:ext cx="2782538" cy="8032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accent6"/>
                </a:solidFill>
              </a:rPr>
              <a:t>Conexão Servidor-Cliente</a:t>
            </a:r>
          </a:p>
        </p:txBody>
      </p:sp>
    </p:spTree>
    <p:extLst>
      <p:ext uri="{BB962C8B-B14F-4D97-AF65-F5344CB8AC3E}">
        <p14:creationId xmlns:p14="http://schemas.microsoft.com/office/powerpoint/2010/main" val="289347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48"/>
          <p:cNvSpPr/>
          <p:nvPr/>
        </p:nvSpPr>
        <p:spPr>
          <a:xfrm>
            <a:off x="1049150" y="1774650"/>
            <a:ext cx="1952400" cy="1133400"/>
          </a:xfrm>
          <a:prstGeom prst="roundRect">
            <a:avLst>
              <a:gd name="adj" fmla="val 8547"/>
            </a:avLst>
          </a:prstGeom>
          <a:solidFill>
            <a:schemeClr val="accent6"/>
          </a:solidFill>
          <a:ln>
            <a:noFill/>
          </a:ln>
          <a:effectLst>
            <a:reflection stA="8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48"/>
          <p:cNvSpPr/>
          <p:nvPr/>
        </p:nvSpPr>
        <p:spPr>
          <a:xfrm>
            <a:off x="3595871" y="1774650"/>
            <a:ext cx="1952400" cy="1133400"/>
          </a:xfrm>
          <a:prstGeom prst="roundRect">
            <a:avLst>
              <a:gd name="adj" fmla="val 8547"/>
            </a:avLst>
          </a:prstGeom>
          <a:solidFill>
            <a:schemeClr val="accent6"/>
          </a:solidFill>
          <a:ln>
            <a:noFill/>
          </a:ln>
          <a:effectLst>
            <a:reflection stA="8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48"/>
          <p:cNvSpPr/>
          <p:nvPr/>
        </p:nvSpPr>
        <p:spPr>
          <a:xfrm>
            <a:off x="6142599" y="1774650"/>
            <a:ext cx="1952400" cy="1133400"/>
          </a:xfrm>
          <a:prstGeom prst="roundRect">
            <a:avLst>
              <a:gd name="adj" fmla="val 8547"/>
            </a:avLst>
          </a:prstGeom>
          <a:solidFill>
            <a:schemeClr val="accent6"/>
          </a:solidFill>
          <a:ln>
            <a:noFill/>
          </a:ln>
          <a:effectLst>
            <a:reflection stA="8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4" name="Google Shape;854;p48"/>
          <p:cNvGrpSpPr/>
          <p:nvPr/>
        </p:nvGrpSpPr>
        <p:grpSpPr>
          <a:xfrm>
            <a:off x="1115247" y="1850950"/>
            <a:ext cx="1750805" cy="94001"/>
            <a:chOff x="3569131" y="3296864"/>
            <a:chExt cx="2721600" cy="146100"/>
          </a:xfrm>
        </p:grpSpPr>
        <p:sp>
          <p:nvSpPr>
            <p:cNvPr id="855" name="Google Shape;855;p48"/>
            <p:cNvSpPr/>
            <p:nvPr/>
          </p:nvSpPr>
          <p:spPr>
            <a:xfrm>
              <a:off x="3569131" y="3296864"/>
              <a:ext cx="27216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56" name="Google Shape;856;p48"/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857" name="Google Shape;857;p48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rgbClr val="81EEEB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Google Shape;858;p48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A1C3FF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Google Shape;859;p48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rgbClr val="FFC3D0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60" name="Google Shape;860;p48"/>
          <p:cNvGrpSpPr/>
          <p:nvPr/>
        </p:nvGrpSpPr>
        <p:grpSpPr>
          <a:xfrm>
            <a:off x="3696672" y="1850950"/>
            <a:ext cx="1750805" cy="94001"/>
            <a:chOff x="3569131" y="3296864"/>
            <a:chExt cx="2721600" cy="146100"/>
          </a:xfrm>
        </p:grpSpPr>
        <p:sp>
          <p:nvSpPr>
            <p:cNvPr id="861" name="Google Shape;861;p48"/>
            <p:cNvSpPr/>
            <p:nvPr/>
          </p:nvSpPr>
          <p:spPr>
            <a:xfrm>
              <a:off x="3569131" y="3296864"/>
              <a:ext cx="27216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62" name="Google Shape;862;p48"/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863" name="Google Shape;863;p48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rgbClr val="81EEEB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Google Shape;864;p48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A1C3FF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Google Shape;865;p48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rgbClr val="FFC3D0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66" name="Google Shape;866;p48"/>
          <p:cNvGrpSpPr/>
          <p:nvPr/>
        </p:nvGrpSpPr>
        <p:grpSpPr>
          <a:xfrm>
            <a:off x="6243397" y="1850950"/>
            <a:ext cx="1750805" cy="94001"/>
            <a:chOff x="3569131" y="3296864"/>
            <a:chExt cx="2721600" cy="146100"/>
          </a:xfrm>
        </p:grpSpPr>
        <p:sp>
          <p:nvSpPr>
            <p:cNvPr id="867" name="Google Shape;867;p48"/>
            <p:cNvSpPr/>
            <p:nvPr/>
          </p:nvSpPr>
          <p:spPr>
            <a:xfrm>
              <a:off x="3569131" y="3296864"/>
              <a:ext cx="27216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68" name="Google Shape;868;p48"/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869" name="Google Shape;869;p48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rgbClr val="81EEEB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Google Shape;870;p48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rgbClr val="A1C3FF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48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rgbClr val="FFC3D0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72" name="Google Shape;872;p48"/>
          <p:cNvSpPr/>
          <p:nvPr/>
        </p:nvSpPr>
        <p:spPr>
          <a:xfrm>
            <a:off x="1049150" y="3344725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48"/>
          <p:cNvSpPr/>
          <p:nvPr/>
        </p:nvSpPr>
        <p:spPr>
          <a:xfrm>
            <a:off x="3595871" y="3344725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48"/>
          <p:cNvSpPr/>
          <p:nvPr/>
        </p:nvSpPr>
        <p:spPr>
          <a:xfrm>
            <a:off x="6142599" y="3344725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p4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N</a:t>
            </a:r>
            <a:r>
              <a:rPr lang="en" dirty="0"/>
              <a:t>osso objetivo</a:t>
            </a:r>
            <a:endParaRPr dirty="0"/>
          </a:p>
        </p:txBody>
      </p:sp>
      <p:sp>
        <p:nvSpPr>
          <p:cNvPr id="876" name="Google Shape;876;p48"/>
          <p:cNvSpPr txBox="1">
            <a:spLocks noGrp="1"/>
          </p:cNvSpPr>
          <p:nvPr>
            <p:ph type="title" idx="2"/>
          </p:nvPr>
        </p:nvSpPr>
        <p:spPr>
          <a:xfrm>
            <a:off x="1227350" y="3431500"/>
            <a:ext cx="1596000" cy="17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Facilidade</a:t>
            </a:r>
            <a:endParaRPr dirty="0"/>
          </a:p>
        </p:txBody>
      </p:sp>
      <p:sp>
        <p:nvSpPr>
          <p:cNvPr id="878" name="Google Shape;878;p48"/>
          <p:cNvSpPr txBox="1">
            <a:spLocks noGrp="1"/>
          </p:cNvSpPr>
          <p:nvPr>
            <p:ph type="title" idx="3"/>
          </p:nvPr>
        </p:nvSpPr>
        <p:spPr>
          <a:xfrm>
            <a:off x="3774099" y="3431500"/>
            <a:ext cx="1596000" cy="17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Segurança</a:t>
            </a:r>
            <a:endParaRPr dirty="0"/>
          </a:p>
        </p:txBody>
      </p:sp>
      <p:sp>
        <p:nvSpPr>
          <p:cNvPr id="880" name="Google Shape;880;p48"/>
          <p:cNvSpPr txBox="1">
            <a:spLocks noGrp="1"/>
          </p:cNvSpPr>
          <p:nvPr>
            <p:ph type="title" idx="5"/>
          </p:nvPr>
        </p:nvSpPr>
        <p:spPr>
          <a:xfrm>
            <a:off x="6175976" y="3432026"/>
            <a:ext cx="1885645" cy="17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Tranquilidade</a:t>
            </a:r>
            <a:endParaRPr dirty="0"/>
          </a:p>
        </p:txBody>
      </p:sp>
      <p:sp>
        <p:nvSpPr>
          <p:cNvPr id="882" name="Google Shape;882;p48"/>
          <p:cNvSpPr/>
          <p:nvPr/>
        </p:nvSpPr>
        <p:spPr>
          <a:xfrm>
            <a:off x="1624700" y="2018675"/>
            <a:ext cx="801300" cy="8013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48"/>
          <p:cNvSpPr/>
          <p:nvPr/>
        </p:nvSpPr>
        <p:spPr>
          <a:xfrm>
            <a:off x="4171421" y="2018675"/>
            <a:ext cx="801300" cy="8013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48"/>
          <p:cNvSpPr/>
          <p:nvPr/>
        </p:nvSpPr>
        <p:spPr>
          <a:xfrm>
            <a:off x="6718149" y="2018675"/>
            <a:ext cx="801300" cy="8013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48"/>
          <p:cNvSpPr/>
          <p:nvPr/>
        </p:nvSpPr>
        <p:spPr>
          <a:xfrm>
            <a:off x="1049150" y="3079438"/>
            <a:ext cx="374100" cy="93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48"/>
          <p:cNvSpPr/>
          <p:nvPr/>
        </p:nvSpPr>
        <p:spPr>
          <a:xfrm>
            <a:off x="3595875" y="3079438"/>
            <a:ext cx="374100" cy="93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48"/>
          <p:cNvSpPr/>
          <p:nvPr/>
        </p:nvSpPr>
        <p:spPr>
          <a:xfrm>
            <a:off x="6142600" y="3079438"/>
            <a:ext cx="374100" cy="939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8" name="Google Shape;888;p48"/>
          <p:cNvGrpSpPr/>
          <p:nvPr/>
        </p:nvGrpSpPr>
        <p:grpSpPr>
          <a:xfrm>
            <a:off x="4363334" y="2208332"/>
            <a:ext cx="417492" cy="473800"/>
            <a:chOff x="2423775" y="3226875"/>
            <a:chExt cx="259925" cy="295000"/>
          </a:xfrm>
        </p:grpSpPr>
        <p:sp>
          <p:nvSpPr>
            <p:cNvPr id="889" name="Google Shape;889;p48"/>
            <p:cNvSpPr/>
            <p:nvPr/>
          </p:nvSpPr>
          <p:spPr>
            <a:xfrm>
              <a:off x="2509625" y="3365900"/>
              <a:ext cx="86650" cy="52000"/>
            </a:xfrm>
            <a:custGeom>
              <a:avLst/>
              <a:gdLst/>
              <a:ahLst/>
              <a:cxnLst/>
              <a:rect l="l" t="t" r="r" b="b"/>
              <a:pathLst>
                <a:path w="3466" h="2080" extrusionOk="0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2080"/>
                  </a:lnTo>
                  <a:lnTo>
                    <a:pt x="3466" y="2080"/>
                  </a:lnTo>
                  <a:lnTo>
                    <a:pt x="3466" y="1733"/>
                  </a:lnTo>
                  <a:cubicBezTo>
                    <a:pt x="3466" y="788"/>
                    <a:pt x="2678" y="0"/>
                    <a:pt x="1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8"/>
            <p:cNvSpPr/>
            <p:nvPr/>
          </p:nvSpPr>
          <p:spPr>
            <a:xfrm>
              <a:off x="2534825" y="3313925"/>
              <a:ext cx="35475" cy="35450"/>
            </a:xfrm>
            <a:custGeom>
              <a:avLst/>
              <a:gdLst/>
              <a:ahLst/>
              <a:cxnLst/>
              <a:rect l="l" t="t" r="r" b="b"/>
              <a:pathLst>
                <a:path w="1419" h="1418" extrusionOk="0">
                  <a:moveTo>
                    <a:pt x="725" y="0"/>
                  </a:moveTo>
                  <a:cubicBezTo>
                    <a:pt x="316" y="0"/>
                    <a:pt x="0" y="315"/>
                    <a:pt x="0" y="725"/>
                  </a:cubicBezTo>
                  <a:cubicBezTo>
                    <a:pt x="0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48"/>
            <p:cNvSpPr/>
            <p:nvPr/>
          </p:nvSpPr>
          <p:spPr>
            <a:xfrm>
              <a:off x="2423775" y="3226875"/>
              <a:ext cx="259925" cy="295000"/>
            </a:xfrm>
            <a:custGeom>
              <a:avLst/>
              <a:gdLst/>
              <a:ahLst/>
              <a:cxnLst/>
              <a:rect l="l" t="t" r="r" b="b"/>
              <a:pathLst>
                <a:path w="10397" h="11800" extrusionOk="0">
                  <a:moveTo>
                    <a:pt x="5167" y="2757"/>
                  </a:moveTo>
                  <a:cubicBezTo>
                    <a:pt x="5923" y="2757"/>
                    <a:pt x="6553" y="3388"/>
                    <a:pt x="6553" y="4144"/>
                  </a:cubicBezTo>
                  <a:cubicBezTo>
                    <a:pt x="6553" y="4490"/>
                    <a:pt x="6396" y="4805"/>
                    <a:pt x="6175" y="5089"/>
                  </a:cubicBezTo>
                  <a:cubicBezTo>
                    <a:pt x="7026" y="5498"/>
                    <a:pt x="7593" y="6317"/>
                    <a:pt x="7593" y="7294"/>
                  </a:cubicBezTo>
                  <a:lnTo>
                    <a:pt x="7593" y="8019"/>
                  </a:lnTo>
                  <a:cubicBezTo>
                    <a:pt x="7593" y="8208"/>
                    <a:pt x="7435" y="8365"/>
                    <a:pt x="7246" y="8365"/>
                  </a:cubicBezTo>
                  <a:lnTo>
                    <a:pt x="3088" y="8365"/>
                  </a:lnTo>
                  <a:cubicBezTo>
                    <a:pt x="2867" y="8365"/>
                    <a:pt x="2710" y="8208"/>
                    <a:pt x="2710" y="8019"/>
                  </a:cubicBezTo>
                  <a:lnTo>
                    <a:pt x="2710" y="7294"/>
                  </a:lnTo>
                  <a:cubicBezTo>
                    <a:pt x="2710" y="6317"/>
                    <a:pt x="3308" y="5498"/>
                    <a:pt x="4127" y="5089"/>
                  </a:cubicBezTo>
                  <a:cubicBezTo>
                    <a:pt x="3907" y="4868"/>
                    <a:pt x="3781" y="4553"/>
                    <a:pt x="3781" y="4144"/>
                  </a:cubicBezTo>
                  <a:cubicBezTo>
                    <a:pt x="3781" y="3388"/>
                    <a:pt x="4411" y="2757"/>
                    <a:pt x="5167" y="2757"/>
                  </a:cubicBezTo>
                  <a:close/>
                  <a:moveTo>
                    <a:pt x="5183" y="1"/>
                  </a:moveTo>
                  <a:cubicBezTo>
                    <a:pt x="5128" y="1"/>
                    <a:pt x="5073" y="17"/>
                    <a:pt x="5010" y="48"/>
                  </a:cubicBezTo>
                  <a:cubicBezTo>
                    <a:pt x="3964" y="646"/>
                    <a:pt x="2946" y="940"/>
                    <a:pt x="1919" y="940"/>
                  </a:cubicBezTo>
                  <a:cubicBezTo>
                    <a:pt x="1430" y="940"/>
                    <a:pt x="939" y="873"/>
                    <a:pt x="441" y="741"/>
                  </a:cubicBezTo>
                  <a:cubicBezTo>
                    <a:pt x="402" y="722"/>
                    <a:pt x="363" y="714"/>
                    <a:pt x="326" y="714"/>
                  </a:cubicBezTo>
                  <a:cubicBezTo>
                    <a:pt x="243" y="714"/>
                    <a:pt x="170" y="751"/>
                    <a:pt x="126" y="773"/>
                  </a:cubicBezTo>
                  <a:cubicBezTo>
                    <a:pt x="32" y="836"/>
                    <a:pt x="0" y="930"/>
                    <a:pt x="0" y="1056"/>
                  </a:cubicBezTo>
                  <a:lnTo>
                    <a:pt x="0" y="5026"/>
                  </a:lnTo>
                  <a:cubicBezTo>
                    <a:pt x="0" y="8145"/>
                    <a:pt x="2080" y="10949"/>
                    <a:pt x="5104" y="11799"/>
                  </a:cubicBezTo>
                  <a:lnTo>
                    <a:pt x="5262" y="11799"/>
                  </a:lnTo>
                  <a:cubicBezTo>
                    <a:pt x="8255" y="10917"/>
                    <a:pt x="10397" y="8145"/>
                    <a:pt x="10397" y="5026"/>
                  </a:cubicBezTo>
                  <a:lnTo>
                    <a:pt x="10397" y="1056"/>
                  </a:lnTo>
                  <a:cubicBezTo>
                    <a:pt x="10397" y="930"/>
                    <a:pt x="10365" y="836"/>
                    <a:pt x="10271" y="773"/>
                  </a:cubicBezTo>
                  <a:cubicBezTo>
                    <a:pt x="10162" y="751"/>
                    <a:pt x="10084" y="714"/>
                    <a:pt x="10014" y="714"/>
                  </a:cubicBezTo>
                  <a:cubicBezTo>
                    <a:pt x="9983" y="714"/>
                    <a:pt x="9954" y="722"/>
                    <a:pt x="9924" y="741"/>
                  </a:cubicBezTo>
                  <a:cubicBezTo>
                    <a:pt x="9414" y="877"/>
                    <a:pt x="8910" y="946"/>
                    <a:pt x="8409" y="946"/>
                  </a:cubicBezTo>
                  <a:cubicBezTo>
                    <a:pt x="7395" y="946"/>
                    <a:pt x="6389" y="660"/>
                    <a:pt x="5356" y="48"/>
                  </a:cubicBezTo>
                  <a:cubicBezTo>
                    <a:pt x="5293" y="17"/>
                    <a:pt x="5238" y="1"/>
                    <a:pt x="518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2" name="Google Shape;892;p48"/>
          <p:cNvGrpSpPr/>
          <p:nvPr/>
        </p:nvGrpSpPr>
        <p:grpSpPr>
          <a:xfrm>
            <a:off x="1784688" y="2197043"/>
            <a:ext cx="471637" cy="473794"/>
            <a:chOff x="-49764975" y="3551225"/>
            <a:chExt cx="299300" cy="300650"/>
          </a:xfrm>
        </p:grpSpPr>
        <p:sp>
          <p:nvSpPr>
            <p:cNvPr id="893" name="Google Shape;893;p48"/>
            <p:cNvSpPr/>
            <p:nvPr/>
          </p:nvSpPr>
          <p:spPr>
            <a:xfrm>
              <a:off x="-4976497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40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386" y="158"/>
                    <a:pt x="1197" y="0"/>
                    <a:pt x="10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8"/>
            <p:cNvSpPr/>
            <p:nvPr/>
          </p:nvSpPr>
          <p:spPr>
            <a:xfrm>
              <a:off x="-49763400" y="3598250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299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7"/>
                    <a:pt x="870" y="1197"/>
                  </a:cubicBezTo>
                  <a:cubicBezTo>
                    <a:pt x="961" y="1197"/>
                    <a:pt x="1056" y="1166"/>
                    <a:pt x="1134" y="1103"/>
                  </a:cubicBezTo>
                  <a:cubicBezTo>
                    <a:pt x="1260" y="1008"/>
                    <a:pt x="1260" y="756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8"/>
            <p:cNvSpPr/>
            <p:nvPr/>
          </p:nvSpPr>
          <p:spPr>
            <a:xfrm>
              <a:off x="-49763400" y="3703975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882" y="1"/>
                  </a:moveTo>
                  <a:cubicBezTo>
                    <a:pt x="796" y="1"/>
                    <a:pt x="709" y="40"/>
                    <a:pt x="630" y="119"/>
                  </a:cubicBezTo>
                  <a:lnTo>
                    <a:pt x="126" y="623"/>
                  </a:lnTo>
                  <a:cubicBezTo>
                    <a:pt x="0" y="749"/>
                    <a:pt x="0" y="970"/>
                    <a:pt x="126" y="1127"/>
                  </a:cubicBezTo>
                  <a:cubicBezTo>
                    <a:pt x="189" y="1190"/>
                    <a:pt x="276" y="1222"/>
                    <a:pt x="366" y="1222"/>
                  </a:cubicBezTo>
                  <a:cubicBezTo>
                    <a:pt x="457" y="1222"/>
                    <a:pt x="551" y="1190"/>
                    <a:pt x="630" y="1127"/>
                  </a:cubicBezTo>
                  <a:lnTo>
                    <a:pt x="1134" y="623"/>
                  </a:lnTo>
                  <a:cubicBezTo>
                    <a:pt x="1260" y="497"/>
                    <a:pt x="1260" y="276"/>
                    <a:pt x="1134" y="119"/>
                  </a:cubicBezTo>
                  <a:cubicBezTo>
                    <a:pt x="1056" y="40"/>
                    <a:pt x="969" y="1"/>
                    <a:pt x="88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8"/>
            <p:cNvSpPr/>
            <p:nvPr/>
          </p:nvSpPr>
          <p:spPr>
            <a:xfrm>
              <a:off x="-49501125" y="3657325"/>
              <a:ext cx="35450" cy="18125"/>
            </a:xfrm>
            <a:custGeom>
              <a:avLst/>
              <a:gdLst/>
              <a:ahLst/>
              <a:cxnLst/>
              <a:rect l="l" t="t" r="r" b="b"/>
              <a:pathLst>
                <a:path w="1418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78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071" y="725"/>
                  </a:lnTo>
                  <a:cubicBezTo>
                    <a:pt x="1260" y="725"/>
                    <a:pt x="1418" y="567"/>
                    <a:pt x="1418" y="378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8"/>
            <p:cNvSpPr/>
            <p:nvPr/>
          </p:nvSpPr>
          <p:spPr>
            <a:xfrm>
              <a:off x="-49499550" y="3598250"/>
              <a:ext cx="31525" cy="30550"/>
            </a:xfrm>
            <a:custGeom>
              <a:avLst/>
              <a:gdLst/>
              <a:ahLst/>
              <a:cxnLst/>
              <a:rect l="l" t="t" r="r" b="b"/>
              <a:pathLst>
                <a:path w="1261" h="1222" extrusionOk="0">
                  <a:moveTo>
                    <a:pt x="906" y="0"/>
                  </a:moveTo>
                  <a:cubicBezTo>
                    <a:pt x="812" y="0"/>
                    <a:pt x="709" y="32"/>
                    <a:pt x="630" y="95"/>
                  </a:cubicBezTo>
                  <a:lnTo>
                    <a:pt x="126" y="599"/>
                  </a:lnTo>
                  <a:cubicBezTo>
                    <a:pt x="0" y="725"/>
                    <a:pt x="0" y="945"/>
                    <a:pt x="126" y="1103"/>
                  </a:cubicBezTo>
                  <a:cubicBezTo>
                    <a:pt x="205" y="1182"/>
                    <a:pt x="292" y="1221"/>
                    <a:pt x="378" y="1221"/>
                  </a:cubicBezTo>
                  <a:cubicBezTo>
                    <a:pt x="465" y="1221"/>
                    <a:pt x="552" y="1182"/>
                    <a:pt x="630" y="1103"/>
                  </a:cubicBezTo>
                  <a:lnTo>
                    <a:pt x="1134" y="599"/>
                  </a:lnTo>
                  <a:cubicBezTo>
                    <a:pt x="1260" y="473"/>
                    <a:pt x="1260" y="252"/>
                    <a:pt x="1134" y="95"/>
                  </a:cubicBezTo>
                  <a:cubicBezTo>
                    <a:pt x="1087" y="32"/>
                    <a:pt x="1001" y="0"/>
                    <a:pt x="90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8"/>
            <p:cNvSpPr/>
            <p:nvPr/>
          </p:nvSpPr>
          <p:spPr>
            <a:xfrm>
              <a:off x="-49499550" y="3704575"/>
              <a:ext cx="31525" cy="29950"/>
            </a:xfrm>
            <a:custGeom>
              <a:avLst/>
              <a:gdLst/>
              <a:ahLst/>
              <a:cxnLst/>
              <a:rect l="l" t="t" r="r" b="b"/>
              <a:pathLst>
                <a:path w="1261" h="1198" extrusionOk="0">
                  <a:moveTo>
                    <a:pt x="390" y="0"/>
                  </a:moveTo>
                  <a:cubicBezTo>
                    <a:pt x="300" y="0"/>
                    <a:pt x="205" y="32"/>
                    <a:pt x="126" y="95"/>
                  </a:cubicBezTo>
                  <a:cubicBezTo>
                    <a:pt x="0" y="221"/>
                    <a:pt x="0" y="441"/>
                    <a:pt x="126" y="599"/>
                  </a:cubicBezTo>
                  <a:lnTo>
                    <a:pt x="630" y="1103"/>
                  </a:lnTo>
                  <a:cubicBezTo>
                    <a:pt x="693" y="1166"/>
                    <a:pt x="780" y="1198"/>
                    <a:pt x="871" y="1198"/>
                  </a:cubicBezTo>
                  <a:cubicBezTo>
                    <a:pt x="961" y="1198"/>
                    <a:pt x="1056" y="1166"/>
                    <a:pt x="1134" y="1103"/>
                  </a:cubicBezTo>
                  <a:cubicBezTo>
                    <a:pt x="1260" y="1009"/>
                    <a:pt x="1260" y="757"/>
                    <a:pt x="1134" y="599"/>
                  </a:cubicBezTo>
                  <a:lnTo>
                    <a:pt x="630" y="95"/>
                  </a:lnTo>
                  <a:cubicBezTo>
                    <a:pt x="567" y="32"/>
                    <a:pt x="481" y="0"/>
                    <a:pt x="3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8"/>
            <p:cNvSpPr/>
            <p:nvPr/>
          </p:nvSpPr>
          <p:spPr>
            <a:xfrm>
              <a:off x="-49725600" y="3551225"/>
              <a:ext cx="215050" cy="210875"/>
            </a:xfrm>
            <a:custGeom>
              <a:avLst/>
              <a:gdLst/>
              <a:ahLst/>
              <a:cxnLst/>
              <a:rect l="l" t="t" r="r" b="b"/>
              <a:pathLst>
                <a:path w="8602" h="8435" extrusionOk="0">
                  <a:moveTo>
                    <a:pt x="4354" y="0"/>
                  </a:moveTo>
                  <a:cubicBezTo>
                    <a:pt x="4070" y="0"/>
                    <a:pt x="3783" y="28"/>
                    <a:pt x="3497" y="86"/>
                  </a:cubicBezTo>
                  <a:cubicBezTo>
                    <a:pt x="1922" y="401"/>
                    <a:pt x="630" y="1724"/>
                    <a:pt x="252" y="3299"/>
                  </a:cubicBezTo>
                  <a:cubicBezTo>
                    <a:pt x="0" y="4654"/>
                    <a:pt x="347" y="6040"/>
                    <a:pt x="1261" y="7017"/>
                  </a:cubicBezTo>
                  <a:cubicBezTo>
                    <a:pt x="1607" y="7395"/>
                    <a:pt x="1828" y="7930"/>
                    <a:pt x="1922" y="8434"/>
                  </a:cubicBezTo>
                  <a:lnTo>
                    <a:pt x="3025" y="8434"/>
                  </a:lnTo>
                  <a:lnTo>
                    <a:pt x="3025" y="5284"/>
                  </a:lnTo>
                  <a:cubicBezTo>
                    <a:pt x="3025" y="5158"/>
                    <a:pt x="4064" y="3141"/>
                    <a:pt x="4127" y="3047"/>
                  </a:cubicBezTo>
                  <a:cubicBezTo>
                    <a:pt x="4190" y="2921"/>
                    <a:pt x="4317" y="2858"/>
                    <a:pt x="4443" y="2858"/>
                  </a:cubicBezTo>
                  <a:cubicBezTo>
                    <a:pt x="4569" y="2858"/>
                    <a:pt x="4695" y="2921"/>
                    <a:pt x="4758" y="3047"/>
                  </a:cubicBezTo>
                  <a:cubicBezTo>
                    <a:pt x="4852" y="3141"/>
                    <a:pt x="5860" y="5158"/>
                    <a:pt x="5860" y="5284"/>
                  </a:cubicBezTo>
                  <a:lnTo>
                    <a:pt x="5860" y="8434"/>
                  </a:lnTo>
                  <a:lnTo>
                    <a:pt x="6963" y="8434"/>
                  </a:lnTo>
                  <a:cubicBezTo>
                    <a:pt x="7057" y="7930"/>
                    <a:pt x="7278" y="7395"/>
                    <a:pt x="7625" y="6985"/>
                  </a:cubicBezTo>
                  <a:cubicBezTo>
                    <a:pt x="8255" y="6260"/>
                    <a:pt x="8601" y="5284"/>
                    <a:pt x="8601" y="4244"/>
                  </a:cubicBezTo>
                  <a:cubicBezTo>
                    <a:pt x="8601" y="2984"/>
                    <a:pt x="8066" y="1787"/>
                    <a:pt x="7026" y="936"/>
                  </a:cubicBezTo>
                  <a:cubicBezTo>
                    <a:pt x="6270" y="327"/>
                    <a:pt x="5327" y="0"/>
                    <a:pt x="43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8"/>
            <p:cNvSpPr/>
            <p:nvPr/>
          </p:nvSpPr>
          <p:spPr>
            <a:xfrm>
              <a:off x="-49633450" y="3697475"/>
              <a:ext cx="35475" cy="65400"/>
            </a:xfrm>
            <a:custGeom>
              <a:avLst/>
              <a:gdLst/>
              <a:ahLst/>
              <a:cxnLst/>
              <a:rect l="l" t="t" r="r" b="b"/>
              <a:pathLst>
                <a:path w="1419" h="2616" extrusionOk="0">
                  <a:moveTo>
                    <a:pt x="0" y="1"/>
                  </a:moveTo>
                  <a:lnTo>
                    <a:pt x="0" y="2616"/>
                  </a:lnTo>
                  <a:lnTo>
                    <a:pt x="1418" y="2616"/>
                  </a:lnTo>
                  <a:lnTo>
                    <a:pt x="1418" y="1"/>
                  </a:lnTo>
                  <a:cubicBezTo>
                    <a:pt x="1198" y="95"/>
                    <a:pt x="946" y="127"/>
                    <a:pt x="725" y="127"/>
                  </a:cubicBezTo>
                  <a:cubicBezTo>
                    <a:pt x="473" y="127"/>
                    <a:pt x="252" y="95"/>
                    <a:pt x="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48"/>
            <p:cNvSpPr/>
            <p:nvPr/>
          </p:nvSpPr>
          <p:spPr>
            <a:xfrm>
              <a:off x="-49676775" y="3780975"/>
              <a:ext cx="123675" cy="34675"/>
            </a:xfrm>
            <a:custGeom>
              <a:avLst/>
              <a:gdLst/>
              <a:ahLst/>
              <a:cxnLst/>
              <a:rect l="l" t="t" r="r" b="b"/>
              <a:pathLst>
                <a:path w="4947" h="1387" extrusionOk="0">
                  <a:moveTo>
                    <a:pt x="1" y="0"/>
                  </a:moveTo>
                  <a:lnTo>
                    <a:pt x="1" y="347"/>
                  </a:lnTo>
                  <a:cubicBezTo>
                    <a:pt x="1" y="946"/>
                    <a:pt x="473" y="1387"/>
                    <a:pt x="1072" y="1387"/>
                  </a:cubicBezTo>
                  <a:lnTo>
                    <a:pt x="3876" y="1387"/>
                  </a:lnTo>
                  <a:cubicBezTo>
                    <a:pt x="4474" y="1387"/>
                    <a:pt x="4947" y="946"/>
                    <a:pt x="4947" y="347"/>
                  </a:cubicBezTo>
                  <a:lnTo>
                    <a:pt x="494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8"/>
            <p:cNvSpPr/>
            <p:nvPr/>
          </p:nvSpPr>
          <p:spPr>
            <a:xfrm>
              <a:off x="-49630300" y="3651800"/>
              <a:ext cx="29150" cy="31325"/>
            </a:xfrm>
            <a:custGeom>
              <a:avLst/>
              <a:gdLst/>
              <a:ahLst/>
              <a:cxnLst/>
              <a:rect l="l" t="t" r="r" b="b"/>
              <a:pathLst>
                <a:path w="1166" h="1253" extrusionOk="0">
                  <a:moveTo>
                    <a:pt x="599" y="1"/>
                  </a:moveTo>
                  <a:lnTo>
                    <a:pt x="0" y="1135"/>
                  </a:lnTo>
                  <a:cubicBezTo>
                    <a:pt x="189" y="1214"/>
                    <a:pt x="386" y="1253"/>
                    <a:pt x="583" y="1253"/>
                  </a:cubicBezTo>
                  <a:cubicBezTo>
                    <a:pt x="780" y="1253"/>
                    <a:pt x="977" y="1214"/>
                    <a:pt x="1166" y="1135"/>
                  </a:cubicBezTo>
                  <a:lnTo>
                    <a:pt x="59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8"/>
            <p:cNvSpPr/>
            <p:nvPr/>
          </p:nvSpPr>
          <p:spPr>
            <a:xfrm>
              <a:off x="-49657875" y="3833750"/>
              <a:ext cx="85100" cy="18125"/>
            </a:xfrm>
            <a:custGeom>
              <a:avLst/>
              <a:gdLst/>
              <a:ahLst/>
              <a:cxnLst/>
              <a:rect l="l" t="t" r="r" b="b"/>
              <a:pathLst>
                <a:path w="3404" h="725" extrusionOk="0">
                  <a:moveTo>
                    <a:pt x="1" y="0"/>
                  </a:moveTo>
                  <a:cubicBezTo>
                    <a:pt x="158" y="410"/>
                    <a:pt x="536" y="725"/>
                    <a:pt x="977" y="725"/>
                  </a:cubicBezTo>
                  <a:lnTo>
                    <a:pt x="2395" y="725"/>
                  </a:lnTo>
                  <a:cubicBezTo>
                    <a:pt x="2868" y="725"/>
                    <a:pt x="3246" y="410"/>
                    <a:pt x="340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4" name="Google Shape;904;p48"/>
          <p:cNvGrpSpPr/>
          <p:nvPr/>
        </p:nvGrpSpPr>
        <p:grpSpPr>
          <a:xfrm>
            <a:off x="6882254" y="2182288"/>
            <a:ext cx="474091" cy="473785"/>
            <a:chOff x="-61351725" y="3372400"/>
            <a:chExt cx="310350" cy="310150"/>
          </a:xfrm>
        </p:grpSpPr>
        <p:sp>
          <p:nvSpPr>
            <p:cNvPr id="905" name="Google Shape;905;p48"/>
            <p:cNvSpPr/>
            <p:nvPr/>
          </p:nvSpPr>
          <p:spPr>
            <a:xfrm>
              <a:off x="-61165043" y="3558868"/>
              <a:ext cx="19686" cy="19686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410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41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48"/>
            <p:cNvSpPr/>
            <p:nvPr/>
          </p:nvSpPr>
          <p:spPr>
            <a:xfrm>
              <a:off x="-61247750" y="3476175"/>
              <a:ext cx="19700" cy="19700"/>
            </a:xfrm>
            <a:custGeom>
              <a:avLst/>
              <a:gdLst/>
              <a:ahLst/>
              <a:cxnLst/>
              <a:rect l="l" t="t" r="r" b="b"/>
              <a:pathLst>
                <a:path w="788" h="788" extrusionOk="0">
                  <a:moveTo>
                    <a:pt x="378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378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3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48"/>
            <p:cNvSpPr/>
            <p:nvPr/>
          </p:nvSpPr>
          <p:spPr>
            <a:xfrm>
              <a:off x="-61351725" y="3372400"/>
              <a:ext cx="310350" cy="310150"/>
            </a:xfrm>
            <a:custGeom>
              <a:avLst/>
              <a:gdLst/>
              <a:ahLst/>
              <a:cxnLst/>
              <a:rect l="l" t="t" r="r" b="b"/>
              <a:pathLst>
                <a:path w="12414" h="12406" extrusionOk="0">
                  <a:moveTo>
                    <a:pt x="4506" y="3332"/>
                  </a:moveTo>
                  <a:cubicBezTo>
                    <a:pt x="5167" y="3332"/>
                    <a:pt x="5735" y="3867"/>
                    <a:pt x="5735" y="4561"/>
                  </a:cubicBezTo>
                  <a:cubicBezTo>
                    <a:pt x="5735" y="5222"/>
                    <a:pt x="5199" y="5821"/>
                    <a:pt x="4506" y="5821"/>
                  </a:cubicBezTo>
                  <a:cubicBezTo>
                    <a:pt x="3844" y="5821"/>
                    <a:pt x="3277" y="5254"/>
                    <a:pt x="3277" y="4561"/>
                  </a:cubicBezTo>
                  <a:cubicBezTo>
                    <a:pt x="3277" y="3899"/>
                    <a:pt x="3844" y="3332"/>
                    <a:pt x="4506" y="3332"/>
                  </a:cubicBezTo>
                  <a:close/>
                  <a:moveTo>
                    <a:pt x="7830" y="4159"/>
                  </a:moveTo>
                  <a:cubicBezTo>
                    <a:pt x="7940" y="4159"/>
                    <a:pt x="8050" y="4198"/>
                    <a:pt x="8129" y="4277"/>
                  </a:cubicBezTo>
                  <a:cubicBezTo>
                    <a:pt x="8286" y="4435"/>
                    <a:pt x="8286" y="4718"/>
                    <a:pt x="8129" y="4876"/>
                  </a:cubicBezTo>
                  <a:lnTo>
                    <a:pt x="4821" y="8184"/>
                  </a:lnTo>
                  <a:cubicBezTo>
                    <a:pt x="4742" y="8262"/>
                    <a:pt x="4632" y="8302"/>
                    <a:pt x="4522" y="8302"/>
                  </a:cubicBezTo>
                  <a:cubicBezTo>
                    <a:pt x="4411" y="8302"/>
                    <a:pt x="4301" y="8262"/>
                    <a:pt x="4222" y="8184"/>
                  </a:cubicBezTo>
                  <a:cubicBezTo>
                    <a:pt x="4065" y="8026"/>
                    <a:pt x="4065" y="7743"/>
                    <a:pt x="4222" y="7585"/>
                  </a:cubicBezTo>
                  <a:lnTo>
                    <a:pt x="7530" y="4277"/>
                  </a:lnTo>
                  <a:cubicBezTo>
                    <a:pt x="7609" y="4198"/>
                    <a:pt x="7719" y="4159"/>
                    <a:pt x="7830" y="4159"/>
                  </a:cubicBezTo>
                  <a:close/>
                  <a:moveTo>
                    <a:pt x="7845" y="6640"/>
                  </a:moveTo>
                  <a:cubicBezTo>
                    <a:pt x="8539" y="6640"/>
                    <a:pt x="9074" y="7175"/>
                    <a:pt x="9074" y="7900"/>
                  </a:cubicBezTo>
                  <a:cubicBezTo>
                    <a:pt x="9074" y="8562"/>
                    <a:pt x="8539" y="9129"/>
                    <a:pt x="7845" y="9129"/>
                  </a:cubicBezTo>
                  <a:cubicBezTo>
                    <a:pt x="7184" y="9129"/>
                    <a:pt x="6648" y="8562"/>
                    <a:pt x="6648" y="7900"/>
                  </a:cubicBezTo>
                  <a:cubicBezTo>
                    <a:pt x="6648" y="7239"/>
                    <a:pt x="7184" y="6640"/>
                    <a:pt x="7845" y="6640"/>
                  </a:cubicBezTo>
                  <a:close/>
                  <a:moveTo>
                    <a:pt x="6223" y="0"/>
                  </a:moveTo>
                  <a:cubicBezTo>
                    <a:pt x="6113" y="0"/>
                    <a:pt x="6002" y="40"/>
                    <a:pt x="5924" y="118"/>
                  </a:cubicBezTo>
                  <a:lnTo>
                    <a:pt x="4348" y="1694"/>
                  </a:lnTo>
                  <a:lnTo>
                    <a:pt x="2111" y="1694"/>
                  </a:lnTo>
                  <a:cubicBezTo>
                    <a:pt x="1859" y="1694"/>
                    <a:pt x="1702" y="1883"/>
                    <a:pt x="1702" y="2072"/>
                  </a:cubicBezTo>
                  <a:lnTo>
                    <a:pt x="1702" y="4309"/>
                  </a:lnTo>
                  <a:lnTo>
                    <a:pt x="127" y="5884"/>
                  </a:lnTo>
                  <a:cubicBezTo>
                    <a:pt x="1" y="6041"/>
                    <a:pt x="1" y="6325"/>
                    <a:pt x="127" y="6482"/>
                  </a:cubicBezTo>
                  <a:lnTo>
                    <a:pt x="1702" y="8058"/>
                  </a:lnTo>
                  <a:lnTo>
                    <a:pt x="1702" y="10294"/>
                  </a:lnTo>
                  <a:cubicBezTo>
                    <a:pt x="1702" y="10547"/>
                    <a:pt x="1922" y="10704"/>
                    <a:pt x="2111" y="10704"/>
                  </a:cubicBezTo>
                  <a:lnTo>
                    <a:pt x="4348" y="10704"/>
                  </a:lnTo>
                  <a:lnTo>
                    <a:pt x="5924" y="12279"/>
                  </a:lnTo>
                  <a:cubicBezTo>
                    <a:pt x="6018" y="12342"/>
                    <a:pt x="6113" y="12405"/>
                    <a:pt x="6207" y="12405"/>
                  </a:cubicBezTo>
                  <a:cubicBezTo>
                    <a:pt x="6333" y="12405"/>
                    <a:pt x="6396" y="12342"/>
                    <a:pt x="6491" y="12279"/>
                  </a:cubicBezTo>
                  <a:lnTo>
                    <a:pt x="8066" y="10704"/>
                  </a:lnTo>
                  <a:lnTo>
                    <a:pt x="10303" y="10704"/>
                  </a:lnTo>
                  <a:cubicBezTo>
                    <a:pt x="10523" y="10704"/>
                    <a:pt x="10744" y="10515"/>
                    <a:pt x="10744" y="10294"/>
                  </a:cubicBezTo>
                  <a:lnTo>
                    <a:pt x="10744" y="8058"/>
                  </a:lnTo>
                  <a:lnTo>
                    <a:pt x="12319" y="6482"/>
                  </a:lnTo>
                  <a:cubicBezTo>
                    <a:pt x="12382" y="6419"/>
                    <a:pt x="12414" y="6293"/>
                    <a:pt x="12414" y="6199"/>
                  </a:cubicBezTo>
                  <a:cubicBezTo>
                    <a:pt x="12414" y="6104"/>
                    <a:pt x="12382" y="6010"/>
                    <a:pt x="12319" y="5947"/>
                  </a:cubicBezTo>
                  <a:lnTo>
                    <a:pt x="10744" y="4372"/>
                  </a:lnTo>
                  <a:lnTo>
                    <a:pt x="10744" y="2103"/>
                  </a:lnTo>
                  <a:cubicBezTo>
                    <a:pt x="10744" y="1851"/>
                    <a:pt x="10523" y="1694"/>
                    <a:pt x="10334" y="1694"/>
                  </a:cubicBezTo>
                  <a:lnTo>
                    <a:pt x="8097" y="1694"/>
                  </a:lnTo>
                  <a:lnTo>
                    <a:pt x="6522" y="118"/>
                  </a:lnTo>
                  <a:cubicBezTo>
                    <a:pt x="6443" y="40"/>
                    <a:pt x="6333" y="0"/>
                    <a:pt x="622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45"/>
          <p:cNvSpPr txBox="1">
            <a:spLocks noGrp="1"/>
          </p:cNvSpPr>
          <p:nvPr>
            <p:ph type="title"/>
          </p:nvPr>
        </p:nvSpPr>
        <p:spPr>
          <a:xfrm>
            <a:off x="691633" y="1082588"/>
            <a:ext cx="3324900" cy="108890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O que fazemos?</a:t>
            </a:r>
            <a:endParaRPr sz="3600" dirty="0"/>
          </a:p>
        </p:txBody>
      </p:sp>
      <p:grpSp>
        <p:nvGrpSpPr>
          <p:cNvPr id="716" name="Google Shape;716;p45"/>
          <p:cNvGrpSpPr/>
          <p:nvPr/>
        </p:nvGrpSpPr>
        <p:grpSpPr>
          <a:xfrm>
            <a:off x="4374739" y="1425006"/>
            <a:ext cx="4256539" cy="2259874"/>
            <a:chOff x="4374739" y="1425006"/>
            <a:chExt cx="4256539" cy="2259874"/>
          </a:xfrm>
        </p:grpSpPr>
        <p:sp>
          <p:nvSpPr>
            <p:cNvPr id="717" name="Google Shape;717;p45"/>
            <p:cNvSpPr/>
            <p:nvPr/>
          </p:nvSpPr>
          <p:spPr>
            <a:xfrm>
              <a:off x="6905597" y="3112174"/>
              <a:ext cx="419225" cy="572706"/>
            </a:xfrm>
            <a:custGeom>
              <a:avLst/>
              <a:gdLst/>
              <a:ahLst/>
              <a:cxnLst/>
              <a:rect l="l" t="t" r="r" b="b"/>
              <a:pathLst>
                <a:path w="21685" h="29624" extrusionOk="0">
                  <a:moveTo>
                    <a:pt x="2926" y="0"/>
                  </a:moveTo>
                  <a:cubicBezTo>
                    <a:pt x="2543" y="0"/>
                    <a:pt x="2202" y="204"/>
                    <a:pt x="2009" y="397"/>
                  </a:cubicBezTo>
                  <a:cubicBezTo>
                    <a:pt x="0" y="2406"/>
                    <a:pt x="3424" y="4392"/>
                    <a:pt x="4292" y="5830"/>
                  </a:cubicBezTo>
                  <a:cubicBezTo>
                    <a:pt x="4862" y="7245"/>
                    <a:pt x="4292" y="8957"/>
                    <a:pt x="3995" y="10395"/>
                  </a:cubicBezTo>
                  <a:cubicBezTo>
                    <a:pt x="3995" y="11810"/>
                    <a:pt x="4292" y="13248"/>
                    <a:pt x="5707" y="14093"/>
                  </a:cubicBezTo>
                  <a:cubicBezTo>
                    <a:pt x="6574" y="14663"/>
                    <a:pt x="7419" y="15234"/>
                    <a:pt x="7989" y="16101"/>
                  </a:cubicBezTo>
                  <a:cubicBezTo>
                    <a:pt x="8857" y="17243"/>
                    <a:pt x="9131" y="18658"/>
                    <a:pt x="9131" y="20096"/>
                  </a:cubicBezTo>
                  <a:cubicBezTo>
                    <a:pt x="8857" y="21237"/>
                    <a:pt x="8560" y="22652"/>
                    <a:pt x="8560" y="24090"/>
                  </a:cubicBezTo>
                  <a:cubicBezTo>
                    <a:pt x="8560" y="24935"/>
                    <a:pt x="8560" y="26373"/>
                    <a:pt x="9427" y="27217"/>
                  </a:cubicBezTo>
                  <a:lnTo>
                    <a:pt x="9427" y="27514"/>
                  </a:lnTo>
                  <a:cubicBezTo>
                    <a:pt x="10272" y="28358"/>
                    <a:pt x="11413" y="28929"/>
                    <a:pt x="12280" y="29500"/>
                  </a:cubicBezTo>
                  <a:cubicBezTo>
                    <a:pt x="12530" y="29587"/>
                    <a:pt x="12831" y="29623"/>
                    <a:pt x="13153" y="29623"/>
                  </a:cubicBezTo>
                  <a:cubicBezTo>
                    <a:pt x="13922" y="29623"/>
                    <a:pt x="14812" y="29419"/>
                    <a:pt x="15408" y="29226"/>
                  </a:cubicBezTo>
                  <a:cubicBezTo>
                    <a:pt x="17416" y="28655"/>
                    <a:pt x="19402" y="27217"/>
                    <a:pt x="20269" y="25231"/>
                  </a:cubicBezTo>
                  <a:cubicBezTo>
                    <a:pt x="21684" y="22081"/>
                    <a:pt x="20543" y="18087"/>
                    <a:pt x="17690" y="16101"/>
                  </a:cubicBezTo>
                  <a:cubicBezTo>
                    <a:pt x="16846" y="15531"/>
                    <a:pt x="15978" y="15234"/>
                    <a:pt x="15408" y="14389"/>
                  </a:cubicBezTo>
                  <a:cubicBezTo>
                    <a:pt x="14266" y="13248"/>
                    <a:pt x="13992" y="10966"/>
                    <a:pt x="13422" y="9528"/>
                  </a:cubicBezTo>
                  <a:cubicBezTo>
                    <a:pt x="11413" y="5259"/>
                    <a:pt x="7715" y="7245"/>
                    <a:pt x="6277" y="4689"/>
                  </a:cubicBezTo>
                  <a:cubicBezTo>
                    <a:pt x="5707" y="3547"/>
                    <a:pt x="5433" y="2680"/>
                    <a:pt x="5136" y="1539"/>
                  </a:cubicBezTo>
                  <a:cubicBezTo>
                    <a:pt x="4862" y="968"/>
                    <a:pt x="4292" y="124"/>
                    <a:pt x="3424" y="124"/>
                  </a:cubicBezTo>
                  <a:cubicBezTo>
                    <a:pt x="3256" y="36"/>
                    <a:pt x="3087" y="0"/>
                    <a:pt x="292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2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45"/>
            <p:cNvSpPr/>
            <p:nvPr/>
          </p:nvSpPr>
          <p:spPr>
            <a:xfrm flipH="1">
              <a:off x="7687763" y="1908249"/>
              <a:ext cx="943514" cy="1288940"/>
            </a:xfrm>
            <a:custGeom>
              <a:avLst/>
              <a:gdLst/>
              <a:ahLst/>
              <a:cxnLst/>
              <a:rect l="l" t="t" r="r" b="b"/>
              <a:pathLst>
                <a:path w="21685" h="29624" extrusionOk="0">
                  <a:moveTo>
                    <a:pt x="2926" y="0"/>
                  </a:moveTo>
                  <a:cubicBezTo>
                    <a:pt x="2543" y="0"/>
                    <a:pt x="2202" y="204"/>
                    <a:pt x="2009" y="397"/>
                  </a:cubicBezTo>
                  <a:cubicBezTo>
                    <a:pt x="0" y="2406"/>
                    <a:pt x="3424" y="4392"/>
                    <a:pt x="4292" y="5830"/>
                  </a:cubicBezTo>
                  <a:cubicBezTo>
                    <a:pt x="4862" y="7245"/>
                    <a:pt x="4292" y="8957"/>
                    <a:pt x="3995" y="10395"/>
                  </a:cubicBezTo>
                  <a:cubicBezTo>
                    <a:pt x="3995" y="11810"/>
                    <a:pt x="4292" y="13248"/>
                    <a:pt x="5707" y="14093"/>
                  </a:cubicBezTo>
                  <a:cubicBezTo>
                    <a:pt x="6574" y="14663"/>
                    <a:pt x="7419" y="15234"/>
                    <a:pt x="7989" y="16101"/>
                  </a:cubicBezTo>
                  <a:cubicBezTo>
                    <a:pt x="8857" y="17243"/>
                    <a:pt x="9131" y="18658"/>
                    <a:pt x="9131" y="20096"/>
                  </a:cubicBezTo>
                  <a:cubicBezTo>
                    <a:pt x="8857" y="21237"/>
                    <a:pt x="8560" y="22652"/>
                    <a:pt x="8560" y="24090"/>
                  </a:cubicBezTo>
                  <a:cubicBezTo>
                    <a:pt x="8560" y="24935"/>
                    <a:pt x="8560" y="26373"/>
                    <a:pt x="9427" y="27217"/>
                  </a:cubicBezTo>
                  <a:lnTo>
                    <a:pt x="9427" y="27514"/>
                  </a:lnTo>
                  <a:cubicBezTo>
                    <a:pt x="10272" y="28358"/>
                    <a:pt x="11413" y="28929"/>
                    <a:pt x="12280" y="29500"/>
                  </a:cubicBezTo>
                  <a:cubicBezTo>
                    <a:pt x="12530" y="29587"/>
                    <a:pt x="12831" y="29623"/>
                    <a:pt x="13153" y="29623"/>
                  </a:cubicBezTo>
                  <a:cubicBezTo>
                    <a:pt x="13922" y="29623"/>
                    <a:pt x="14812" y="29419"/>
                    <a:pt x="15408" y="29226"/>
                  </a:cubicBezTo>
                  <a:cubicBezTo>
                    <a:pt x="17416" y="28655"/>
                    <a:pt x="19402" y="27217"/>
                    <a:pt x="20269" y="25231"/>
                  </a:cubicBezTo>
                  <a:cubicBezTo>
                    <a:pt x="21684" y="22081"/>
                    <a:pt x="20543" y="18087"/>
                    <a:pt x="17690" y="16101"/>
                  </a:cubicBezTo>
                  <a:cubicBezTo>
                    <a:pt x="16846" y="15531"/>
                    <a:pt x="15978" y="15234"/>
                    <a:pt x="15408" y="14389"/>
                  </a:cubicBezTo>
                  <a:cubicBezTo>
                    <a:pt x="14266" y="13248"/>
                    <a:pt x="13992" y="10966"/>
                    <a:pt x="13422" y="9528"/>
                  </a:cubicBezTo>
                  <a:cubicBezTo>
                    <a:pt x="11413" y="5259"/>
                    <a:pt x="7715" y="7245"/>
                    <a:pt x="6277" y="4689"/>
                  </a:cubicBezTo>
                  <a:cubicBezTo>
                    <a:pt x="5707" y="3547"/>
                    <a:pt x="5433" y="2680"/>
                    <a:pt x="5136" y="1539"/>
                  </a:cubicBezTo>
                  <a:cubicBezTo>
                    <a:pt x="4862" y="968"/>
                    <a:pt x="4292" y="124"/>
                    <a:pt x="3424" y="124"/>
                  </a:cubicBezTo>
                  <a:cubicBezTo>
                    <a:pt x="3256" y="36"/>
                    <a:pt x="3087" y="0"/>
                    <a:pt x="29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2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19" name="Google Shape;719;p45"/>
            <p:cNvGrpSpPr/>
            <p:nvPr/>
          </p:nvGrpSpPr>
          <p:grpSpPr>
            <a:xfrm>
              <a:off x="4851597" y="1425006"/>
              <a:ext cx="1542900" cy="316800"/>
              <a:chOff x="4801222" y="1142831"/>
              <a:chExt cx="1542900" cy="316800"/>
            </a:xfrm>
          </p:grpSpPr>
          <p:sp>
            <p:nvSpPr>
              <p:cNvPr id="720" name="Google Shape;720;p45"/>
              <p:cNvSpPr/>
              <p:nvPr/>
            </p:nvSpPr>
            <p:spPr>
              <a:xfrm>
                <a:off x="4801222" y="1142831"/>
                <a:ext cx="1542900" cy="316800"/>
              </a:xfrm>
              <a:prstGeom prst="roundRect">
                <a:avLst>
                  <a:gd name="adj" fmla="val 16667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185738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45"/>
              <p:cNvSpPr/>
              <p:nvPr/>
            </p:nvSpPr>
            <p:spPr>
              <a:xfrm>
                <a:off x="5161905" y="1239184"/>
                <a:ext cx="6048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45"/>
              <p:cNvSpPr/>
              <p:nvPr/>
            </p:nvSpPr>
            <p:spPr>
              <a:xfrm>
                <a:off x="5810078" y="1239184"/>
                <a:ext cx="4425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45"/>
              <p:cNvSpPr/>
              <p:nvPr/>
            </p:nvSpPr>
            <p:spPr>
              <a:xfrm>
                <a:off x="5161905" y="1344867"/>
                <a:ext cx="2748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45"/>
              <p:cNvSpPr/>
              <p:nvPr/>
            </p:nvSpPr>
            <p:spPr>
              <a:xfrm>
                <a:off x="4858914" y="1184993"/>
                <a:ext cx="232500" cy="232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25" name="Google Shape;725;p45"/>
            <p:cNvSpPr/>
            <p:nvPr/>
          </p:nvSpPr>
          <p:spPr>
            <a:xfrm>
              <a:off x="6517358" y="1636165"/>
              <a:ext cx="521400" cy="105600"/>
            </a:xfrm>
            <a:prstGeom prst="roundRect">
              <a:avLst>
                <a:gd name="adj" fmla="val 42298"/>
              </a:avLst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45"/>
            <p:cNvSpPr/>
            <p:nvPr/>
          </p:nvSpPr>
          <p:spPr>
            <a:xfrm>
              <a:off x="4374739" y="2773665"/>
              <a:ext cx="394500" cy="274800"/>
            </a:xfrm>
            <a:prstGeom prst="wedgeRoundRectCallout">
              <a:avLst>
                <a:gd name="adj1" fmla="val -17374"/>
                <a:gd name="adj2" fmla="val 73101"/>
                <a:gd name="adj3" fmla="val 0"/>
              </a:avLst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27" name="Google Shape;727;p45"/>
            <p:cNvGrpSpPr/>
            <p:nvPr/>
          </p:nvGrpSpPr>
          <p:grpSpPr>
            <a:xfrm>
              <a:off x="5386483" y="2396195"/>
              <a:ext cx="801000" cy="801000"/>
              <a:chOff x="5372267" y="434783"/>
              <a:chExt cx="801000" cy="801000"/>
            </a:xfrm>
          </p:grpSpPr>
          <p:sp>
            <p:nvSpPr>
              <p:cNvPr id="728" name="Google Shape;728;p45"/>
              <p:cNvSpPr/>
              <p:nvPr/>
            </p:nvSpPr>
            <p:spPr>
              <a:xfrm>
                <a:off x="5372267" y="434783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45"/>
              <p:cNvSpPr/>
              <p:nvPr/>
            </p:nvSpPr>
            <p:spPr>
              <a:xfrm rot="10800000" flipH="1">
                <a:off x="5372267" y="434783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0" name="Google Shape;730;p45"/>
            <p:cNvGrpSpPr/>
            <p:nvPr/>
          </p:nvGrpSpPr>
          <p:grpSpPr>
            <a:xfrm>
              <a:off x="4785772" y="2647318"/>
              <a:ext cx="739744" cy="1028624"/>
              <a:chOff x="8161500" y="2897475"/>
              <a:chExt cx="1020900" cy="1419575"/>
            </a:xfrm>
          </p:grpSpPr>
          <p:sp>
            <p:nvSpPr>
              <p:cNvPr id="731" name="Google Shape;731;p45"/>
              <p:cNvSpPr/>
              <p:nvPr/>
            </p:nvSpPr>
            <p:spPr>
              <a:xfrm>
                <a:off x="8424000" y="2897475"/>
                <a:ext cx="758400" cy="7584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  <a:effectLst>
                <a:outerShdw blurRad="214313" dist="19050" dir="5400000" algn="bl" rotWithShape="0">
                  <a:schemeClr val="dk1">
                    <a:alpha val="3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45"/>
              <p:cNvSpPr/>
              <p:nvPr/>
            </p:nvSpPr>
            <p:spPr>
              <a:xfrm>
                <a:off x="8877600" y="3669350"/>
                <a:ext cx="138900" cy="138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33" name="Google Shape;733;p45"/>
              <p:cNvGrpSpPr/>
              <p:nvPr/>
            </p:nvGrpSpPr>
            <p:grpSpPr>
              <a:xfrm>
                <a:off x="8662225" y="3048175"/>
                <a:ext cx="281950" cy="894600"/>
                <a:chOff x="9961275" y="3048175"/>
                <a:chExt cx="281950" cy="894600"/>
              </a:xfrm>
            </p:grpSpPr>
            <p:cxnSp>
              <p:nvCxnSpPr>
                <p:cNvPr id="734" name="Google Shape;734;p45"/>
                <p:cNvCxnSpPr/>
                <p:nvPr/>
              </p:nvCxnSpPr>
              <p:spPr>
                <a:xfrm>
                  <a:off x="10097400" y="3048175"/>
                  <a:ext cx="0" cy="894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dist="19050" dir="5400000" algn="bl" rotWithShape="0">
                    <a:schemeClr val="dk1">
                      <a:alpha val="28000"/>
                    </a:schemeClr>
                  </a:outerShdw>
                </a:effectLst>
              </p:spPr>
            </p:cxnSp>
            <p:cxnSp>
              <p:nvCxnSpPr>
                <p:cNvPr id="735" name="Google Shape;735;p45"/>
                <p:cNvCxnSpPr/>
                <p:nvPr/>
              </p:nvCxnSpPr>
              <p:spPr>
                <a:xfrm>
                  <a:off x="9961275" y="3354450"/>
                  <a:ext cx="131400" cy="1314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dist="19050" dir="5400000" algn="bl" rotWithShape="0">
                    <a:schemeClr val="dk1">
                      <a:alpha val="28000"/>
                    </a:schemeClr>
                  </a:outerShdw>
                </a:effectLst>
              </p:spPr>
            </p:cxnSp>
            <p:cxnSp>
              <p:nvCxnSpPr>
                <p:cNvPr id="736" name="Google Shape;736;p45"/>
                <p:cNvCxnSpPr/>
                <p:nvPr/>
              </p:nvCxnSpPr>
              <p:spPr>
                <a:xfrm flipH="1">
                  <a:off x="10102175" y="3150275"/>
                  <a:ext cx="111900" cy="111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dist="19050" dir="5400000" algn="bl" rotWithShape="0">
                    <a:schemeClr val="dk1">
                      <a:alpha val="28000"/>
                    </a:schemeClr>
                  </a:outerShdw>
                </a:effectLst>
              </p:spPr>
            </p:cxnSp>
            <p:cxnSp>
              <p:nvCxnSpPr>
                <p:cNvPr id="737" name="Google Shape;737;p45"/>
                <p:cNvCxnSpPr/>
                <p:nvPr/>
              </p:nvCxnSpPr>
              <p:spPr>
                <a:xfrm flipH="1">
                  <a:off x="10092625" y="3753100"/>
                  <a:ext cx="150600" cy="150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dist="19050" dir="5400000" algn="bl" rotWithShape="0">
                    <a:schemeClr val="dk1">
                      <a:alpha val="28000"/>
                    </a:schemeClr>
                  </a:outerShdw>
                </a:effectLst>
              </p:spPr>
            </p:cxnSp>
          </p:grpSp>
          <p:sp>
            <p:nvSpPr>
              <p:cNvPr id="738" name="Google Shape;738;p45"/>
              <p:cNvSpPr/>
              <p:nvPr/>
            </p:nvSpPr>
            <p:spPr>
              <a:xfrm>
                <a:off x="8586863" y="3937850"/>
                <a:ext cx="432675" cy="379200"/>
              </a:xfrm>
              <a:custGeom>
                <a:avLst/>
                <a:gdLst/>
                <a:ahLst/>
                <a:cxnLst/>
                <a:rect l="l" t="t" r="r" b="b"/>
                <a:pathLst>
                  <a:path w="17307" h="15168" extrusionOk="0">
                    <a:moveTo>
                      <a:pt x="0" y="0"/>
                    </a:moveTo>
                    <a:lnTo>
                      <a:pt x="17307" y="0"/>
                    </a:lnTo>
                    <a:lnTo>
                      <a:pt x="15362" y="15168"/>
                    </a:lnTo>
                    <a:lnTo>
                      <a:pt x="1556" y="1516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  <a:effectLst>
                <a:outerShdw blurRad="328613" dist="19050" dir="5400000" algn="bl" rotWithShape="0">
                  <a:schemeClr val="dk1">
                    <a:alpha val="24000"/>
                  </a:schemeClr>
                </a:outerShdw>
              </a:effectLst>
            </p:spPr>
          </p:sp>
          <p:grpSp>
            <p:nvGrpSpPr>
              <p:cNvPr id="739" name="Google Shape;739;p45"/>
              <p:cNvGrpSpPr/>
              <p:nvPr/>
            </p:nvGrpSpPr>
            <p:grpSpPr>
              <a:xfrm>
                <a:off x="8161500" y="3500302"/>
                <a:ext cx="525000" cy="298200"/>
                <a:chOff x="10048800" y="3500302"/>
                <a:chExt cx="525000" cy="298200"/>
              </a:xfrm>
            </p:grpSpPr>
            <p:sp>
              <p:nvSpPr>
                <p:cNvPr id="740" name="Google Shape;740;p45"/>
                <p:cNvSpPr/>
                <p:nvPr/>
              </p:nvSpPr>
              <p:spPr>
                <a:xfrm>
                  <a:off x="10048800" y="3500302"/>
                  <a:ext cx="525000" cy="298200"/>
                </a:xfrm>
                <a:prstGeom prst="wedgeRoundRectCallout">
                  <a:avLst>
                    <a:gd name="adj1" fmla="val 31681"/>
                    <a:gd name="adj2" fmla="val 70641"/>
                    <a:gd name="adj3" fmla="val 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1" name="Google Shape;741;p45"/>
                <p:cNvSpPr/>
                <p:nvPr/>
              </p:nvSpPr>
              <p:spPr>
                <a:xfrm>
                  <a:off x="10111975" y="3601931"/>
                  <a:ext cx="78600" cy="78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2" name="Google Shape;742;p45"/>
                <p:cNvSpPr/>
                <p:nvPr/>
              </p:nvSpPr>
              <p:spPr>
                <a:xfrm>
                  <a:off x="10271953" y="3601931"/>
                  <a:ext cx="78600" cy="78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43" name="Google Shape;743;p45"/>
                <p:cNvSpPr/>
                <p:nvPr/>
              </p:nvSpPr>
              <p:spPr>
                <a:xfrm>
                  <a:off x="10431932" y="3601931"/>
                  <a:ext cx="78600" cy="78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744" name="Google Shape;744;p45"/>
            <p:cNvSpPr/>
            <p:nvPr/>
          </p:nvSpPr>
          <p:spPr>
            <a:xfrm>
              <a:off x="8032619" y="3271615"/>
              <a:ext cx="253800" cy="253800"/>
            </a:xfrm>
            <a:prstGeom prst="ellipse">
              <a:avLst/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100019" scaled="0"/>
            </a:gra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45"/>
            <p:cNvSpPr/>
            <p:nvPr/>
          </p:nvSpPr>
          <p:spPr>
            <a:xfrm>
              <a:off x="5386471" y="2095984"/>
              <a:ext cx="197100" cy="197100"/>
            </a:xfrm>
            <a:prstGeom prst="ellipse">
              <a:avLst/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100019" scaled="0"/>
            </a:gra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46" name="Google Shape;746;p45"/>
            <p:cNvGrpSpPr/>
            <p:nvPr/>
          </p:nvGrpSpPr>
          <p:grpSpPr>
            <a:xfrm>
              <a:off x="4408235" y="1688223"/>
              <a:ext cx="3745392" cy="1987726"/>
              <a:chOff x="2442475" y="1834625"/>
              <a:chExt cx="3131075" cy="1661700"/>
            </a:xfrm>
          </p:grpSpPr>
          <p:sp>
            <p:nvSpPr>
              <p:cNvPr id="747" name="Google Shape;747;p45"/>
              <p:cNvSpPr/>
              <p:nvPr/>
            </p:nvSpPr>
            <p:spPr>
              <a:xfrm>
                <a:off x="2442475" y="1941350"/>
                <a:ext cx="2724775" cy="107300"/>
              </a:xfrm>
              <a:custGeom>
                <a:avLst/>
                <a:gdLst/>
                <a:ahLst/>
                <a:cxnLst/>
                <a:rect l="l" t="t" r="r" b="b"/>
                <a:pathLst>
                  <a:path w="108991" h="4292" extrusionOk="0">
                    <a:moveTo>
                      <a:pt x="2283" y="0"/>
                    </a:moveTo>
                    <a:cubicBezTo>
                      <a:pt x="1141" y="0"/>
                      <a:pt x="0" y="867"/>
                      <a:pt x="0" y="2009"/>
                    </a:cubicBezTo>
                    <a:cubicBezTo>
                      <a:pt x="0" y="3424"/>
                      <a:pt x="1141" y="4291"/>
                      <a:pt x="2283" y="4291"/>
                    </a:cubicBezTo>
                    <a:lnTo>
                      <a:pt x="106982" y="4291"/>
                    </a:lnTo>
                    <a:cubicBezTo>
                      <a:pt x="108124" y="4291"/>
                      <a:pt x="108991" y="3424"/>
                      <a:pt x="108991" y="2009"/>
                    </a:cubicBezTo>
                    <a:cubicBezTo>
                      <a:pt x="108991" y="867"/>
                      <a:pt x="108124" y="0"/>
                      <a:pt x="10698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45"/>
              <p:cNvSpPr/>
              <p:nvPr/>
            </p:nvSpPr>
            <p:spPr>
              <a:xfrm>
                <a:off x="2442475" y="1834625"/>
                <a:ext cx="428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1713" extrusionOk="0">
                    <a:moveTo>
                      <a:pt x="845" y="1"/>
                    </a:moveTo>
                    <a:cubicBezTo>
                      <a:pt x="274" y="1"/>
                      <a:pt x="0" y="275"/>
                      <a:pt x="0" y="845"/>
                    </a:cubicBezTo>
                    <a:cubicBezTo>
                      <a:pt x="0" y="1416"/>
                      <a:pt x="274" y="1713"/>
                      <a:pt x="845" y="1713"/>
                    </a:cubicBezTo>
                    <a:cubicBezTo>
                      <a:pt x="1415" y="1713"/>
                      <a:pt x="1712" y="1416"/>
                      <a:pt x="1712" y="845"/>
                    </a:cubicBezTo>
                    <a:cubicBezTo>
                      <a:pt x="1712" y="275"/>
                      <a:pt x="1415" y="1"/>
                      <a:pt x="8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45"/>
              <p:cNvSpPr/>
              <p:nvPr/>
            </p:nvSpPr>
            <p:spPr>
              <a:xfrm>
                <a:off x="2534900" y="1834625"/>
                <a:ext cx="50250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2010" h="1713" extrusionOk="0">
                    <a:moveTo>
                      <a:pt x="868" y="1"/>
                    </a:moveTo>
                    <a:cubicBezTo>
                      <a:pt x="571" y="1"/>
                      <a:pt x="1" y="275"/>
                      <a:pt x="1" y="845"/>
                    </a:cubicBezTo>
                    <a:cubicBezTo>
                      <a:pt x="1" y="1416"/>
                      <a:pt x="571" y="1713"/>
                      <a:pt x="868" y="1713"/>
                    </a:cubicBezTo>
                    <a:cubicBezTo>
                      <a:pt x="1439" y="1713"/>
                      <a:pt x="2009" y="1416"/>
                      <a:pt x="2009" y="845"/>
                    </a:cubicBezTo>
                    <a:cubicBezTo>
                      <a:pt x="2009" y="275"/>
                      <a:pt x="1439" y="1"/>
                      <a:pt x="8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45"/>
              <p:cNvSpPr/>
              <p:nvPr/>
            </p:nvSpPr>
            <p:spPr>
              <a:xfrm>
                <a:off x="2627925" y="1834625"/>
                <a:ext cx="4967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713" extrusionOk="0">
                    <a:moveTo>
                      <a:pt x="1142" y="1"/>
                    </a:moveTo>
                    <a:cubicBezTo>
                      <a:pt x="571" y="1"/>
                      <a:pt x="0" y="275"/>
                      <a:pt x="0" y="845"/>
                    </a:cubicBezTo>
                    <a:cubicBezTo>
                      <a:pt x="0" y="1416"/>
                      <a:pt x="571" y="1713"/>
                      <a:pt x="1142" y="1713"/>
                    </a:cubicBezTo>
                    <a:cubicBezTo>
                      <a:pt x="1712" y="1713"/>
                      <a:pt x="1986" y="1416"/>
                      <a:pt x="1986" y="845"/>
                    </a:cubicBezTo>
                    <a:cubicBezTo>
                      <a:pt x="1986" y="275"/>
                      <a:pt x="1712" y="1"/>
                      <a:pt x="114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45"/>
              <p:cNvSpPr/>
              <p:nvPr/>
            </p:nvSpPr>
            <p:spPr>
              <a:xfrm>
                <a:off x="4646250" y="2191275"/>
                <a:ext cx="927300" cy="1305050"/>
              </a:xfrm>
              <a:custGeom>
                <a:avLst/>
                <a:gdLst/>
                <a:ahLst/>
                <a:cxnLst/>
                <a:rect l="l" t="t" r="r" b="b"/>
                <a:pathLst>
                  <a:path w="37092" h="52202" extrusionOk="0">
                    <a:moveTo>
                      <a:pt x="1142" y="1"/>
                    </a:moveTo>
                    <a:cubicBezTo>
                      <a:pt x="571" y="1"/>
                      <a:pt x="0" y="571"/>
                      <a:pt x="0" y="1142"/>
                    </a:cubicBezTo>
                    <a:lnTo>
                      <a:pt x="0" y="51061"/>
                    </a:lnTo>
                    <a:cubicBezTo>
                      <a:pt x="0" y="51631"/>
                      <a:pt x="571" y="52202"/>
                      <a:pt x="1142" y="52202"/>
                    </a:cubicBezTo>
                    <a:lnTo>
                      <a:pt x="35950" y="52202"/>
                    </a:lnTo>
                    <a:cubicBezTo>
                      <a:pt x="36818" y="52202"/>
                      <a:pt x="37092" y="51631"/>
                      <a:pt x="37092" y="51061"/>
                    </a:cubicBezTo>
                    <a:lnTo>
                      <a:pt x="37092" y="1142"/>
                    </a:lnTo>
                    <a:cubicBezTo>
                      <a:pt x="37092" y="571"/>
                      <a:pt x="36818" y="1"/>
                      <a:pt x="3595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45"/>
              <p:cNvSpPr/>
              <p:nvPr/>
            </p:nvSpPr>
            <p:spPr>
              <a:xfrm>
                <a:off x="4703325" y="2297975"/>
                <a:ext cx="502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1713" extrusionOk="0">
                    <a:moveTo>
                      <a:pt x="1141" y="1"/>
                    </a:moveTo>
                    <a:cubicBezTo>
                      <a:pt x="571" y="1"/>
                      <a:pt x="0" y="298"/>
                      <a:pt x="0" y="868"/>
                    </a:cubicBezTo>
                    <a:cubicBezTo>
                      <a:pt x="0" y="1439"/>
                      <a:pt x="571" y="1713"/>
                      <a:pt x="1141" y="1713"/>
                    </a:cubicBezTo>
                    <a:cubicBezTo>
                      <a:pt x="1712" y="1713"/>
                      <a:pt x="2009" y="1439"/>
                      <a:pt x="2009" y="868"/>
                    </a:cubicBezTo>
                    <a:cubicBezTo>
                      <a:pt x="2009" y="298"/>
                      <a:pt x="1712" y="1"/>
                      <a:pt x="114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45"/>
              <p:cNvSpPr/>
              <p:nvPr/>
            </p:nvSpPr>
            <p:spPr>
              <a:xfrm>
                <a:off x="4803175" y="2297975"/>
                <a:ext cx="428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1713" extrusionOk="0">
                    <a:moveTo>
                      <a:pt x="868" y="1"/>
                    </a:moveTo>
                    <a:cubicBezTo>
                      <a:pt x="297" y="1"/>
                      <a:pt x="0" y="298"/>
                      <a:pt x="0" y="868"/>
                    </a:cubicBezTo>
                    <a:cubicBezTo>
                      <a:pt x="0" y="1439"/>
                      <a:pt x="297" y="1713"/>
                      <a:pt x="868" y="1713"/>
                    </a:cubicBezTo>
                    <a:cubicBezTo>
                      <a:pt x="1438" y="1713"/>
                      <a:pt x="1712" y="1439"/>
                      <a:pt x="1712" y="868"/>
                    </a:cubicBezTo>
                    <a:cubicBezTo>
                      <a:pt x="1712" y="298"/>
                      <a:pt x="1438" y="1"/>
                      <a:pt x="8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45"/>
              <p:cNvSpPr/>
              <p:nvPr/>
            </p:nvSpPr>
            <p:spPr>
              <a:xfrm>
                <a:off x="4896175" y="2297975"/>
                <a:ext cx="4967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713" extrusionOk="0">
                    <a:moveTo>
                      <a:pt x="1142" y="1"/>
                    </a:moveTo>
                    <a:cubicBezTo>
                      <a:pt x="572" y="1"/>
                      <a:pt x="1" y="298"/>
                      <a:pt x="1" y="868"/>
                    </a:cubicBezTo>
                    <a:cubicBezTo>
                      <a:pt x="1" y="1439"/>
                      <a:pt x="572" y="1713"/>
                      <a:pt x="1142" y="1713"/>
                    </a:cubicBezTo>
                    <a:cubicBezTo>
                      <a:pt x="1416" y="1713"/>
                      <a:pt x="1987" y="1439"/>
                      <a:pt x="1987" y="868"/>
                    </a:cubicBezTo>
                    <a:cubicBezTo>
                      <a:pt x="1987" y="298"/>
                      <a:pt x="1416" y="1"/>
                      <a:pt x="114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45"/>
              <p:cNvSpPr/>
              <p:nvPr/>
            </p:nvSpPr>
            <p:spPr>
              <a:xfrm>
                <a:off x="4845975" y="2827891"/>
                <a:ext cx="535275" cy="535275"/>
              </a:xfrm>
              <a:custGeom>
                <a:avLst/>
                <a:gdLst/>
                <a:ahLst/>
                <a:cxnLst/>
                <a:rect l="l" t="t" r="r" b="b"/>
                <a:pathLst>
                  <a:path w="21411" h="21411" extrusionOk="0">
                    <a:moveTo>
                      <a:pt x="10568" y="6574"/>
                    </a:moveTo>
                    <a:cubicBezTo>
                      <a:pt x="12851" y="6574"/>
                      <a:pt x="14563" y="8560"/>
                      <a:pt x="14563" y="10842"/>
                    </a:cubicBezTo>
                    <a:cubicBezTo>
                      <a:pt x="14563" y="12851"/>
                      <a:pt x="12851" y="14837"/>
                      <a:pt x="10568" y="14837"/>
                    </a:cubicBezTo>
                    <a:cubicBezTo>
                      <a:pt x="8286" y="14837"/>
                      <a:pt x="6574" y="12851"/>
                      <a:pt x="6574" y="10842"/>
                    </a:cubicBezTo>
                    <a:cubicBezTo>
                      <a:pt x="6574" y="8560"/>
                      <a:pt x="8286" y="6574"/>
                      <a:pt x="10568" y="6574"/>
                    </a:cubicBezTo>
                    <a:close/>
                    <a:moveTo>
                      <a:pt x="8560" y="0"/>
                    </a:moveTo>
                    <a:lnTo>
                      <a:pt x="8560" y="2009"/>
                    </a:lnTo>
                    <a:cubicBezTo>
                      <a:pt x="7715" y="2283"/>
                      <a:pt x="6848" y="2580"/>
                      <a:pt x="6003" y="3150"/>
                    </a:cubicBezTo>
                    <a:lnTo>
                      <a:pt x="4565" y="1712"/>
                    </a:lnTo>
                    <a:lnTo>
                      <a:pt x="1712" y="4565"/>
                    </a:lnTo>
                    <a:lnTo>
                      <a:pt x="3150" y="6277"/>
                    </a:lnTo>
                    <a:cubicBezTo>
                      <a:pt x="2580" y="6848"/>
                      <a:pt x="2283" y="7715"/>
                      <a:pt x="2009" y="8560"/>
                    </a:cubicBezTo>
                    <a:lnTo>
                      <a:pt x="0" y="8560"/>
                    </a:lnTo>
                    <a:lnTo>
                      <a:pt x="0" y="12851"/>
                    </a:lnTo>
                    <a:lnTo>
                      <a:pt x="2009" y="12851"/>
                    </a:lnTo>
                    <a:cubicBezTo>
                      <a:pt x="2283" y="13695"/>
                      <a:pt x="2580" y="14563"/>
                      <a:pt x="3150" y="15407"/>
                    </a:cubicBezTo>
                    <a:lnTo>
                      <a:pt x="1712" y="16845"/>
                    </a:lnTo>
                    <a:lnTo>
                      <a:pt x="4565" y="19698"/>
                    </a:lnTo>
                    <a:lnTo>
                      <a:pt x="6003" y="18260"/>
                    </a:lnTo>
                    <a:cubicBezTo>
                      <a:pt x="6848" y="18831"/>
                      <a:pt x="7715" y="19128"/>
                      <a:pt x="8560" y="19402"/>
                    </a:cubicBezTo>
                    <a:lnTo>
                      <a:pt x="8560" y="21410"/>
                    </a:lnTo>
                    <a:lnTo>
                      <a:pt x="12554" y="21410"/>
                    </a:lnTo>
                    <a:lnTo>
                      <a:pt x="12851" y="19402"/>
                    </a:lnTo>
                    <a:cubicBezTo>
                      <a:pt x="13696" y="19128"/>
                      <a:pt x="14563" y="18831"/>
                      <a:pt x="15134" y="18260"/>
                    </a:cubicBezTo>
                    <a:lnTo>
                      <a:pt x="16845" y="19698"/>
                    </a:lnTo>
                    <a:lnTo>
                      <a:pt x="19699" y="16845"/>
                    </a:lnTo>
                    <a:lnTo>
                      <a:pt x="18261" y="15407"/>
                    </a:lnTo>
                    <a:cubicBezTo>
                      <a:pt x="18831" y="14563"/>
                      <a:pt x="19128" y="13695"/>
                      <a:pt x="19128" y="12851"/>
                    </a:cubicBezTo>
                    <a:lnTo>
                      <a:pt x="21410" y="12851"/>
                    </a:lnTo>
                    <a:lnTo>
                      <a:pt x="21410" y="8560"/>
                    </a:lnTo>
                    <a:lnTo>
                      <a:pt x="19128" y="8560"/>
                    </a:lnTo>
                    <a:cubicBezTo>
                      <a:pt x="19128" y="7715"/>
                      <a:pt x="18831" y="6848"/>
                      <a:pt x="18261" y="6277"/>
                    </a:cubicBezTo>
                    <a:lnTo>
                      <a:pt x="19699" y="4565"/>
                    </a:lnTo>
                    <a:lnTo>
                      <a:pt x="16845" y="1712"/>
                    </a:lnTo>
                    <a:lnTo>
                      <a:pt x="15134" y="3150"/>
                    </a:lnTo>
                    <a:cubicBezTo>
                      <a:pt x="14563" y="2580"/>
                      <a:pt x="13696" y="2283"/>
                      <a:pt x="12851" y="2009"/>
                    </a:cubicBezTo>
                    <a:lnTo>
                      <a:pt x="1255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45"/>
              <p:cNvSpPr/>
              <p:nvPr/>
            </p:nvSpPr>
            <p:spPr>
              <a:xfrm>
                <a:off x="3598000" y="2191275"/>
                <a:ext cx="927300" cy="1305050"/>
              </a:xfrm>
              <a:custGeom>
                <a:avLst/>
                <a:gdLst/>
                <a:ahLst/>
                <a:cxnLst/>
                <a:rect l="l" t="t" r="r" b="b"/>
                <a:pathLst>
                  <a:path w="37092" h="52202" extrusionOk="0">
                    <a:moveTo>
                      <a:pt x="1142" y="1"/>
                    </a:moveTo>
                    <a:cubicBezTo>
                      <a:pt x="274" y="1"/>
                      <a:pt x="0" y="571"/>
                      <a:pt x="0" y="1142"/>
                    </a:cubicBezTo>
                    <a:lnTo>
                      <a:pt x="0" y="51061"/>
                    </a:lnTo>
                    <a:cubicBezTo>
                      <a:pt x="0" y="51631"/>
                      <a:pt x="274" y="52202"/>
                      <a:pt x="1142" y="52202"/>
                    </a:cubicBezTo>
                    <a:lnTo>
                      <a:pt x="35950" y="52202"/>
                    </a:lnTo>
                    <a:cubicBezTo>
                      <a:pt x="36521" y="52202"/>
                      <a:pt x="37092" y="51631"/>
                      <a:pt x="37092" y="51061"/>
                    </a:cubicBezTo>
                    <a:lnTo>
                      <a:pt x="37092" y="1142"/>
                    </a:lnTo>
                    <a:cubicBezTo>
                      <a:pt x="37092" y="571"/>
                      <a:pt x="36521" y="1"/>
                      <a:pt x="3595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45"/>
              <p:cNvSpPr/>
              <p:nvPr/>
            </p:nvSpPr>
            <p:spPr>
              <a:xfrm>
                <a:off x="3655050" y="2433800"/>
                <a:ext cx="813175" cy="1005475"/>
              </a:xfrm>
              <a:custGeom>
                <a:avLst/>
                <a:gdLst/>
                <a:ahLst/>
                <a:cxnLst/>
                <a:rect l="l" t="t" r="r" b="b"/>
                <a:pathLst>
                  <a:path w="32527" h="40219" extrusionOk="0">
                    <a:moveTo>
                      <a:pt x="1" y="0"/>
                    </a:moveTo>
                    <a:lnTo>
                      <a:pt x="1" y="40218"/>
                    </a:lnTo>
                    <a:lnTo>
                      <a:pt x="32527" y="40218"/>
                    </a:lnTo>
                    <a:lnTo>
                      <a:pt x="325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45"/>
              <p:cNvSpPr/>
              <p:nvPr/>
            </p:nvSpPr>
            <p:spPr>
              <a:xfrm>
                <a:off x="3647650" y="2297975"/>
                <a:ext cx="502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1713" extrusionOk="0">
                    <a:moveTo>
                      <a:pt x="868" y="1"/>
                    </a:moveTo>
                    <a:cubicBezTo>
                      <a:pt x="297" y="1"/>
                      <a:pt x="0" y="298"/>
                      <a:pt x="0" y="868"/>
                    </a:cubicBezTo>
                    <a:cubicBezTo>
                      <a:pt x="0" y="1439"/>
                      <a:pt x="297" y="1713"/>
                      <a:pt x="868" y="1713"/>
                    </a:cubicBezTo>
                    <a:cubicBezTo>
                      <a:pt x="1438" y="1713"/>
                      <a:pt x="2009" y="1439"/>
                      <a:pt x="2009" y="868"/>
                    </a:cubicBezTo>
                    <a:cubicBezTo>
                      <a:pt x="2009" y="298"/>
                      <a:pt x="1438" y="1"/>
                      <a:pt x="8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45"/>
              <p:cNvSpPr/>
              <p:nvPr/>
            </p:nvSpPr>
            <p:spPr>
              <a:xfrm>
                <a:off x="3740650" y="2297975"/>
                <a:ext cx="4967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713" extrusionOk="0">
                    <a:moveTo>
                      <a:pt x="1142" y="1"/>
                    </a:moveTo>
                    <a:cubicBezTo>
                      <a:pt x="571" y="1"/>
                      <a:pt x="1" y="298"/>
                      <a:pt x="1" y="868"/>
                    </a:cubicBezTo>
                    <a:cubicBezTo>
                      <a:pt x="1" y="1439"/>
                      <a:pt x="571" y="1713"/>
                      <a:pt x="1142" y="1713"/>
                    </a:cubicBezTo>
                    <a:cubicBezTo>
                      <a:pt x="1416" y="1713"/>
                      <a:pt x="1987" y="1439"/>
                      <a:pt x="1987" y="868"/>
                    </a:cubicBezTo>
                    <a:cubicBezTo>
                      <a:pt x="1987" y="298"/>
                      <a:pt x="1416" y="1"/>
                      <a:pt x="114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45"/>
              <p:cNvSpPr/>
              <p:nvPr/>
            </p:nvSpPr>
            <p:spPr>
              <a:xfrm>
                <a:off x="3840525" y="2297975"/>
                <a:ext cx="428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1713" extrusionOk="0">
                    <a:moveTo>
                      <a:pt x="845" y="1"/>
                    </a:moveTo>
                    <a:cubicBezTo>
                      <a:pt x="274" y="1"/>
                      <a:pt x="0" y="298"/>
                      <a:pt x="0" y="868"/>
                    </a:cubicBezTo>
                    <a:cubicBezTo>
                      <a:pt x="0" y="1439"/>
                      <a:pt x="274" y="1713"/>
                      <a:pt x="845" y="1713"/>
                    </a:cubicBezTo>
                    <a:cubicBezTo>
                      <a:pt x="1415" y="1713"/>
                      <a:pt x="1712" y="1439"/>
                      <a:pt x="1712" y="868"/>
                    </a:cubicBezTo>
                    <a:cubicBezTo>
                      <a:pt x="1712" y="298"/>
                      <a:pt x="1415" y="1"/>
                      <a:pt x="84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45"/>
              <p:cNvSpPr/>
              <p:nvPr/>
            </p:nvSpPr>
            <p:spPr>
              <a:xfrm>
                <a:off x="3790300" y="3061500"/>
                <a:ext cx="542125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1416" extrusionOk="0">
                    <a:moveTo>
                      <a:pt x="571" y="0"/>
                    </a:moveTo>
                    <a:cubicBezTo>
                      <a:pt x="297" y="0"/>
                      <a:pt x="1" y="274"/>
                      <a:pt x="1" y="571"/>
                    </a:cubicBezTo>
                    <a:cubicBezTo>
                      <a:pt x="1" y="1141"/>
                      <a:pt x="297" y="1415"/>
                      <a:pt x="571" y="1415"/>
                    </a:cubicBezTo>
                    <a:lnTo>
                      <a:pt x="20840" y="1415"/>
                    </a:lnTo>
                    <a:cubicBezTo>
                      <a:pt x="21411" y="1415"/>
                      <a:pt x="21685" y="1141"/>
                      <a:pt x="21685" y="571"/>
                    </a:cubicBezTo>
                    <a:cubicBezTo>
                      <a:pt x="21685" y="274"/>
                      <a:pt x="21411" y="0"/>
                      <a:pt x="208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45"/>
              <p:cNvSpPr/>
              <p:nvPr/>
            </p:nvSpPr>
            <p:spPr>
              <a:xfrm>
                <a:off x="3790300" y="3175625"/>
                <a:ext cx="542125" cy="3540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1416" extrusionOk="0">
                    <a:moveTo>
                      <a:pt x="571" y="0"/>
                    </a:moveTo>
                    <a:cubicBezTo>
                      <a:pt x="297" y="0"/>
                      <a:pt x="1" y="274"/>
                      <a:pt x="1" y="571"/>
                    </a:cubicBezTo>
                    <a:cubicBezTo>
                      <a:pt x="1" y="1141"/>
                      <a:pt x="297" y="1415"/>
                      <a:pt x="571" y="1415"/>
                    </a:cubicBezTo>
                    <a:lnTo>
                      <a:pt x="20840" y="1415"/>
                    </a:lnTo>
                    <a:cubicBezTo>
                      <a:pt x="21411" y="1415"/>
                      <a:pt x="21685" y="1141"/>
                      <a:pt x="21685" y="571"/>
                    </a:cubicBezTo>
                    <a:cubicBezTo>
                      <a:pt x="21685" y="274"/>
                      <a:pt x="21411" y="0"/>
                      <a:pt x="208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45"/>
              <p:cNvSpPr/>
              <p:nvPr/>
            </p:nvSpPr>
            <p:spPr>
              <a:xfrm>
                <a:off x="3932950" y="3282325"/>
                <a:ext cx="2568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0273" h="1713" extrusionOk="0">
                    <a:moveTo>
                      <a:pt x="571" y="0"/>
                    </a:moveTo>
                    <a:cubicBezTo>
                      <a:pt x="298" y="0"/>
                      <a:pt x="1" y="571"/>
                      <a:pt x="1" y="868"/>
                    </a:cubicBezTo>
                    <a:cubicBezTo>
                      <a:pt x="1" y="1142"/>
                      <a:pt x="298" y="1712"/>
                      <a:pt x="571" y="1712"/>
                    </a:cubicBezTo>
                    <a:lnTo>
                      <a:pt x="9428" y="1712"/>
                    </a:lnTo>
                    <a:cubicBezTo>
                      <a:pt x="9998" y="1712"/>
                      <a:pt x="10272" y="1142"/>
                      <a:pt x="10272" y="868"/>
                    </a:cubicBezTo>
                    <a:cubicBezTo>
                      <a:pt x="10272" y="571"/>
                      <a:pt x="9998" y="0"/>
                      <a:pt x="942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45"/>
              <p:cNvSpPr/>
              <p:nvPr/>
            </p:nvSpPr>
            <p:spPr>
              <a:xfrm>
                <a:off x="3911850" y="2533650"/>
                <a:ext cx="306450" cy="306450"/>
              </a:xfrm>
              <a:custGeom>
                <a:avLst/>
                <a:gdLst/>
                <a:ahLst/>
                <a:cxnLst/>
                <a:rect l="l" t="t" r="r" b="b"/>
                <a:pathLst>
                  <a:path w="12258" h="12258" extrusionOk="0">
                    <a:moveTo>
                      <a:pt x="5981" y="1"/>
                    </a:moveTo>
                    <a:cubicBezTo>
                      <a:pt x="2557" y="1"/>
                      <a:pt x="0" y="2557"/>
                      <a:pt x="0" y="5981"/>
                    </a:cubicBezTo>
                    <a:cubicBezTo>
                      <a:pt x="0" y="9405"/>
                      <a:pt x="2557" y="12258"/>
                      <a:pt x="5981" y="12258"/>
                    </a:cubicBezTo>
                    <a:cubicBezTo>
                      <a:pt x="9404" y="12258"/>
                      <a:pt x="12258" y="9405"/>
                      <a:pt x="12258" y="5981"/>
                    </a:cubicBezTo>
                    <a:cubicBezTo>
                      <a:pt x="12258" y="2557"/>
                      <a:pt x="9404" y="1"/>
                      <a:pt x="598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45"/>
              <p:cNvSpPr/>
              <p:nvPr/>
            </p:nvSpPr>
            <p:spPr>
              <a:xfrm>
                <a:off x="4004300" y="2576450"/>
                <a:ext cx="114150" cy="106725"/>
              </a:xfrm>
              <a:custGeom>
                <a:avLst/>
                <a:gdLst/>
                <a:ahLst/>
                <a:cxnLst/>
                <a:rect l="l" t="t" r="r" b="b"/>
                <a:pathLst>
                  <a:path w="4566" h="4269" extrusionOk="0">
                    <a:moveTo>
                      <a:pt x="2283" y="1"/>
                    </a:moveTo>
                    <a:cubicBezTo>
                      <a:pt x="1141" y="1"/>
                      <a:pt x="0" y="845"/>
                      <a:pt x="0" y="2283"/>
                    </a:cubicBezTo>
                    <a:cubicBezTo>
                      <a:pt x="0" y="3424"/>
                      <a:pt x="1141" y="4269"/>
                      <a:pt x="2283" y="4269"/>
                    </a:cubicBezTo>
                    <a:cubicBezTo>
                      <a:pt x="3424" y="4269"/>
                      <a:pt x="4565" y="3424"/>
                      <a:pt x="4565" y="2283"/>
                    </a:cubicBezTo>
                    <a:cubicBezTo>
                      <a:pt x="4565" y="845"/>
                      <a:pt x="3424" y="1"/>
                      <a:pt x="228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45"/>
              <p:cNvSpPr/>
              <p:nvPr/>
            </p:nvSpPr>
            <p:spPr>
              <a:xfrm>
                <a:off x="3954650" y="2711700"/>
                <a:ext cx="214000" cy="121550"/>
              </a:xfrm>
              <a:custGeom>
                <a:avLst/>
                <a:gdLst/>
                <a:ahLst/>
                <a:cxnLst/>
                <a:rect l="l" t="t" r="r" b="b"/>
                <a:pathLst>
                  <a:path w="8560" h="4862" extrusionOk="0">
                    <a:moveTo>
                      <a:pt x="4269" y="0"/>
                    </a:moveTo>
                    <a:cubicBezTo>
                      <a:pt x="2283" y="0"/>
                      <a:pt x="571" y="1141"/>
                      <a:pt x="0" y="2853"/>
                    </a:cubicBezTo>
                    <a:cubicBezTo>
                      <a:pt x="1141" y="3995"/>
                      <a:pt x="2557" y="4862"/>
                      <a:pt x="4269" y="4862"/>
                    </a:cubicBezTo>
                    <a:cubicBezTo>
                      <a:pt x="5980" y="4862"/>
                      <a:pt x="7418" y="3995"/>
                      <a:pt x="8560" y="2853"/>
                    </a:cubicBezTo>
                    <a:cubicBezTo>
                      <a:pt x="7989" y="1141"/>
                      <a:pt x="6277" y="0"/>
                      <a:pt x="42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4000" endPos="54000" dist="47625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7" name="Google Shape;767;p45"/>
            <p:cNvGrpSpPr/>
            <p:nvPr/>
          </p:nvGrpSpPr>
          <p:grpSpPr>
            <a:xfrm>
              <a:off x="7199564" y="2548592"/>
              <a:ext cx="836053" cy="232500"/>
              <a:chOff x="7110769" y="2167592"/>
              <a:chExt cx="836053" cy="232500"/>
            </a:xfrm>
          </p:grpSpPr>
          <p:sp>
            <p:nvSpPr>
              <p:cNvPr id="768" name="Google Shape;768;p45"/>
              <p:cNvSpPr/>
              <p:nvPr/>
            </p:nvSpPr>
            <p:spPr>
              <a:xfrm>
                <a:off x="7110769" y="2167592"/>
                <a:ext cx="338100" cy="232500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9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45"/>
              <p:cNvSpPr/>
              <p:nvPr/>
            </p:nvSpPr>
            <p:spPr>
              <a:xfrm>
                <a:off x="7552322" y="2167610"/>
                <a:ext cx="3945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45"/>
              <p:cNvSpPr/>
              <p:nvPr/>
            </p:nvSpPr>
            <p:spPr>
              <a:xfrm>
                <a:off x="7552322" y="2259290"/>
                <a:ext cx="2748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45"/>
              <p:cNvSpPr/>
              <p:nvPr/>
            </p:nvSpPr>
            <p:spPr>
              <a:xfrm>
                <a:off x="7552322" y="2350970"/>
                <a:ext cx="159600" cy="35100"/>
              </a:xfrm>
              <a:prstGeom prst="roundRect">
                <a:avLst>
                  <a:gd name="adj" fmla="val 50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0" name="Google Shape;872;p48">
            <a:extLst>
              <a:ext uri="{FF2B5EF4-FFF2-40B4-BE49-F238E27FC236}">
                <a16:creationId xmlns:a16="http://schemas.microsoft.com/office/drawing/2014/main" id="{EB09401A-8E67-6C48-7637-A19C4B286346}"/>
              </a:ext>
            </a:extLst>
          </p:cNvPr>
          <p:cNvSpPr/>
          <p:nvPr/>
        </p:nvSpPr>
        <p:spPr>
          <a:xfrm>
            <a:off x="964591" y="3091165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" name="Google Shape;872;p48">
            <a:extLst>
              <a:ext uri="{FF2B5EF4-FFF2-40B4-BE49-F238E27FC236}">
                <a16:creationId xmlns:a16="http://schemas.microsoft.com/office/drawing/2014/main" id="{4003D62D-F651-2563-B57B-6C9DD213EA8D}"/>
              </a:ext>
            </a:extLst>
          </p:cNvPr>
          <p:cNvSpPr/>
          <p:nvPr/>
        </p:nvSpPr>
        <p:spPr>
          <a:xfrm>
            <a:off x="965465" y="2646690"/>
            <a:ext cx="1952400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872;p48">
            <a:extLst>
              <a:ext uri="{FF2B5EF4-FFF2-40B4-BE49-F238E27FC236}">
                <a16:creationId xmlns:a16="http://schemas.microsoft.com/office/drawing/2014/main" id="{3979B9BC-F37F-9030-25B2-00254389DFDD}"/>
              </a:ext>
            </a:extLst>
          </p:cNvPr>
          <p:cNvSpPr/>
          <p:nvPr/>
        </p:nvSpPr>
        <p:spPr>
          <a:xfrm>
            <a:off x="965464" y="3586812"/>
            <a:ext cx="2494385" cy="3381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4A7D0989-348D-C50D-4B2C-255235B0413A}"/>
              </a:ext>
            </a:extLst>
          </p:cNvPr>
          <p:cNvSpPr txBox="1"/>
          <p:nvPr/>
        </p:nvSpPr>
        <p:spPr>
          <a:xfrm>
            <a:off x="166437" y="3223963"/>
            <a:ext cx="3324900" cy="10849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4400" dirty="0">
                <a:solidFill>
                  <a:schemeClr val="tx1"/>
                </a:solidFill>
              </a:rPr>
              <a:t>      </a:t>
            </a:r>
            <a:r>
              <a:rPr lang="pt-BR" sz="1600" dirty="0">
                <a:solidFill>
                  <a:schemeClr val="tx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Venda/compra de ingresso</a:t>
            </a:r>
          </a:p>
          <a:p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32BB65F8-D29E-4B16-B18C-9C4F18021E25}"/>
              </a:ext>
            </a:extLst>
          </p:cNvPr>
          <p:cNvSpPr txBox="1"/>
          <p:nvPr/>
        </p:nvSpPr>
        <p:spPr>
          <a:xfrm>
            <a:off x="1271147" y="2640802"/>
            <a:ext cx="43909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tx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Edição de Filme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F841A17B-8216-95AF-A62D-44B0CAFEFD8C}"/>
              </a:ext>
            </a:extLst>
          </p:cNvPr>
          <p:cNvSpPr txBox="1"/>
          <p:nvPr/>
        </p:nvSpPr>
        <p:spPr>
          <a:xfrm>
            <a:off x="1220402" y="3073377"/>
            <a:ext cx="4431223" cy="33855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sz="1600" dirty="0">
                <a:solidFill>
                  <a:schemeClr val="tx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Edição na Sessões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52"/>
          <p:cNvSpPr/>
          <p:nvPr/>
        </p:nvSpPr>
        <p:spPr>
          <a:xfrm>
            <a:off x="870075" y="1944125"/>
            <a:ext cx="1952400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6" name="Google Shape;1096;p52"/>
          <p:cNvSpPr/>
          <p:nvPr/>
        </p:nvSpPr>
        <p:spPr>
          <a:xfrm>
            <a:off x="3579725" y="3374025"/>
            <a:ext cx="1952400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7" name="Google Shape;1097;p52"/>
          <p:cNvSpPr/>
          <p:nvPr/>
        </p:nvSpPr>
        <p:spPr>
          <a:xfrm>
            <a:off x="3579725" y="1944125"/>
            <a:ext cx="1952400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8" name="Google Shape;1098;p52"/>
          <p:cNvSpPr/>
          <p:nvPr/>
        </p:nvSpPr>
        <p:spPr>
          <a:xfrm>
            <a:off x="6297925" y="3374025"/>
            <a:ext cx="1952400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9" name="Google Shape;1099;p52"/>
          <p:cNvSpPr/>
          <p:nvPr/>
        </p:nvSpPr>
        <p:spPr>
          <a:xfrm>
            <a:off x="6289375" y="1944125"/>
            <a:ext cx="1952400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0" name="Google Shape;1100;p52"/>
          <p:cNvSpPr/>
          <p:nvPr/>
        </p:nvSpPr>
        <p:spPr>
          <a:xfrm>
            <a:off x="870075" y="3374025"/>
            <a:ext cx="1952400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1" name="Google Shape;1101;p52"/>
          <p:cNvSpPr txBox="1">
            <a:spLocks noGrp="1"/>
          </p:cNvSpPr>
          <p:nvPr>
            <p:ph type="subTitle" idx="13"/>
          </p:nvPr>
        </p:nvSpPr>
        <p:spPr>
          <a:xfrm>
            <a:off x="6449875" y="2338606"/>
            <a:ext cx="163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Versão </a:t>
            </a:r>
            <a:r>
              <a:rPr lang="pt-BR" dirty="0"/>
              <a:t>101.0.1210.53</a:t>
            </a:r>
            <a:endParaRPr dirty="0"/>
          </a:p>
        </p:txBody>
      </p:sp>
      <p:sp>
        <p:nvSpPr>
          <p:cNvPr id="1102" name="Google Shape;1102;p52"/>
          <p:cNvSpPr txBox="1">
            <a:spLocks noGrp="1"/>
          </p:cNvSpPr>
          <p:nvPr>
            <p:ph type="subTitle" idx="15"/>
          </p:nvPr>
        </p:nvSpPr>
        <p:spPr>
          <a:xfrm>
            <a:off x="6458425" y="3779106"/>
            <a:ext cx="163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Versão </a:t>
            </a:r>
            <a:r>
              <a:rPr lang="pt-BR" dirty="0"/>
              <a:t>Windows 63.0.3368.53</a:t>
            </a:r>
            <a:endParaRPr dirty="0"/>
          </a:p>
        </p:txBody>
      </p:sp>
      <p:sp>
        <p:nvSpPr>
          <p:cNvPr id="1103" name="Google Shape;1103;p52"/>
          <p:cNvSpPr txBox="1">
            <a:spLocks noGrp="1"/>
          </p:cNvSpPr>
          <p:nvPr>
            <p:ph type="title" idx="9"/>
          </p:nvPr>
        </p:nvSpPr>
        <p:spPr>
          <a:xfrm>
            <a:off x="6449875" y="2017025"/>
            <a:ext cx="16314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Edge</a:t>
            </a:r>
            <a:endParaRPr dirty="0"/>
          </a:p>
        </p:txBody>
      </p:sp>
      <p:sp>
        <p:nvSpPr>
          <p:cNvPr id="1104" name="Google Shape;1104;p52"/>
          <p:cNvSpPr txBox="1">
            <a:spLocks noGrp="1"/>
          </p:cNvSpPr>
          <p:nvPr>
            <p:ph type="title" idx="14"/>
          </p:nvPr>
        </p:nvSpPr>
        <p:spPr>
          <a:xfrm>
            <a:off x="6458425" y="3457525"/>
            <a:ext cx="16314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Opera</a:t>
            </a:r>
            <a:endParaRPr dirty="0"/>
          </a:p>
        </p:txBody>
      </p:sp>
      <p:sp>
        <p:nvSpPr>
          <p:cNvPr id="1105" name="Google Shape;1105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Onde</a:t>
            </a:r>
            <a:r>
              <a:rPr lang="en" dirty="0"/>
              <a:t> ele funciona?</a:t>
            </a:r>
            <a:endParaRPr dirty="0"/>
          </a:p>
        </p:txBody>
      </p:sp>
      <p:sp>
        <p:nvSpPr>
          <p:cNvPr id="1106" name="Google Shape;1106;p52"/>
          <p:cNvSpPr txBox="1">
            <a:spLocks noGrp="1"/>
          </p:cNvSpPr>
          <p:nvPr>
            <p:ph type="title" idx="2"/>
          </p:nvPr>
        </p:nvSpPr>
        <p:spPr>
          <a:xfrm>
            <a:off x="1030575" y="2017025"/>
            <a:ext cx="16314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Chrome</a:t>
            </a:r>
            <a:endParaRPr dirty="0"/>
          </a:p>
        </p:txBody>
      </p:sp>
      <p:sp>
        <p:nvSpPr>
          <p:cNvPr id="1107" name="Google Shape;1107;p52"/>
          <p:cNvSpPr txBox="1">
            <a:spLocks noGrp="1"/>
          </p:cNvSpPr>
          <p:nvPr>
            <p:ph type="subTitle" idx="1"/>
          </p:nvPr>
        </p:nvSpPr>
        <p:spPr>
          <a:xfrm>
            <a:off x="1030575" y="2338606"/>
            <a:ext cx="163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Versão 102.0.5005.62</a:t>
            </a:r>
            <a:endParaRPr dirty="0"/>
          </a:p>
        </p:txBody>
      </p:sp>
      <p:sp>
        <p:nvSpPr>
          <p:cNvPr id="1108" name="Google Shape;1108;p52"/>
          <p:cNvSpPr txBox="1">
            <a:spLocks noGrp="1"/>
          </p:cNvSpPr>
          <p:nvPr>
            <p:ph type="title" idx="3"/>
          </p:nvPr>
        </p:nvSpPr>
        <p:spPr>
          <a:xfrm>
            <a:off x="3740225" y="2017025"/>
            <a:ext cx="16314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Firefox</a:t>
            </a:r>
            <a:endParaRPr dirty="0"/>
          </a:p>
        </p:txBody>
      </p:sp>
      <p:sp>
        <p:nvSpPr>
          <p:cNvPr id="1109" name="Google Shape;1109;p52"/>
          <p:cNvSpPr txBox="1">
            <a:spLocks noGrp="1"/>
          </p:cNvSpPr>
          <p:nvPr>
            <p:ph type="subTitle" idx="4"/>
          </p:nvPr>
        </p:nvSpPr>
        <p:spPr>
          <a:xfrm>
            <a:off x="3740225" y="2338606"/>
            <a:ext cx="163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Versão 100.0 (3 de maio de 2022)</a:t>
            </a:r>
            <a:endParaRPr lang="en-US" dirty="0"/>
          </a:p>
        </p:txBody>
      </p:sp>
      <p:sp>
        <p:nvSpPr>
          <p:cNvPr id="1110" name="Google Shape;1110;p52"/>
          <p:cNvSpPr txBox="1">
            <a:spLocks noGrp="1"/>
          </p:cNvSpPr>
          <p:nvPr>
            <p:ph type="title" idx="5"/>
          </p:nvPr>
        </p:nvSpPr>
        <p:spPr>
          <a:xfrm>
            <a:off x="1030575" y="3457525"/>
            <a:ext cx="16314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IOS mobile</a:t>
            </a:r>
            <a:endParaRPr dirty="0"/>
          </a:p>
        </p:txBody>
      </p:sp>
      <p:sp>
        <p:nvSpPr>
          <p:cNvPr id="1111" name="Google Shape;1111;p52"/>
          <p:cNvSpPr txBox="1">
            <a:spLocks noGrp="1"/>
          </p:cNvSpPr>
          <p:nvPr>
            <p:ph type="subTitle" idx="6"/>
          </p:nvPr>
        </p:nvSpPr>
        <p:spPr>
          <a:xfrm>
            <a:off x="1030575" y="3779106"/>
            <a:ext cx="163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</a:t>
            </a:r>
            <a:r>
              <a:rPr lang="en" dirty="0"/>
              <a:t>ersão 15.5</a:t>
            </a:r>
            <a:endParaRPr lang="pt-BR" dirty="0"/>
          </a:p>
        </p:txBody>
      </p:sp>
      <p:sp>
        <p:nvSpPr>
          <p:cNvPr id="1112" name="Google Shape;1112;p52"/>
          <p:cNvSpPr txBox="1">
            <a:spLocks noGrp="1"/>
          </p:cNvSpPr>
          <p:nvPr>
            <p:ph type="title" idx="7"/>
          </p:nvPr>
        </p:nvSpPr>
        <p:spPr>
          <a:xfrm>
            <a:off x="3740225" y="3457525"/>
            <a:ext cx="1631400" cy="19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Android</a:t>
            </a:r>
            <a:endParaRPr dirty="0"/>
          </a:p>
        </p:txBody>
      </p:sp>
      <p:sp>
        <p:nvSpPr>
          <p:cNvPr id="1113" name="Google Shape;1113;p52"/>
          <p:cNvSpPr txBox="1">
            <a:spLocks noGrp="1"/>
          </p:cNvSpPr>
          <p:nvPr>
            <p:ph type="subTitle" idx="8"/>
          </p:nvPr>
        </p:nvSpPr>
        <p:spPr>
          <a:xfrm>
            <a:off x="3740225" y="3779106"/>
            <a:ext cx="1631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V</a:t>
            </a:r>
            <a:r>
              <a:rPr lang="en" dirty="0"/>
              <a:t>ersão 12</a:t>
            </a:r>
            <a:endParaRPr dirty="0"/>
          </a:p>
        </p:txBody>
      </p:sp>
      <p:sp>
        <p:nvSpPr>
          <p:cNvPr id="1114" name="Google Shape;1114;p52"/>
          <p:cNvSpPr/>
          <p:nvPr/>
        </p:nvSpPr>
        <p:spPr>
          <a:xfrm>
            <a:off x="2475825" y="1944125"/>
            <a:ext cx="338100" cy="3381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5352EE">
                <a:alpha val="2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52"/>
          <p:cNvSpPr/>
          <p:nvPr/>
        </p:nvSpPr>
        <p:spPr>
          <a:xfrm>
            <a:off x="5204881" y="1944125"/>
            <a:ext cx="338100" cy="3381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5352EE">
                <a:alpha val="2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6" name="Google Shape;1116;p52"/>
          <p:cNvSpPr/>
          <p:nvPr/>
        </p:nvSpPr>
        <p:spPr>
          <a:xfrm>
            <a:off x="5204881" y="3374902"/>
            <a:ext cx="338100" cy="338100"/>
          </a:xfrm>
          <a:prstGeom prst="ellipse">
            <a:avLst/>
          </a:prstGeom>
          <a:solidFill>
            <a:schemeClr val="accent5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5352EE">
                <a:alpha val="2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p52"/>
          <p:cNvSpPr/>
          <p:nvPr/>
        </p:nvSpPr>
        <p:spPr>
          <a:xfrm>
            <a:off x="7903681" y="1944125"/>
            <a:ext cx="338100" cy="3381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5352EE">
                <a:alpha val="2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8" name="Google Shape;1118;p52"/>
          <p:cNvSpPr/>
          <p:nvPr/>
        </p:nvSpPr>
        <p:spPr>
          <a:xfrm>
            <a:off x="7913404" y="3374888"/>
            <a:ext cx="338100" cy="3381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5352EE">
                <a:alpha val="2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p52"/>
          <p:cNvSpPr/>
          <p:nvPr/>
        </p:nvSpPr>
        <p:spPr>
          <a:xfrm>
            <a:off x="2475825" y="3374025"/>
            <a:ext cx="338100" cy="3381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5352EE">
                <a:alpha val="2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6" name="Picture 2" descr="Opera Logo – Navegador Opera Logo – Opera Browser Logo – PNG e Vetor –  Download de Logo">
            <a:extLst>
              <a:ext uri="{FF2B5EF4-FFF2-40B4-BE49-F238E27FC236}">
                <a16:creationId xmlns:a16="http://schemas.microsoft.com/office/drawing/2014/main" id="{F45F117B-DED8-DE0B-DDC2-FE8D9BE36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2576" y="3446426"/>
            <a:ext cx="214497" cy="214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oogle Chrome Logo – PNG e Vetor – Download de Logo">
            <a:extLst>
              <a:ext uri="{FF2B5EF4-FFF2-40B4-BE49-F238E27FC236}">
                <a16:creationId xmlns:a16="http://schemas.microsoft.com/office/drawing/2014/main" id="{1A3F8AC0-B1B2-67AD-859F-E36529CD73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0575" y="1995225"/>
            <a:ext cx="228599" cy="228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4CA28AE5-E34A-ABDE-9F8F-B5B7AF994C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8415" y="1986803"/>
            <a:ext cx="237715" cy="245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CC09F730-5F26-24A3-68BC-BB7FBADBF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2783" y="-480814"/>
            <a:ext cx="45719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android-logo-png-transparent ⋆ Altyra - Desenvolvimento de Software">
            <a:extLst>
              <a:ext uri="{FF2B5EF4-FFF2-40B4-BE49-F238E27FC236}">
                <a16:creationId xmlns:a16="http://schemas.microsoft.com/office/drawing/2014/main" id="{E2C246FF-8223-A783-7E37-298C58C3D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8018" y="3428194"/>
            <a:ext cx="205154" cy="229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>
            <a:extLst>
              <a:ext uri="{FF2B5EF4-FFF2-40B4-BE49-F238E27FC236}">
                <a16:creationId xmlns:a16="http://schemas.microsoft.com/office/drawing/2014/main" id="{B47186DC-9ACB-58AB-4E2B-D904F0B2E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2655" y="1991053"/>
            <a:ext cx="240152" cy="240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>
            <a:extLst>
              <a:ext uri="{FF2B5EF4-FFF2-40B4-BE49-F238E27FC236}">
                <a16:creationId xmlns:a16="http://schemas.microsoft.com/office/drawing/2014/main" id="{DB3AC5F3-64A9-AD8B-3A09-2157E4513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2472" y="3387975"/>
            <a:ext cx="224804" cy="276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8" name="Google Shape;1698;p64"/>
          <p:cNvGrpSpPr/>
          <p:nvPr/>
        </p:nvGrpSpPr>
        <p:grpSpPr>
          <a:xfrm>
            <a:off x="488971" y="2265995"/>
            <a:ext cx="8107168" cy="1911679"/>
            <a:chOff x="488971" y="2265995"/>
            <a:chExt cx="8107168" cy="1911679"/>
          </a:xfrm>
        </p:grpSpPr>
        <p:sp>
          <p:nvSpPr>
            <p:cNvPr id="1699" name="Google Shape;1699;p64"/>
            <p:cNvSpPr/>
            <p:nvPr/>
          </p:nvSpPr>
          <p:spPr>
            <a:xfrm>
              <a:off x="7927165" y="2265995"/>
              <a:ext cx="542155" cy="1716985"/>
            </a:xfrm>
            <a:custGeom>
              <a:avLst/>
              <a:gdLst/>
              <a:ahLst/>
              <a:cxnLst/>
              <a:rect l="l" t="t" r="r" b="b"/>
              <a:pathLst>
                <a:path w="28348" h="89777" extrusionOk="0">
                  <a:moveTo>
                    <a:pt x="22990" y="0"/>
                  </a:moveTo>
                  <a:cubicBezTo>
                    <a:pt x="20759" y="0"/>
                    <a:pt x="19253" y="2249"/>
                    <a:pt x="18933" y="4480"/>
                  </a:cubicBezTo>
                  <a:cubicBezTo>
                    <a:pt x="18764" y="5765"/>
                    <a:pt x="18764" y="7016"/>
                    <a:pt x="18764" y="8215"/>
                  </a:cubicBezTo>
                  <a:cubicBezTo>
                    <a:pt x="18764" y="10616"/>
                    <a:pt x="18764" y="12881"/>
                    <a:pt x="17445" y="15281"/>
                  </a:cubicBezTo>
                  <a:cubicBezTo>
                    <a:pt x="16634" y="16769"/>
                    <a:pt x="15535" y="18071"/>
                    <a:pt x="14453" y="19322"/>
                  </a:cubicBezTo>
                  <a:cubicBezTo>
                    <a:pt x="13693" y="20235"/>
                    <a:pt x="12881" y="21181"/>
                    <a:pt x="12221" y="22178"/>
                  </a:cubicBezTo>
                  <a:cubicBezTo>
                    <a:pt x="9839" y="25694"/>
                    <a:pt x="9010" y="30005"/>
                    <a:pt x="9805" y="34653"/>
                  </a:cubicBezTo>
                  <a:cubicBezTo>
                    <a:pt x="10515" y="38795"/>
                    <a:pt x="9433" y="42090"/>
                    <a:pt x="6052" y="46030"/>
                  </a:cubicBezTo>
                  <a:cubicBezTo>
                    <a:pt x="3077" y="49512"/>
                    <a:pt x="1" y="53096"/>
                    <a:pt x="964" y="58167"/>
                  </a:cubicBezTo>
                  <a:cubicBezTo>
                    <a:pt x="1302" y="59958"/>
                    <a:pt x="2131" y="61716"/>
                    <a:pt x="2924" y="63441"/>
                  </a:cubicBezTo>
                  <a:cubicBezTo>
                    <a:pt x="4311" y="66364"/>
                    <a:pt x="5714" y="69391"/>
                    <a:pt x="4885" y="72772"/>
                  </a:cubicBezTo>
                  <a:cubicBezTo>
                    <a:pt x="4599" y="73921"/>
                    <a:pt x="4040" y="74985"/>
                    <a:pt x="3517" y="75999"/>
                  </a:cubicBezTo>
                  <a:cubicBezTo>
                    <a:pt x="3246" y="76524"/>
                    <a:pt x="2958" y="77065"/>
                    <a:pt x="2722" y="77606"/>
                  </a:cubicBezTo>
                  <a:cubicBezTo>
                    <a:pt x="1741" y="79837"/>
                    <a:pt x="1471" y="82186"/>
                    <a:pt x="1978" y="84248"/>
                  </a:cubicBezTo>
                  <a:cubicBezTo>
                    <a:pt x="2367" y="85905"/>
                    <a:pt x="3314" y="87426"/>
                    <a:pt x="4565" y="88441"/>
                  </a:cubicBezTo>
                  <a:cubicBezTo>
                    <a:pt x="5020" y="88813"/>
                    <a:pt x="5494" y="89101"/>
                    <a:pt x="6001" y="89320"/>
                  </a:cubicBezTo>
                  <a:cubicBezTo>
                    <a:pt x="6677" y="89624"/>
                    <a:pt x="7472" y="89777"/>
                    <a:pt x="8401" y="89777"/>
                  </a:cubicBezTo>
                  <a:cubicBezTo>
                    <a:pt x="10768" y="89777"/>
                    <a:pt x="13727" y="88762"/>
                    <a:pt x="15552" y="87309"/>
                  </a:cubicBezTo>
                  <a:cubicBezTo>
                    <a:pt x="18527" y="84976"/>
                    <a:pt x="18392" y="81866"/>
                    <a:pt x="18239" y="78569"/>
                  </a:cubicBezTo>
                  <a:cubicBezTo>
                    <a:pt x="18122" y="75932"/>
                    <a:pt x="18003" y="73227"/>
                    <a:pt x="19456" y="70777"/>
                  </a:cubicBezTo>
                  <a:cubicBezTo>
                    <a:pt x="20099" y="69661"/>
                    <a:pt x="20910" y="68647"/>
                    <a:pt x="21671" y="67649"/>
                  </a:cubicBezTo>
                  <a:cubicBezTo>
                    <a:pt x="22972" y="65976"/>
                    <a:pt x="24207" y="64403"/>
                    <a:pt x="24832" y="62426"/>
                  </a:cubicBezTo>
                  <a:cubicBezTo>
                    <a:pt x="25796" y="59418"/>
                    <a:pt x="24967" y="56172"/>
                    <a:pt x="24122" y="53670"/>
                  </a:cubicBezTo>
                  <a:cubicBezTo>
                    <a:pt x="23885" y="52994"/>
                    <a:pt x="23632" y="52300"/>
                    <a:pt x="23396" y="51624"/>
                  </a:cubicBezTo>
                  <a:cubicBezTo>
                    <a:pt x="22600" y="49444"/>
                    <a:pt x="21789" y="47195"/>
                    <a:pt x="21536" y="44846"/>
                  </a:cubicBezTo>
                  <a:cubicBezTo>
                    <a:pt x="21282" y="42226"/>
                    <a:pt x="21773" y="40096"/>
                    <a:pt x="23057" y="38304"/>
                  </a:cubicBezTo>
                  <a:cubicBezTo>
                    <a:pt x="23396" y="37831"/>
                    <a:pt x="23767" y="37391"/>
                    <a:pt x="24122" y="36952"/>
                  </a:cubicBezTo>
                  <a:cubicBezTo>
                    <a:pt x="24680" y="36259"/>
                    <a:pt x="25271" y="35532"/>
                    <a:pt x="25728" y="34754"/>
                  </a:cubicBezTo>
                  <a:cubicBezTo>
                    <a:pt x="27638" y="31441"/>
                    <a:pt x="26826" y="28078"/>
                    <a:pt x="25947" y="24511"/>
                  </a:cubicBezTo>
                  <a:cubicBezTo>
                    <a:pt x="25187" y="21434"/>
                    <a:pt x="24410" y="18274"/>
                    <a:pt x="25508" y="15130"/>
                  </a:cubicBezTo>
                  <a:cubicBezTo>
                    <a:pt x="25812" y="14267"/>
                    <a:pt x="26218" y="13439"/>
                    <a:pt x="26623" y="12644"/>
                  </a:cubicBezTo>
                  <a:cubicBezTo>
                    <a:pt x="26860" y="12155"/>
                    <a:pt x="27097" y="11647"/>
                    <a:pt x="27317" y="11157"/>
                  </a:cubicBezTo>
                  <a:cubicBezTo>
                    <a:pt x="28162" y="9213"/>
                    <a:pt x="28348" y="6745"/>
                    <a:pt x="27790" y="4530"/>
                  </a:cubicBezTo>
                  <a:cubicBezTo>
                    <a:pt x="27317" y="2637"/>
                    <a:pt x="26150" y="1082"/>
                    <a:pt x="24663" y="390"/>
                  </a:cubicBezTo>
                  <a:cubicBezTo>
                    <a:pt x="24105" y="135"/>
                    <a:pt x="23531" y="0"/>
                    <a:pt x="229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0" name="Google Shape;1700;p64"/>
            <p:cNvGrpSpPr/>
            <p:nvPr/>
          </p:nvGrpSpPr>
          <p:grpSpPr>
            <a:xfrm flipH="1">
              <a:off x="488971" y="2485268"/>
              <a:ext cx="1127133" cy="1507198"/>
              <a:chOff x="7504145" y="1461391"/>
              <a:chExt cx="1127133" cy="1507198"/>
            </a:xfrm>
          </p:grpSpPr>
          <p:sp>
            <p:nvSpPr>
              <p:cNvPr id="1701" name="Google Shape;1701;p64"/>
              <p:cNvSpPr/>
              <p:nvPr/>
            </p:nvSpPr>
            <p:spPr>
              <a:xfrm flipH="1">
                <a:off x="7504145" y="1461391"/>
                <a:ext cx="943514" cy="128894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29624" extrusionOk="0">
                    <a:moveTo>
                      <a:pt x="2926" y="0"/>
                    </a:moveTo>
                    <a:cubicBezTo>
                      <a:pt x="2543" y="0"/>
                      <a:pt x="2202" y="204"/>
                      <a:pt x="2009" y="397"/>
                    </a:cubicBezTo>
                    <a:cubicBezTo>
                      <a:pt x="0" y="2406"/>
                      <a:pt x="3424" y="4392"/>
                      <a:pt x="4292" y="5830"/>
                    </a:cubicBezTo>
                    <a:cubicBezTo>
                      <a:pt x="4862" y="7245"/>
                      <a:pt x="4292" y="8957"/>
                      <a:pt x="3995" y="10395"/>
                    </a:cubicBezTo>
                    <a:cubicBezTo>
                      <a:pt x="3995" y="11810"/>
                      <a:pt x="4292" y="13248"/>
                      <a:pt x="5707" y="14093"/>
                    </a:cubicBezTo>
                    <a:cubicBezTo>
                      <a:pt x="6574" y="14663"/>
                      <a:pt x="7419" y="15234"/>
                      <a:pt x="7989" y="16101"/>
                    </a:cubicBezTo>
                    <a:cubicBezTo>
                      <a:pt x="8857" y="17243"/>
                      <a:pt x="9131" y="18658"/>
                      <a:pt x="9131" y="20096"/>
                    </a:cubicBezTo>
                    <a:cubicBezTo>
                      <a:pt x="8857" y="21237"/>
                      <a:pt x="8560" y="22652"/>
                      <a:pt x="8560" y="24090"/>
                    </a:cubicBezTo>
                    <a:cubicBezTo>
                      <a:pt x="8560" y="24935"/>
                      <a:pt x="8560" y="26373"/>
                      <a:pt x="9427" y="27217"/>
                    </a:cubicBezTo>
                    <a:lnTo>
                      <a:pt x="9427" y="27514"/>
                    </a:lnTo>
                    <a:cubicBezTo>
                      <a:pt x="10272" y="28358"/>
                      <a:pt x="11413" y="28929"/>
                      <a:pt x="12280" y="29500"/>
                    </a:cubicBezTo>
                    <a:cubicBezTo>
                      <a:pt x="12530" y="29587"/>
                      <a:pt x="12831" y="29623"/>
                      <a:pt x="13153" y="29623"/>
                    </a:cubicBezTo>
                    <a:cubicBezTo>
                      <a:pt x="13922" y="29623"/>
                      <a:pt x="14812" y="29419"/>
                      <a:pt x="15408" y="29226"/>
                    </a:cubicBezTo>
                    <a:cubicBezTo>
                      <a:pt x="17416" y="28655"/>
                      <a:pt x="19402" y="27217"/>
                      <a:pt x="20269" y="25231"/>
                    </a:cubicBezTo>
                    <a:cubicBezTo>
                      <a:pt x="21684" y="22081"/>
                      <a:pt x="20543" y="18087"/>
                      <a:pt x="17690" y="16101"/>
                    </a:cubicBezTo>
                    <a:cubicBezTo>
                      <a:pt x="16846" y="15531"/>
                      <a:pt x="15978" y="15234"/>
                      <a:pt x="15408" y="14389"/>
                    </a:cubicBezTo>
                    <a:cubicBezTo>
                      <a:pt x="14266" y="13248"/>
                      <a:pt x="13992" y="10966"/>
                      <a:pt x="13422" y="9528"/>
                    </a:cubicBezTo>
                    <a:cubicBezTo>
                      <a:pt x="11413" y="5259"/>
                      <a:pt x="7715" y="7245"/>
                      <a:pt x="6277" y="4689"/>
                    </a:cubicBezTo>
                    <a:cubicBezTo>
                      <a:pt x="5707" y="3547"/>
                      <a:pt x="5433" y="2680"/>
                      <a:pt x="5136" y="1539"/>
                    </a:cubicBezTo>
                    <a:cubicBezTo>
                      <a:pt x="4862" y="968"/>
                      <a:pt x="4292" y="124"/>
                      <a:pt x="3424" y="124"/>
                    </a:cubicBezTo>
                    <a:cubicBezTo>
                      <a:pt x="3256" y="36"/>
                      <a:pt x="3087" y="0"/>
                      <a:pt x="29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2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Google Shape;1702;p64"/>
              <p:cNvSpPr/>
              <p:nvPr/>
            </p:nvSpPr>
            <p:spPr>
              <a:xfrm flipH="1">
                <a:off x="7687763" y="1679649"/>
                <a:ext cx="943514" cy="128894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29624" extrusionOk="0">
                    <a:moveTo>
                      <a:pt x="2926" y="0"/>
                    </a:moveTo>
                    <a:cubicBezTo>
                      <a:pt x="2543" y="0"/>
                      <a:pt x="2202" y="204"/>
                      <a:pt x="2009" y="397"/>
                    </a:cubicBezTo>
                    <a:cubicBezTo>
                      <a:pt x="0" y="2406"/>
                      <a:pt x="3424" y="4392"/>
                      <a:pt x="4292" y="5830"/>
                    </a:cubicBezTo>
                    <a:cubicBezTo>
                      <a:pt x="4862" y="7245"/>
                      <a:pt x="4292" y="8957"/>
                      <a:pt x="3995" y="10395"/>
                    </a:cubicBezTo>
                    <a:cubicBezTo>
                      <a:pt x="3995" y="11810"/>
                      <a:pt x="4292" y="13248"/>
                      <a:pt x="5707" y="14093"/>
                    </a:cubicBezTo>
                    <a:cubicBezTo>
                      <a:pt x="6574" y="14663"/>
                      <a:pt x="7419" y="15234"/>
                      <a:pt x="7989" y="16101"/>
                    </a:cubicBezTo>
                    <a:cubicBezTo>
                      <a:pt x="8857" y="17243"/>
                      <a:pt x="9131" y="18658"/>
                      <a:pt x="9131" y="20096"/>
                    </a:cubicBezTo>
                    <a:cubicBezTo>
                      <a:pt x="8857" y="21237"/>
                      <a:pt x="8560" y="22652"/>
                      <a:pt x="8560" y="24090"/>
                    </a:cubicBezTo>
                    <a:cubicBezTo>
                      <a:pt x="8560" y="24935"/>
                      <a:pt x="8560" y="26373"/>
                      <a:pt x="9427" y="27217"/>
                    </a:cubicBezTo>
                    <a:lnTo>
                      <a:pt x="9427" y="27514"/>
                    </a:lnTo>
                    <a:cubicBezTo>
                      <a:pt x="10272" y="28358"/>
                      <a:pt x="11413" y="28929"/>
                      <a:pt x="12280" y="29500"/>
                    </a:cubicBezTo>
                    <a:cubicBezTo>
                      <a:pt x="12530" y="29587"/>
                      <a:pt x="12831" y="29623"/>
                      <a:pt x="13153" y="29623"/>
                    </a:cubicBezTo>
                    <a:cubicBezTo>
                      <a:pt x="13922" y="29623"/>
                      <a:pt x="14812" y="29419"/>
                      <a:pt x="15408" y="29226"/>
                    </a:cubicBezTo>
                    <a:cubicBezTo>
                      <a:pt x="17416" y="28655"/>
                      <a:pt x="19402" y="27217"/>
                      <a:pt x="20269" y="25231"/>
                    </a:cubicBezTo>
                    <a:cubicBezTo>
                      <a:pt x="21684" y="22081"/>
                      <a:pt x="20543" y="18087"/>
                      <a:pt x="17690" y="16101"/>
                    </a:cubicBezTo>
                    <a:cubicBezTo>
                      <a:pt x="16846" y="15531"/>
                      <a:pt x="15978" y="15234"/>
                      <a:pt x="15408" y="14389"/>
                    </a:cubicBezTo>
                    <a:cubicBezTo>
                      <a:pt x="14266" y="13248"/>
                      <a:pt x="13992" y="10966"/>
                      <a:pt x="13422" y="9528"/>
                    </a:cubicBezTo>
                    <a:cubicBezTo>
                      <a:pt x="11413" y="5259"/>
                      <a:pt x="7715" y="7245"/>
                      <a:pt x="6277" y="4689"/>
                    </a:cubicBezTo>
                    <a:cubicBezTo>
                      <a:pt x="5707" y="3547"/>
                      <a:pt x="5433" y="2680"/>
                      <a:pt x="5136" y="1539"/>
                    </a:cubicBezTo>
                    <a:cubicBezTo>
                      <a:pt x="4862" y="968"/>
                      <a:pt x="4292" y="124"/>
                      <a:pt x="3424" y="124"/>
                    </a:cubicBezTo>
                    <a:cubicBezTo>
                      <a:pt x="3256" y="36"/>
                      <a:pt x="3087" y="0"/>
                      <a:pt x="29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2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03" name="Google Shape;1703;p64"/>
            <p:cNvGrpSpPr/>
            <p:nvPr/>
          </p:nvGrpSpPr>
          <p:grpSpPr>
            <a:xfrm rot="6934250">
              <a:off x="8198242" y="3853825"/>
              <a:ext cx="449124" cy="169419"/>
              <a:chOff x="6872640" y="3300197"/>
              <a:chExt cx="620134" cy="233914"/>
            </a:xfrm>
          </p:grpSpPr>
          <p:sp>
            <p:nvSpPr>
              <p:cNvPr id="1704" name="Google Shape;1704;p64"/>
              <p:cNvSpPr/>
              <p:nvPr/>
            </p:nvSpPr>
            <p:spPr>
              <a:xfrm>
                <a:off x="7282174" y="3300197"/>
                <a:ext cx="210600" cy="210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64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06" name="Google Shape;1706;p64"/>
          <p:cNvSpPr/>
          <p:nvPr/>
        </p:nvSpPr>
        <p:spPr>
          <a:xfrm>
            <a:off x="952500" y="1586750"/>
            <a:ext cx="7239000" cy="2665654"/>
          </a:xfrm>
          <a:prstGeom prst="roundRect">
            <a:avLst>
              <a:gd name="adj" fmla="val 6068"/>
            </a:avLst>
          </a:prstGeom>
          <a:solidFill>
            <a:schemeClr val="lt1"/>
          </a:solidFill>
          <a:ln>
            <a:noFill/>
          </a:ln>
          <a:effectLst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07" name="Google Shape;1707;p64"/>
          <p:cNvGrpSpPr/>
          <p:nvPr/>
        </p:nvGrpSpPr>
        <p:grpSpPr>
          <a:xfrm>
            <a:off x="1103049" y="2205671"/>
            <a:ext cx="202362" cy="1385957"/>
            <a:chOff x="1103049" y="2205671"/>
            <a:chExt cx="202362" cy="1385957"/>
          </a:xfrm>
        </p:grpSpPr>
        <p:sp>
          <p:nvSpPr>
            <p:cNvPr id="1708" name="Google Shape;1708;p64"/>
            <p:cNvSpPr/>
            <p:nvPr/>
          </p:nvSpPr>
          <p:spPr>
            <a:xfrm>
              <a:off x="1103049" y="2599956"/>
              <a:ext cx="202362" cy="202340"/>
            </a:xfrm>
            <a:custGeom>
              <a:avLst/>
              <a:gdLst/>
              <a:ahLst/>
              <a:cxnLst/>
              <a:rect l="l" t="t" r="r" b="b"/>
              <a:pathLst>
                <a:path w="9030" h="9029" extrusionOk="0">
                  <a:moveTo>
                    <a:pt x="4523" y="1"/>
                  </a:moveTo>
                  <a:cubicBezTo>
                    <a:pt x="2018" y="1"/>
                    <a:pt x="1" y="2017"/>
                    <a:pt x="1" y="4523"/>
                  </a:cubicBezTo>
                  <a:cubicBezTo>
                    <a:pt x="1" y="7012"/>
                    <a:pt x="2018" y="9029"/>
                    <a:pt x="4523" y="9029"/>
                  </a:cubicBezTo>
                  <a:cubicBezTo>
                    <a:pt x="7013" y="9029"/>
                    <a:pt x="9029" y="7012"/>
                    <a:pt x="9029" y="4523"/>
                  </a:cubicBezTo>
                  <a:cubicBezTo>
                    <a:pt x="9029" y="2017"/>
                    <a:pt x="7013" y="1"/>
                    <a:pt x="45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64"/>
            <p:cNvSpPr/>
            <p:nvPr/>
          </p:nvSpPr>
          <p:spPr>
            <a:xfrm>
              <a:off x="1103049" y="2205671"/>
              <a:ext cx="202362" cy="202340"/>
            </a:xfrm>
            <a:custGeom>
              <a:avLst/>
              <a:gdLst/>
              <a:ahLst/>
              <a:cxnLst/>
              <a:rect l="l" t="t" r="r" b="b"/>
              <a:pathLst>
                <a:path w="9030" h="9029" extrusionOk="0">
                  <a:moveTo>
                    <a:pt x="4523" y="0"/>
                  </a:moveTo>
                  <a:cubicBezTo>
                    <a:pt x="2018" y="0"/>
                    <a:pt x="1" y="2017"/>
                    <a:pt x="1" y="4506"/>
                  </a:cubicBezTo>
                  <a:cubicBezTo>
                    <a:pt x="1" y="6995"/>
                    <a:pt x="2018" y="9029"/>
                    <a:pt x="4523" y="9029"/>
                  </a:cubicBezTo>
                  <a:cubicBezTo>
                    <a:pt x="7013" y="9029"/>
                    <a:pt x="9029" y="6995"/>
                    <a:pt x="9029" y="4506"/>
                  </a:cubicBezTo>
                  <a:cubicBezTo>
                    <a:pt x="9029" y="2017"/>
                    <a:pt x="7013" y="0"/>
                    <a:pt x="45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64"/>
            <p:cNvSpPr/>
            <p:nvPr/>
          </p:nvSpPr>
          <p:spPr>
            <a:xfrm>
              <a:off x="1103049" y="2994241"/>
              <a:ext cx="202362" cy="202721"/>
            </a:xfrm>
            <a:custGeom>
              <a:avLst/>
              <a:gdLst/>
              <a:ahLst/>
              <a:cxnLst/>
              <a:rect l="l" t="t" r="r" b="b"/>
              <a:pathLst>
                <a:path w="9030" h="9046" extrusionOk="0">
                  <a:moveTo>
                    <a:pt x="4523" y="0"/>
                  </a:moveTo>
                  <a:cubicBezTo>
                    <a:pt x="2018" y="0"/>
                    <a:pt x="1" y="2034"/>
                    <a:pt x="1" y="4523"/>
                  </a:cubicBezTo>
                  <a:cubicBezTo>
                    <a:pt x="1" y="7012"/>
                    <a:pt x="2018" y="9045"/>
                    <a:pt x="4523" y="9045"/>
                  </a:cubicBezTo>
                  <a:cubicBezTo>
                    <a:pt x="7013" y="9045"/>
                    <a:pt x="9029" y="7012"/>
                    <a:pt x="9029" y="4523"/>
                  </a:cubicBezTo>
                  <a:cubicBezTo>
                    <a:pt x="9029" y="2034"/>
                    <a:pt x="7013" y="0"/>
                    <a:pt x="45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64"/>
            <p:cNvSpPr/>
            <p:nvPr/>
          </p:nvSpPr>
          <p:spPr>
            <a:xfrm>
              <a:off x="1103049" y="3388907"/>
              <a:ext cx="202362" cy="202721"/>
            </a:xfrm>
            <a:custGeom>
              <a:avLst/>
              <a:gdLst/>
              <a:ahLst/>
              <a:cxnLst/>
              <a:rect l="l" t="t" r="r" b="b"/>
              <a:pathLst>
                <a:path w="9030" h="9046" extrusionOk="0">
                  <a:moveTo>
                    <a:pt x="4523" y="0"/>
                  </a:moveTo>
                  <a:cubicBezTo>
                    <a:pt x="2018" y="0"/>
                    <a:pt x="1" y="2034"/>
                    <a:pt x="1" y="4523"/>
                  </a:cubicBezTo>
                  <a:cubicBezTo>
                    <a:pt x="1" y="7012"/>
                    <a:pt x="2018" y="9045"/>
                    <a:pt x="4523" y="9045"/>
                  </a:cubicBezTo>
                  <a:cubicBezTo>
                    <a:pt x="7013" y="9045"/>
                    <a:pt x="9029" y="7012"/>
                    <a:pt x="9029" y="4523"/>
                  </a:cubicBezTo>
                  <a:cubicBezTo>
                    <a:pt x="9029" y="2034"/>
                    <a:pt x="7013" y="0"/>
                    <a:pt x="45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6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2" name="Google Shape;1712;p64"/>
          <p:cNvSpPr/>
          <p:nvPr/>
        </p:nvSpPr>
        <p:spPr>
          <a:xfrm>
            <a:off x="1144347" y="3859212"/>
            <a:ext cx="6987600" cy="266508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15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3" name="Google Shape;1713;p64"/>
          <p:cNvGrpSpPr/>
          <p:nvPr/>
        </p:nvGrpSpPr>
        <p:grpSpPr>
          <a:xfrm>
            <a:off x="1027700" y="1647925"/>
            <a:ext cx="7013100" cy="163500"/>
            <a:chOff x="1027700" y="1647925"/>
            <a:chExt cx="7013100" cy="163500"/>
          </a:xfrm>
        </p:grpSpPr>
        <p:sp>
          <p:nvSpPr>
            <p:cNvPr id="1714" name="Google Shape;1714;p64"/>
            <p:cNvSpPr/>
            <p:nvPr/>
          </p:nvSpPr>
          <p:spPr>
            <a:xfrm>
              <a:off x="1027700" y="1647925"/>
              <a:ext cx="18891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64"/>
            <p:cNvSpPr/>
            <p:nvPr/>
          </p:nvSpPr>
          <p:spPr>
            <a:xfrm>
              <a:off x="3008500" y="1665325"/>
              <a:ext cx="6603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64"/>
            <p:cNvSpPr/>
            <p:nvPr/>
          </p:nvSpPr>
          <p:spPr>
            <a:xfrm>
              <a:off x="4761675" y="1665325"/>
              <a:ext cx="6603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64"/>
            <p:cNvSpPr/>
            <p:nvPr/>
          </p:nvSpPr>
          <p:spPr>
            <a:xfrm>
              <a:off x="5854700" y="1665325"/>
              <a:ext cx="21861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9" name="Google Shape;1719;p64"/>
          <p:cNvSpPr txBox="1">
            <a:spLocks noGrp="1"/>
          </p:cNvSpPr>
          <p:nvPr>
            <p:ph type="title"/>
          </p:nvPr>
        </p:nvSpPr>
        <p:spPr>
          <a:xfrm>
            <a:off x="695100" y="58063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fontAlgn="base"/>
            <a:r>
              <a:rPr lang="pt-BR" dirty="0"/>
              <a:t>Servidor</a:t>
            </a:r>
          </a:p>
        </p:txBody>
      </p:sp>
      <p:grpSp>
        <p:nvGrpSpPr>
          <p:cNvPr id="1721" name="Google Shape;1721;p64"/>
          <p:cNvGrpSpPr/>
          <p:nvPr/>
        </p:nvGrpSpPr>
        <p:grpSpPr>
          <a:xfrm rot="10800000" flipH="1">
            <a:off x="1053299" y="1673974"/>
            <a:ext cx="429322" cy="93999"/>
            <a:chOff x="5795037" y="809024"/>
            <a:chExt cx="431653" cy="94500"/>
          </a:xfrm>
        </p:grpSpPr>
        <p:sp>
          <p:nvSpPr>
            <p:cNvPr id="1722" name="Google Shape;1722;p64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6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64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29" name="Google Shape;1720;p64">
            <a:extLst>
              <a:ext uri="{FF2B5EF4-FFF2-40B4-BE49-F238E27FC236}">
                <a16:creationId xmlns:a16="http://schemas.microsoft.com/office/drawing/2014/main" id="{25A7DC70-2326-9371-4980-E589D6DEFA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9309181"/>
              </p:ext>
            </p:extLst>
          </p:nvPr>
        </p:nvGraphicFramePr>
        <p:xfrm>
          <a:off x="1432486" y="1936912"/>
          <a:ext cx="3261182" cy="19659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30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05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+mn-ea"/>
                          <a:cs typeface="+mn-cs"/>
                          <a:sym typeface="Montserrat"/>
                        </a:rPr>
                        <a:t>Nome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+mn-ea"/>
                          <a:cs typeface="+mn-cs"/>
                          <a:sym typeface="Montserrat"/>
                        </a:rPr>
                        <a:t>Dell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modelo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Power Edge T140 (210-AQSS-BLJN)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Processador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 Intel Xeon E-2224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Memória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2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16GB (2x8GB) </a:t>
                      </a:r>
                      <a:r>
                        <a:rPr lang="pt-BR" sz="1200" b="0" i="0" u="none" strike="noStrike" cap="none" dirty="0" err="1">
                          <a:solidFill>
                            <a:schemeClr val="dk1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udimm</a:t>
                      </a:r>
                      <a:r>
                        <a:rPr lang="pt-BR" sz="12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 1R x8 2666MTs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3" name="Google Shape;1720;p64">
            <a:extLst>
              <a:ext uri="{FF2B5EF4-FFF2-40B4-BE49-F238E27FC236}">
                <a16:creationId xmlns:a16="http://schemas.microsoft.com/office/drawing/2014/main" id="{2B8A643B-5C30-FF84-6945-92ACC319FE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0653742"/>
              </p:ext>
            </p:extLst>
          </p:nvPr>
        </p:nvGraphicFramePr>
        <p:xfrm>
          <a:off x="4779618" y="1954312"/>
          <a:ext cx="3261182" cy="19872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630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05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140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+mn-ea"/>
                          <a:cs typeface="+mn-cs"/>
                          <a:sym typeface="Montserrat"/>
                        </a:rPr>
                        <a:t>Armazenamento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12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2 discos 1TB 7.2K </a:t>
                      </a:r>
                      <a:r>
                        <a:rPr lang="pt-BR" sz="1200" b="0" i="0" u="none" strike="noStrike" cap="none" dirty="0" err="1">
                          <a:solidFill>
                            <a:schemeClr val="dk1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Sata</a:t>
                      </a:r>
                      <a:r>
                        <a:rPr lang="pt-BR" sz="12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pt-BR" sz="1200" b="0" i="0" u="none" strike="noStrike" cap="none" dirty="0" err="1">
                          <a:solidFill>
                            <a:schemeClr val="dk1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lff</a:t>
                      </a:r>
                      <a:r>
                        <a:rPr lang="pt-BR" sz="12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 3.5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05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+mn-ea"/>
                          <a:cs typeface="+mn-cs"/>
                          <a:sym typeface="Montserrat"/>
                        </a:rPr>
                        <a:t>Alimentação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12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365W Bivolt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428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12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+mn-ea"/>
                          <a:cs typeface="+mn-cs"/>
                          <a:sym typeface="Montserrat"/>
                        </a:rPr>
                        <a:t>P</a:t>
                      </a:r>
                      <a:r>
                        <a:rPr lang="en" sz="12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+mn-ea"/>
                          <a:cs typeface="+mn-cs"/>
                          <a:sym typeface="Montserrat"/>
                        </a:rPr>
                        <a:t>laca de rede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onboard </a:t>
                      </a:r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broadcom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+mn-ea"/>
                          <a:cs typeface="+mn-cs"/>
                          <a:sym typeface="Arial"/>
                        </a:rPr>
                        <a:t> 5720 dual port 1GB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77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+mn-ea"/>
                          <a:cs typeface="+mn-cs"/>
                          <a:sym typeface="Montserrat"/>
                        </a:rPr>
                        <a:t>Dimensões(mm)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" sz="1200" b="0" i="0" u="none" strike="noStrike" cap="none" dirty="0">
                          <a:solidFill>
                            <a:schemeClr val="dk1"/>
                          </a:solidFill>
                          <a:latin typeface="Montserrat"/>
                          <a:ea typeface="+mn-ea"/>
                          <a:cs typeface="+mn-cs"/>
                          <a:sym typeface="Montserrat"/>
                        </a:rPr>
                        <a:t>360X175X454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Montserrat"/>
                        <a:ea typeface="+mn-ea"/>
                        <a:cs typeface="+mn-cs"/>
                        <a:sym typeface="Montserra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5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Como Funciona?</a:t>
            </a:r>
            <a:endParaRPr dirty="0"/>
          </a:p>
        </p:txBody>
      </p:sp>
      <p:grpSp>
        <p:nvGrpSpPr>
          <p:cNvPr id="1176" name="Google Shape;1176;p53"/>
          <p:cNvGrpSpPr/>
          <p:nvPr/>
        </p:nvGrpSpPr>
        <p:grpSpPr>
          <a:xfrm>
            <a:off x="3011608" y="1909851"/>
            <a:ext cx="3228612" cy="1802793"/>
            <a:chOff x="441400" y="442800"/>
            <a:chExt cx="6938775" cy="3874475"/>
          </a:xfrm>
        </p:grpSpPr>
        <p:sp>
          <p:nvSpPr>
            <p:cNvPr id="1177" name="Google Shape;1177;p53"/>
            <p:cNvSpPr/>
            <p:nvPr/>
          </p:nvSpPr>
          <p:spPr>
            <a:xfrm>
              <a:off x="1060525" y="442800"/>
              <a:ext cx="5680025" cy="3658500"/>
            </a:xfrm>
            <a:custGeom>
              <a:avLst/>
              <a:gdLst/>
              <a:ahLst/>
              <a:cxnLst/>
              <a:rect l="l" t="t" r="r" b="b"/>
              <a:pathLst>
                <a:path w="227201" h="146340" extrusionOk="0">
                  <a:moveTo>
                    <a:pt x="3616" y="0"/>
                  </a:moveTo>
                  <a:cubicBezTo>
                    <a:pt x="1622" y="0"/>
                    <a:pt x="0" y="1623"/>
                    <a:pt x="0" y="3617"/>
                  </a:cubicBezTo>
                  <a:lnTo>
                    <a:pt x="0" y="142723"/>
                  </a:lnTo>
                  <a:cubicBezTo>
                    <a:pt x="0" y="144717"/>
                    <a:pt x="1622" y="146340"/>
                    <a:pt x="3616" y="146340"/>
                  </a:cubicBezTo>
                  <a:lnTo>
                    <a:pt x="223584" y="146340"/>
                  </a:lnTo>
                  <a:cubicBezTo>
                    <a:pt x="225577" y="146340"/>
                    <a:pt x="227201" y="144717"/>
                    <a:pt x="227201" y="142723"/>
                  </a:cubicBezTo>
                  <a:lnTo>
                    <a:pt x="227201" y="3617"/>
                  </a:lnTo>
                  <a:cubicBezTo>
                    <a:pt x="227201" y="1623"/>
                    <a:pt x="225577" y="0"/>
                    <a:pt x="22358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53"/>
            <p:cNvSpPr/>
            <p:nvPr/>
          </p:nvSpPr>
          <p:spPr>
            <a:xfrm>
              <a:off x="1060525" y="1138150"/>
              <a:ext cx="5680025" cy="2963150"/>
            </a:xfrm>
            <a:custGeom>
              <a:avLst/>
              <a:gdLst/>
              <a:ahLst/>
              <a:cxnLst/>
              <a:rect l="l" t="t" r="r" b="b"/>
              <a:pathLst>
                <a:path w="227201" h="118526" extrusionOk="0">
                  <a:moveTo>
                    <a:pt x="0" y="0"/>
                  </a:moveTo>
                  <a:lnTo>
                    <a:pt x="0" y="114909"/>
                  </a:lnTo>
                  <a:cubicBezTo>
                    <a:pt x="0" y="116903"/>
                    <a:pt x="1622" y="118526"/>
                    <a:pt x="3616" y="118526"/>
                  </a:cubicBezTo>
                  <a:lnTo>
                    <a:pt x="223584" y="118526"/>
                  </a:lnTo>
                  <a:cubicBezTo>
                    <a:pt x="225577" y="118526"/>
                    <a:pt x="227201" y="116903"/>
                    <a:pt x="227201" y="114909"/>
                  </a:cubicBezTo>
                  <a:lnTo>
                    <a:pt x="227201" y="0"/>
                  </a:lnTo>
                  <a:close/>
                </a:path>
              </a:pathLst>
            </a:custGeom>
            <a:solidFill>
              <a:srgbClr val="F1F0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53"/>
            <p:cNvSpPr/>
            <p:nvPr/>
          </p:nvSpPr>
          <p:spPr>
            <a:xfrm>
              <a:off x="4965250" y="1499225"/>
              <a:ext cx="1491375" cy="2135925"/>
            </a:xfrm>
            <a:custGeom>
              <a:avLst/>
              <a:gdLst/>
              <a:ahLst/>
              <a:cxnLst/>
              <a:rect l="l" t="t" r="r" b="b"/>
              <a:pathLst>
                <a:path w="59655" h="85437" extrusionOk="0">
                  <a:moveTo>
                    <a:pt x="1194" y="1"/>
                  </a:moveTo>
                  <a:cubicBezTo>
                    <a:pt x="529" y="1"/>
                    <a:pt x="1" y="548"/>
                    <a:pt x="1" y="1194"/>
                  </a:cubicBezTo>
                  <a:lnTo>
                    <a:pt x="1" y="84224"/>
                  </a:lnTo>
                  <a:cubicBezTo>
                    <a:pt x="1" y="84889"/>
                    <a:pt x="529" y="85436"/>
                    <a:pt x="1194" y="85436"/>
                  </a:cubicBezTo>
                  <a:lnTo>
                    <a:pt x="58463" y="85436"/>
                  </a:lnTo>
                  <a:cubicBezTo>
                    <a:pt x="59128" y="85436"/>
                    <a:pt x="59655" y="84889"/>
                    <a:pt x="59655" y="84224"/>
                  </a:cubicBezTo>
                  <a:lnTo>
                    <a:pt x="59655" y="1194"/>
                  </a:lnTo>
                  <a:cubicBezTo>
                    <a:pt x="59655" y="548"/>
                    <a:pt x="59128" y="1"/>
                    <a:pt x="584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53"/>
            <p:cNvSpPr/>
            <p:nvPr/>
          </p:nvSpPr>
          <p:spPr>
            <a:xfrm>
              <a:off x="5163175" y="2777525"/>
              <a:ext cx="1096050" cy="76750"/>
            </a:xfrm>
            <a:custGeom>
              <a:avLst/>
              <a:gdLst/>
              <a:ahLst/>
              <a:cxnLst/>
              <a:rect l="l" t="t" r="r" b="b"/>
              <a:pathLst>
                <a:path w="43842" h="3070" extrusionOk="0">
                  <a:moveTo>
                    <a:pt x="1525" y="1"/>
                  </a:moveTo>
                  <a:cubicBezTo>
                    <a:pt x="684" y="1"/>
                    <a:pt x="1" y="685"/>
                    <a:pt x="1" y="1525"/>
                  </a:cubicBezTo>
                  <a:cubicBezTo>
                    <a:pt x="1" y="2385"/>
                    <a:pt x="684" y="3070"/>
                    <a:pt x="1525" y="3070"/>
                  </a:cubicBezTo>
                  <a:lnTo>
                    <a:pt x="42298" y="3070"/>
                  </a:lnTo>
                  <a:cubicBezTo>
                    <a:pt x="43138" y="3070"/>
                    <a:pt x="43841" y="2385"/>
                    <a:pt x="43841" y="1525"/>
                  </a:cubicBezTo>
                  <a:cubicBezTo>
                    <a:pt x="43841" y="685"/>
                    <a:pt x="43138" y="1"/>
                    <a:pt x="422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2340000" algn="bl" rotWithShape="0">
                <a:srgbClr val="5352EE">
                  <a:alpha val="18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53"/>
            <p:cNvSpPr/>
            <p:nvPr/>
          </p:nvSpPr>
          <p:spPr>
            <a:xfrm>
              <a:off x="5163175" y="3363425"/>
              <a:ext cx="520925" cy="77225"/>
            </a:xfrm>
            <a:custGeom>
              <a:avLst/>
              <a:gdLst/>
              <a:ahLst/>
              <a:cxnLst/>
              <a:rect l="l" t="t" r="r" b="b"/>
              <a:pathLst>
                <a:path w="20837" h="3089" extrusionOk="0">
                  <a:moveTo>
                    <a:pt x="1525" y="1"/>
                  </a:moveTo>
                  <a:cubicBezTo>
                    <a:pt x="684" y="1"/>
                    <a:pt x="1" y="684"/>
                    <a:pt x="1" y="1544"/>
                  </a:cubicBezTo>
                  <a:cubicBezTo>
                    <a:pt x="1" y="2385"/>
                    <a:pt x="684" y="3089"/>
                    <a:pt x="1525" y="3089"/>
                  </a:cubicBezTo>
                  <a:lnTo>
                    <a:pt x="19292" y="3089"/>
                  </a:lnTo>
                  <a:cubicBezTo>
                    <a:pt x="20152" y="3089"/>
                    <a:pt x="20837" y="2385"/>
                    <a:pt x="20837" y="1544"/>
                  </a:cubicBezTo>
                  <a:cubicBezTo>
                    <a:pt x="20837" y="684"/>
                    <a:pt x="20152" y="1"/>
                    <a:pt x="192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2340000" algn="bl" rotWithShape="0">
                <a:srgbClr val="5352EE">
                  <a:alpha val="18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53"/>
            <p:cNvSpPr/>
            <p:nvPr/>
          </p:nvSpPr>
          <p:spPr>
            <a:xfrm>
              <a:off x="5163175" y="2972525"/>
              <a:ext cx="1096050" cy="77225"/>
            </a:xfrm>
            <a:custGeom>
              <a:avLst/>
              <a:gdLst/>
              <a:ahLst/>
              <a:cxnLst/>
              <a:rect l="l" t="t" r="r" b="b"/>
              <a:pathLst>
                <a:path w="43842" h="3089" extrusionOk="0">
                  <a:moveTo>
                    <a:pt x="1525" y="0"/>
                  </a:moveTo>
                  <a:cubicBezTo>
                    <a:pt x="684" y="0"/>
                    <a:pt x="1" y="704"/>
                    <a:pt x="1" y="1543"/>
                  </a:cubicBezTo>
                  <a:cubicBezTo>
                    <a:pt x="1" y="2403"/>
                    <a:pt x="684" y="3088"/>
                    <a:pt x="1525" y="3088"/>
                  </a:cubicBezTo>
                  <a:lnTo>
                    <a:pt x="42298" y="3088"/>
                  </a:lnTo>
                  <a:cubicBezTo>
                    <a:pt x="43138" y="3088"/>
                    <a:pt x="43841" y="2403"/>
                    <a:pt x="43841" y="1543"/>
                  </a:cubicBezTo>
                  <a:cubicBezTo>
                    <a:pt x="43841" y="704"/>
                    <a:pt x="43138" y="0"/>
                    <a:pt x="422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2340000" algn="bl" rotWithShape="0">
                <a:srgbClr val="5352EE">
                  <a:alpha val="18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53"/>
            <p:cNvSpPr/>
            <p:nvPr/>
          </p:nvSpPr>
          <p:spPr>
            <a:xfrm>
              <a:off x="5163175" y="3167975"/>
              <a:ext cx="1096050" cy="77225"/>
            </a:xfrm>
            <a:custGeom>
              <a:avLst/>
              <a:gdLst/>
              <a:ahLst/>
              <a:cxnLst/>
              <a:rect l="l" t="t" r="r" b="b"/>
              <a:pathLst>
                <a:path w="43842" h="3089" extrusionOk="0">
                  <a:moveTo>
                    <a:pt x="1525" y="0"/>
                  </a:moveTo>
                  <a:cubicBezTo>
                    <a:pt x="684" y="0"/>
                    <a:pt x="1" y="704"/>
                    <a:pt x="1" y="1544"/>
                  </a:cubicBezTo>
                  <a:cubicBezTo>
                    <a:pt x="1" y="2404"/>
                    <a:pt x="684" y="3089"/>
                    <a:pt x="1525" y="3089"/>
                  </a:cubicBezTo>
                  <a:lnTo>
                    <a:pt x="42298" y="3089"/>
                  </a:lnTo>
                  <a:cubicBezTo>
                    <a:pt x="43138" y="3089"/>
                    <a:pt x="43841" y="2404"/>
                    <a:pt x="43841" y="1544"/>
                  </a:cubicBezTo>
                  <a:cubicBezTo>
                    <a:pt x="43841" y="704"/>
                    <a:pt x="43138" y="0"/>
                    <a:pt x="422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2340000" algn="bl" rotWithShape="0">
                <a:srgbClr val="5352EE">
                  <a:alpha val="18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53"/>
            <p:cNvSpPr/>
            <p:nvPr/>
          </p:nvSpPr>
          <p:spPr>
            <a:xfrm>
              <a:off x="5032225" y="1552525"/>
              <a:ext cx="72350" cy="72325"/>
            </a:xfrm>
            <a:custGeom>
              <a:avLst/>
              <a:gdLst/>
              <a:ahLst/>
              <a:cxnLst/>
              <a:rect l="l" t="t" r="r" b="b"/>
              <a:pathLst>
                <a:path w="2894" h="2893" extrusionOk="0">
                  <a:moveTo>
                    <a:pt x="1447" y="0"/>
                  </a:moveTo>
                  <a:cubicBezTo>
                    <a:pt x="645" y="0"/>
                    <a:pt x="0" y="644"/>
                    <a:pt x="0" y="1447"/>
                  </a:cubicBezTo>
                  <a:cubicBezTo>
                    <a:pt x="0" y="2247"/>
                    <a:pt x="645" y="2893"/>
                    <a:pt x="1447" y="2893"/>
                  </a:cubicBezTo>
                  <a:cubicBezTo>
                    <a:pt x="2247" y="2893"/>
                    <a:pt x="2893" y="2247"/>
                    <a:pt x="2893" y="1447"/>
                  </a:cubicBezTo>
                  <a:cubicBezTo>
                    <a:pt x="2893" y="644"/>
                    <a:pt x="2247" y="0"/>
                    <a:pt x="1447" y="0"/>
                  </a:cubicBezTo>
                  <a:close/>
                </a:path>
              </a:pathLst>
            </a:custGeom>
            <a:solidFill>
              <a:srgbClr val="FFC3D0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53"/>
            <p:cNvSpPr/>
            <p:nvPr/>
          </p:nvSpPr>
          <p:spPr>
            <a:xfrm>
              <a:off x="5176350" y="1552525"/>
              <a:ext cx="72350" cy="72325"/>
            </a:xfrm>
            <a:custGeom>
              <a:avLst/>
              <a:gdLst/>
              <a:ahLst/>
              <a:cxnLst/>
              <a:rect l="l" t="t" r="r" b="b"/>
              <a:pathLst>
                <a:path w="2894" h="2893" extrusionOk="0">
                  <a:moveTo>
                    <a:pt x="1447" y="0"/>
                  </a:moveTo>
                  <a:cubicBezTo>
                    <a:pt x="647" y="0"/>
                    <a:pt x="1" y="644"/>
                    <a:pt x="1" y="1447"/>
                  </a:cubicBezTo>
                  <a:cubicBezTo>
                    <a:pt x="1" y="2247"/>
                    <a:pt x="647" y="2893"/>
                    <a:pt x="1447" y="2893"/>
                  </a:cubicBezTo>
                  <a:cubicBezTo>
                    <a:pt x="2249" y="2893"/>
                    <a:pt x="2893" y="2247"/>
                    <a:pt x="2893" y="1447"/>
                  </a:cubicBezTo>
                  <a:cubicBezTo>
                    <a:pt x="2893" y="644"/>
                    <a:pt x="2249" y="0"/>
                    <a:pt x="1447" y="0"/>
                  </a:cubicBezTo>
                  <a:close/>
                </a:path>
              </a:pathLst>
            </a:custGeom>
            <a:solidFill>
              <a:srgbClr val="A1C3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53"/>
            <p:cNvSpPr/>
            <p:nvPr/>
          </p:nvSpPr>
          <p:spPr>
            <a:xfrm>
              <a:off x="5320525" y="1552525"/>
              <a:ext cx="72350" cy="72325"/>
            </a:xfrm>
            <a:custGeom>
              <a:avLst/>
              <a:gdLst/>
              <a:ahLst/>
              <a:cxnLst/>
              <a:rect l="l" t="t" r="r" b="b"/>
              <a:pathLst>
                <a:path w="2894" h="2893" extrusionOk="0">
                  <a:moveTo>
                    <a:pt x="1447" y="0"/>
                  </a:moveTo>
                  <a:cubicBezTo>
                    <a:pt x="645" y="0"/>
                    <a:pt x="1" y="644"/>
                    <a:pt x="1" y="1447"/>
                  </a:cubicBezTo>
                  <a:cubicBezTo>
                    <a:pt x="1" y="2247"/>
                    <a:pt x="645" y="2893"/>
                    <a:pt x="1447" y="2893"/>
                  </a:cubicBezTo>
                  <a:cubicBezTo>
                    <a:pt x="2247" y="2893"/>
                    <a:pt x="2893" y="2247"/>
                    <a:pt x="2893" y="1447"/>
                  </a:cubicBezTo>
                  <a:cubicBezTo>
                    <a:pt x="2893" y="644"/>
                    <a:pt x="2247" y="0"/>
                    <a:pt x="1447" y="0"/>
                  </a:cubicBezTo>
                  <a:close/>
                </a:path>
              </a:pathLst>
            </a:custGeom>
            <a:solidFill>
              <a:srgbClr val="81EEEB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53"/>
            <p:cNvSpPr/>
            <p:nvPr/>
          </p:nvSpPr>
          <p:spPr>
            <a:xfrm>
              <a:off x="5032225" y="1682975"/>
              <a:ext cx="1357475" cy="936775"/>
            </a:xfrm>
            <a:custGeom>
              <a:avLst/>
              <a:gdLst/>
              <a:ahLst/>
              <a:cxnLst/>
              <a:rect l="l" t="t" r="r" b="b"/>
              <a:pathLst>
                <a:path w="54299" h="37471" extrusionOk="0">
                  <a:moveTo>
                    <a:pt x="54260" y="0"/>
                  </a:moveTo>
                  <a:lnTo>
                    <a:pt x="0" y="39"/>
                  </a:lnTo>
                  <a:lnTo>
                    <a:pt x="40" y="37470"/>
                  </a:lnTo>
                  <a:lnTo>
                    <a:pt x="54299" y="37450"/>
                  </a:lnTo>
                  <a:lnTo>
                    <a:pt x="54260" y="0"/>
                  </a:ln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5400700" scaled="0"/>
            </a:gra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53"/>
            <p:cNvSpPr/>
            <p:nvPr/>
          </p:nvSpPr>
          <p:spPr>
            <a:xfrm>
              <a:off x="5032700" y="1795850"/>
              <a:ext cx="1357000" cy="823900"/>
            </a:xfrm>
            <a:custGeom>
              <a:avLst/>
              <a:gdLst/>
              <a:ahLst/>
              <a:cxnLst/>
              <a:rect l="l" t="t" r="r" b="b"/>
              <a:pathLst>
                <a:path w="54280" h="32956" extrusionOk="0">
                  <a:moveTo>
                    <a:pt x="11592" y="1"/>
                  </a:moveTo>
                  <a:lnTo>
                    <a:pt x="0" y="12197"/>
                  </a:lnTo>
                  <a:lnTo>
                    <a:pt x="21" y="32955"/>
                  </a:lnTo>
                  <a:lnTo>
                    <a:pt x="54280" y="32935"/>
                  </a:lnTo>
                  <a:lnTo>
                    <a:pt x="54280" y="22927"/>
                  </a:lnTo>
                  <a:lnTo>
                    <a:pt x="46285" y="14523"/>
                  </a:lnTo>
                  <a:lnTo>
                    <a:pt x="35847" y="25507"/>
                  </a:lnTo>
                  <a:lnTo>
                    <a:pt x="34968" y="24569"/>
                  </a:lnTo>
                  <a:lnTo>
                    <a:pt x="11592" y="1"/>
                  </a:lnTo>
                  <a:close/>
                </a:path>
              </a:pathLst>
            </a:custGeom>
            <a:solidFill>
              <a:srgbClr val="5352EE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53"/>
            <p:cNvSpPr/>
            <p:nvPr/>
          </p:nvSpPr>
          <p:spPr>
            <a:xfrm>
              <a:off x="5778375" y="1865250"/>
              <a:ext cx="285375" cy="285400"/>
            </a:xfrm>
            <a:custGeom>
              <a:avLst/>
              <a:gdLst/>
              <a:ahLst/>
              <a:cxnLst/>
              <a:rect l="l" t="t" r="r" b="b"/>
              <a:pathLst>
                <a:path w="11415" h="11416" extrusionOk="0">
                  <a:moveTo>
                    <a:pt x="5707" y="0"/>
                  </a:moveTo>
                  <a:cubicBezTo>
                    <a:pt x="2561" y="0"/>
                    <a:pt x="0" y="2560"/>
                    <a:pt x="0" y="5708"/>
                  </a:cubicBezTo>
                  <a:cubicBezTo>
                    <a:pt x="0" y="8854"/>
                    <a:pt x="2561" y="11415"/>
                    <a:pt x="5707" y="11415"/>
                  </a:cubicBezTo>
                  <a:cubicBezTo>
                    <a:pt x="8855" y="11415"/>
                    <a:pt x="11415" y="8854"/>
                    <a:pt x="11415" y="5708"/>
                  </a:cubicBezTo>
                  <a:cubicBezTo>
                    <a:pt x="11415" y="2560"/>
                    <a:pt x="8855" y="0"/>
                    <a:pt x="5707" y="0"/>
                  </a:cubicBezTo>
                  <a:close/>
                </a:path>
              </a:pathLst>
            </a:custGeom>
            <a:solidFill>
              <a:srgbClr val="F1F0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53"/>
            <p:cNvSpPr/>
            <p:nvPr/>
          </p:nvSpPr>
          <p:spPr>
            <a:xfrm>
              <a:off x="1308750" y="786800"/>
              <a:ext cx="5184050" cy="200875"/>
            </a:xfrm>
            <a:custGeom>
              <a:avLst/>
              <a:gdLst/>
              <a:ahLst/>
              <a:cxnLst/>
              <a:rect l="l" t="t" r="r" b="b"/>
              <a:pathLst>
                <a:path w="207362" h="8035" extrusionOk="0">
                  <a:moveTo>
                    <a:pt x="4007" y="0"/>
                  </a:moveTo>
                  <a:cubicBezTo>
                    <a:pt x="1799" y="0"/>
                    <a:pt x="1" y="1798"/>
                    <a:pt x="1" y="4008"/>
                  </a:cubicBezTo>
                  <a:cubicBezTo>
                    <a:pt x="1" y="6236"/>
                    <a:pt x="1799" y="8034"/>
                    <a:pt x="4007" y="8034"/>
                  </a:cubicBezTo>
                  <a:lnTo>
                    <a:pt x="203335" y="8034"/>
                  </a:lnTo>
                  <a:cubicBezTo>
                    <a:pt x="205563" y="8034"/>
                    <a:pt x="207361" y="6236"/>
                    <a:pt x="207361" y="4008"/>
                  </a:cubicBezTo>
                  <a:cubicBezTo>
                    <a:pt x="207361" y="1798"/>
                    <a:pt x="205563" y="0"/>
                    <a:pt x="203335" y="0"/>
                  </a:cubicBezTo>
                  <a:close/>
                </a:path>
              </a:pathLst>
            </a:custGeom>
            <a:solidFill>
              <a:srgbClr val="D2D6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53"/>
            <p:cNvSpPr/>
            <p:nvPr/>
          </p:nvSpPr>
          <p:spPr>
            <a:xfrm>
              <a:off x="1298975" y="575225"/>
              <a:ext cx="91375" cy="91375"/>
            </a:xfrm>
            <a:custGeom>
              <a:avLst/>
              <a:gdLst/>
              <a:ahLst/>
              <a:cxnLst/>
              <a:rect l="l" t="t" r="r" b="b"/>
              <a:pathLst>
                <a:path w="3655" h="3655" extrusionOk="0">
                  <a:moveTo>
                    <a:pt x="1838" y="1"/>
                  </a:moveTo>
                  <a:cubicBezTo>
                    <a:pt x="822" y="1"/>
                    <a:pt x="1" y="822"/>
                    <a:pt x="1" y="1838"/>
                  </a:cubicBezTo>
                  <a:cubicBezTo>
                    <a:pt x="1" y="2834"/>
                    <a:pt x="822" y="3655"/>
                    <a:pt x="1838" y="3655"/>
                  </a:cubicBezTo>
                  <a:cubicBezTo>
                    <a:pt x="2834" y="3655"/>
                    <a:pt x="3655" y="2834"/>
                    <a:pt x="3655" y="1838"/>
                  </a:cubicBezTo>
                  <a:cubicBezTo>
                    <a:pt x="3655" y="822"/>
                    <a:pt x="2834" y="1"/>
                    <a:pt x="1838" y="1"/>
                  </a:cubicBezTo>
                  <a:close/>
                </a:path>
              </a:pathLst>
            </a:custGeom>
            <a:solidFill>
              <a:srgbClr val="FFC3D0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53"/>
            <p:cNvSpPr/>
            <p:nvPr/>
          </p:nvSpPr>
          <p:spPr>
            <a:xfrm>
              <a:off x="1481225" y="575225"/>
              <a:ext cx="91425" cy="91375"/>
            </a:xfrm>
            <a:custGeom>
              <a:avLst/>
              <a:gdLst/>
              <a:ahLst/>
              <a:cxnLst/>
              <a:rect l="l" t="t" r="r" b="b"/>
              <a:pathLst>
                <a:path w="3657" h="3655" extrusionOk="0">
                  <a:moveTo>
                    <a:pt x="1838" y="1"/>
                  </a:moveTo>
                  <a:cubicBezTo>
                    <a:pt x="821" y="1"/>
                    <a:pt x="0" y="822"/>
                    <a:pt x="0" y="1838"/>
                  </a:cubicBezTo>
                  <a:cubicBezTo>
                    <a:pt x="0" y="2834"/>
                    <a:pt x="821" y="3655"/>
                    <a:pt x="1838" y="3655"/>
                  </a:cubicBezTo>
                  <a:cubicBezTo>
                    <a:pt x="2835" y="3655"/>
                    <a:pt x="3656" y="2834"/>
                    <a:pt x="3656" y="1838"/>
                  </a:cubicBezTo>
                  <a:cubicBezTo>
                    <a:pt x="3656" y="822"/>
                    <a:pt x="2835" y="1"/>
                    <a:pt x="1838" y="1"/>
                  </a:cubicBezTo>
                  <a:close/>
                </a:path>
              </a:pathLst>
            </a:custGeom>
            <a:solidFill>
              <a:srgbClr val="A1C3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53"/>
            <p:cNvSpPr/>
            <p:nvPr/>
          </p:nvSpPr>
          <p:spPr>
            <a:xfrm>
              <a:off x="1663500" y="575225"/>
              <a:ext cx="91400" cy="91375"/>
            </a:xfrm>
            <a:custGeom>
              <a:avLst/>
              <a:gdLst/>
              <a:ahLst/>
              <a:cxnLst/>
              <a:rect l="l" t="t" r="r" b="b"/>
              <a:pathLst>
                <a:path w="3656" h="3655" extrusionOk="0">
                  <a:moveTo>
                    <a:pt x="1838" y="1"/>
                  </a:moveTo>
                  <a:cubicBezTo>
                    <a:pt x="822" y="1"/>
                    <a:pt x="1" y="822"/>
                    <a:pt x="1" y="1838"/>
                  </a:cubicBezTo>
                  <a:cubicBezTo>
                    <a:pt x="1" y="2834"/>
                    <a:pt x="822" y="3655"/>
                    <a:pt x="1838" y="3655"/>
                  </a:cubicBezTo>
                  <a:cubicBezTo>
                    <a:pt x="2834" y="3655"/>
                    <a:pt x="3655" y="2834"/>
                    <a:pt x="3655" y="1838"/>
                  </a:cubicBezTo>
                  <a:cubicBezTo>
                    <a:pt x="3655" y="822"/>
                    <a:pt x="2834" y="1"/>
                    <a:pt x="1838" y="1"/>
                  </a:cubicBezTo>
                  <a:close/>
                </a:path>
              </a:pathLst>
            </a:custGeom>
            <a:solidFill>
              <a:srgbClr val="81EEEB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53"/>
            <p:cNvSpPr/>
            <p:nvPr/>
          </p:nvSpPr>
          <p:spPr>
            <a:xfrm>
              <a:off x="1419175" y="858650"/>
              <a:ext cx="2208200" cy="57175"/>
            </a:xfrm>
            <a:custGeom>
              <a:avLst/>
              <a:gdLst/>
              <a:ahLst/>
              <a:cxnLst/>
              <a:rect l="l" t="t" r="r" b="b"/>
              <a:pathLst>
                <a:path w="88328" h="2287" extrusionOk="0">
                  <a:moveTo>
                    <a:pt x="1153" y="0"/>
                  </a:moveTo>
                  <a:cubicBezTo>
                    <a:pt x="509" y="0"/>
                    <a:pt x="1" y="508"/>
                    <a:pt x="1" y="1134"/>
                  </a:cubicBezTo>
                  <a:cubicBezTo>
                    <a:pt x="1" y="1778"/>
                    <a:pt x="509" y="2286"/>
                    <a:pt x="1153" y="2286"/>
                  </a:cubicBezTo>
                  <a:lnTo>
                    <a:pt x="87175" y="2286"/>
                  </a:lnTo>
                  <a:cubicBezTo>
                    <a:pt x="87819" y="2286"/>
                    <a:pt x="88328" y="1778"/>
                    <a:pt x="88328" y="1134"/>
                  </a:cubicBezTo>
                  <a:cubicBezTo>
                    <a:pt x="88328" y="508"/>
                    <a:pt x="87819" y="0"/>
                    <a:pt x="871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53"/>
            <p:cNvSpPr/>
            <p:nvPr/>
          </p:nvSpPr>
          <p:spPr>
            <a:xfrm>
              <a:off x="3772000" y="858650"/>
              <a:ext cx="927000" cy="57175"/>
            </a:xfrm>
            <a:custGeom>
              <a:avLst/>
              <a:gdLst/>
              <a:ahLst/>
              <a:cxnLst/>
              <a:rect l="l" t="t" r="r" b="b"/>
              <a:pathLst>
                <a:path w="37080" h="2287" extrusionOk="0">
                  <a:moveTo>
                    <a:pt x="1154" y="0"/>
                  </a:moveTo>
                  <a:cubicBezTo>
                    <a:pt x="529" y="0"/>
                    <a:pt x="0" y="508"/>
                    <a:pt x="0" y="1134"/>
                  </a:cubicBezTo>
                  <a:cubicBezTo>
                    <a:pt x="0" y="1778"/>
                    <a:pt x="529" y="2286"/>
                    <a:pt x="1154" y="2286"/>
                  </a:cubicBezTo>
                  <a:lnTo>
                    <a:pt x="35925" y="2286"/>
                  </a:lnTo>
                  <a:cubicBezTo>
                    <a:pt x="36551" y="2286"/>
                    <a:pt x="37079" y="1778"/>
                    <a:pt x="37079" y="1134"/>
                  </a:cubicBezTo>
                  <a:cubicBezTo>
                    <a:pt x="37079" y="508"/>
                    <a:pt x="36551" y="0"/>
                    <a:pt x="359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53"/>
            <p:cNvSpPr/>
            <p:nvPr/>
          </p:nvSpPr>
          <p:spPr>
            <a:xfrm>
              <a:off x="778075" y="1489975"/>
              <a:ext cx="2154950" cy="2154425"/>
            </a:xfrm>
            <a:custGeom>
              <a:avLst/>
              <a:gdLst/>
              <a:ahLst/>
              <a:cxnLst/>
              <a:rect l="l" t="t" r="r" b="b"/>
              <a:pathLst>
                <a:path w="86198" h="86177" extrusionOk="0">
                  <a:moveTo>
                    <a:pt x="1583" y="0"/>
                  </a:moveTo>
                  <a:cubicBezTo>
                    <a:pt x="705" y="0"/>
                    <a:pt x="1" y="704"/>
                    <a:pt x="1" y="1564"/>
                  </a:cubicBezTo>
                  <a:lnTo>
                    <a:pt x="1" y="84594"/>
                  </a:lnTo>
                  <a:cubicBezTo>
                    <a:pt x="1" y="85473"/>
                    <a:pt x="705" y="86177"/>
                    <a:pt x="1583" y="86177"/>
                  </a:cubicBezTo>
                  <a:lnTo>
                    <a:pt x="84614" y="86177"/>
                  </a:lnTo>
                  <a:cubicBezTo>
                    <a:pt x="85494" y="86177"/>
                    <a:pt x="86198" y="85473"/>
                    <a:pt x="86198" y="84594"/>
                  </a:cubicBezTo>
                  <a:lnTo>
                    <a:pt x="86198" y="1564"/>
                  </a:lnTo>
                  <a:cubicBezTo>
                    <a:pt x="86198" y="704"/>
                    <a:pt x="85494" y="0"/>
                    <a:pt x="846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53"/>
            <p:cNvSpPr/>
            <p:nvPr/>
          </p:nvSpPr>
          <p:spPr>
            <a:xfrm>
              <a:off x="816675" y="2619725"/>
              <a:ext cx="2077725" cy="986575"/>
            </a:xfrm>
            <a:custGeom>
              <a:avLst/>
              <a:gdLst/>
              <a:ahLst/>
              <a:cxnLst/>
              <a:rect l="l" t="t" r="r" b="b"/>
              <a:pathLst>
                <a:path w="83109" h="39463" extrusionOk="0">
                  <a:moveTo>
                    <a:pt x="83070" y="0"/>
                  </a:moveTo>
                  <a:lnTo>
                    <a:pt x="0" y="19"/>
                  </a:lnTo>
                  <a:lnTo>
                    <a:pt x="39" y="39462"/>
                  </a:lnTo>
                  <a:lnTo>
                    <a:pt x="83070" y="39462"/>
                  </a:lnTo>
                  <a:lnTo>
                    <a:pt x="83109" y="39443"/>
                  </a:lnTo>
                  <a:lnTo>
                    <a:pt x="83070" y="0"/>
                  </a:lnTo>
                  <a:close/>
                </a:path>
              </a:pathLst>
            </a:custGeom>
            <a:solidFill>
              <a:srgbClr val="5352EE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53"/>
            <p:cNvSpPr/>
            <p:nvPr/>
          </p:nvSpPr>
          <p:spPr>
            <a:xfrm>
              <a:off x="816675" y="1528075"/>
              <a:ext cx="2076750" cy="1091675"/>
            </a:xfrm>
            <a:custGeom>
              <a:avLst/>
              <a:gdLst/>
              <a:ahLst/>
              <a:cxnLst/>
              <a:rect l="l" t="t" r="r" b="b"/>
              <a:pathLst>
                <a:path w="83070" h="43667" extrusionOk="0">
                  <a:moveTo>
                    <a:pt x="83070" y="1"/>
                  </a:moveTo>
                  <a:lnTo>
                    <a:pt x="0" y="40"/>
                  </a:lnTo>
                  <a:lnTo>
                    <a:pt x="39" y="43666"/>
                  </a:lnTo>
                  <a:lnTo>
                    <a:pt x="83070" y="43666"/>
                  </a:lnTo>
                  <a:lnTo>
                    <a:pt x="83070" y="1"/>
                  </a:ln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099331" scaled="0"/>
            </a:gra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53"/>
            <p:cNvSpPr/>
            <p:nvPr/>
          </p:nvSpPr>
          <p:spPr>
            <a:xfrm>
              <a:off x="1741175" y="1781200"/>
              <a:ext cx="414900" cy="576625"/>
            </a:xfrm>
            <a:custGeom>
              <a:avLst/>
              <a:gdLst/>
              <a:ahLst/>
              <a:cxnLst/>
              <a:rect l="l" t="t" r="r" b="b"/>
              <a:pathLst>
                <a:path w="16596" h="23065" extrusionOk="0">
                  <a:moveTo>
                    <a:pt x="6862" y="1"/>
                  </a:moveTo>
                  <a:cubicBezTo>
                    <a:pt x="6198" y="1"/>
                    <a:pt x="5650" y="548"/>
                    <a:pt x="5650" y="1231"/>
                  </a:cubicBezTo>
                  <a:lnTo>
                    <a:pt x="5650" y="3402"/>
                  </a:lnTo>
                  <a:lnTo>
                    <a:pt x="157" y="10574"/>
                  </a:lnTo>
                  <a:cubicBezTo>
                    <a:pt x="40" y="10712"/>
                    <a:pt x="1" y="10868"/>
                    <a:pt x="1" y="11024"/>
                  </a:cubicBezTo>
                  <a:lnTo>
                    <a:pt x="1" y="22322"/>
                  </a:lnTo>
                  <a:cubicBezTo>
                    <a:pt x="1" y="22731"/>
                    <a:pt x="334" y="23065"/>
                    <a:pt x="744" y="23065"/>
                  </a:cubicBezTo>
                  <a:lnTo>
                    <a:pt x="13430" y="23065"/>
                  </a:lnTo>
                  <a:cubicBezTo>
                    <a:pt x="14329" y="23065"/>
                    <a:pt x="15051" y="22341"/>
                    <a:pt x="15051" y="21441"/>
                  </a:cubicBezTo>
                  <a:cubicBezTo>
                    <a:pt x="15051" y="20542"/>
                    <a:pt x="14329" y="19820"/>
                    <a:pt x="13430" y="19820"/>
                  </a:cubicBezTo>
                  <a:lnTo>
                    <a:pt x="14035" y="19820"/>
                  </a:lnTo>
                  <a:cubicBezTo>
                    <a:pt x="15012" y="19820"/>
                    <a:pt x="15794" y="19018"/>
                    <a:pt x="15794" y="18040"/>
                  </a:cubicBezTo>
                  <a:cubicBezTo>
                    <a:pt x="15794" y="17084"/>
                    <a:pt x="15012" y="16281"/>
                    <a:pt x="14035" y="16281"/>
                  </a:cubicBezTo>
                  <a:lnTo>
                    <a:pt x="14368" y="16281"/>
                  </a:lnTo>
                  <a:cubicBezTo>
                    <a:pt x="15384" y="16281"/>
                    <a:pt x="16205" y="15460"/>
                    <a:pt x="16205" y="14444"/>
                  </a:cubicBezTo>
                  <a:cubicBezTo>
                    <a:pt x="16205" y="13428"/>
                    <a:pt x="15384" y="12607"/>
                    <a:pt x="14368" y="12607"/>
                  </a:cubicBezTo>
                  <a:lnTo>
                    <a:pt x="14681" y="12607"/>
                  </a:lnTo>
                  <a:cubicBezTo>
                    <a:pt x="15736" y="12607"/>
                    <a:pt x="16596" y="11747"/>
                    <a:pt x="16596" y="10691"/>
                  </a:cubicBezTo>
                  <a:cubicBezTo>
                    <a:pt x="16596" y="9636"/>
                    <a:pt x="15736" y="8776"/>
                    <a:pt x="14681" y="8776"/>
                  </a:cubicBezTo>
                  <a:lnTo>
                    <a:pt x="7819" y="8776"/>
                  </a:lnTo>
                  <a:cubicBezTo>
                    <a:pt x="8836" y="7193"/>
                    <a:pt x="9383" y="5336"/>
                    <a:pt x="9383" y="3459"/>
                  </a:cubicBezTo>
                  <a:lnTo>
                    <a:pt x="9383" y="2521"/>
                  </a:lnTo>
                  <a:cubicBezTo>
                    <a:pt x="9383" y="1134"/>
                    <a:pt x="8249" y="1"/>
                    <a:pt x="6862" y="1"/>
                  </a:cubicBezTo>
                  <a:close/>
                </a:path>
              </a:pathLst>
            </a:custGeom>
            <a:solidFill>
              <a:srgbClr val="F1F0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53"/>
            <p:cNvSpPr/>
            <p:nvPr/>
          </p:nvSpPr>
          <p:spPr>
            <a:xfrm>
              <a:off x="1555025" y="2032375"/>
              <a:ext cx="157375" cy="372350"/>
            </a:xfrm>
            <a:custGeom>
              <a:avLst/>
              <a:gdLst/>
              <a:ahLst/>
              <a:cxnLst/>
              <a:rect l="l" t="t" r="r" b="b"/>
              <a:pathLst>
                <a:path w="6295" h="14894" extrusionOk="0">
                  <a:moveTo>
                    <a:pt x="997" y="0"/>
                  </a:moveTo>
                  <a:cubicBezTo>
                    <a:pt x="449" y="0"/>
                    <a:pt x="1" y="430"/>
                    <a:pt x="1" y="977"/>
                  </a:cubicBezTo>
                  <a:lnTo>
                    <a:pt x="1" y="13896"/>
                  </a:lnTo>
                  <a:cubicBezTo>
                    <a:pt x="1" y="14444"/>
                    <a:pt x="449" y="14894"/>
                    <a:pt x="997" y="14894"/>
                  </a:cubicBezTo>
                  <a:lnTo>
                    <a:pt x="5297" y="14894"/>
                  </a:lnTo>
                  <a:cubicBezTo>
                    <a:pt x="5844" y="14894"/>
                    <a:pt x="6294" y="14444"/>
                    <a:pt x="6294" y="13896"/>
                  </a:cubicBezTo>
                  <a:lnTo>
                    <a:pt x="6294" y="977"/>
                  </a:lnTo>
                  <a:cubicBezTo>
                    <a:pt x="6294" y="430"/>
                    <a:pt x="5844" y="0"/>
                    <a:pt x="5297" y="0"/>
                  </a:cubicBezTo>
                  <a:close/>
                </a:path>
              </a:pathLst>
            </a:custGeom>
            <a:solidFill>
              <a:srgbClr val="F1F0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53"/>
            <p:cNvSpPr/>
            <p:nvPr/>
          </p:nvSpPr>
          <p:spPr>
            <a:xfrm>
              <a:off x="1246200" y="2803450"/>
              <a:ext cx="130475" cy="130475"/>
            </a:xfrm>
            <a:custGeom>
              <a:avLst/>
              <a:gdLst/>
              <a:ahLst/>
              <a:cxnLst/>
              <a:rect l="l" t="t" r="r" b="b"/>
              <a:pathLst>
                <a:path w="5219" h="5219" extrusionOk="0">
                  <a:moveTo>
                    <a:pt x="2600" y="0"/>
                  </a:moveTo>
                  <a:cubicBezTo>
                    <a:pt x="1173" y="0"/>
                    <a:pt x="1" y="1173"/>
                    <a:pt x="1" y="2619"/>
                  </a:cubicBezTo>
                  <a:cubicBezTo>
                    <a:pt x="1" y="4066"/>
                    <a:pt x="1173" y="5218"/>
                    <a:pt x="2600" y="5218"/>
                  </a:cubicBezTo>
                  <a:cubicBezTo>
                    <a:pt x="4046" y="5218"/>
                    <a:pt x="5219" y="4066"/>
                    <a:pt x="5219" y="2619"/>
                  </a:cubicBezTo>
                  <a:cubicBezTo>
                    <a:pt x="5219" y="1173"/>
                    <a:pt x="4046" y="0"/>
                    <a:pt x="2600" y="0"/>
                  </a:cubicBezTo>
                  <a:close/>
                </a:path>
              </a:pathLst>
            </a:custGeom>
            <a:solidFill>
              <a:srgbClr val="81EEEB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53"/>
            <p:cNvSpPr/>
            <p:nvPr/>
          </p:nvSpPr>
          <p:spPr>
            <a:xfrm>
              <a:off x="1246200" y="3047775"/>
              <a:ext cx="130475" cy="130475"/>
            </a:xfrm>
            <a:custGeom>
              <a:avLst/>
              <a:gdLst/>
              <a:ahLst/>
              <a:cxnLst/>
              <a:rect l="l" t="t" r="r" b="b"/>
              <a:pathLst>
                <a:path w="5219" h="5219" extrusionOk="0">
                  <a:moveTo>
                    <a:pt x="2600" y="0"/>
                  </a:moveTo>
                  <a:cubicBezTo>
                    <a:pt x="1173" y="0"/>
                    <a:pt x="1" y="1173"/>
                    <a:pt x="1" y="2619"/>
                  </a:cubicBezTo>
                  <a:cubicBezTo>
                    <a:pt x="1" y="4045"/>
                    <a:pt x="1173" y="5218"/>
                    <a:pt x="2600" y="5218"/>
                  </a:cubicBezTo>
                  <a:cubicBezTo>
                    <a:pt x="4046" y="5218"/>
                    <a:pt x="5219" y="4045"/>
                    <a:pt x="5219" y="2619"/>
                  </a:cubicBezTo>
                  <a:cubicBezTo>
                    <a:pt x="5219" y="1173"/>
                    <a:pt x="4046" y="0"/>
                    <a:pt x="2600" y="0"/>
                  </a:cubicBezTo>
                  <a:close/>
                </a:path>
              </a:pathLst>
            </a:custGeom>
            <a:solidFill>
              <a:srgbClr val="81EEEB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53"/>
            <p:cNvSpPr/>
            <p:nvPr/>
          </p:nvSpPr>
          <p:spPr>
            <a:xfrm>
              <a:off x="1246200" y="3292075"/>
              <a:ext cx="130475" cy="130475"/>
            </a:xfrm>
            <a:custGeom>
              <a:avLst/>
              <a:gdLst/>
              <a:ahLst/>
              <a:cxnLst/>
              <a:rect l="l" t="t" r="r" b="b"/>
              <a:pathLst>
                <a:path w="5219" h="5219" extrusionOk="0">
                  <a:moveTo>
                    <a:pt x="2600" y="1"/>
                  </a:moveTo>
                  <a:cubicBezTo>
                    <a:pt x="1173" y="1"/>
                    <a:pt x="1" y="1153"/>
                    <a:pt x="1" y="2600"/>
                  </a:cubicBezTo>
                  <a:cubicBezTo>
                    <a:pt x="1" y="4046"/>
                    <a:pt x="1173" y="5219"/>
                    <a:pt x="2600" y="5219"/>
                  </a:cubicBezTo>
                  <a:cubicBezTo>
                    <a:pt x="4046" y="5219"/>
                    <a:pt x="5219" y="4046"/>
                    <a:pt x="5219" y="2600"/>
                  </a:cubicBezTo>
                  <a:cubicBezTo>
                    <a:pt x="5219" y="1153"/>
                    <a:pt x="4046" y="1"/>
                    <a:pt x="2600" y="1"/>
                  </a:cubicBezTo>
                  <a:close/>
                </a:path>
              </a:pathLst>
            </a:custGeom>
            <a:solidFill>
              <a:srgbClr val="C7A2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53"/>
            <p:cNvSpPr/>
            <p:nvPr/>
          </p:nvSpPr>
          <p:spPr>
            <a:xfrm>
              <a:off x="3188075" y="1489975"/>
              <a:ext cx="1510925" cy="2154425"/>
            </a:xfrm>
            <a:custGeom>
              <a:avLst/>
              <a:gdLst/>
              <a:ahLst/>
              <a:cxnLst/>
              <a:rect l="l" t="t" r="r" b="b"/>
              <a:pathLst>
                <a:path w="60437" h="86177" extrusionOk="0">
                  <a:moveTo>
                    <a:pt x="1583" y="0"/>
                  </a:moveTo>
                  <a:cubicBezTo>
                    <a:pt x="704" y="0"/>
                    <a:pt x="1" y="704"/>
                    <a:pt x="1" y="1564"/>
                  </a:cubicBezTo>
                  <a:lnTo>
                    <a:pt x="1" y="84594"/>
                  </a:lnTo>
                  <a:cubicBezTo>
                    <a:pt x="1" y="85473"/>
                    <a:pt x="704" y="86177"/>
                    <a:pt x="1583" y="86177"/>
                  </a:cubicBezTo>
                  <a:lnTo>
                    <a:pt x="58852" y="86177"/>
                  </a:lnTo>
                  <a:cubicBezTo>
                    <a:pt x="59712" y="86177"/>
                    <a:pt x="60436" y="85473"/>
                    <a:pt x="60436" y="84594"/>
                  </a:cubicBezTo>
                  <a:lnTo>
                    <a:pt x="60436" y="1564"/>
                  </a:lnTo>
                  <a:cubicBezTo>
                    <a:pt x="60436" y="704"/>
                    <a:pt x="59712" y="0"/>
                    <a:pt x="588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53"/>
            <p:cNvSpPr/>
            <p:nvPr/>
          </p:nvSpPr>
          <p:spPr>
            <a:xfrm>
              <a:off x="3264775" y="1682975"/>
              <a:ext cx="1357475" cy="936775"/>
            </a:xfrm>
            <a:custGeom>
              <a:avLst/>
              <a:gdLst/>
              <a:ahLst/>
              <a:cxnLst/>
              <a:rect l="l" t="t" r="r" b="b"/>
              <a:pathLst>
                <a:path w="54299" h="37471" extrusionOk="0">
                  <a:moveTo>
                    <a:pt x="54241" y="0"/>
                  </a:moveTo>
                  <a:lnTo>
                    <a:pt x="1" y="39"/>
                  </a:lnTo>
                  <a:lnTo>
                    <a:pt x="40" y="37470"/>
                  </a:lnTo>
                  <a:lnTo>
                    <a:pt x="54299" y="37450"/>
                  </a:lnTo>
                  <a:lnTo>
                    <a:pt x="54241" y="0"/>
                  </a:lnTo>
                  <a:close/>
                </a:path>
              </a:pathLst>
            </a:custGeom>
            <a:solidFill>
              <a:srgbClr val="9EA6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53"/>
            <p:cNvSpPr/>
            <p:nvPr/>
          </p:nvSpPr>
          <p:spPr>
            <a:xfrm>
              <a:off x="3638600" y="1827600"/>
              <a:ext cx="618650" cy="618650"/>
            </a:xfrm>
            <a:custGeom>
              <a:avLst/>
              <a:gdLst/>
              <a:ahLst/>
              <a:cxnLst/>
              <a:rect l="l" t="t" r="r" b="b"/>
              <a:pathLst>
                <a:path w="24746" h="24746" extrusionOk="0">
                  <a:moveTo>
                    <a:pt x="12373" y="1"/>
                  </a:moveTo>
                  <a:cubicBezTo>
                    <a:pt x="5552" y="1"/>
                    <a:pt x="1" y="5552"/>
                    <a:pt x="1" y="12374"/>
                  </a:cubicBezTo>
                  <a:cubicBezTo>
                    <a:pt x="1" y="19195"/>
                    <a:pt x="5552" y="24746"/>
                    <a:pt x="12373" y="24746"/>
                  </a:cubicBezTo>
                  <a:cubicBezTo>
                    <a:pt x="19195" y="24746"/>
                    <a:pt x="24746" y="19195"/>
                    <a:pt x="24746" y="12374"/>
                  </a:cubicBezTo>
                  <a:cubicBezTo>
                    <a:pt x="24746" y="5552"/>
                    <a:pt x="19195" y="1"/>
                    <a:pt x="12373" y="1"/>
                  </a:cubicBezTo>
                  <a:close/>
                </a:path>
              </a:pathLst>
            </a:custGeom>
            <a:solidFill>
              <a:srgbClr val="5352EE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53"/>
            <p:cNvSpPr/>
            <p:nvPr/>
          </p:nvSpPr>
          <p:spPr>
            <a:xfrm>
              <a:off x="3395275" y="2777525"/>
              <a:ext cx="1096025" cy="76750"/>
            </a:xfrm>
            <a:custGeom>
              <a:avLst/>
              <a:gdLst/>
              <a:ahLst/>
              <a:cxnLst/>
              <a:rect l="l" t="t" r="r" b="b"/>
              <a:pathLst>
                <a:path w="43841" h="3070" extrusionOk="0">
                  <a:moveTo>
                    <a:pt x="1543" y="1"/>
                  </a:moveTo>
                  <a:cubicBezTo>
                    <a:pt x="683" y="1"/>
                    <a:pt x="0" y="685"/>
                    <a:pt x="0" y="1525"/>
                  </a:cubicBezTo>
                  <a:cubicBezTo>
                    <a:pt x="0" y="2385"/>
                    <a:pt x="683" y="3070"/>
                    <a:pt x="1543" y="3070"/>
                  </a:cubicBezTo>
                  <a:lnTo>
                    <a:pt x="42297" y="3070"/>
                  </a:lnTo>
                  <a:cubicBezTo>
                    <a:pt x="43157" y="3070"/>
                    <a:pt x="43841" y="2385"/>
                    <a:pt x="43841" y="1525"/>
                  </a:cubicBezTo>
                  <a:cubicBezTo>
                    <a:pt x="43841" y="685"/>
                    <a:pt x="43157" y="1"/>
                    <a:pt x="422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192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53"/>
            <p:cNvSpPr/>
            <p:nvPr/>
          </p:nvSpPr>
          <p:spPr>
            <a:xfrm>
              <a:off x="3395275" y="3363425"/>
              <a:ext cx="521375" cy="77225"/>
            </a:xfrm>
            <a:custGeom>
              <a:avLst/>
              <a:gdLst/>
              <a:ahLst/>
              <a:cxnLst/>
              <a:rect l="l" t="t" r="r" b="b"/>
              <a:pathLst>
                <a:path w="20855" h="3089" extrusionOk="0">
                  <a:moveTo>
                    <a:pt x="1543" y="1"/>
                  </a:moveTo>
                  <a:cubicBezTo>
                    <a:pt x="683" y="1"/>
                    <a:pt x="0" y="684"/>
                    <a:pt x="0" y="1544"/>
                  </a:cubicBezTo>
                  <a:cubicBezTo>
                    <a:pt x="0" y="2385"/>
                    <a:pt x="683" y="3089"/>
                    <a:pt x="1543" y="3089"/>
                  </a:cubicBezTo>
                  <a:lnTo>
                    <a:pt x="19311" y="3089"/>
                  </a:lnTo>
                  <a:cubicBezTo>
                    <a:pt x="20151" y="3089"/>
                    <a:pt x="20855" y="2385"/>
                    <a:pt x="20855" y="1544"/>
                  </a:cubicBezTo>
                  <a:cubicBezTo>
                    <a:pt x="20855" y="684"/>
                    <a:pt x="20151" y="1"/>
                    <a:pt x="193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192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53"/>
            <p:cNvSpPr/>
            <p:nvPr/>
          </p:nvSpPr>
          <p:spPr>
            <a:xfrm>
              <a:off x="3395275" y="2972525"/>
              <a:ext cx="1096025" cy="77225"/>
            </a:xfrm>
            <a:custGeom>
              <a:avLst/>
              <a:gdLst/>
              <a:ahLst/>
              <a:cxnLst/>
              <a:rect l="l" t="t" r="r" b="b"/>
              <a:pathLst>
                <a:path w="43841" h="3089" extrusionOk="0">
                  <a:moveTo>
                    <a:pt x="1543" y="0"/>
                  </a:moveTo>
                  <a:cubicBezTo>
                    <a:pt x="683" y="0"/>
                    <a:pt x="0" y="704"/>
                    <a:pt x="0" y="1543"/>
                  </a:cubicBezTo>
                  <a:cubicBezTo>
                    <a:pt x="0" y="2403"/>
                    <a:pt x="683" y="3088"/>
                    <a:pt x="1543" y="3088"/>
                  </a:cubicBezTo>
                  <a:lnTo>
                    <a:pt x="42297" y="3088"/>
                  </a:lnTo>
                  <a:cubicBezTo>
                    <a:pt x="43157" y="3088"/>
                    <a:pt x="43841" y="2403"/>
                    <a:pt x="43841" y="1543"/>
                  </a:cubicBezTo>
                  <a:cubicBezTo>
                    <a:pt x="43841" y="704"/>
                    <a:pt x="43157" y="0"/>
                    <a:pt x="422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192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53"/>
            <p:cNvSpPr/>
            <p:nvPr/>
          </p:nvSpPr>
          <p:spPr>
            <a:xfrm>
              <a:off x="3395275" y="3167975"/>
              <a:ext cx="1096025" cy="77225"/>
            </a:xfrm>
            <a:custGeom>
              <a:avLst/>
              <a:gdLst/>
              <a:ahLst/>
              <a:cxnLst/>
              <a:rect l="l" t="t" r="r" b="b"/>
              <a:pathLst>
                <a:path w="43841" h="3089" extrusionOk="0">
                  <a:moveTo>
                    <a:pt x="1543" y="0"/>
                  </a:moveTo>
                  <a:cubicBezTo>
                    <a:pt x="683" y="0"/>
                    <a:pt x="0" y="704"/>
                    <a:pt x="0" y="1544"/>
                  </a:cubicBezTo>
                  <a:cubicBezTo>
                    <a:pt x="0" y="2404"/>
                    <a:pt x="683" y="3089"/>
                    <a:pt x="1543" y="3089"/>
                  </a:cubicBezTo>
                  <a:lnTo>
                    <a:pt x="42297" y="3089"/>
                  </a:lnTo>
                  <a:cubicBezTo>
                    <a:pt x="43157" y="3089"/>
                    <a:pt x="43841" y="2404"/>
                    <a:pt x="43841" y="1544"/>
                  </a:cubicBezTo>
                  <a:cubicBezTo>
                    <a:pt x="43841" y="704"/>
                    <a:pt x="43157" y="0"/>
                    <a:pt x="422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192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53"/>
            <p:cNvSpPr/>
            <p:nvPr/>
          </p:nvSpPr>
          <p:spPr>
            <a:xfrm>
              <a:off x="3264775" y="1552525"/>
              <a:ext cx="71875" cy="72325"/>
            </a:xfrm>
            <a:custGeom>
              <a:avLst/>
              <a:gdLst/>
              <a:ahLst/>
              <a:cxnLst/>
              <a:rect l="l" t="t" r="r" b="b"/>
              <a:pathLst>
                <a:path w="2875" h="2893" extrusionOk="0">
                  <a:moveTo>
                    <a:pt x="1428" y="0"/>
                  </a:moveTo>
                  <a:cubicBezTo>
                    <a:pt x="646" y="0"/>
                    <a:pt x="1" y="644"/>
                    <a:pt x="1" y="1447"/>
                  </a:cubicBezTo>
                  <a:cubicBezTo>
                    <a:pt x="1" y="2247"/>
                    <a:pt x="646" y="2893"/>
                    <a:pt x="1428" y="2893"/>
                  </a:cubicBezTo>
                  <a:cubicBezTo>
                    <a:pt x="2229" y="2893"/>
                    <a:pt x="2875" y="2247"/>
                    <a:pt x="2875" y="1447"/>
                  </a:cubicBezTo>
                  <a:cubicBezTo>
                    <a:pt x="2875" y="644"/>
                    <a:pt x="2229" y="0"/>
                    <a:pt x="1428" y="0"/>
                  </a:cubicBezTo>
                  <a:close/>
                </a:path>
              </a:pathLst>
            </a:custGeom>
            <a:solidFill>
              <a:srgbClr val="FFC3D0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53"/>
            <p:cNvSpPr/>
            <p:nvPr/>
          </p:nvSpPr>
          <p:spPr>
            <a:xfrm>
              <a:off x="3408450" y="1552525"/>
              <a:ext cx="72325" cy="72325"/>
            </a:xfrm>
            <a:custGeom>
              <a:avLst/>
              <a:gdLst/>
              <a:ahLst/>
              <a:cxnLst/>
              <a:rect l="l" t="t" r="r" b="b"/>
              <a:pathLst>
                <a:path w="2893" h="2893" extrusionOk="0">
                  <a:moveTo>
                    <a:pt x="1446" y="0"/>
                  </a:moveTo>
                  <a:cubicBezTo>
                    <a:pt x="665" y="0"/>
                    <a:pt x="0" y="644"/>
                    <a:pt x="0" y="1447"/>
                  </a:cubicBezTo>
                  <a:cubicBezTo>
                    <a:pt x="0" y="2247"/>
                    <a:pt x="665" y="2893"/>
                    <a:pt x="1446" y="2893"/>
                  </a:cubicBezTo>
                  <a:cubicBezTo>
                    <a:pt x="2249" y="2893"/>
                    <a:pt x="2893" y="2247"/>
                    <a:pt x="2893" y="1447"/>
                  </a:cubicBezTo>
                  <a:cubicBezTo>
                    <a:pt x="2893" y="644"/>
                    <a:pt x="2249" y="0"/>
                    <a:pt x="1446" y="0"/>
                  </a:cubicBezTo>
                  <a:close/>
                </a:path>
              </a:pathLst>
            </a:custGeom>
            <a:solidFill>
              <a:srgbClr val="A1C3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53"/>
            <p:cNvSpPr/>
            <p:nvPr/>
          </p:nvSpPr>
          <p:spPr>
            <a:xfrm>
              <a:off x="3552600" y="1552525"/>
              <a:ext cx="72350" cy="72325"/>
            </a:xfrm>
            <a:custGeom>
              <a:avLst/>
              <a:gdLst/>
              <a:ahLst/>
              <a:cxnLst/>
              <a:rect l="l" t="t" r="r" b="b"/>
              <a:pathLst>
                <a:path w="2894" h="2893" extrusionOk="0">
                  <a:moveTo>
                    <a:pt x="1447" y="0"/>
                  </a:moveTo>
                  <a:cubicBezTo>
                    <a:pt x="645" y="0"/>
                    <a:pt x="1" y="644"/>
                    <a:pt x="1" y="1447"/>
                  </a:cubicBezTo>
                  <a:cubicBezTo>
                    <a:pt x="1" y="2247"/>
                    <a:pt x="645" y="2893"/>
                    <a:pt x="1447" y="2893"/>
                  </a:cubicBezTo>
                  <a:cubicBezTo>
                    <a:pt x="2248" y="2893"/>
                    <a:pt x="2894" y="2247"/>
                    <a:pt x="2894" y="1447"/>
                  </a:cubicBezTo>
                  <a:cubicBezTo>
                    <a:pt x="2894" y="644"/>
                    <a:pt x="2248" y="0"/>
                    <a:pt x="1447" y="0"/>
                  </a:cubicBezTo>
                  <a:close/>
                </a:path>
              </a:pathLst>
            </a:custGeom>
            <a:solidFill>
              <a:srgbClr val="81EEEB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53"/>
            <p:cNvSpPr/>
            <p:nvPr/>
          </p:nvSpPr>
          <p:spPr>
            <a:xfrm>
              <a:off x="6162450" y="1054100"/>
              <a:ext cx="1217725" cy="1302750"/>
            </a:xfrm>
            <a:custGeom>
              <a:avLst/>
              <a:gdLst/>
              <a:ahLst/>
              <a:cxnLst/>
              <a:rect l="l" t="t" r="r" b="b"/>
              <a:pathLst>
                <a:path w="48709" h="52110" extrusionOk="0">
                  <a:moveTo>
                    <a:pt x="0" y="1"/>
                  </a:moveTo>
                  <a:lnTo>
                    <a:pt x="0" y="49256"/>
                  </a:lnTo>
                  <a:cubicBezTo>
                    <a:pt x="0" y="50838"/>
                    <a:pt x="1271" y="52109"/>
                    <a:pt x="2854" y="52109"/>
                  </a:cubicBezTo>
                  <a:lnTo>
                    <a:pt x="45875" y="52109"/>
                  </a:lnTo>
                  <a:cubicBezTo>
                    <a:pt x="47439" y="52109"/>
                    <a:pt x="48708" y="50838"/>
                    <a:pt x="48708" y="49256"/>
                  </a:cubicBezTo>
                  <a:lnTo>
                    <a:pt x="487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2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53"/>
            <p:cNvSpPr/>
            <p:nvPr/>
          </p:nvSpPr>
          <p:spPr>
            <a:xfrm>
              <a:off x="6162450" y="901650"/>
              <a:ext cx="1217725" cy="152475"/>
            </a:xfrm>
            <a:custGeom>
              <a:avLst/>
              <a:gdLst/>
              <a:ahLst/>
              <a:cxnLst/>
              <a:rect l="l" t="t" r="r" b="b"/>
              <a:pathLst>
                <a:path w="48709" h="6099" extrusionOk="0">
                  <a:moveTo>
                    <a:pt x="2854" y="0"/>
                  </a:moveTo>
                  <a:cubicBezTo>
                    <a:pt x="1271" y="0"/>
                    <a:pt x="0" y="1270"/>
                    <a:pt x="0" y="2834"/>
                  </a:cubicBezTo>
                  <a:lnTo>
                    <a:pt x="0" y="6099"/>
                  </a:lnTo>
                  <a:lnTo>
                    <a:pt x="48708" y="6099"/>
                  </a:lnTo>
                  <a:lnTo>
                    <a:pt x="48708" y="2834"/>
                  </a:lnTo>
                  <a:cubicBezTo>
                    <a:pt x="48708" y="1270"/>
                    <a:pt x="47439" y="0"/>
                    <a:pt x="45875" y="0"/>
                  </a:cubicBezTo>
                  <a:close/>
                </a:path>
              </a:pathLst>
            </a:custGeom>
            <a:solidFill>
              <a:srgbClr val="5352EE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53"/>
            <p:cNvSpPr/>
            <p:nvPr/>
          </p:nvSpPr>
          <p:spPr>
            <a:xfrm>
              <a:off x="6255800" y="950975"/>
              <a:ext cx="48375" cy="48425"/>
            </a:xfrm>
            <a:custGeom>
              <a:avLst/>
              <a:gdLst/>
              <a:ahLst/>
              <a:cxnLst/>
              <a:rect l="l" t="t" r="r" b="b"/>
              <a:pathLst>
                <a:path w="1935" h="1937" extrusionOk="0">
                  <a:moveTo>
                    <a:pt x="977" y="1"/>
                  </a:moveTo>
                  <a:cubicBezTo>
                    <a:pt x="430" y="1"/>
                    <a:pt x="0" y="431"/>
                    <a:pt x="0" y="959"/>
                  </a:cubicBezTo>
                  <a:cubicBezTo>
                    <a:pt x="0" y="1506"/>
                    <a:pt x="430" y="1936"/>
                    <a:pt x="977" y="1936"/>
                  </a:cubicBezTo>
                  <a:cubicBezTo>
                    <a:pt x="1504" y="1936"/>
                    <a:pt x="1934" y="1506"/>
                    <a:pt x="1934" y="959"/>
                  </a:cubicBezTo>
                  <a:cubicBezTo>
                    <a:pt x="1934" y="431"/>
                    <a:pt x="1504" y="1"/>
                    <a:pt x="977" y="1"/>
                  </a:cubicBezTo>
                  <a:close/>
                </a:path>
              </a:pathLst>
            </a:custGeom>
            <a:solidFill>
              <a:srgbClr val="FFC3D0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53"/>
            <p:cNvSpPr/>
            <p:nvPr/>
          </p:nvSpPr>
          <p:spPr>
            <a:xfrm>
              <a:off x="6361350" y="950975"/>
              <a:ext cx="48375" cy="48425"/>
            </a:xfrm>
            <a:custGeom>
              <a:avLst/>
              <a:gdLst/>
              <a:ahLst/>
              <a:cxnLst/>
              <a:rect l="l" t="t" r="r" b="b"/>
              <a:pathLst>
                <a:path w="1935" h="1937" extrusionOk="0">
                  <a:moveTo>
                    <a:pt x="957" y="1"/>
                  </a:moveTo>
                  <a:cubicBezTo>
                    <a:pt x="430" y="1"/>
                    <a:pt x="0" y="431"/>
                    <a:pt x="0" y="959"/>
                  </a:cubicBezTo>
                  <a:cubicBezTo>
                    <a:pt x="0" y="1506"/>
                    <a:pt x="430" y="1936"/>
                    <a:pt x="957" y="1936"/>
                  </a:cubicBezTo>
                  <a:cubicBezTo>
                    <a:pt x="1504" y="1936"/>
                    <a:pt x="1934" y="1506"/>
                    <a:pt x="1934" y="959"/>
                  </a:cubicBezTo>
                  <a:cubicBezTo>
                    <a:pt x="1934" y="431"/>
                    <a:pt x="1504" y="1"/>
                    <a:pt x="957" y="1"/>
                  </a:cubicBezTo>
                  <a:close/>
                </a:path>
              </a:pathLst>
            </a:custGeom>
            <a:solidFill>
              <a:srgbClr val="A1C3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53"/>
            <p:cNvSpPr/>
            <p:nvPr/>
          </p:nvSpPr>
          <p:spPr>
            <a:xfrm>
              <a:off x="6466875" y="950975"/>
              <a:ext cx="48400" cy="48425"/>
            </a:xfrm>
            <a:custGeom>
              <a:avLst/>
              <a:gdLst/>
              <a:ahLst/>
              <a:cxnLst/>
              <a:rect l="l" t="t" r="r" b="b"/>
              <a:pathLst>
                <a:path w="1936" h="1937" extrusionOk="0">
                  <a:moveTo>
                    <a:pt x="958" y="1"/>
                  </a:moveTo>
                  <a:cubicBezTo>
                    <a:pt x="431" y="1"/>
                    <a:pt x="1" y="431"/>
                    <a:pt x="1" y="959"/>
                  </a:cubicBezTo>
                  <a:cubicBezTo>
                    <a:pt x="1" y="1506"/>
                    <a:pt x="431" y="1936"/>
                    <a:pt x="958" y="1936"/>
                  </a:cubicBezTo>
                  <a:cubicBezTo>
                    <a:pt x="1505" y="1936"/>
                    <a:pt x="1935" y="1506"/>
                    <a:pt x="1935" y="959"/>
                  </a:cubicBezTo>
                  <a:cubicBezTo>
                    <a:pt x="1935" y="431"/>
                    <a:pt x="1505" y="1"/>
                    <a:pt x="958" y="1"/>
                  </a:cubicBezTo>
                  <a:close/>
                </a:path>
              </a:pathLst>
            </a:custGeom>
            <a:solidFill>
              <a:srgbClr val="81EEEB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53"/>
            <p:cNvSpPr/>
            <p:nvPr/>
          </p:nvSpPr>
          <p:spPr>
            <a:xfrm>
              <a:off x="6292925" y="1236850"/>
              <a:ext cx="186700" cy="186700"/>
            </a:xfrm>
            <a:custGeom>
              <a:avLst/>
              <a:gdLst/>
              <a:ahLst/>
              <a:cxnLst/>
              <a:rect l="l" t="t" r="r" b="b"/>
              <a:pathLst>
                <a:path w="7468" h="7468" extrusionOk="0">
                  <a:moveTo>
                    <a:pt x="3733" y="1"/>
                  </a:moveTo>
                  <a:cubicBezTo>
                    <a:pt x="1682" y="1"/>
                    <a:pt x="1" y="1682"/>
                    <a:pt x="1" y="3733"/>
                  </a:cubicBezTo>
                  <a:cubicBezTo>
                    <a:pt x="1" y="5805"/>
                    <a:pt x="1682" y="7467"/>
                    <a:pt x="3733" y="7467"/>
                  </a:cubicBezTo>
                  <a:cubicBezTo>
                    <a:pt x="5786" y="7467"/>
                    <a:pt x="7467" y="5805"/>
                    <a:pt x="7467" y="3733"/>
                  </a:cubicBezTo>
                  <a:cubicBezTo>
                    <a:pt x="7467" y="1682"/>
                    <a:pt x="5786" y="1"/>
                    <a:pt x="3733" y="1"/>
                  </a:cubicBezTo>
                  <a:close/>
                </a:path>
              </a:pathLst>
            </a:custGeom>
            <a:solidFill>
              <a:srgbClr val="7882F3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53"/>
            <p:cNvSpPr/>
            <p:nvPr/>
          </p:nvSpPr>
          <p:spPr>
            <a:xfrm>
              <a:off x="6560700" y="1261275"/>
              <a:ext cx="655275" cy="43500"/>
            </a:xfrm>
            <a:custGeom>
              <a:avLst/>
              <a:gdLst/>
              <a:ahLst/>
              <a:cxnLst/>
              <a:rect l="l" t="t" r="r" b="b"/>
              <a:pathLst>
                <a:path w="26211" h="1740" extrusionOk="0">
                  <a:moveTo>
                    <a:pt x="801" y="1"/>
                  </a:moveTo>
                  <a:cubicBezTo>
                    <a:pt x="371" y="1"/>
                    <a:pt x="1" y="371"/>
                    <a:pt x="1" y="801"/>
                  </a:cubicBezTo>
                  <a:lnTo>
                    <a:pt x="1" y="939"/>
                  </a:lnTo>
                  <a:cubicBezTo>
                    <a:pt x="1" y="1369"/>
                    <a:pt x="371" y="1740"/>
                    <a:pt x="801" y="1740"/>
                  </a:cubicBezTo>
                  <a:lnTo>
                    <a:pt x="25429" y="1740"/>
                  </a:lnTo>
                  <a:cubicBezTo>
                    <a:pt x="25859" y="1740"/>
                    <a:pt x="26211" y="1369"/>
                    <a:pt x="26211" y="939"/>
                  </a:cubicBezTo>
                  <a:lnTo>
                    <a:pt x="26211" y="801"/>
                  </a:lnTo>
                  <a:cubicBezTo>
                    <a:pt x="26211" y="371"/>
                    <a:pt x="25859" y="1"/>
                    <a:pt x="25429" y="1"/>
                  </a:cubicBezTo>
                  <a:close/>
                </a:path>
              </a:pathLst>
            </a:custGeom>
            <a:solidFill>
              <a:srgbClr val="A1C3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53"/>
            <p:cNvSpPr/>
            <p:nvPr/>
          </p:nvSpPr>
          <p:spPr>
            <a:xfrm>
              <a:off x="6560700" y="1369250"/>
              <a:ext cx="365525" cy="43025"/>
            </a:xfrm>
            <a:custGeom>
              <a:avLst/>
              <a:gdLst/>
              <a:ahLst/>
              <a:cxnLst/>
              <a:rect l="l" t="t" r="r" b="b"/>
              <a:pathLst>
                <a:path w="14621" h="1721" extrusionOk="0">
                  <a:moveTo>
                    <a:pt x="801" y="1"/>
                  </a:moveTo>
                  <a:cubicBezTo>
                    <a:pt x="371" y="1"/>
                    <a:pt x="1" y="353"/>
                    <a:pt x="1" y="783"/>
                  </a:cubicBezTo>
                  <a:lnTo>
                    <a:pt x="1" y="920"/>
                  </a:lnTo>
                  <a:cubicBezTo>
                    <a:pt x="1" y="1350"/>
                    <a:pt x="371" y="1721"/>
                    <a:pt x="801" y="1721"/>
                  </a:cubicBezTo>
                  <a:lnTo>
                    <a:pt x="13819" y="1721"/>
                  </a:lnTo>
                  <a:cubicBezTo>
                    <a:pt x="14269" y="1721"/>
                    <a:pt x="14621" y="1350"/>
                    <a:pt x="14621" y="920"/>
                  </a:cubicBezTo>
                  <a:lnTo>
                    <a:pt x="14621" y="783"/>
                  </a:lnTo>
                  <a:cubicBezTo>
                    <a:pt x="14621" y="353"/>
                    <a:pt x="14269" y="1"/>
                    <a:pt x="13819" y="1"/>
                  </a:cubicBezTo>
                  <a:close/>
                </a:path>
              </a:pathLst>
            </a:custGeom>
            <a:solidFill>
              <a:srgbClr val="A1C3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53"/>
            <p:cNvSpPr/>
            <p:nvPr/>
          </p:nvSpPr>
          <p:spPr>
            <a:xfrm>
              <a:off x="6969675" y="1369250"/>
              <a:ext cx="104600" cy="43025"/>
            </a:xfrm>
            <a:custGeom>
              <a:avLst/>
              <a:gdLst/>
              <a:ahLst/>
              <a:cxnLst/>
              <a:rect l="l" t="t" r="r" b="b"/>
              <a:pathLst>
                <a:path w="4184" h="1721" extrusionOk="0">
                  <a:moveTo>
                    <a:pt x="881" y="1"/>
                  </a:moveTo>
                  <a:cubicBezTo>
                    <a:pt x="392" y="1"/>
                    <a:pt x="1" y="373"/>
                    <a:pt x="1" y="861"/>
                  </a:cubicBezTo>
                  <a:cubicBezTo>
                    <a:pt x="1" y="1330"/>
                    <a:pt x="392" y="1721"/>
                    <a:pt x="881" y="1721"/>
                  </a:cubicBezTo>
                  <a:lnTo>
                    <a:pt x="3324" y="1721"/>
                  </a:lnTo>
                  <a:cubicBezTo>
                    <a:pt x="3813" y="1721"/>
                    <a:pt x="4184" y="1330"/>
                    <a:pt x="4184" y="861"/>
                  </a:cubicBezTo>
                  <a:cubicBezTo>
                    <a:pt x="4184" y="373"/>
                    <a:pt x="3813" y="1"/>
                    <a:pt x="3324" y="1"/>
                  </a:cubicBezTo>
                  <a:close/>
                </a:path>
              </a:pathLst>
            </a:custGeom>
            <a:solidFill>
              <a:srgbClr val="A1C3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53"/>
            <p:cNvSpPr/>
            <p:nvPr/>
          </p:nvSpPr>
          <p:spPr>
            <a:xfrm>
              <a:off x="6292925" y="1563275"/>
              <a:ext cx="186700" cy="186675"/>
            </a:xfrm>
            <a:custGeom>
              <a:avLst/>
              <a:gdLst/>
              <a:ahLst/>
              <a:cxnLst/>
              <a:rect l="l" t="t" r="r" b="b"/>
              <a:pathLst>
                <a:path w="7468" h="7467" extrusionOk="0">
                  <a:moveTo>
                    <a:pt x="3733" y="0"/>
                  </a:moveTo>
                  <a:cubicBezTo>
                    <a:pt x="1682" y="0"/>
                    <a:pt x="1" y="1681"/>
                    <a:pt x="1" y="3733"/>
                  </a:cubicBezTo>
                  <a:cubicBezTo>
                    <a:pt x="1" y="5804"/>
                    <a:pt x="1682" y="7467"/>
                    <a:pt x="3733" y="7467"/>
                  </a:cubicBezTo>
                  <a:cubicBezTo>
                    <a:pt x="5786" y="7467"/>
                    <a:pt x="7467" y="5804"/>
                    <a:pt x="7467" y="3733"/>
                  </a:cubicBezTo>
                  <a:cubicBezTo>
                    <a:pt x="7467" y="1681"/>
                    <a:pt x="5786" y="0"/>
                    <a:pt x="3733" y="0"/>
                  </a:cubicBezTo>
                  <a:close/>
                </a:path>
              </a:pathLst>
            </a:custGeom>
            <a:solidFill>
              <a:srgbClr val="7882F3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53"/>
            <p:cNvSpPr/>
            <p:nvPr/>
          </p:nvSpPr>
          <p:spPr>
            <a:xfrm>
              <a:off x="6560700" y="1588175"/>
              <a:ext cx="655275" cy="43025"/>
            </a:xfrm>
            <a:custGeom>
              <a:avLst/>
              <a:gdLst/>
              <a:ahLst/>
              <a:cxnLst/>
              <a:rect l="l" t="t" r="r" b="b"/>
              <a:pathLst>
                <a:path w="26211" h="1721" extrusionOk="0">
                  <a:moveTo>
                    <a:pt x="801" y="0"/>
                  </a:moveTo>
                  <a:cubicBezTo>
                    <a:pt x="371" y="0"/>
                    <a:pt x="1" y="352"/>
                    <a:pt x="1" y="802"/>
                  </a:cubicBezTo>
                  <a:lnTo>
                    <a:pt x="1" y="920"/>
                  </a:lnTo>
                  <a:cubicBezTo>
                    <a:pt x="1" y="1368"/>
                    <a:pt x="371" y="1720"/>
                    <a:pt x="801" y="1720"/>
                  </a:cubicBezTo>
                  <a:lnTo>
                    <a:pt x="25429" y="1720"/>
                  </a:lnTo>
                  <a:cubicBezTo>
                    <a:pt x="25859" y="1720"/>
                    <a:pt x="26211" y="1368"/>
                    <a:pt x="26211" y="920"/>
                  </a:cubicBezTo>
                  <a:lnTo>
                    <a:pt x="26211" y="802"/>
                  </a:lnTo>
                  <a:cubicBezTo>
                    <a:pt x="26211" y="352"/>
                    <a:pt x="25859" y="0"/>
                    <a:pt x="25429" y="0"/>
                  </a:cubicBezTo>
                  <a:close/>
                </a:path>
              </a:pathLst>
            </a:custGeom>
            <a:solidFill>
              <a:srgbClr val="A1C3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53"/>
            <p:cNvSpPr/>
            <p:nvPr/>
          </p:nvSpPr>
          <p:spPr>
            <a:xfrm>
              <a:off x="6560700" y="1695675"/>
              <a:ext cx="365525" cy="43025"/>
            </a:xfrm>
            <a:custGeom>
              <a:avLst/>
              <a:gdLst/>
              <a:ahLst/>
              <a:cxnLst/>
              <a:rect l="l" t="t" r="r" b="b"/>
              <a:pathLst>
                <a:path w="14621" h="1721" extrusionOk="0">
                  <a:moveTo>
                    <a:pt x="801" y="0"/>
                  </a:moveTo>
                  <a:cubicBezTo>
                    <a:pt x="371" y="0"/>
                    <a:pt x="1" y="352"/>
                    <a:pt x="1" y="802"/>
                  </a:cubicBezTo>
                  <a:lnTo>
                    <a:pt x="1" y="920"/>
                  </a:lnTo>
                  <a:cubicBezTo>
                    <a:pt x="1" y="1368"/>
                    <a:pt x="371" y="1720"/>
                    <a:pt x="801" y="1720"/>
                  </a:cubicBezTo>
                  <a:lnTo>
                    <a:pt x="13819" y="1720"/>
                  </a:lnTo>
                  <a:cubicBezTo>
                    <a:pt x="14269" y="1720"/>
                    <a:pt x="14621" y="1368"/>
                    <a:pt x="14621" y="920"/>
                  </a:cubicBezTo>
                  <a:lnTo>
                    <a:pt x="14621" y="802"/>
                  </a:lnTo>
                  <a:cubicBezTo>
                    <a:pt x="14621" y="352"/>
                    <a:pt x="14269" y="0"/>
                    <a:pt x="13819" y="0"/>
                  </a:cubicBezTo>
                  <a:close/>
                </a:path>
              </a:pathLst>
            </a:custGeom>
            <a:solidFill>
              <a:srgbClr val="A1C3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53"/>
            <p:cNvSpPr/>
            <p:nvPr/>
          </p:nvSpPr>
          <p:spPr>
            <a:xfrm>
              <a:off x="6969675" y="1695675"/>
              <a:ext cx="104600" cy="43025"/>
            </a:xfrm>
            <a:custGeom>
              <a:avLst/>
              <a:gdLst/>
              <a:ahLst/>
              <a:cxnLst/>
              <a:rect l="l" t="t" r="r" b="b"/>
              <a:pathLst>
                <a:path w="4184" h="1721" extrusionOk="0">
                  <a:moveTo>
                    <a:pt x="881" y="0"/>
                  </a:moveTo>
                  <a:cubicBezTo>
                    <a:pt x="392" y="0"/>
                    <a:pt x="1" y="391"/>
                    <a:pt x="1" y="860"/>
                  </a:cubicBezTo>
                  <a:cubicBezTo>
                    <a:pt x="1" y="1329"/>
                    <a:pt x="392" y="1720"/>
                    <a:pt x="881" y="1720"/>
                  </a:cubicBezTo>
                  <a:lnTo>
                    <a:pt x="3324" y="1720"/>
                  </a:lnTo>
                  <a:cubicBezTo>
                    <a:pt x="3813" y="1720"/>
                    <a:pt x="4184" y="1329"/>
                    <a:pt x="4184" y="860"/>
                  </a:cubicBezTo>
                  <a:cubicBezTo>
                    <a:pt x="4184" y="391"/>
                    <a:pt x="3813" y="0"/>
                    <a:pt x="3324" y="0"/>
                  </a:cubicBezTo>
                  <a:close/>
                </a:path>
              </a:pathLst>
            </a:custGeom>
            <a:solidFill>
              <a:srgbClr val="A1C3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53"/>
            <p:cNvSpPr/>
            <p:nvPr/>
          </p:nvSpPr>
          <p:spPr>
            <a:xfrm>
              <a:off x="6292925" y="1890150"/>
              <a:ext cx="186700" cy="186675"/>
            </a:xfrm>
            <a:custGeom>
              <a:avLst/>
              <a:gdLst/>
              <a:ahLst/>
              <a:cxnLst/>
              <a:rect l="l" t="t" r="r" b="b"/>
              <a:pathLst>
                <a:path w="7468" h="7467" extrusionOk="0">
                  <a:moveTo>
                    <a:pt x="3733" y="0"/>
                  </a:moveTo>
                  <a:cubicBezTo>
                    <a:pt x="1682" y="0"/>
                    <a:pt x="1" y="1663"/>
                    <a:pt x="1" y="3734"/>
                  </a:cubicBezTo>
                  <a:cubicBezTo>
                    <a:pt x="1" y="5786"/>
                    <a:pt x="1682" y="7467"/>
                    <a:pt x="3733" y="7467"/>
                  </a:cubicBezTo>
                  <a:cubicBezTo>
                    <a:pt x="5786" y="7467"/>
                    <a:pt x="7467" y="5786"/>
                    <a:pt x="7467" y="3734"/>
                  </a:cubicBezTo>
                  <a:cubicBezTo>
                    <a:pt x="7467" y="1663"/>
                    <a:pt x="5786" y="0"/>
                    <a:pt x="3733" y="0"/>
                  </a:cubicBezTo>
                  <a:close/>
                </a:path>
              </a:pathLst>
            </a:custGeom>
            <a:solidFill>
              <a:srgbClr val="7882F3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53"/>
            <p:cNvSpPr/>
            <p:nvPr/>
          </p:nvSpPr>
          <p:spPr>
            <a:xfrm>
              <a:off x="6560700" y="1914575"/>
              <a:ext cx="655275" cy="43025"/>
            </a:xfrm>
            <a:custGeom>
              <a:avLst/>
              <a:gdLst/>
              <a:ahLst/>
              <a:cxnLst/>
              <a:rect l="l" t="t" r="r" b="b"/>
              <a:pathLst>
                <a:path w="26211" h="1721" extrusionOk="0">
                  <a:moveTo>
                    <a:pt x="801" y="1"/>
                  </a:moveTo>
                  <a:cubicBezTo>
                    <a:pt x="371" y="1"/>
                    <a:pt x="1" y="353"/>
                    <a:pt x="1" y="803"/>
                  </a:cubicBezTo>
                  <a:lnTo>
                    <a:pt x="1" y="920"/>
                  </a:lnTo>
                  <a:cubicBezTo>
                    <a:pt x="1" y="1369"/>
                    <a:pt x="371" y="1721"/>
                    <a:pt x="801" y="1721"/>
                  </a:cubicBezTo>
                  <a:lnTo>
                    <a:pt x="25429" y="1721"/>
                  </a:lnTo>
                  <a:cubicBezTo>
                    <a:pt x="25859" y="1721"/>
                    <a:pt x="26211" y="1369"/>
                    <a:pt x="26211" y="920"/>
                  </a:cubicBezTo>
                  <a:lnTo>
                    <a:pt x="26211" y="803"/>
                  </a:lnTo>
                  <a:cubicBezTo>
                    <a:pt x="26211" y="353"/>
                    <a:pt x="25859" y="1"/>
                    <a:pt x="25429" y="1"/>
                  </a:cubicBezTo>
                  <a:close/>
                </a:path>
              </a:pathLst>
            </a:custGeom>
            <a:solidFill>
              <a:srgbClr val="A1C3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53"/>
            <p:cNvSpPr/>
            <p:nvPr/>
          </p:nvSpPr>
          <p:spPr>
            <a:xfrm>
              <a:off x="6560700" y="2022075"/>
              <a:ext cx="365525" cy="43025"/>
            </a:xfrm>
            <a:custGeom>
              <a:avLst/>
              <a:gdLst/>
              <a:ahLst/>
              <a:cxnLst/>
              <a:rect l="l" t="t" r="r" b="b"/>
              <a:pathLst>
                <a:path w="14621" h="1721" extrusionOk="0">
                  <a:moveTo>
                    <a:pt x="801" y="1"/>
                  </a:moveTo>
                  <a:cubicBezTo>
                    <a:pt x="371" y="1"/>
                    <a:pt x="1" y="353"/>
                    <a:pt x="1" y="803"/>
                  </a:cubicBezTo>
                  <a:lnTo>
                    <a:pt x="1" y="920"/>
                  </a:lnTo>
                  <a:cubicBezTo>
                    <a:pt x="1" y="1369"/>
                    <a:pt x="371" y="1721"/>
                    <a:pt x="801" y="1721"/>
                  </a:cubicBezTo>
                  <a:lnTo>
                    <a:pt x="13819" y="1721"/>
                  </a:lnTo>
                  <a:cubicBezTo>
                    <a:pt x="14269" y="1721"/>
                    <a:pt x="14621" y="1369"/>
                    <a:pt x="14621" y="920"/>
                  </a:cubicBezTo>
                  <a:lnTo>
                    <a:pt x="14621" y="803"/>
                  </a:lnTo>
                  <a:cubicBezTo>
                    <a:pt x="14621" y="353"/>
                    <a:pt x="14269" y="1"/>
                    <a:pt x="13819" y="1"/>
                  </a:cubicBezTo>
                  <a:close/>
                </a:path>
              </a:pathLst>
            </a:custGeom>
            <a:solidFill>
              <a:srgbClr val="A1C3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53"/>
            <p:cNvSpPr/>
            <p:nvPr/>
          </p:nvSpPr>
          <p:spPr>
            <a:xfrm>
              <a:off x="6969675" y="2022075"/>
              <a:ext cx="104600" cy="43025"/>
            </a:xfrm>
            <a:custGeom>
              <a:avLst/>
              <a:gdLst/>
              <a:ahLst/>
              <a:cxnLst/>
              <a:rect l="l" t="t" r="r" b="b"/>
              <a:pathLst>
                <a:path w="4184" h="1721" extrusionOk="0">
                  <a:moveTo>
                    <a:pt x="881" y="1"/>
                  </a:moveTo>
                  <a:cubicBezTo>
                    <a:pt x="392" y="1"/>
                    <a:pt x="1" y="392"/>
                    <a:pt x="1" y="861"/>
                  </a:cubicBezTo>
                  <a:cubicBezTo>
                    <a:pt x="1" y="1350"/>
                    <a:pt x="392" y="1721"/>
                    <a:pt x="881" y="1721"/>
                  </a:cubicBezTo>
                  <a:lnTo>
                    <a:pt x="3324" y="1721"/>
                  </a:lnTo>
                  <a:cubicBezTo>
                    <a:pt x="3813" y="1721"/>
                    <a:pt x="4184" y="1350"/>
                    <a:pt x="4184" y="861"/>
                  </a:cubicBezTo>
                  <a:cubicBezTo>
                    <a:pt x="4184" y="392"/>
                    <a:pt x="3813" y="1"/>
                    <a:pt x="3324" y="1"/>
                  </a:cubicBezTo>
                  <a:close/>
                </a:path>
              </a:pathLst>
            </a:custGeom>
            <a:solidFill>
              <a:srgbClr val="A1C3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53"/>
            <p:cNvSpPr/>
            <p:nvPr/>
          </p:nvSpPr>
          <p:spPr>
            <a:xfrm>
              <a:off x="441400" y="3411325"/>
              <a:ext cx="1218225" cy="363575"/>
            </a:xfrm>
            <a:custGeom>
              <a:avLst/>
              <a:gdLst/>
              <a:ahLst/>
              <a:cxnLst/>
              <a:rect l="l" t="t" r="r" b="b"/>
              <a:pathLst>
                <a:path w="48729" h="14543" extrusionOk="0">
                  <a:moveTo>
                    <a:pt x="0" y="0"/>
                  </a:moveTo>
                  <a:lnTo>
                    <a:pt x="0" y="11688"/>
                  </a:lnTo>
                  <a:cubicBezTo>
                    <a:pt x="0" y="13271"/>
                    <a:pt x="1271" y="14542"/>
                    <a:pt x="2854" y="14542"/>
                  </a:cubicBezTo>
                  <a:lnTo>
                    <a:pt x="45875" y="14542"/>
                  </a:lnTo>
                  <a:cubicBezTo>
                    <a:pt x="47438" y="14542"/>
                    <a:pt x="48728" y="13271"/>
                    <a:pt x="48728" y="11688"/>
                  </a:cubicBezTo>
                  <a:lnTo>
                    <a:pt x="48728" y="0"/>
                  </a:lnTo>
                  <a:close/>
                </a:path>
              </a:pathLst>
            </a:custGeom>
            <a:solidFill>
              <a:srgbClr val="F1F0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53"/>
            <p:cNvSpPr/>
            <p:nvPr/>
          </p:nvSpPr>
          <p:spPr>
            <a:xfrm>
              <a:off x="441400" y="3258350"/>
              <a:ext cx="1218225" cy="153000"/>
            </a:xfrm>
            <a:custGeom>
              <a:avLst/>
              <a:gdLst/>
              <a:ahLst/>
              <a:cxnLst/>
              <a:rect l="l" t="t" r="r" b="b"/>
              <a:pathLst>
                <a:path w="48729" h="6120" extrusionOk="0">
                  <a:moveTo>
                    <a:pt x="2854" y="1"/>
                  </a:moveTo>
                  <a:cubicBezTo>
                    <a:pt x="1271" y="1"/>
                    <a:pt x="0" y="1291"/>
                    <a:pt x="0" y="2854"/>
                  </a:cubicBezTo>
                  <a:lnTo>
                    <a:pt x="0" y="6119"/>
                  </a:lnTo>
                  <a:lnTo>
                    <a:pt x="48728" y="6119"/>
                  </a:lnTo>
                  <a:lnTo>
                    <a:pt x="48728" y="2854"/>
                  </a:lnTo>
                  <a:cubicBezTo>
                    <a:pt x="48728" y="1291"/>
                    <a:pt x="47438" y="1"/>
                    <a:pt x="458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2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53"/>
            <p:cNvSpPr/>
            <p:nvPr/>
          </p:nvSpPr>
          <p:spPr>
            <a:xfrm>
              <a:off x="534750" y="3307725"/>
              <a:ext cx="48375" cy="48375"/>
            </a:xfrm>
            <a:custGeom>
              <a:avLst/>
              <a:gdLst/>
              <a:ahLst/>
              <a:cxnLst/>
              <a:rect l="l" t="t" r="r" b="b"/>
              <a:pathLst>
                <a:path w="1935" h="1935" extrusionOk="0">
                  <a:moveTo>
                    <a:pt x="977" y="0"/>
                  </a:moveTo>
                  <a:cubicBezTo>
                    <a:pt x="430" y="0"/>
                    <a:pt x="0" y="430"/>
                    <a:pt x="0" y="978"/>
                  </a:cubicBezTo>
                  <a:cubicBezTo>
                    <a:pt x="0" y="1505"/>
                    <a:pt x="430" y="1935"/>
                    <a:pt x="977" y="1935"/>
                  </a:cubicBezTo>
                  <a:cubicBezTo>
                    <a:pt x="1504" y="1935"/>
                    <a:pt x="1934" y="1505"/>
                    <a:pt x="1934" y="978"/>
                  </a:cubicBezTo>
                  <a:cubicBezTo>
                    <a:pt x="1934" y="430"/>
                    <a:pt x="1504" y="0"/>
                    <a:pt x="977" y="0"/>
                  </a:cubicBezTo>
                  <a:close/>
                </a:path>
              </a:pathLst>
            </a:custGeom>
            <a:solidFill>
              <a:srgbClr val="FFC3D0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53"/>
            <p:cNvSpPr/>
            <p:nvPr/>
          </p:nvSpPr>
          <p:spPr>
            <a:xfrm>
              <a:off x="640275" y="3307725"/>
              <a:ext cx="48400" cy="48375"/>
            </a:xfrm>
            <a:custGeom>
              <a:avLst/>
              <a:gdLst/>
              <a:ahLst/>
              <a:cxnLst/>
              <a:rect l="l" t="t" r="r" b="b"/>
              <a:pathLst>
                <a:path w="1936" h="1935" extrusionOk="0">
                  <a:moveTo>
                    <a:pt x="978" y="0"/>
                  </a:moveTo>
                  <a:cubicBezTo>
                    <a:pt x="431" y="0"/>
                    <a:pt x="1" y="430"/>
                    <a:pt x="1" y="978"/>
                  </a:cubicBezTo>
                  <a:cubicBezTo>
                    <a:pt x="1" y="1505"/>
                    <a:pt x="431" y="1935"/>
                    <a:pt x="978" y="1935"/>
                  </a:cubicBezTo>
                  <a:cubicBezTo>
                    <a:pt x="1505" y="1935"/>
                    <a:pt x="1935" y="1505"/>
                    <a:pt x="1935" y="978"/>
                  </a:cubicBezTo>
                  <a:cubicBezTo>
                    <a:pt x="1935" y="430"/>
                    <a:pt x="1505" y="0"/>
                    <a:pt x="978" y="0"/>
                  </a:cubicBezTo>
                  <a:close/>
                </a:path>
              </a:pathLst>
            </a:custGeom>
            <a:solidFill>
              <a:srgbClr val="A1C3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53"/>
            <p:cNvSpPr/>
            <p:nvPr/>
          </p:nvSpPr>
          <p:spPr>
            <a:xfrm>
              <a:off x="745825" y="3307725"/>
              <a:ext cx="48400" cy="48375"/>
            </a:xfrm>
            <a:custGeom>
              <a:avLst/>
              <a:gdLst/>
              <a:ahLst/>
              <a:cxnLst/>
              <a:rect l="l" t="t" r="r" b="b"/>
              <a:pathLst>
                <a:path w="1936" h="1935" extrusionOk="0">
                  <a:moveTo>
                    <a:pt x="958" y="0"/>
                  </a:moveTo>
                  <a:cubicBezTo>
                    <a:pt x="431" y="0"/>
                    <a:pt x="1" y="430"/>
                    <a:pt x="1" y="978"/>
                  </a:cubicBezTo>
                  <a:cubicBezTo>
                    <a:pt x="1" y="1505"/>
                    <a:pt x="431" y="1935"/>
                    <a:pt x="958" y="1935"/>
                  </a:cubicBezTo>
                  <a:cubicBezTo>
                    <a:pt x="1505" y="1935"/>
                    <a:pt x="1935" y="1505"/>
                    <a:pt x="1935" y="978"/>
                  </a:cubicBezTo>
                  <a:cubicBezTo>
                    <a:pt x="1935" y="430"/>
                    <a:pt x="1505" y="0"/>
                    <a:pt x="958" y="0"/>
                  </a:cubicBezTo>
                  <a:close/>
                </a:path>
              </a:pathLst>
            </a:custGeom>
            <a:solidFill>
              <a:srgbClr val="81EEEB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53"/>
            <p:cNvSpPr/>
            <p:nvPr/>
          </p:nvSpPr>
          <p:spPr>
            <a:xfrm>
              <a:off x="571875" y="3498300"/>
              <a:ext cx="186700" cy="186175"/>
            </a:xfrm>
            <a:custGeom>
              <a:avLst/>
              <a:gdLst/>
              <a:ahLst/>
              <a:cxnLst/>
              <a:rect l="l" t="t" r="r" b="b"/>
              <a:pathLst>
                <a:path w="7468" h="7447" extrusionOk="0">
                  <a:moveTo>
                    <a:pt x="3733" y="0"/>
                  </a:moveTo>
                  <a:cubicBezTo>
                    <a:pt x="1681" y="0"/>
                    <a:pt x="1" y="1661"/>
                    <a:pt x="1" y="3714"/>
                  </a:cubicBezTo>
                  <a:cubicBezTo>
                    <a:pt x="1" y="5786"/>
                    <a:pt x="1681" y="7446"/>
                    <a:pt x="3733" y="7446"/>
                  </a:cubicBezTo>
                  <a:cubicBezTo>
                    <a:pt x="5805" y="7446"/>
                    <a:pt x="7467" y="5786"/>
                    <a:pt x="7467" y="3714"/>
                  </a:cubicBezTo>
                  <a:cubicBezTo>
                    <a:pt x="7467" y="1661"/>
                    <a:pt x="5805" y="0"/>
                    <a:pt x="3733" y="0"/>
                  </a:cubicBezTo>
                  <a:close/>
                </a:path>
              </a:pathLst>
            </a:custGeom>
            <a:solidFill>
              <a:srgbClr val="9EA6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53"/>
            <p:cNvSpPr/>
            <p:nvPr/>
          </p:nvSpPr>
          <p:spPr>
            <a:xfrm>
              <a:off x="840125" y="3522725"/>
              <a:ext cx="655325" cy="43025"/>
            </a:xfrm>
            <a:custGeom>
              <a:avLst/>
              <a:gdLst/>
              <a:ahLst/>
              <a:cxnLst/>
              <a:rect l="l" t="t" r="r" b="b"/>
              <a:pathLst>
                <a:path w="26213" h="1721" extrusionOk="0">
                  <a:moveTo>
                    <a:pt x="803" y="1"/>
                  </a:moveTo>
                  <a:cubicBezTo>
                    <a:pt x="352" y="1"/>
                    <a:pt x="0" y="352"/>
                    <a:pt x="0" y="801"/>
                  </a:cubicBezTo>
                  <a:lnTo>
                    <a:pt x="0" y="918"/>
                  </a:lnTo>
                  <a:cubicBezTo>
                    <a:pt x="0" y="1369"/>
                    <a:pt x="352" y="1721"/>
                    <a:pt x="803" y="1721"/>
                  </a:cubicBezTo>
                  <a:lnTo>
                    <a:pt x="25410" y="1721"/>
                  </a:lnTo>
                  <a:cubicBezTo>
                    <a:pt x="25840" y="1721"/>
                    <a:pt x="26212" y="1369"/>
                    <a:pt x="26212" y="918"/>
                  </a:cubicBezTo>
                  <a:lnTo>
                    <a:pt x="26212" y="801"/>
                  </a:lnTo>
                  <a:cubicBezTo>
                    <a:pt x="26212" y="352"/>
                    <a:pt x="25840" y="1"/>
                    <a:pt x="25410" y="1"/>
                  </a:cubicBezTo>
                  <a:close/>
                </a:path>
              </a:pathLst>
            </a:custGeom>
            <a:solidFill>
              <a:srgbClr val="7882F3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53"/>
            <p:cNvSpPr/>
            <p:nvPr/>
          </p:nvSpPr>
          <p:spPr>
            <a:xfrm>
              <a:off x="840125" y="3630225"/>
              <a:ext cx="365050" cy="43025"/>
            </a:xfrm>
            <a:custGeom>
              <a:avLst/>
              <a:gdLst/>
              <a:ahLst/>
              <a:cxnLst/>
              <a:rect l="l" t="t" r="r" b="b"/>
              <a:pathLst>
                <a:path w="14602" h="1721" extrusionOk="0">
                  <a:moveTo>
                    <a:pt x="803" y="1"/>
                  </a:moveTo>
                  <a:cubicBezTo>
                    <a:pt x="352" y="1"/>
                    <a:pt x="0" y="352"/>
                    <a:pt x="0" y="801"/>
                  </a:cubicBezTo>
                  <a:lnTo>
                    <a:pt x="0" y="919"/>
                  </a:lnTo>
                  <a:cubicBezTo>
                    <a:pt x="0" y="1369"/>
                    <a:pt x="352" y="1721"/>
                    <a:pt x="803" y="1721"/>
                  </a:cubicBezTo>
                  <a:lnTo>
                    <a:pt x="13820" y="1721"/>
                  </a:lnTo>
                  <a:cubicBezTo>
                    <a:pt x="14250" y="1721"/>
                    <a:pt x="14602" y="1369"/>
                    <a:pt x="14602" y="919"/>
                  </a:cubicBezTo>
                  <a:lnTo>
                    <a:pt x="14602" y="801"/>
                  </a:lnTo>
                  <a:cubicBezTo>
                    <a:pt x="14602" y="352"/>
                    <a:pt x="14250" y="1"/>
                    <a:pt x="13820" y="1"/>
                  </a:cubicBezTo>
                  <a:close/>
                </a:path>
              </a:pathLst>
            </a:custGeom>
            <a:solidFill>
              <a:srgbClr val="7882F3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53"/>
            <p:cNvSpPr/>
            <p:nvPr/>
          </p:nvSpPr>
          <p:spPr>
            <a:xfrm>
              <a:off x="1249150" y="3630225"/>
              <a:ext cx="104575" cy="43025"/>
            </a:xfrm>
            <a:custGeom>
              <a:avLst/>
              <a:gdLst/>
              <a:ahLst/>
              <a:cxnLst/>
              <a:rect l="l" t="t" r="r" b="b"/>
              <a:pathLst>
                <a:path w="4183" h="1721" extrusionOk="0">
                  <a:moveTo>
                    <a:pt x="860" y="1"/>
                  </a:moveTo>
                  <a:cubicBezTo>
                    <a:pt x="371" y="1"/>
                    <a:pt x="0" y="392"/>
                    <a:pt x="0" y="861"/>
                  </a:cubicBezTo>
                  <a:cubicBezTo>
                    <a:pt x="0" y="1330"/>
                    <a:pt x="371" y="1721"/>
                    <a:pt x="860" y="1721"/>
                  </a:cubicBezTo>
                  <a:lnTo>
                    <a:pt x="3323" y="1721"/>
                  </a:lnTo>
                  <a:cubicBezTo>
                    <a:pt x="3792" y="1721"/>
                    <a:pt x="4183" y="1330"/>
                    <a:pt x="4183" y="861"/>
                  </a:cubicBezTo>
                  <a:cubicBezTo>
                    <a:pt x="4183" y="392"/>
                    <a:pt x="3792" y="1"/>
                    <a:pt x="3323" y="1"/>
                  </a:cubicBezTo>
                  <a:close/>
                </a:path>
              </a:pathLst>
            </a:custGeom>
            <a:solidFill>
              <a:srgbClr val="7882F3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53"/>
            <p:cNvSpPr/>
            <p:nvPr/>
          </p:nvSpPr>
          <p:spPr>
            <a:xfrm>
              <a:off x="562100" y="577006"/>
              <a:ext cx="618150" cy="618125"/>
            </a:xfrm>
            <a:custGeom>
              <a:avLst/>
              <a:gdLst/>
              <a:ahLst/>
              <a:cxnLst/>
              <a:rect l="l" t="t" r="r" b="b"/>
              <a:pathLst>
                <a:path w="24726" h="24725" extrusionOk="0">
                  <a:moveTo>
                    <a:pt x="12372" y="0"/>
                  </a:moveTo>
                  <a:cubicBezTo>
                    <a:pt x="5552" y="0"/>
                    <a:pt x="1" y="5551"/>
                    <a:pt x="1" y="12353"/>
                  </a:cubicBezTo>
                  <a:cubicBezTo>
                    <a:pt x="1" y="19174"/>
                    <a:pt x="5552" y="24725"/>
                    <a:pt x="12372" y="24725"/>
                  </a:cubicBezTo>
                  <a:cubicBezTo>
                    <a:pt x="19174" y="24725"/>
                    <a:pt x="24725" y="19174"/>
                    <a:pt x="24725" y="12353"/>
                  </a:cubicBezTo>
                  <a:cubicBezTo>
                    <a:pt x="24725" y="5551"/>
                    <a:pt x="19174" y="0"/>
                    <a:pt x="12372" y="0"/>
                  </a:cubicBezTo>
                  <a:close/>
                </a:path>
              </a:pathLst>
            </a:custGeom>
            <a:solidFill>
              <a:srgbClr val="9EA6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3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53"/>
            <p:cNvSpPr/>
            <p:nvPr/>
          </p:nvSpPr>
          <p:spPr>
            <a:xfrm>
              <a:off x="760950" y="665931"/>
              <a:ext cx="220425" cy="219925"/>
            </a:xfrm>
            <a:custGeom>
              <a:avLst/>
              <a:gdLst/>
              <a:ahLst/>
              <a:cxnLst/>
              <a:rect l="l" t="t" r="r" b="b"/>
              <a:pathLst>
                <a:path w="8817" h="8797" extrusionOk="0">
                  <a:moveTo>
                    <a:pt x="4418" y="1"/>
                  </a:moveTo>
                  <a:cubicBezTo>
                    <a:pt x="1976" y="1"/>
                    <a:pt x="1" y="1974"/>
                    <a:pt x="1" y="4398"/>
                  </a:cubicBezTo>
                  <a:cubicBezTo>
                    <a:pt x="1" y="6821"/>
                    <a:pt x="1976" y="8796"/>
                    <a:pt x="4418" y="8796"/>
                  </a:cubicBezTo>
                  <a:cubicBezTo>
                    <a:pt x="6842" y="8796"/>
                    <a:pt x="8817" y="6821"/>
                    <a:pt x="8817" y="4398"/>
                  </a:cubicBezTo>
                  <a:cubicBezTo>
                    <a:pt x="8817" y="1974"/>
                    <a:pt x="6842" y="1"/>
                    <a:pt x="4418" y="1"/>
                  </a:cubicBezTo>
                  <a:close/>
                </a:path>
              </a:pathLst>
            </a:custGeom>
            <a:solidFill>
              <a:srgbClr val="F1F0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53"/>
            <p:cNvSpPr/>
            <p:nvPr/>
          </p:nvSpPr>
          <p:spPr>
            <a:xfrm>
              <a:off x="659825" y="933706"/>
              <a:ext cx="423200" cy="242400"/>
            </a:xfrm>
            <a:custGeom>
              <a:avLst/>
              <a:gdLst/>
              <a:ahLst/>
              <a:cxnLst/>
              <a:rect l="l" t="t" r="r" b="b"/>
              <a:pathLst>
                <a:path w="16928" h="9696" extrusionOk="0">
                  <a:moveTo>
                    <a:pt x="8463" y="1"/>
                  </a:moveTo>
                  <a:cubicBezTo>
                    <a:pt x="4535" y="1"/>
                    <a:pt x="1231" y="2502"/>
                    <a:pt x="1" y="6000"/>
                  </a:cubicBezTo>
                  <a:cubicBezTo>
                    <a:pt x="2112" y="8268"/>
                    <a:pt x="5122" y="9695"/>
                    <a:pt x="8463" y="9695"/>
                  </a:cubicBezTo>
                  <a:cubicBezTo>
                    <a:pt x="11806" y="9695"/>
                    <a:pt x="14817" y="8268"/>
                    <a:pt x="16927" y="6000"/>
                  </a:cubicBezTo>
                  <a:cubicBezTo>
                    <a:pt x="15695" y="2502"/>
                    <a:pt x="12372" y="1"/>
                    <a:pt x="8463" y="1"/>
                  </a:cubicBezTo>
                  <a:close/>
                </a:path>
              </a:pathLst>
            </a:custGeom>
            <a:solidFill>
              <a:srgbClr val="F1F0FF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53"/>
            <p:cNvSpPr/>
            <p:nvPr/>
          </p:nvSpPr>
          <p:spPr>
            <a:xfrm>
              <a:off x="3370825" y="3881400"/>
              <a:ext cx="3061875" cy="435875"/>
            </a:xfrm>
            <a:custGeom>
              <a:avLst/>
              <a:gdLst/>
              <a:ahLst/>
              <a:cxnLst/>
              <a:rect l="l" t="t" r="r" b="b"/>
              <a:pathLst>
                <a:path w="122475" h="17435" extrusionOk="0">
                  <a:moveTo>
                    <a:pt x="5375" y="0"/>
                  </a:moveTo>
                  <a:cubicBezTo>
                    <a:pt x="2404" y="0"/>
                    <a:pt x="1" y="2403"/>
                    <a:pt x="1" y="5356"/>
                  </a:cubicBezTo>
                  <a:lnTo>
                    <a:pt x="1" y="12079"/>
                  </a:lnTo>
                  <a:cubicBezTo>
                    <a:pt x="1" y="15030"/>
                    <a:pt x="2404" y="17435"/>
                    <a:pt x="5375" y="17435"/>
                  </a:cubicBezTo>
                  <a:lnTo>
                    <a:pt x="117099" y="17435"/>
                  </a:lnTo>
                  <a:cubicBezTo>
                    <a:pt x="120070" y="17435"/>
                    <a:pt x="122475" y="15030"/>
                    <a:pt x="122475" y="12079"/>
                  </a:cubicBezTo>
                  <a:lnTo>
                    <a:pt x="122475" y="5356"/>
                  </a:lnTo>
                  <a:cubicBezTo>
                    <a:pt x="122475" y="2403"/>
                    <a:pt x="120070" y="0"/>
                    <a:pt x="117099" y="0"/>
                  </a:cubicBezTo>
                  <a:close/>
                </a:path>
              </a:pathLst>
            </a:custGeom>
            <a:solidFill>
              <a:srgbClr val="5352EE"/>
            </a:solidFill>
            <a:ln>
              <a:noFill/>
            </a:ln>
            <a:effectLst>
              <a:outerShdw blurRad="171450" dist="76200" algn="bl" rotWithShape="0">
                <a:srgbClr val="5352EE">
                  <a:alpha val="56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53"/>
            <p:cNvSpPr/>
            <p:nvPr/>
          </p:nvSpPr>
          <p:spPr>
            <a:xfrm>
              <a:off x="4267000" y="4042125"/>
              <a:ext cx="130475" cy="130525"/>
            </a:xfrm>
            <a:custGeom>
              <a:avLst/>
              <a:gdLst/>
              <a:ahLst/>
              <a:cxnLst/>
              <a:rect l="l" t="t" r="r" b="b"/>
              <a:pathLst>
                <a:path w="5219" h="5221" extrusionOk="0">
                  <a:moveTo>
                    <a:pt x="2620" y="1"/>
                  </a:moveTo>
                  <a:cubicBezTo>
                    <a:pt x="1174" y="1"/>
                    <a:pt x="1" y="1174"/>
                    <a:pt x="1" y="2601"/>
                  </a:cubicBezTo>
                  <a:cubicBezTo>
                    <a:pt x="1" y="4048"/>
                    <a:pt x="1174" y="5220"/>
                    <a:pt x="2620" y="5220"/>
                  </a:cubicBezTo>
                  <a:cubicBezTo>
                    <a:pt x="4066" y="5220"/>
                    <a:pt x="5219" y="4048"/>
                    <a:pt x="5219" y="2601"/>
                  </a:cubicBezTo>
                  <a:cubicBezTo>
                    <a:pt x="5219" y="1174"/>
                    <a:pt x="4066" y="1"/>
                    <a:pt x="2620" y="1"/>
                  </a:cubicBezTo>
                  <a:close/>
                </a:path>
              </a:pathLst>
            </a:custGeom>
            <a:solidFill>
              <a:srgbClr val="81EEEB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53"/>
            <p:cNvSpPr/>
            <p:nvPr/>
          </p:nvSpPr>
          <p:spPr>
            <a:xfrm>
              <a:off x="3984575" y="4042125"/>
              <a:ext cx="130475" cy="130525"/>
            </a:xfrm>
            <a:custGeom>
              <a:avLst/>
              <a:gdLst/>
              <a:ahLst/>
              <a:cxnLst/>
              <a:rect l="l" t="t" r="r" b="b"/>
              <a:pathLst>
                <a:path w="5219" h="5221" extrusionOk="0">
                  <a:moveTo>
                    <a:pt x="2619" y="1"/>
                  </a:moveTo>
                  <a:cubicBezTo>
                    <a:pt x="1173" y="1"/>
                    <a:pt x="0" y="1174"/>
                    <a:pt x="0" y="2601"/>
                  </a:cubicBezTo>
                  <a:cubicBezTo>
                    <a:pt x="0" y="4048"/>
                    <a:pt x="1173" y="5220"/>
                    <a:pt x="2619" y="5220"/>
                  </a:cubicBezTo>
                  <a:cubicBezTo>
                    <a:pt x="4066" y="5220"/>
                    <a:pt x="5218" y="4048"/>
                    <a:pt x="5218" y="2601"/>
                  </a:cubicBezTo>
                  <a:cubicBezTo>
                    <a:pt x="5218" y="1174"/>
                    <a:pt x="4066" y="1"/>
                    <a:pt x="2619" y="1"/>
                  </a:cubicBezTo>
                  <a:close/>
                </a:path>
              </a:pathLst>
            </a:custGeom>
            <a:solidFill>
              <a:srgbClr val="81EEEB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53"/>
            <p:cNvSpPr/>
            <p:nvPr/>
          </p:nvSpPr>
          <p:spPr>
            <a:xfrm>
              <a:off x="3702125" y="4042125"/>
              <a:ext cx="130475" cy="130525"/>
            </a:xfrm>
            <a:custGeom>
              <a:avLst/>
              <a:gdLst/>
              <a:ahLst/>
              <a:cxnLst/>
              <a:rect l="l" t="t" r="r" b="b"/>
              <a:pathLst>
                <a:path w="5219" h="5221" extrusionOk="0">
                  <a:moveTo>
                    <a:pt x="2620" y="1"/>
                  </a:moveTo>
                  <a:cubicBezTo>
                    <a:pt x="1174" y="1"/>
                    <a:pt x="1" y="1174"/>
                    <a:pt x="1" y="2601"/>
                  </a:cubicBezTo>
                  <a:cubicBezTo>
                    <a:pt x="1" y="4048"/>
                    <a:pt x="1174" y="5220"/>
                    <a:pt x="2620" y="5220"/>
                  </a:cubicBezTo>
                  <a:cubicBezTo>
                    <a:pt x="4046" y="5220"/>
                    <a:pt x="5219" y="4048"/>
                    <a:pt x="5219" y="2601"/>
                  </a:cubicBezTo>
                  <a:cubicBezTo>
                    <a:pt x="5219" y="1174"/>
                    <a:pt x="4046" y="1"/>
                    <a:pt x="2620" y="1"/>
                  </a:cubicBezTo>
                  <a:close/>
                </a:path>
              </a:pathLst>
            </a:custGeom>
            <a:solidFill>
              <a:srgbClr val="81EEEB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14000"/>
                </a:srgbClr>
              </a:outerShdw>
              <a:reflection stA="5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47" name="Google Shape;1247;p53"/>
          <p:cNvSpPr/>
          <p:nvPr/>
        </p:nvSpPr>
        <p:spPr>
          <a:xfrm>
            <a:off x="6470396" y="1940625"/>
            <a:ext cx="1952400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8" name="Google Shape;1248;p53"/>
          <p:cNvSpPr/>
          <p:nvPr/>
        </p:nvSpPr>
        <p:spPr>
          <a:xfrm>
            <a:off x="6470396" y="3374025"/>
            <a:ext cx="1952400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9" name="Google Shape;1249;p53"/>
          <p:cNvSpPr/>
          <p:nvPr/>
        </p:nvSpPr>
        <p:spPr>
          <a:xfrm>
            <a:off x="719996" y="3374025"/>
            <a:ext cx="1952400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0" name="Google Shape;1250;p53"/>
          <p:cNvSpPr/>
          <p:nvPr/>
        </p:nvSpPr>
        <p:spPr>
          <a:xfrm>
            <a:off x="793417" y="1939938"/>
            <a:ext cx="1532223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2" name="Google Shape;1252;p53"/>
          <p:cNvSpPr txBox="1"/>
          <p:nvPr/>
        </p:nvSpPr>
        <p:spPr>
          <a:xfrm>
            <a:off x="908472" y="1999388"/>
            <a:ext cx="1335320" cy="19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5352EE"/>
                </a:solidFill>
                <a:latin typeface="Montserrat"/>
                <a:ea typeface="Montserrat"/>
                <a:cs typeface="Montserrat"/>
                <a:sym typeface="Montserrat"/>
              </a:rPr>
              <a:t>Ubuntu</a:t>
            </a:r>
            <a:endParaRPr sz="1800" b="1" dirty="0">
              <a:solidFill>
                <a:srgbClr val="5352E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4" name="Google Shape;1254;p53"/>
          <p:cNvSpPr txBox="1"/>
          <p:nvPr/>
        </p:nvSpPr>
        <p:spPr>
          <a:xfrm>
            <a:off x="6727200" y="2014575"/>
            <a:ext cx="1438800" cy="19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5352EE"/>
                </a:solidFill>
                <a:latin typeface="Montserrat"/>
                <a:ea typeface="Montserrat"/>
                <a:cs typeface="Montserrat"/>
                <a:sym typeface="Montserrat"/>
              </a:rPr>
              <a:t>Vercel</a:t>
            </a:r>
            <a:endParaRPr sz="1800" b="1" dirty="0">
              <a:solidFill>
                <a:srgbClr val="5352E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6" name="Google Shape;1256;p53"/>
          <p:cNvSpPr txBox="1"/>
          <p:nvPr/>
        </p:nvSpPr>
        <p:spPr>
          <a:xfrm>
            <a:off x="976800" y="3447975"/>
            <a:ext cx="1438800" cy="19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5352EE"/>
                </a:solidFill>
                <a:latin typeface="Montserrat"/>
                <a:ea typeface="Montserrat"/>
                <a:cs typeface="Montserrat"/>
                <a:sym typeface="Montserrat"/>
              </a:rPr>
              <a:t>Apache</a:t>
            </a:r>
            <a:endParaRPr sz="1800" b="1" dirty="0">
              <a:solidFill>
                <a:srgbClr val="5352E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7" name="Google Shape;1257;p53"/>
          <p:cNvSpPr txBox="1"/>
          <p:nvPr/>
        </p:nvSpPr>
        <p:spPr>
          <a:xfrm>
            <a:off x="6673839" y="3447975"/>
            <a:ext cx="1539600" cy="188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rgbClr val="5352EE"/>
                </a:solidFill>
                <a:latin typeface="Montserrat"/>
                <a:ea typeface="Montserrat"/>
                <a:cs typeface="Montserrat"/>
                <a:sym typeface="Montserrat"/>
              </a:rPr>
              <a:t>BlueStacks</a:t>
            </a:r>
            <a:endParaRPr sz="1800" b="1" dirty="0">
              <a:solidFill>
                <a:srgbClr val="5352E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9" name="Google Shape;1259;p53"/>
          <p:cNvSpPr/>
          <p:nvPr/>
        </p:nvSpPr>
        <p:spPr>
          <a:xfrm>
            <a:off x="2882477" y="1782675"/>
            <a:ext cx="654000" cy="654000"/>
          </a:xfrm>
          <a:prstGeom prst="ellipse">
            <a:avLst/>
          </a:prstGeom>
          <a:solidFill>
            <a:srgbClr val="A1C3FF">
              <a:alpha val="50890"/>
            </a:srgbClr>
          </a:solidFill>
          <a:ln w="9525" cap="flat" cmpd="sng">
            <a:solidFill>
              <a:srgbClr val="81EEE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5352EE">
                <a:alpha val="2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0" name="Google Shape;1260;p53"/>
          <p:cNvSpPr/>
          <p:nvPr/>
        </p:nvSpPr>
        <p:spPr>
          <a:xfrm>
            <a:off x="5532675" y="2110263"/>
            <a:ext cx="654000" cy="654000"/>
          </a:xfrm>
          <a:prstGeom prst="ellipse">
            <a:avLst/>
          </a:prstGeom>
          <a:solidFill>
            <a:srgbClr val="A1C3FF">
              <a:alpha val="50890"/>
            </a:srgbClr>
          </a:solidFill>
          <a:ln w="9525" cap="flat" cmpd="sng">
            <a:solidFill>
              <a:srgbClr val="81EEE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5352EE">
                <a:alpha val="2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1" name="Google Shape;1261;p53"/>
          <p:cNvSpPr/>
          <p:nvPr/>
        </p:nvSpPr>
        <p:spPr>
          <a:xfrm>
            <a:off x="4452928" y="3304125"/>
            <a:ext cx="477900" cy="477900"/>
          </a:xfrm>
          <a:prstGeom prst="ellipse">
            <a:avLst/>
          </a:prstGeom>
          <a:solidFill>
            <a:srgbClr val="A1C3FF">
              <a:alpha val="50890"/>
            </a:srgbClr>
          </a:solidFill>
          <a:ln w="9525" cap="flat" cmpd="sng">
            <a:solidFill>
              <a:srgbClr val="81EEE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5352EE">
                <a:alpha val="2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2" name="Google Shape;1262;p53"/>
          <p:cNvSpPr/>
          <p:nvPr/>
        </p:nvSpPr>
        <p:spPr>
          <a:xfrm>
            <a:off x="3439666" y="2458150"/>
            <a:ext cx="477900" cy="477900"/>
          </a:xfrm>
          <a:prstGeom prst="ellipse">
            <a:avLst/>
          </a:prstGeom>
          <a:solidFill>
            <a:srgbClr val="A1C3FF">
              <a:alpha val="50890"/>
            </a:srgbClr>
          </a:solidFill>
          <a:ln w="9525" cap="flat" cmpd="sng">
            <a:solidFill>
              <a:srgbClr val="81EEEB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5352EE">
                <a:alpha val="22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63" name="Google Shape;1263;p53"/>
          <p:cNvCxnSpPr>
            <a:cxnSpLocks/>
            <a:stCxn id="1259" idx="2"/>
            <a:endCxn id="1250" idx="3"/>
          </p:cNvCxnSpPr>
          <p:nvPr/>
        </p:nvCxnSpPr>
        <p:spPr>
          <a:xfrm rot="10800000">
            <a:off x="2325641" y="2108989"/>
            <a:ext cx="556837" cy="687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3AE4D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4" name="Google Shape;1264;p53"/>
          <p:cNvCxnSpPr>
            <a:stCxn id="1262" idx="2"/>
            <a:endCxn id="1249" idx="3"/>
          </p:cNvCxnSpPr>
          <p:nvPr/>
        </p:nvCxnSpPr>
        <p:spPr>
          <a:xfrm flipH="1">
            <a:off x="2672266" y="2697100"/>
            <a:ext cx="767400" cy="846000"/>
          </a:xfrm>
          <a:prstGeom prst="bentConnector3">
            <a:avLst>
              <a:gd name="adj1" fmla="val 99543"/>
            </a:avLst>
          </a:prstGeom>
          <a:noFill/>
          <a:ln w="9525" cap="flat" cmpd="sng">
            <a:solidFill>
              <a:srgbClr val="81EEE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5" name="Google Shape;1265;p53"/>
          <p:cNvCxnSpPr>
            <a:stCxn id="1247" idx="1"/>
            <a:endCxn id="1260" idx="0"/>
          </p:cNvCxnSpPr>
          <p:nvPr/>
        </p:nvCxnSpPr>
        <p:spPr>
          <a:xfrm flipH="1">
            <a:off x="5859596" y="2109675"/>
            <a:ext cx="610800" cy="600"/>
          </a:xfrm>
          <a:prstGeom prst="bentConnector2">
            <a:avLst/>
          </a:prstGeom>
          <a:noFill/>
          <a:ln w="9525" cap="flat" cmpd="sng">
            <a:solidFill>
              <a:srgbClr val="81EEEB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6" name="Google Shape;1266;p53"/>
          <p:cNvCxnSpPr>
            <a:stCxn id="1261" idx="6"/>
            <a:endCxn id="1248" idx="1"/>
          </p:cNvCxnSpPr>
          <p:nvPr/>
        </p:nvCxnSpPr>
        <p:spPr>
          <a:xfrm>
            <a:off x="4930828" y="3543075"/>
            <a:ext cx="1539600" cy="600"/>
          </a:xfrm>
          <a:prstGeom prst="bentConnector3">
            <a:avLst>
              <a:gd name="adj1" fmla="val 49999"/>
            </a:avLst>
          </a:prstGeom>
          <a:noFill/>
          <a:ln w="9525" cap="flat" cmpd="sng">
            <a:solidFill>
              <a:srgbClr val="81EEEB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65"/>
          <p:cNvSpPr/>
          <p:nvPr/>
        </p:nvSpPr>
        <p:spPr>
          <a:xfrm>
            <a:off x="3435049" y="3590913"/>
            <a:ext cx="539400" cy="5394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0" name="Google Shape;1730;p65"/>
          <p:cNvSpPr/>
          <p:nvPr/>
        </p:nvSpPr>
        <p:spPr>
          <a:xfrm>
            <a:off x="3435049" y="2526188"/>
            <a:ext cx="539400" cy="5394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1" name="Google Shape;1731;p65"/>
          <p:cNvSpPr/>
          <p:nvPr/>
        </p:nvSpPr>
        <p:spPr>
          <a:xfrm>
            <a:off x="3435049" y="1447125"/>
            <a:ext cx="539400" cy="539400"/>
          </a:xfrm>
          <a:prstGeom prst="ellipse">
            <a:avLst/>
          </a:prstGeom>
          <a:solidFill>
            <a:schemeClr val="accent3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2" name="Google Shape;1732;p65"/>
          <p:cNvSpPr/>
          <p:nvPr/>
        </p:nvSpPr>
        <p:spPr>
          <a:xfrm>
            <a:off x="6054804" y="1562150"/>
            <a:ext cx="1952400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3" name="Google Shape;1733;p65"/>
          <p:cNvSpPr/>
          <p:nvPr/>
        </p:nvSpPr>
        <p:spPr>
          <a:xfrm>
            <a:off x="6054804" y="2626863"/>
            <a:ext cx="1952400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4" name="Google Shape;1734;p65"/>
          <p:cNvSpPr/>
          <p:nvPr/>
        </p:nvSpPr>
        <p:spPr>
          <a:xfrm>
            <a:off x="1128796" y="3159200"/>
            <a:ext cx="1952400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5" name="Google Shape;1735;p65"/>
          <p:cNvSpPr/>
          <p:nvPr/>
        </p:nvSpPr>
        <p:spPr>
          <a:xfrm>
            <a:off x="1128796" y="2094500"/>
            <a:ext cx="1952400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6" name="Google Shape;1736;p65"/>
          <p:cNvSpPr/>
          <p:nvPr/>
        </p:nvSpPr>
        <p:spPr>
          <a:xfrm>
            <a:off x="6054804" y="3684688"/>
            <a:ext cx="1952400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7" name="Google Shape;1737;p6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Linguagens</a:t>
            </a:r>
            <a:endParaRPr dirty="0"/>
          </a:p>
        </p:txBody>
      </p:sp>
      <p:sp>
        <p:nvSpPr>
          <p:cNvPr id="1738" name="Google Shape;1738;p65"/>
          <p:cNvSpPr txBox="1"/>
          <p:nvPr/>
        </p:nvSpPr>
        <p:spPr>
          <a:xfrm>
            <a:off x="6117304" y="1603450"/>
            <a:ext cx="15735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Figma</a:t>
            </a: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9" name="Google Shape;1739;p65"/>
          <p:cNvSpPr txBox="1"/>
          <p:nvPr/>
        </p:nvSpPr>
        <p:spPr>
          <a:xfrm>
            <a:off x="1555695" y="3209425"/>
            <a:ext cx="14631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Java Script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0" name="Google Shape;1740;p65"/>
          <p:cNvSpPr txBox="1"/>
          <p:nvPr/>
        </p:nvSpPr>
        <p:spPr>
          <a:xfrm>
            <a:off x="1555695" y="2141700"/>
            <a:ext cx="14631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HTML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1" name="Google Shape;1741;p65"/>
          <p:cNvSpPr txBox="1"/>
          <p:nvPr/>
        </p:nvSpPr>
        <p:spPr>
          <a:xfrm>
            <a:off x="6117304" y="2672186"/>
            <a:ext cx="15735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CSS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46" name="Google Shape;1746;p65"/>
          <p:cNvGrpSpPr/>
          <p:nvPr/>
        </p:nvGrpSpPr>
        <p:grpSpPr>
          <a:xfrm flipH="1">
            <a:off x="3525130" y="2215405"/>
            <a:ext cx="337856" cy="93999"/>
            <a:chOff x="5963614" y="809024"/>
            <a:chExt cx="339690" cy="94500"/>
          </a:xfrm>
        </p:grpSpPr>
        <p:sp>
          <p:nvSpPr>
            <p:cNvPr id="1747" name="Google Shape;1747;p6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81EEEB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65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81EEEB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9" name="Google Shape;1749;p65"/>
          <p:cNvGrpSpPr/>
          <p:nvPr/>
        </p:nvGrpSpPr>
        <p:grpSpPr>
          <a:xfrm flipH="1">
            <a:off x="3525130" y="3275234"/>
            <a:ext cx="337856" cy="93999"/>
            <a:chOff x="5963614" y="809024"/>
            <a:chExt cx="339690" cy="94500"/>
          </a:xfrm>
        </p:grpSpPr>
        <p:sp>
          <p:nvSpPr>
            <p:cNvPr id="1750" name="Google Shape;1750;p6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81EEEB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65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81EEEB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2" name="Google Shape;1752;p65"/>
          <p:cNvGrpSpPr/>
          <p:nvPr/>
        </p:nvGrpSpPr>
        <p:grpSpPr>
          <a:xfrm flipH="1">
            <a:off x="5274925" y="1682005"/>
            <a:ext cx="337856" cy="93999"/>
            <a:chOff x="5963614" y="809024"/>
            <a:chExt cx="339690" cy="94500"/>
          </a:xfrm>
        </p:grpSpPr>
        <p:sp>
          <p:nvSpPr>
            <p:cNvPr id="1753" name="Google Shape;1753;p6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81EEEB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65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81EEEB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5" name="Google Shape;1755;p65"/>
          <p:cNvGrpSpPr/>
          <p:nvPr/>
        </p:nvGrpSpPr>
        <p:grpSpPr>
          <a:xfrm flipH="1">
            <a:off x="5274925" y="2761280"/>
            <a:ext cx="337856" cy="93999"/>
            <a:chOff x="5963614" y="809024"/>
            <a:chExt cx="339690" cy="94500"/>
          </a:xfrm>
        </p:grpSpPr>
        <p:sp>
          <p:nvSpPr>
            <p:cNvPr id="1756" name="Google Shape;1756;p6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81EEEB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65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81EEEB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8" name="Google Shape;1758;p65"/>
          <p:cNvGrpSpPr/>
          <p:nvPr/>
        </p:nvGrpSpPr>
        <p:grpSpPr>
          <a:xfrm flipH="1">
            <a:off x="5274925" y="3806749"/>
            <a:ext cx="337856" cy="93999"/>
            <a:chOff x="5963614" y="809024"/>
            <a:chExt cx="339690" cy="94500"/>
          </a:xfrm>
        </p:grpSpPr>
        <p:sp>
          <p:nvSpPr>
            <p:cNvPr id="1759" name="Google Shape;1759;p65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rgbClr val="81EEEB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65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rgbClr val="81EEEB"/>
            </a:solidFill>
            <a:ln>
              <a:noFill/>
            </a:ln>
            <a:effectLst>
              <a:outerShdw blurRad="57150" dist="19050" dir="5400000" algn="bl" rotWithShape="0">
                <a:srgbClr val="5352EE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1" name="Google Shape;1761;p65"/>
          <p:cNvSpPr/>
          <p:nvPr/>
        </p:nvSpPr>
        <p:spPr>
          <a:xfrm>
            <a:off x="4075796" y="2626850"/>
            <a:ext cx="992400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2" name="Google Shape;1762;p65"/>
          <p:cNvSpPr/>
          <p:nvPr/>
        </p:nvSpPr>
        <p:spPr>
          <a:xfrm>
            <a:off x="5169549" y="2028113"/>
            <a:ext cx="539400" cy="539400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63" name="Google Shape;1763;p65"/>
          <p:cNvSpPr/>
          <p:nvPr/>
        </p:nvSpPr>
        <p:spPr>
          <a:xfrm>
            <a:off x="4075796" y="3691575"/>
            <a:ext cx="992400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4" name="Google Shape;1764;p65"/>
          <p:cNvSpPr/>
          <p:nvPr/>
        </p:nvSpPr>
        <p:spPr>
          <a:xfrm>
            <a:off x="4075796" y="1562125"/>
            <a:ext cx="992400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5" name="Google Shape;1765;p65"/>
          <p:cNvSpPr/>
          <p:nvPr/>
        </p:nvSpPr>
        <p:spPr>
          <a:xfrm>
            <a:off x="4075796" y="2094488"/>
            <a:ext cx="992400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6" name="Google Shape;1766;p65"/>
          <p:cNvSpPr/>
          <p:nvPr/>
        </p:nvSpPr>
        <p:spPr>
          <a:xfrm>
            <a:off x="4075796" y="3159213"/>
            <a:ext cx="992400" cy="3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5352EE">
                <a:alpha val="1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7" name="Google Shape;1767;p65"/>
          <p:cNvSpPr txBox="1"/>
          <p:nvPr/>
        </p:nvSpPr>
        <p:spPr>
          <a:xfrm>
            <a:off x="6117304" y="3731200"/>
            <a:ext cx="15735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Kodular</a:t>
            </a: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69" name="Google Shape;1769;p65"/>
          <p:cNvCxnSpPr>
            <a:endCxn id="1765" idx="1"/>
          </p:cNvCxnSpPr>
          <p:nvPr/>
        </p:nvCxnSpPr>
        <p:spPr>
          <a:xfrm>
            <a:off x="3081296" y="2263538"/>
            <a:ext cx="994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770" name="Google Shape;1770;p65"/>
          <p:cNvCxnSpPr>
            <a:stCxn id="1734" idx="3"/>
            <a:endCxn id="1766" idx="1"/>
          </p:cNvCxnSpPr>
          <p:nvPr/>
        </p:nvCxnSpPr>
        <p:spPr>
          <a:xfrm>
            <a:off x="3081196" y="3328250"/>
            <a:ext cx="994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771" name="Google Shape;1771;p65"/>
          <p:cNvCxnSpPr>
            <a:endCxn id="1764" idx="3"/>
          </p:cNvCxnSpPr>
          <p:nvPr/>
        </p:nvCxnSpPr>
        <p:spPr>
          <a:xfrm rot="10800000">
            <a:off x="5068196" y="1731175"/>
            <a:ext cx="9867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772" name="Google Shape;1772;p65"/>
          <p:cNvCxnSpPr>
            <a:endCxn id="1761" idx="3"/>
          </p:cNvCxnSpPr>
          <p:nvPr/>
        </p:nvCxnSpPr>
        <p:spPr>
          <a:xfrm rot="10800000">
            <a:off x="5068196" y="2795900"/>
            <a:ext cx="9867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773" name="Google Shape;1773;p65"/>
          <p:cNvCxnSpPr>
            <a:endCxn id="1763" idx="3"/>
          </p:cNvCxnSpPr>
          <p:nvPr/>
        </p:nvCxnSpPr>
        <p:spPr>
          <a:xfrm flipH="1">
            <a:off x="5068196" y="3853725"/>
            <a:ext cx="986700" cy="69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774" name="Google Shape;1774;p65"/>
          <p:cNvSpPr/>
          <p:nvPr/>
        </p:nvSpPr>
        <p:spPr>
          <a:xfrm>
            <a:off x="5169549" y="3075888"/>
            <a:ext cx="539400" cy="5394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0" name="Picture 2" descr="HTML 5 Logo – PNG e Vetor – Download de Logo">
            <a:extLst>
              <a:ext uri="{FF2B5EF4-FFF2-40B4-BE49-F238E27FC236}">
                <a16:creationId xmlns:a16="http://schemas.microsoft.com/office/drawing/2014/main" id="{0F0B29A0-A932-DE73-1819-1A39A741C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1869" y="2094487"/>
            <a:ext cx="294759" cy="416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Figma Logo PNG Vector (SVG) Free Download">
            <a:extLst>
              <a:ext uri="{FF2B5EF4-FFF2-40B4-BE49-F238E27FC236}">
                <a16:creationId xmlns:a16="http://schemas.microsoft.com/office/drawing/2014/main" id="{B8EFCBFB-9F0B-16EE-A5C8-AC9A12A587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463" y="1512535"/>
            <a:ext cx="284440" cy="426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CSS3 Logo – PNG e Vetor – Download de Logo">
            <a:extLst>
              <a:ext uri="{FF2B5EF4-FFF2-40B4-BE49-F238E27FC236}">
                <a16:creationId xmlns:a16="http://schemas.microsoft.com/office/drawing/2014/main" id="{FA050BE1-8C59-74A6-AD6E-572B082395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8612" y="2574389"/>
            <a:ext cx="304374" cy="429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Logo JavaScript: valor, história, png, vector">
            <a:extLst>
              <a:ext uri="{FF2B5EF4-FFF2-40B4-BE49-F238E27FC236}">
                <a16:creationId xmlns:a16="http://schemas.microsoft.com/office/drawing/2014/main" id="{7F34FC93-674B-6E19-C19F-FC7F5871E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439" y="3104932"/>
            <a:ext cx="703617" cy="439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Kodular Documentation – Apps no Google Play">
            <a:extLst>
              <a:ext uri="{FF2B5EF4-FFF2-40B4-BE49-F238E27FC236}">
                <a16:creationId xmlns:a16="http://schemas.microsoft.com/office/drawing/2014/main" id="{12C3C781-A7FD-ED51-1937-82A87CDA1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25781" y1="59570" x2="25781" y2="17188"/>
                        <a14:foregroundMark x1="44922" y1="72266" x2="18478" y2="51563"/>
                        <a14:foregroundMark x1="21680" y1="41992" x2="21680" y2="44336"/>
                        <a14:foregroundMark x1="22656" y1="44922" x2="22656" y2="44922"/>
                        <a14:foregroundMark x1="26172" y1="32813" x2="26172" y2="32813"/>
                        <a14:foregroundMark x1="26172" y1="28320" x2="26172" y2="28320"/>
                        <a14:foregroundMark x1="27344" y1="21484" x2="27344" y2="21484"/>
                        <a14:foregroundMark x1="23242" y1="15234" x2="23242" y2="15234"/>
                        <a14:foregroundMark x1="23242" y1="15234" x2="23242" y2="15234"/>
                        <a14:foregroundMark x1="25000" y1="18750" x2="27344" y2="26563"/>
                        <a14:foregroundMark x1="27344" y1="26563" x2="27344" y2="26563"/>
                        <a14:foregroundMark x1="27344" y1="28320" x2="27344" y2="39648"/>
                        <a14:foregroundMark x1="27344" y1="40234" x2="27344" y2="50586"/>
                        <a14:foregroundMark x1="27344" y1="57422" x2="27344" y2="64258"/>
                        <a14:foregroundMark x1="27344" y1="65234" x2="26758" y2="66992"/>
                        <a14:foregroundMark x1="26758" y1="67578" x2="28906" y2="75000"/>
                        <a14:foregroundMark x1="30078" y1="77734" x2="30078" y2="77734"/>
                        <a14:foregroundMark x1="56836" y1="78320" x2="42578" y2="60742"/>
                        <a14:foregroundMark x1="55078" y1="80664" x2="39844" y2="58984"/>
                        <a14:foregroundMark x1="39844" y1="49414" x2="52930" y2="39648"/>
                        <a14:foregroundMark x1="39258" y1="51172" x2="39258" y2="51172"/>
                        <a14:foregroundMark x1="39258" y1="51172" x2="39258" y2="51172"/>
                        <a14:foregroundMark x1="37500" y1="51172" x2="34766" y2="51172"/>
                        <a14:foregroundMark x1="34766" y1="51172" x2="34766" y2="51172"/>
                        <a14:foregroundMark x1="33594" y1="53906" x2="33594" y2="53906"/>
                        <a14:foregroundMark x1="31836" y1="56250" x2="31250" y2="58398"/>
                        <a14:foregroundMark x1="31250" y1="58398" x2="33008" y2="57422"/>
                        <a14:foregroundMark x1="51172" y1="40820" x2="51172" y2="40820"/>
                        <a14:foregroundMark x1="51172" y1="40820" x2="51172" y2="40820"/>
                        <a14:foregroundMark x1="51172" y1="40820" x2="51172" y2="40820"/>
                        <a14:foregroundMark x1="51172" y1="40820" x2="51172" y2="40820"/>
                        <a14:foregroundMark x1="51172" y1="40820" x2="52344" y2="40820"/>
                        <a14:foregroundMark x1="52930" y1="41406" x2="52930" y2="41406"/>
                        <a14:foregroundMark x1="52930" y1="41406" x2="52930" y2="41406"/>
                        <a14:foregroundMark x1="52930" y1="41992" x2="52930" y2="41992"/>
                        <a14:foregroundMark x1="52930" y1="41992" x2="52930" y2="41992"/>
                        <a14:foregroundMark x1="52344" y1="42578" x2="57422" y2="40820"/>
                        <a14:foregroundMark x1="54102" y1="38672" x2="48242" y2="45313"/>
                        <a14:foregroundMark x1="38086" y1="56836" x2="31250" y2="53320"/>
                        <a14:foregroundMark x1="35156" y1="50000" x2="41016" y2="48242"/>
                        <a14:foregroundMark x1="39844" y1="48828" x2="32422" y2="48828"/>
                        <a14:foregroundMark x1="31836" y1="49414" x2="34766" y2="50586"/>
                        <a14:backgroundMark x1="70313" y1="63867" x2="83008" y2="10742"/>
                        <a14:backgroundMark x1="80859" y1="38281" x2="68164" y2="2344"/>
                        <a14:backgroundMark x1="64844" y1="36914" x2="71094" y2="78906"/>
                        <a14:backgroundMark x1="84180" y1="78906" x2="55802" y2="43787"/>
                        <a14:backgroundMark x1="10156" y1="48828" x2="10156" y2="48828"/>
                        <a14:backgroundMark x1="10742" y1="48242" x2="13672" y2="48242"/>
                        <a14:backgroundMark x1="10742" y1="48242" x2="10742" y2="48242"/>
                        <a14:backgroundMark x1="11914" y1="48828" x2="11914" y2="48828"/>
                        <a14:backgroundMark x1="11914" y1="48828" x2="11914" y2="48828"/>
                        <a14:backgroundMark x1="11914" y1="48828" x2="11914" y2="48828"/>
                        <a14:backgroundMark x1="16992" y1="51172" x2="16992" y2="51172"/>
                        <a14:backgroundMark x1="16406" y1="51563" x2="16406" y2="51563"/>
                        <a14:backgroundMark x1="16406" y1="51563" x2="15430" y2="37500"/>
                        <a14:backgroundMark x1="16992" y1="48828" x2="9180" y2="5273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82" y="3590913"/>
            <a:ext cx="489106" cy="489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49"/>
          <p:cNvSpPr/>
          <p:nvPr/>
        </p:nvSpPr>
        <p:spPr>
          <a:xfrm>
            <a:off x="656246" y="973875"/>
            <a:ext cx="891300" cy="486300"/>
          </a:xfrm>
          <a:prstGeom prst="wedgeRoundRectCallout">
            <a:avLst>
              <a:gd name="adj1" fmla="val -20923"/>
              <a:gd name="adj2" fmla="val 78986"/>
              <a:gd name="adj3" fmla="val 0"/>
            </a:avLst>
          </a:prstGeom>
          <a:gradFill>
            <a:gsLst>
              <a:gs pos="0">
                <a:srgbClr val="81EEEB"/>
              </a:gs>
              <a:gs pos="100000">
                <a:srgbClr val="3AE4DF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49"/>
          <p:cNvSpPr/>
          <p:nvPr/>
        </p:nvSpPr>
        <p:spPr>
          <a:xfrm>
            <a:off x="498550" y="3469225"/>
            <a:ext cx="3789300" cy="4026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49"/>
          <p:cNvSpPr txBox="1">
            <a:spLocks noGrp="1"/>
          </p:cNvSpPr>
          <p:nvPr>
            <p:ph type="title"/>
          </p:nvPr>
        </p:nvSpPr>
        <p:spPr>
          <a:xfrm>
            <a:off x="720000" y="2150850"/>
            <a:ext cx="4053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Site</a:t>
            </a:r>
            <a:endParaRPr dirty="0"/>
          </a:p>
        </p:txBody>
      </p:sp>
      <p:sp>
        <p:nvSpPr>
          <p:cNvPr id="915" name="Google Shape;915;p49"/>
          <p:cNvSpPr txBox="1">
            <a:spLocks noGrp="1"/>
          </p:cNvSpPr>
          <p:nvPr>
            <p:ph type="title" idx="2"/>
          </p:nvPr>
        </p:nvSpPr>
        <p:spPr>
          <a:xfrm>
            <a:off x="720000" y="1185425"/>
            <a:ext cx="1477500" cy="4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01.</a:t>
            </a:r>
            <a:endParaRPr dirty="0"/>
          </a:p>
        </p:txBody>
      </p:sp>
      <p:sp>
        <p:nvSpPr>
          <p:cNvPr id="916" name="Google Shape;916;p49"/>
          <p:cNvSpPr txBox="1">
            <a:spLocks noGrp="1"/>
          </p:cNvSpPr>
          <p:nvPr>
            <p:ph type="subTitle" idx="1"/>
          </p:nvPr>
        </p:nvSpPr>
        <p:spPr>
          <a:xfrm>
            <a:off x="720000" y="3474316"/>
            <a:ext cx="4053900" cy="3533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https://cinemaxi.vercel.app/</a:t>
            </a:r>
            <a:endParaRPr dirty="0">
              <a:solidFill>
                <a:schemeClr val="tx1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grpSp>
        <p:nvGrpSpPr>
          <p:cNvPr id="917" name="Google Shape;917;p49"/>
          <p:cNvGrpSpPr/>
          <p:nvPr/>
        </p:nvGrpSpPr>
        <p:grpSpPr>
          <a:xfrm>
            <a:off x="4572002" y="983473"/>
            <a:ext cx="3648694" cy="3149998"/>
            <a:chOff x="4572002" y="983473"/>
            <a:chExt cx="3648694" cy="3149998"/>
          </a:xfrm>
        </p:grpSpPr>
        <p:sp>
          <p:nvSpPr>
            <p:cNvPr id="918" name="Google Shape;918;p49"/>
            <p:cNvSpPr/>
            <p:nvPr/>
          </p:nvSpPr>
          <p:spPr>
            <a:xfrm>
              <a:off x="5114109" y="3393901"/>
              <a:ext cx="305056" cy="711891"/>
            </a:xfrm>
            <a:custGeom>
              <a:avLst/>
              <a:gdLst/>
              <a:ahLst/>
              <a:cxnLst/>
              <a:rect l="l" t="t" r="r" b="b"/>
              <a:pathLst>
                <a:path w="27098" h="63237" extrusionOk="0">
                  <a:moveTo>
                    <a:pt x="3771" y="1"/>
                  </a:moveTo>
                  <a:cubicBezTo>
                    <a:pt x="3500" y="1"/>
                    <a:pt x="3230" y="34"/>
                    <a:pt x="2976" y="102"/>
                  </a:cubicBezTo>
                  <a:cubicBezTo>
                    <a:pt x="1878" y="406"/>
                    <a:pt x="1116" y="1116"/>
                    <a:pt x="728" y="2214"/>
                  </a:cubicBezTo>
                  <a:cubicBezTo>
                    <a:pt x="1" y="4260"/>
                    <a:pt x="744" y="7083"/>
                    <a:pt x="1878" y="8621"/>
                  </a:cubicBezTo>
                  <a:cubicBezTo>
                    <a:pt x="2216" y="9095"/>
                    <a:pt x="2621" y="9568"/>
                    <a:pt x="3010" y="10024"/>
                  </a:cubicBezTo>
                  <a:cubicBezTo>
                    <a:pt x="3922" y="11123"/>
                    <a:pt x="4887" y="12255"/>
                    <a:pt x="5326" y="13659"/>
                  </a:cubicBezTo>
                  <a:cubicBezTo>
                    <a:pt x="6154" y="16228"/>
                    <a:pt x="5410" y="18426"/>
                    <a:pt x="4684" y="20555"/>
                  </a:cubicBezTo>
                  <a:cubicBezTo>
                    <a:pt x="4294" y="21687"/>
                    <a:pt x="3889" y="22871"/>
                    <a:pt x="3719" y="24122"/>
                  </a:cubicBezTo>
                  <a:cubicBezTo>
                    <a:pt x="3365" y="26725"/>
                    <a:pt x="3922" y="29125"/>
                    <a:pt x="5258" y="30748"/>
                  </a:cubicBezTo>
                  <a:cubicBezTo>
                    <a:pt x="5630" y="31187"/>
                    <a:pt x="6086" y="31593"/>
                    <a:pt x="6509" y="31999"/>
                  </a:cubicBezTo>
                  <a:cubicBezTo>
                    <a:pt x="7134" y="32557"/>
                    <a:pt x="7776" y="33148"/>
                    <a:pt x="8233" y="33876"/>
                  </a:cubicBezTo>
                  <a:cubicBezTo>
                    <a:pt x="9670" y="36073"/>
                    <a:pt x="9146" y="38981"/>
                    <a:pt x="8639" y="40975"/>
                  </a:cubicBezTo>
                  <a:cubicBezTo>
                    <a:pt x="8572" y="41262"/>
                    <a:pt x="8486" y="41550"/>
                    <a:pt x="8419" y="41837"/>
                  </a:cubicBezTo>
                  <a:cubicBezTo>
                    <a:pt x="7895" y="43798"/>
                    <a:pt x="7371" y="45810"/>
                    <a:pt x="7794" y="47737"/>
                  </a:cubicBezTo>
                  <a:cubicBezTo>
                    <a:pt x="8335" y="50171"/>
                    <a:pt x="10228" y="51878"/>
                    <a:pt x="12223" y="53687"/>
                  </a:cubicBezTo>
                  <a:cubicBezTo>
                    <a:pt x="13879" y="55174"/>
                    <a:pt x="15586" y="56712"/>
                    <a:pt x="16516" y="58740"/>
                  </a:cubicBezTo>
                  <a:cubicBezTo>
                    <a:pt x="16719" y="59180"/>
                    <a:pt x="16888" y="59637"/>
                    <a:pt x="17040" y="60077"/>
                  </a:cubicBezTo>
                  <a:cubicBezTo>
                    <a:pt x="17328" y="60870"/>
                    <a:pt x="17598" y="61632"/>
                    <a:pt x="18071" y="62256"/>
                  </a:cubicBezTo>
                  <a:cubicBezTo>
                    <a:pt x="18561" y="62916"/>
                    <a:pt x="19221" y="63237"/>
                    <a:pt x="20082" y="63237"/>
                  </a:cubicBezTo>
                  <a:cubicBezTo>
                    <a:pt x="20522" y="63237"/>
                    <a:pt x="21013" y="63153"/>
                    <a:pt x="21536" y="62984"/>
                  </a:cubicBezTo>
                  <a:cubicBezTo>
                    <a:pt x="22162" y="62781"/>
                    <a:pt x="22838" y="62459"/>
                    <a:pt x="23514" y="62054"/>
                  </a:cubicBezTo>
                  <a:cubicBezTo>
                    <a:pt x="25694" y="60753"/>
                    <a:pt x="27098" y="58251"/>
                    <a:pt x="27030" y="55833"/>
                  </a:cubicBezTo>
                  <a:cubicBezTo>
                    <a:pt x="26963" y="53500"/>
                    <a:pt x="25796" y="51489"/>
                    <a:pt x="24579" y="49342"/>
                  </a:cubicBezTo>
                  <a:cubicBezTo>
                    <a:pt x="23700" y="47838"/>
                    <a:pt x="22804" y="46265"/>
                    <a:pt x="22331" y="44559"/>
                  </a:cubicBezTo>
                  <a:cubicBezTo>
                    <a:pt x="21367" y="41212"/>
                    <a:pt x="22111" y="37696"/>
                    <a:pt x="22838" y="34298"/>
                  </a:cubicBezTo>
                  <a:cubicBezTo>
                    <a:pt x="22922" y="33926"/>
                    <a:pt x="22990" y="33554"/>
                    <a:pt x="23075" y="33182"/>
                  </a:cubicBezTo>
                  <a:cubicBezTo>
                    <a:pt x="23801" y="29616"/>
                    <a:pt x="24292" y="25559"/>
                    <a:pt x="22331" y="22381"/>
                  </a:cubicBezTo>
                  <a:cubicBezTo>
                    <a:pt x="20995" y="20234"/>
                    <a:pt x="18714" y="18831"/>
                    <a:pt x="16516" y="17479"/>
                  </a:cubicBezTo>
                  <a:cubicBezTo>
                    <a:pt x="14082" y="15974"/>
                    <a:pt x="11563" y="14436"/>
                    <a:pt x="10244" y="11883"/>
                  </a:cubicBezTo>
                  <a:cubicBezTo>
                    <a:pt x="9484" y="10429"/>
                    <a:pt x="9196" y="8773"/>
                    <a:pt x="8926" y="7184"/>
                  </a:cubicBezTo>
                  <a:lnTo>
                    <a:pt x="8842" y="6728"/>
                  </a:lnTo>
                  <a:cubicBezTo>
                    <a:pt x="8554" y="5054"/>
                    <a:pt x="8182" y="3314"/>
                    <a:pt x="7168" y="1928"/>
                  </a:cubicBezTo>
                  <a:cubicBezTo>
                    <a:pt x="6323" y="760"/>
                    <a:pt x="4988" y="1"/>
                    <a:pt x="37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49"/>
            <p:cNvSpPr/>
            <p:nvPr/>
          </p:nvSpPr>
          <p:spPr>
            <a:xfrm rot="-347953">
              <a:off x="7458837" y="1988443"/>
              <a:ext cx="319131" cy="1010675"/>
            </a:xfrm>
            <a:custGeom>
              <a:avLst/>
              <a:gdLst/>
              <a:ahLst/>
              <a:cxnLst/>
              <a:rect l="l" t="t" r="r" b="b"/>
              <a:pathLst>
                <a:path w="28348" h="89777" extrusionOk="0">
                  <a:moveTo>
                    <a:pt x="22990" y="0"/>
                  </a:moveTo>
                  <a:cubicBezTo>
                    <a:pt x="20759" y="0"/>
                    <a:pt x="19253" y="2249"/>
                    <a:pt x="18933" y="4480"/>
                  </a:cubicBezTo>
                  <a:cubicBezTo>
                    <a:pt x="18764" y="5765"/>
                    <a:pt x="18764" y="7016"/>
                    <a:pt x="18764" y="8215"/>
                  </a:cubicBezTo>
                  <a:cubicBezTo>
                    <a:pt x="18764" y="10616"/>
                    <a:pt x="18764" y="12881"/>
                    <a:pt x="17445" y="15281"/>
                  </a:cubicBezTo>
                  <a:cubicBezTo>
                    <a:pt x="16634" y="16769"/>
                    <a:pt x="15535" y="18071"/>
                    <a:pt x="14453" y="19322"/>
                  </a:cubicBezTo>
                  <a:cubicBezTo>
                    <a:pt x="13693" y="20235"/>
                    <a:pt x="12881" y="21181"/>
                    <a:pt x="12221" y="22178"/>
                  </a:cubicBezTo>
                  <a:cubicBezTo>
                    <a:pt x="9839" y="25694"/>
                    <a:pt x="9010" y="30005"/>
                    <a:pt x="9805" y="34653"/>
                  </a:cubicBezTo>
                  <a:cubicBezTo>
                    <a:pt x="10515" y="38795"/>
                    <a:pt x="9433" y="42090"/>
                    <a:pt x="6052" y="46030"/>
                  </a:cubicBezTo>
                  <a:cubicBezTo>
                    <a:pt x="3077" y="49512"/>
                    <a:pt x="1" y="53096"/>
                    <a:pt x="964" y="58167"/>
                  </a:cubicBezTo>
                  <a:cubicBezTo>
                    <a:pt x="1302" y="59958"/>
                    <a:pt x="2131" y="61716"/>
                    <a:pt x="2924" y="63441"/>
                  </a:cubicBezTo>
                  <a:cubicBezTo>
                    <a:pt x="4311" y="66364"/>
                    <a:pt x="5714" y="69391"/>
                    <a:pt x="4885" y="72772"/>
                  </a:cubicBezTo>
                  <a:cubicBezTo>
                    <a:pt x="4599" y="73921"/>
                    <a:pt x="4040" y="74985"/>
                    <a:pt x="3517" y="75999"/>
                  </a:cubicBezTo>
                  <a:cubicBezTo>
                    <a:pt x="3246" y="76524"/>
                    <a:pt x="2958" y="77065"/>
                    <a:pt x="2722" y="77606"/>
                  </a:cubicBezTo>
                  <a:cubicBezTo>
                    <a:pt x="1741" y="79837"/>
                    <a:pt x="1471" y="82186"/>
                    <a:pt x="1978" y="84248"/>
                  </a:cubicBezTo>
                  <a:cubicBezTo>
                    <a:pt x="2367" y="85905"/>
                    <a:pt x="3314" y="87426"/>
                    <a:pt x="4565" y="88441"/>
                  </a:cubicBezTo>
                  <a:cubicBezTo>
                    <a:pt x="5020" y="88813"/>
                    <a:pt x="5494" y="89101"/>
                    <a:pt x="6001" y="89320"/>
                  </a:cubicBezTo>
                  <a:cubicBezTo>
                    <a:pt x="6677" y="89624"/>
                    <a:pt x="7472" y="89777"/>
                    <a:pt x="8401" y="89777"/>
                  </a:cubicBezTo>
                  <a:cubicBezTo>
                    <a:pt x="10768" y="89777"/>
                    <a:pt x="13727" y="88762"/>
                    <a:pt x="15552" y="87309"/>
                  </a:cubicBezTo>
                  <a:cubicBezTo>
                    <a:pt x="18527" y="84976"/>
                    <a:pt x="18392" y="81866"/>
                    <a:pt x="18239" y="78569"/>
                  </a:cubicBezTo>
                  <a:cubicBezTo>
                    <a:pt x="18122" y="75932"/>
                    <a:pt x="18003" y="73227"/>
                    <a:pt x="19456" y="70777"/>
                  </a:cubicBezTo>
                  <a:cubicBezTo>
                    <a:pt x="20099" y="69661"/>
                    <a:pt x="20910" y="68647"/>
                    <a:pt x="21671" y="67649"/>
                  </a:cubicBezTo>
                  <a:cubicBezTo>
                    <a:pt x="22972" y="65976"/>
                    <a:pt x="24207" y="64403"/>
                    <a:pt x="24832" y="62426"/>
                  </a:cubicBezTo>
                  <a:cubicBezTo>
                    <a:pt x="25796" y="59418"/>
                    <a:pt x="24967" y="56172"/>
                    <a:pt x="24122" y="53670"/>
                  </a:cubicBezTo>
                  <a:cubicBezTo>
                    <a:pt x="23885" y="52994"/>
                    <a:pt x="23632" y="52300"/>
                    <a:pt x="23396" y="51624"/>
                  </a:cubicBezTo>
                  <a:cubicBezTo>
                    <a:pt x="22600" y="49444"/>
                    <a:pt x="21789" y="47195"/>
                    <a:pt x="21536" y="44846"/>
                  </a:cubicBezTo>
                  <a:cubicBezTo>
                    <a:pt x="21282" y="42226"/>
                    <a:pt x="21773" y="40096"/>
                    <a:pt x="23057" y="38304"/>
                  </a:cubicBezTo>
                  <a:cubicBezTo>
                    <a:pt x="23396" y="37831"/>
                    <a:pt x="23767" y="37391"/>
                    <a:pt x="24122" y="36952"/>
                  </a:cubicBezTo>
                  <a:cubicBezTo>
                    <a:pt x="24680" y="36259"/>
                    <a:pt x="25271" y="35532"/>
                    <a:pt x="25728" y="34754"/>
                  </a:cubicBezTo>
                  <a:cubicBezTo>
                    <a:pt x="27638" y="31441"/>
                    <a:pt x="26826" y="28078"/>
                    <a:pt x="25947" y="24511"/>
                  </a:cubicBezTo>
                  <a:cubicBezTo>
                    <a:pt x="25187" y="21434"/>
                    <a:pt x="24410" y="18274"/>
                    <a:pt x="25508" y="15130"/>
                  </a:cubicBezTo>
                  <a:cubicBezTo>
                    <a:pt x="25812" y="14267"/>
                    <a:pt x="26218" y="13439"/>
                    <a:pt x="26623" y="12644"/>
                  </a:cubicBezTo>
                  <a:cubicBezTo>
                    <a:pt x="26860" y="12155"/>
                    <a:pt x="27097" y="11647"/>
                    <a:pt x="27317" y="11157"/>
                  </a:cubicBezTo>
                  <a:cubicBezTo>
                    <a:pt x="28162" y="9213"/>
                    <a:pt x="28348" y="6745"/>
                    <a:pt x="27790" y="4530"/>
                  </a:cubicBezTo>
                  <a:cubicBezTo>
                    <a:pt x="27317" y="2637"/>
                    <a:pt x="26150" y="1082"/>
                    <a:pt x="24663" y="390"/>
                  </a:cubicBezTo>
                  <a:cubicBezTo>
                    <a:pt x="24105" y="135"/>
                    <a:pt x="23531" y="0"/>
                    <a:pt x="229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0" name="Google Shape;920;p49"/>
            <p:cNvGrpSpPr/>
            <p:nvPr/>
          </p:nvGrpSpPr>
          <p:grpSpPr>
            <a:xfrm>
              <a:off x="4572002" y="983473"/>
              <a:ext cx="3648694" cy="3149998"/>
              <a:chOff x="775925" y="238125"/>
              <a:chExt cx="6067000" cy="5237775"/>
            </a:xfrm>
          </p:grpSpPr>
          <p:sp>
            <p:nvSpPr>
              <p:cNvPr id="921" name="Google Shape;921;p49"/>
              <p:cNvSpPr/>
              <p:nvPr/>
            </p:nvSpPr>
            <p:spPr>
              <a:xfrm>
                <a:off x="1947300" y="238125"/>
                <a:ext cx="2584400" cy="5237775"/>
              </a:xfrm>
              <a:custGeom>
                <a:avLst/>
                <a:gdLst/>
                <a:ahLst/>
                <a:cxnLst/>
                <a:rect l="l" t="t" r="r" b="b"/>
                <a:pathLst>
                  <a:path w="103376" h="209511" extrusionOk="0">
                    <a:moveTo>
                      <a:pt x="11629" y="0"/>
                    </a:moveTo>
                    <a:cubicBezTo>
                      <a:pt x="5223" y="0"/>
                      <a:pt x="1" y="5222"/>
                      <a:pt x="1" y="11644"/>
                    </a:cubicBezTo>
                    <a:lnTo>
                      <a:pt x="1" y="197851"/>
                    </a:lnTo>
                    <a:cubicBezTo>
                      <a:pt x="1" y="204273"/>
                      <a:pt x="5223" y="209510"/>
                      <a:pt x="11629" y="209510"/>
                    </a:cubicBezTo>
                    <a:lnTo>
                      <a:pt x="91748" y="209510"/>
                    </a:lnTo>
                    <a:cubicBezTo>
                      <a:pt x="98170" y="209510"/>
                      <a:pt x="103376" y="204273"/>
                      <a:pt x="103376" y="197851"/>
                    </a:cubicBezTo>
                    <a:lnTo>
                      <a:pt x="103376" y="11644"/>
                    </a:lnTo>
                    <a:cubicBezTo>
                      <a:pt x="103376" y="5222"/>
                      <a:pt x="98170" y="0"/>
                      <a:pt x="917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49"/>
              <p:cNvSpPr/>
              <p:nvPr/>
            </p:nvSpPr>
            <p:spPr>
              <a:xfrm>
                <a:off x="2001075" y="3034875"/>
                <a:ext cx="2476850" cy="2367350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94694" extrusionOk="0">
                    <a:moveTo>
                      <a:pt x="1" y="1"/>
                    </a:moveTo>
                    <a:lnTo>
                      <a:pt x="1" y="84609"/>
                    </a:lnTo>
                    <a:cubicBezTo>
                      <a:pt x="1" y="90173"/>
                      <a:pt x="4506" y="94693"/>
                      <a:pt x="10070" y="94693"/>
                    </a:cubicBezTo>
                    <a:lnTo>
                      <a:pt x="89020" y="94693"/>
                    </a:lnTo>
                    <a:cubicBezTo>
                      <a:pt x="94570" y="94693"/>
                      <a:pt x="99074" y="90173"/>
                      <a:pt x="99074" y="84609"/>
                    </a:cubicBezTo>
                    <a:lnTo>
                      <a:pt x="99074" y="1"/>
                    </a:lnTo>
                    <a:close/>
                  </a:path>
                </a:pathLst>
              </a:cu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099331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49"/>
              <p:cNvSpPr/>
              <p:nvPr/>
            </p:nvSpPr>
            <p:spPr>
              <a:xfrm>
                <a:off x="2236850" y="3453400"/>
                <a:ext cx="2041200" cy="1498350"/>
              </a:xfrm>
              <a:custGeom>
                <a:avLst/>
                <a:gdLst/>
                <a:ahLst/>
                <a:cxnLst/>
                <a:rect l="l" t="t" r="r" b="b"/>
                <a:pathLst>
                  <a:path w="81648" h="59934" extrusionOk="0">
                    <a:moveTo>
                      <a:pt x="3944" y="1"/>
                    </a:moveTo>
                    <a:cubicBezTo>
                      <a:pt x="1761" y="1"/>
                      <a:pt x="1" y="1762"/>
                      <a:pt x="1" y="3944"/>
                    </a:cubicBezTo>
                    <a:lnTo>
                      <a:pt x="1" y="55991"/>
                    </a:lnTo>
                    <a:cubicBezTo>
                      <a:pt x="1" y="58173"/>
                      <a:pt x="1761" y="59934"/>
                      <a:pt x="3944" y="59934"/>
                    </a:cubicBezTo>
                    <a:lnTo>
                      <a:pt x="77703" y="59934"/>
                    </a:lnTo>
                    <a:cubicBezTo>
                      <a:pt x="79885" y="59934"/>
                      <a:pt x="81647" y="58173"/>
                      <a:pt x="81647" y="55991"/>
                    </a:cubicBezTo>
                    <a:lnTo>
                      <a:pt x="81647" y="3944"/>
                    </a:lnTo>
                    <a:cubicBezTo>
                      <a:pt x="81647" y="1762"/>
                      <a:pt x="79885" y="1"/>
                      <a:pt x="7770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9"/>
              <p:cNvSpPr/>
              <p:nvPr/>
            </p:nvSpPr>
            <p:spPr>
              <a:xfrm>
                <a:off x="2462450" y="3643575"/>
                <a:ext cx="728750" cy="590000"/>
              </a:xfrm>
              <a:custGeom>
                <a:avLst/>
                <a:gdLst/>
                <a:ahLst/>
                <a:cxnLst/>
                <a:rect l="l" t="t" r="r" b="b"/>
                <a:pathLst>
                  <a:path w="29150" h="23600" extrusionOk="0">
                    <a:moveTo>
                      <a:pt x="1607" y="0"/>
                    </a:moveTo>
                    <a:cubicBezTo>
                      <a:pt x="718" y="0"/>
                      <a:pt x="1" y="717"/>
                      <a:pt x="1" y="1590"/>
                    </a:cubicBezTo>
                    <a:lnTo>
                      <a:pt x="1" y="21994"/>
                    </a:lnTo>
                    <a:cubicBezTo>
                      <a:pt x="1" y="22883"/>
                      <a:pt x="718" y="23600"/>
                      <a:pt x="1607" y="23600"/>
                    </a:cubicBezTo>
                    <a:lnTo>
                      <a:pt x="27559" y="23600"/>
                    </a:lnTo>
                    <a:cubicBezTo>
                      <a:pt x="28449" y="23600"/>
                      <a:pt x="29149" y="22883"/>
                      <a:pt x="29149" y="21994"/>
                    </a:cubicBezTo>
                    <a:lnTo>
                      <a:pt x="29149" y="1590"/>
                    </a:lnTo>
                    <a:cubicBezTo>
                      <a:pt x="29149" y="717"/>
                      <a:pt x="28449" y="0"/>
                      <a:pt x="275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49"/>
              <p:cNvSpPr/>
              <p:nvPr/>
            </p:nvSpPr>
            <p:spPr>
              <a:xfrm>
                <a:off x="3323300" y="3643575"/>
                <a:ext cx="728725" cy="590000"/>
              </a:xfrm>
              <a:custGeom>
                <a:avLst/>
                <a:gdLst/>
                <a:ahLst/>
                <a:cxnLst/>
                <a:rect l="l" t="t" r="r" b="b"/>
                <a:pathLst>
                  <a:path w="29149" h="23600" extrusionOk="0">
                    <a:moveTo>
                      <a:pt x="1605" y="0"/>
                    </a:moveTo>
                    <a:cubicBezTo>
                      <a:pt x="717" y="0"/>
                      <a:pt x="0" y="717"/>
                      <a:pt x="0" y="1590"/>
                    </a:cubicBezTo>
                    <a:lnTo>
                      <a:pt x="0" y="21994"/>
                    </a:lnTo>
                    <a:cubicBezTo>
                      <a:pt x="0" y="22883"/>
                      <a:pt x="717" y="23600"/>
                      <a:pt x="1605" y="23600"/>
                    </a:cubicBezTo>
                    <a:lnTo>
                      <a:pt x="27558" y="23600"/>
                    </a:lnTo>
                    <a:cubicBezTo>
                      <a:pt x="28446" y="23600"/>
                      <a:pt x="29148" y="22883"/>
                      <a:pt x="29148" y="21994"/>
                    </a:cubicBezTo>
                    <a:lnTo>
                      <a:pt x="29148" y="1590"/>
                    </a:lnTo>
                    <a:cubicBezTo>
                      <a:pt x="29148" y="717"/>
                      <a:pt x="28446" y="0"/>
                      <a:pt x="275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49"/>
              <p:cNvSpPr/>
              <p:nvPr/>
            </p:nvSpPr>
            <p:spPr>
              <a:xfrm>
                <a:off x="2462450" y="4374225"/>
                <a:ext cx="1589575" cy="62775"/>
              </a:xfrm>
              <a:custGeom>
                <a:avLst/>
                <a:gdLst/>
                <a:ahLst/>
                <a:cxnLst/>
                <a:rect l="l" t="t" r="r" b="b"/>
                <a:pathLst>
                  <a:path w="63583" h="2511" extrusionOk="0">
                    <a:moveTo>
                      <a:pt x="1248" y="0"/>
                    </a:moveTo>
                    <a:cubicBezTo>
                      <a:pt x="562" y="0"/>
                      <a:pt x="1" y="561"/>
                      <a:pt x="1" y="1263"/>
                    </a:cubicBezTo>
                    <a:cubicBezTo>
                      <a:pt x="1" y="1949"/>
                      <a:pt x="562" y="2510"/>
                      <a:pt x="1248" y="2510"/>
                    </a:cubicBezTo>
                    <a:lnTo>
                      <a:pt x="62335" y="2510"/>
                    </a:lnTo>
                    <a:cubicBezTo>
                      <a:pt x="63036" y="2510"/>
                      <a:pt x="63582" y="1949"/>
                      <a:pt x="63582" y="1263"/>
                    </a:cubicBezTo>
                    <a:cubicBezTo>
                      <a:pt x="63582" y="561"/>
                      <a:pt x="63036" y="0"/>
                      <a:pt x="62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9"/>
              <p:cNvSpPr/>
              <p:nvPr/>
            </p:nvSpPr>
            <p:spPr>
              <a:xfrm>
                <a:off x="2462450" y="4536725"/>
                <a:ext cx="1589575" cy="62750"/>
              </a:xfrm>
              <a:custGeom>
                <a:avLst/>
                <a:gdLst/>
                <a:ahLst/>
                <a:cxnLst/>
                <a:rect l="l" t="t" r="r" b="b"/>
                <a:pathLst>
                  <a:path w="63583" h="2510" extrusionOk="0">
                    <a:moveTo>
                      <a:pt x="1248" y="1"/>
                    </a:moveTo>
                    <a:cubicBezTo>
                      <a:pt x="562" y="1"/>
                      <a:pt x="1" y="562"/>
                      <a:pt x="1" y="1248"/>
                    </a:cubicBezTo>
                    <a:cubicBezTo>
                      <a:pt x="1" y="1948"/>
                      <a:pt x="562" y="2510"/>
                      <a:pt x="1248" y="2510"/>
                    </a:cubicBezTo>
                    <a:lnTo>
                      <a:pt x="62335" y="2510"/>
                    </a:lnTo>
                    <a:cubicBezTo>
                      <a:pt x="63036" y="2510"/>
                      <a:pt x="63582" y="1948"/>
                      <a:pt x="63582" y="1248"/>
                    </a:cubicBezTo>
                    <a:cubicBezTo>
                      <a:pt x="63582" y="562"/>
                      <a:pt x="63036" y="1"/>
                      <a:pt x="623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9"/>
              <p:cNvSpPr/>
              <p:nvPr/>
            </p:nvSpPr>
            <p:spPr>
              <a:xfrm>
                <a:off x="2462450" y="4699200"/>
                <a:ext cx="603275" cy="62375"/>
              </a:xfrm>
              <a:custGeom>
                <a:avLst/>
                <a:gdLst/>
                <a:ahLst/>
                <a:cxnLst/>
                <a:rect l="l" t="t" r="r" b="b"/>
                <a:pathLst>
                  <a:path w="24131" h="2495" extrusionOk="0">
                    <a:moveTo>
                      <a:pt x="1248" y="1"/>
                    </a:moveTo>
                    <a:cubicBezTo>
                      <a:pt x="562" y="1"/>
                      <a:pt x="1" y="562"/>
                      <a:pt x="1" y="1248"/>
                    </a:cubicBezTo>
                    <a:cubicBezTo>
                      <a:pt x="1" y="1934"/>
                      <a:pt x="562" y="2495"/>
                      <a:pt x="1248" y="2495"/>
                    </a:cubicBezTo>
                    <a:lnTo>
                      <a:pt x="22883" y="2495"/>
                    </a:lnTo>
                    <a:cubicBezTo>
                      <a:pt x="23569" y="2495"/>
                      <a:pt x="24130" y="1934"/>
                      <a:pt x="24130" y="1248"/>
                    </a:cubicBezTo>
                    <a:cubicBezTo>
                      <a:pt x="24130" y="562"/>
                      <a:pt x="23569" y="1"/>
                      <a:pt x="2288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49"/>
              <p:cNvSpPr/>
              <p:nvPr/>
            </p:nvSpPr>
            <p:spPr>
              <a:xfrm>
                <a:off x="2001075" y="311775"/>
                <a:ext cx="2476850" cy="365550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14622" extrusionOk="0">
                    <a:moveTo>
                      <a:pt x="10070" y="1"/>
                    </a:moveTo>
                    <a:cubicBezTo>
                      <a:pt x="4506" y="1"/>
                      <a:pt x="1" y="4505"/>
                      <a:pt x="1" y="10070"/>
                    </a:cubicBezTo>
                    <a:lnTo>
                      <a:pt x="1" y="14622"/>
                    </a:lnTo>
                    <a:lnTo>
                      <a:pt x="99074" y="14622"/>
                    </a:lnTo>
                    <a:lnTo>
                      <a:pt x="99074" y="10070"/>
                    </a:lnTo>
                    <a:cubicBezTo>
                      <a:pt x="99074" y="4505"/>
                      <a:pt x="94570" y="1"/>
                      <a:pt x="89020" y="1"/>
                    </a:cubicBezTo>
                    <a:lnTo>
                      <a:pt x="54432" y="1"/>
                    </a:lnTo>
                    <a:cubicBezTo>
                      <a:pt x="52983" y="1"/>
                      <a:pt x="51704" y="905"/>
                      <a:pt x="51237" y="2276"/>
                    </a:cubicBezTo>
                    <a:cubicBezTo>
                      <a:pt x="50987" y="2993"/>
                      <a:pt x="50302" y="3476"/>
                      <a:pt x="49537" y="3476"/>
                    </a:cubicBezTo>
                    <a:cubicBezTo>
                      <a:pt x="48774" y="3476"/>
                      <a:pt x="48103" y="2993"/>
                      <a:pt x="47854" y="2276"/>
                    </a:cubicBezTo>
                    <a:cubicBezTo>
                      <a:pt x="47371" y="905"/>
                      <a:pt x="46093" y="1"/>
                      <a:pt x="446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49"/>
              <p:cNvSpPr/>
              <p:nvPr/>
            </p:nvSpPr>
            <p:spPr>
              <a:xfrm>
                <a:off x="2001075" y="677300"/>
                <a:ext cx="2476850" cy="2357600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94304" extrusionOk="0">
                    <a:moveTo>
                      <a:pt x="1" y="1"/>
                    </a:moveTo>
                    <a:lnTo>
                      <a:pt x="1" y="94304"/>
                    </a:lnTo>
                    <a:lnTo>
                      <a:pt x="99074" y="94304"/>
                    </a:lnTo>
                    <a:lnTo>
                      <a:pt x="9907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9"/>
              <p:cNvSpPr/>
              <p:nvPr/>
            </p:nvSpPr>
            <p:spPr>
              <a:xfrm>
                <a:off x="2714975" y="1167900"/>
                <a:ext cx="1049050" cy="1051400"/>
              </a:xfrm>
              <a:custGeom>
                <a:avLst/>
                <a:gdLst/>
                <a:ahLst/>
                <a:cxnLst/>
                <a:rect l="l" t="t" r="r" b="b"/>
                <a:pathLst>
                  <a:path w="41962" h="42056" extrusionOk="0">
                    <a:moveTo>
                      <a:pt x="20981" y="0"/>
                    </a:moveTo>
                    <a:cubicBezTo>
                      <a:pt x="9415" y="0"/>
                      <a:pt x="1" y="9431"/>
                      <a:pt x="1" y="21028"/>
                    </a:cubicBezTo>
                    <a:cubicBezTo>
                      <a:pt x="1" y="32625"/>
                      <a:pt x="9415" y="42055"/>
                      <a:pt x="20981" y="42055"/>
                    </a:cubicBezTo>
                    <a:cubicBezTo>
                      <a:pt x="32563" y="42055"/>
                      <a:pt x="41962" y="32625"/>
                      <a:pt x="41962" y="21028"/>
                    </a:cubicBezTo>
                    <a:cubicBezTo>
                      <a:pt x="41962" y="9431"/>
                      <a:pt x="32563" y="0"/>
                      <a:pt x="209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200025" dist="19050" dir="5400000" algn="bl" rotWithShape="0">
                  <a:schemeClr val="dk1">
                    <a:alpha val="32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9"/>
              <p:cNvSpPr/>
              <p:nvPr/>
            </p:nvSpPr>
            <p:spPr>
              <a:xfrm>
                <a:off x="3052850" y="1319100"/>
                <a:ext cx="373725" cy="374525"/>
              </a:xfrm>
              <a:custGeom>
                <a:avLst/>
                <a:gdLst/>
                <a:ahLst/>
                <a:cxnLst/>
                <a:rect l="l" t="t" r="r" b="b"/>
                <a:pathLst>
                  <a:path w="14949" h="14981" extrusionOk="0">
                    <a:moveTo>
                      <a:pt x="7466" y="0"/>
                    </a:moveTo>
                    <a:cubicBezTo>
                      <a:pt x="3336" y="0"/>
                      <a:pt x="0" y="3352"/>
                      <a:pt x="0" y="7482"/>
                    </a:cubicBezTo>
                    <a:cubicBezTo>
                      <a:pt x="0" y="11628"/>
                      <a:pt x="3336" y="14980"/>
                      <a:pt x="7466" y="14980"/>
                    </a:cubicBezTo>
                    <a:cubicBezTo>
                      <a:pt x="11597" y="14980"/>
                      <a:pt x="14948" y="11628"/>
                      <a:pt x="14948" y="7482"/>
                    </a:cubicBezTo>
                    <a:cubicBezTo>
                      <a:pt x="14948" y="3352"/>
                      <a:pt x="11597" y="0"/>
                      <a:pt x="74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9"/>
              <p:cNvSpPr/>
              <p:nvPr/>
            </p:nvSpPr>
            <p:spPr>
              <a:xfrm>
                <a:off x="2880600" y="1774650"/>
                <a:ext cx="718200" cy="411900"/>
              </a:xfrm>
              <a:custGeom>
                <a:avLst/>
                <a:gdLst/>
                <a:ahLst/>
                <a:cxnLst/>
                <a:rect l="l" t="t" r="r" b="b"/>
                <a:pathLst>
                  <a:path w="28728" h="16476" extrusionOk="0">
                    <a:moveTo>
                      <a:pt x="14356" y="1"/>
                    </a:moveTo>
                    <a:cubicBezTo>
                      <a:pt x="7716" y="1"/>
                      <a:pt x="2090" y="4255"/>
                      <a:pt x="1" y="10195"/>
                    </a:cubicBezTo>
                    <a:cubicBezTo>
                      <a:pt x="3586" y="14044"/>
                      <a:pt x="8682" y="16476"/>
                      <a:pt x="14356" y="16476"/>
                    </a:cubicBezTo>
                    <a:cubicBezTo>
                      <a:pt x="20030" y="16476"/>
                      <a:pt x="25143" y="14044"/>
                      <a:pt x="28728" y="10195"/>
                    </a:cubicBezTo>
                    <a:cubicBezTo>
                      <a:pt x="26639" y="4255"/>
                      <a:pt x="20996" y="1"/>
                      <a:pt x="14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9"/>
              <p:cNvSpPr/>
              <p:nvPr/>
            </p:nvSpPr>
            <p:spPr>
              <a:xfrm>
                <a:off x="2796425" y="2406725"/>
                <a:ext cx="829275" cy="70950"/>
              </a:xfrm>
              <a:custGeom>
                <a:avLst/>
                <a:gdLst/>
                <a:ahLst/>
                <a:cxnLst/>
                <a:rect l="l" t="t" r="r" b="b"/>
                <a:pathLst>
                  <a:path w="33171" h="2838" extrusionOk="0">
                    <a:moveTo>
                      <a:pt x="1419" y="0"/>
                    </a:moveTo>
                    <a:cubicBezTo>
                      <a:pt x="639" y="0"/>
                      <a:pt x="1" y="639"/>
                      <a:pt x="1" y="1418"/>
                    </a:cubicBezTo>
                    <a:cubicBezTo>
                      <a:pt x="1" y="2197"/>
                      <a:pt x="639" y="2837"/>
                      <a:pt x="1419" y="2837"/>
                    </a:cubicBezTo>
                    <a:lnTo>
                      <a:pt x="31768" y="2837"/>
                    </a:lnTo>
                    <a:cubicBezTo>
                      <a:pt x="32547" y="2837"/>
                      <a:pt x="33171" y="2197"/>
                      <a:pt x="33171" y="1418"/>
                    </a:cubicBezTo>
                    <a:cubicBezTo>
                      <a:pt x="33171" y="639"/>
                      <a:pt x="32547" y="0"/>
                      <a:pt x="317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9"/>
              <p:cNvSpPr/>
              <p:nvPr/>
            </p:nvSpPr>
            <p:spPr>
              <a:xfrm>
                <a:off x="2962825" y="2584775"/>
                <a:ext cx="496875" cy="70950"/>
              </a:xfrm>
              <a:custGeom>
                <a:avLst/>
                <a:gdLst/>
                <a:ahLst/>
                <a:cxnLst/>
                <a:rect l="l" t="t" r="r" b="b"/>
                <a:pathLst>
                  <a:path w="19875" h="2838" extrusionOk="0">
                    <a:moveTo>
                      <a:pt x="1403" y="1"/>
                    </a:moveTo>
                    <a:cubicBezTo>
                      <a:pt x="624" y="1"/>
                      <a:pt x="0" y="641"/>
                      <a:pt x="0" y="1420"/>
                    </a:cubicBezTo>
                    <a:cubicBezTo>
                      <a:pt x="0" y="2199"/>
                      <a:pt x="624" y="2838"/>
                      <a:pt x="1403" y="2838"/>
                    </a:cubicBezTo>
                    <a:lnTo>
                      <a:pt x="18456" y="2838"/>
                    </a:lnTo>
                    <a:cubicBezTo>
                      <a:pt x="19235" y="2838"/>
                      <a:pt x="19875" y="2199"/>
                      <a:pt x="19875" y="1420"/>
                    </a:cubicBezTo>
                    <a:cubicBezTo>
                      <a:pt x="19875" y="641"/>
                      <a:pt x="19235" y="1"/>
                      <a:pt x="1845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9"/>
              <p:cNvSpPr/>
              <p:nvPr/>
            </p:nvSpPr>
            <p:spPr>
              <a:xfrm>
                <a:off x="5732300" y="4325125"/>
                <a:ext cx="1017100" cy="133700"/>
              </a:xfrm>
              <a:custGeom>
                <a:avLst/>
                <a:gdLst/>
                <a:ahLst/>
                <a:cxnLst/>
                <a:rect l="l" t="t" r="r" b="b"/>
                <a:pathLst>
                  <a:path w="40684" h="5348" extrusionOk="0">
                    <a:moveTo>
                      <a:pt x="2682" y="0"/>
                    </a:moveTo>
                    <a:cubicBezTo>
                      <a:pt x="1201" y="0"/>
                      <a:pt x="1" y="1201"/>
                      <a:pt x="1" y="2681"/>
                    </a:cubicBezTo>
                    <a:cubicBezTo>
                      <a:pt x="1" y="4163"/>
                      <a:pt x="1201" y="5347"/>
                      <a:pt x="2682" y="5347"/>
                    </a:cubicBezTo>
                    <a:lnTo>
                      <a:pt x="38003" y="5347"/>
                    </a:lnTo>
                    <a:cubicBezTo>
                      <a:pt x="39483" y="5347"/>
                      <a:pt x="40684" y="4163"/>
                      <a:pt x="40684" y="2681"/>
                    </a:cubicBezTo>
                    <a:cubicBezTo>
                      <a:pt x="40684" y="1201"/>
                      <a:pt x="39483" y="0"/>
                      <a:pt x="3800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8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9"/>
              <p:cNvSpPr/>
              <p:nvPr/>
            </p:nvSpPr>
            <p:spPr>
              <a:xfrm>
                <a:off x="5732300" y="4604900"/>
                <a:ext cx="512450" cy="133700"/>
              </a:xfrm>
              <a:custGeom>
                <a:avLst/>
                <a:gdLst/>
                <a:ahLst/>
                <a:cxnLst/>
                <a:rect l="l" t="t" r="r" b="b"/>
                <a:pathLst>
                  <a:path w="20498" h="5348" extrusionOk="0">
                    <a:moveTo>
                      <a:pt x="2682" y="1"/>
                    </a:moveTo>
                    <a:cubicBezTo>
                      <a:pt x="1201" y="1"/>
                      <a:pt x="1" y="1202"/>
                      <a:pt x="1" y="2682"/>
                    </a:cubicBezTo>
                    <a:cubicBezTo>
                      <a:pt x="1" y="4163"/>
                      <a:pt x="1201" y="5348"/>
                      <a:pt x="2682" y="5348"/>
                    </a:cubicBezTo>
                    <a:lnTo>
                      <a:pt x="17817" y="5348"/>
                    </a:lnTo>
                    <a:cubicBezTo>
                      <a:pt x="19298" y="5348"/>
                      <a:pt x="20498" y="4163"/>
                      <a:pt x="20498" y="2682"/>
                    </a:cubicBezTo>
                    <a:cubicBezTo>
                      <a:pt x="20498" y="1202"/>
                      <a:pt x="19298" y="1"/>
                      <a:pt x="1781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8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9"/>
              <p:cNvSpPr/>
              <p:nvPr/>
            </p:nvSpPr>
            <p:spPr>
              <a:xfrm>
                <a:off x="4079650" y="1137125"/>
                <a:ext cx="1760625" cy="2495925"/>
              </a:xfrm>
              <a:custGeom>
                <a:avLst/>
                <a:gdLst/>
                <a:ahLst/>
                <a:cxnLst/>
                <a:rect l="l" t="t" r="r" b="b"/>
                <a:pathLst>
                  <a:path w="70425" h="99837" extrusionOk="0">
                    <a:moveTo>
                      <a:pt x="4084" y="1"/>
                    </a:moveTo>
                    <a:cubicBezTo>
                      <a:pt x="1840" y="1"/>
                      <a:pt x="0" y="1824"/>
                      <a:pt x="0" y="4085"/>
                    </a:cubicBezTo>
                    <a:lnTo>
                      <a:pt x="0" y="95753"/>
                    </a:lnTo>
                    <a:cubicBezTo>
                      <a:pt x="0" y="97998"/>
                      <a:pt x="1840" y="99837"/>
                      <a:pt x="4084" y="99837"/>
                    </a:cubicBezTo>
                    <a:lnTo>
                      <a:pt x="66340" y="99837"/>
                    </a:lnTo>
                    <a:cubicBezTo>
                      <a:pt x="68601" y="99837"/>
                      <a:pt x="70424" y="97998"/>
                      <a:pt x="70424" y="95753"/>
                    </a:cubicBezTo>
                    <a:lnTo>
                      <a:pt x="70424" y="4085"/>
                    </a:lnTo>
                    <a:cubicBezTo>
                      <a:pt x="70424" y="1824"/>
                      <a:pt x="68601" y="1"/>
                      <a:pt x="663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214313" dist="19050" dir="12780000" algn="bl" rotWithShape="0">
                  <a:schemeClr val="dk1">
                    <a:alpha val="4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9"/>
              <p:cNvSpPr/>
              <p:nvPr/>
            </p:nvSpPr>
            <p:spPr>
              <a:xfrm>
                <a:off x="4445175" y="1505375"/>
                <a:ext cx="1036975" cy="1232975"/>
              </a:xfrm>
              <a:custGeom>
                <a:avLst/>
                <a:gdLst/>
                <a:ahLst/>
                <a:cxnLst/>
                <a:rect l="l" t="t" r="r" b="b"/>
                <a:pathLst>
                  <a:path w="41479" h="49319" extrusionOk="0">
                    <a:moveTo>
                      <a:pt x="20732" y="13966"/>
                    </a:moveTo>
                    <a:cubicBezTo>
                      <a:pt x="17895" y="13966"/>
                      <a:pt x="15604" y="16273"/>
                      <a:pt x="15604" y="19126"/>
                    </a:cubicBezTo>
                    <a:cubicBezTo>
                      <a:pt x="15604" y="21090"/>
                      <a:pt x="16695" y="22789"/>
                      <a:pt x="18300" y="23662"/>
                    </a:cubicBezTo>
                    <a:lnTo>
                      <a:pt x="18300" y="29632"/>
                    </a:lnTo>
                    <a:cubicBezTo>
                      <a:pt x="18300" y="30910"/>
                      <a:pt x="19345" y="31954"/>
                      <a:pt x="20638" y="31954"/>
                    </a:cubicBezTo>
                    <a:cubicBezTo>
                      <a:pt x="21916" y="31954"/>
                      <a:pt x="22961" y="30910"/>
                      <a:pt x="22961" y="29632"/>
                    </a:cubicBezTo>
                    <a:lnTo>
                      <a:pt x="22961" y="23755"/>
                    </a:lnTo>
                    <a:cubicBezTo>
                      <a:pt x="24676" y="22930"/>
                      <a:pt x="25875" y="21168"/>
                      <a:pt x="25875" y="19126"/>
                    </a:cubicBezTo>
                    <a:cubicBezTo>
                      <a:pt x="25875" y="16273"/>
                      <a:pt x="23568" y="13966"/>
                      <a:pt x="20732" y="13966"/>
                    </a:cubicBezTo>
                    <a:close/>
                    <a:moveTo>
                      <a:pt x="29398" y="3398"/>
                    </a:moveTo>
                    <a:cubicBezTo>
                      <a:pt x="30115" y="7856"/>
                      <a:pt x="33638" y="11379"/>
                      <a:pt x="38081" y="12096"/>
                    </a:cubicBezTo>
                    <a:lnTo>
                      <a:pt x="38081" y="23491"/>
                    </a:lnTo>
                    <a:cubicBezTo>
                      <a:pt x="38081" y="33793"/>
                      <a:pt x="27824" y="43536"/>
                      <a:pt x="20732" y="45781"/>
                    </a:cubicBezTo>
                    <a:cubicBezTo>
                      <a:pt x="13655" y="43536"/>
                      <a:pt x="3383" y="33793"/>
                      <a:pt x="3383" y="23491"/>
                    </a:cubicBezTo>
                    <a:lnTo>
                      <a:pt x="3383" y="12096"/>
                    </a:lnTo>
                    <a:cubicBezTo>
                      <a:pt x="7825" y="11379"/>
                      <a:pt x="11348" y="7856"/>
                      <a:pt x="12065" y="3398"/>
                    </a:cubicBezTo>
                    <a:close/>
                    <a:moveTo>
                      <a:pt x="8823" y="0"/>
                    </a:moveTo>
                    <a:lnTo>
                      <a:pt x="8823" y="1700"/>
                    </a:lnTo>
                    <a:cubicBezTo>
                      <a:pt x="8823" y="5643"/>
                      <a:pt x="5628" y="8839"/>
                      <a:pt x="1684" y="8839"/>
                    </a:cubicBezTo>
                    <a:lnTo>
                      <a:pt x="0" y="8839"/>
                    </a:lnTo>
                    <a:lnTo>
                      <a:pt x="0" y="23491"/>
                    </a:lnTo>
                    <a:cubicBezTo>
                      <a:pt x="0" y="35757"/>
                      <a:pt x="12003" y="46903"/>
                      <a:pt x="20280" y="49194"/>
                    </a:cubicBezTo>
                    <a:lnTo>
                      <a:pt x="20732" y="49318"/>
                    </a:lnTo>
                    <a:lnTo>
                      <a:pt x="21184" y="49194"/>
                    </a:lnTo>
                    <a:cubicBezTo>
                      <a:pt x="29460" y="46903"/>
                      <a:pt x="41479" y="35757"/>
                      <a:pt x="41479" y="23491"/>
                    </a:cubicBezTo>
                    <a:lnTo>
                      <a:pt x="41479" y="8839"/>
                    </a:lnTo>
                    <a:lnTo>
                      <a:pt x="39779" y="8839"/>
                    </a:lnTo>
                    <a:cubicBezTo>
                      <a:pt x="35851" y="8839"/>
                      <a:pt x="32656" y="5643"/>
                      <a:pt x="32656" y="1700"/>
                    </a:cubicBezTo>
                    <a:lnTo>
                      <a:pt x="3265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9"/>
              <p:cNvSpPr/>
              <p:nvPr/>
            </p:nvSpPr>
            <p:spPr>
              <a:xfrm>
                <a:off x="4369200" y="2990825"/>
                <a:ext cx="1640975" cy="472325"/>
              </a:xfrm>
              <a:custGeom>
                <a:avLst/>
                <a:gdLst/>
                <a:ahLst/>
                <a:cxnLst/>
                <a:rect l="l" t="t" r="r" b="b"/>
                <a:pathLst>
                  <a:path w="65639" h="18893" extrusionOk="0">
                    <a:moveTo>
                      <a:pt x="2775" y="1"/>
                    </a:moveTo>
                    <a:cubicBezTo>
                      <a:pt x="1247" y="1"/>
                      <a:pt x="0" y="1264"/>
                      <a:pt x="0" y="2792"/>
                    </a:cubicBezTo>
                    <a:lnTo>
                      <a:pt x="0" y="16103"/>
                    </a:lnTo>
                    <a:cubicBezTo>
                      <a:pt x="0" y="17646"/>
                      <a:pt x="1247" y="18893"/>
                      <a:pt x="2775" y="18893"/>
                    </a:cubicBezTo>
                    <a:lnTo>
                      <a:pt x="62849" y="18893"/>
                    </a:lnTo>
                    <a:cubicBezTo>
                      <a:pt x="64391" y="18893"/>
                      <a:pt x="65638" y="17646"/>
                      <a:pt x="65638" y="16103"/>
                    </a:cubicBezTo>
                    <a:lnTo>
                      <a:pt x="65638" y="2792"/>
                    </a:lnTo>
                    <a:cubicBezTo>
                      <a:pt x="65638" y="1264"/>
                      <a:pt x="64391" y="1"/>
                      <a:pt x="6284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9"/>
              <p:cNvSpPr/>
              <p:nvPr/>
            </p:nvSpPr>
            <p:spPr>
              <a:xfrm>
                <a:off x="4472075" y="3069350"/>
                <a:ext cx="345275" cy="315275"/>
              </a:xfrm>
              <a:custGeom>
                <a:avLst/>
                <a:gdLst/>
                <a:ahLst/>
                <a:cxnLst/>
                <a:rect l="l" t="t" r="r" b="b"/>
                <a:pathLst>
                  <a:path w="13811" h="12611" extrusionOk="0">
                    <a:moveTo>
                      <a:pt x="6907" y="1"/>
                    </a:moveTo>
                    <a:cubicBezTo>
                      <a:pt x="5296" y="1"/>
                      <a:pt x="3687" y="617"/>
                      <a:pt x="2463" y="1848"/>
                    </a:cubicBezTo>
                    <a:cubicBezTo>
                      <a:pt x="1" y="4311"/>
                      <a:pt x="1" y="8301"/>
                      <a:pt x="2463" y="10764"/>
                    </a:cubicBezTo>
                    <a:cubicBezTo>
                      <a:pt x="3687" y="11995"/>
                      <a:pt x="5296" y="12611"/>
                      <a:pt x="6907" y="12611"/>
                    </a:cubicBezTo>
                    <a:cubicBezTo>
                      <a:pt x="8518" y="12611"/>
                      <a:pt x="10132" y="11995"/>
                      <a:pt x="11363" y="10764"/>
                    </a:cubicBezTo>
                    <a:cubicBezTo>
                      <a:pt x="13811" y="8301"/>
                      <a:pt x="13811" y="4311"/>
                      <a:pt x="11363" y="1848"/>
                    </a:cubicBezTo>
                    <a:cubicBezTo>
                      <a:pt x="10132" y="617"/>
                      <a:pt x="8518" y="1"/>
                      <a:pt x="69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9"/>
              <p:cNvSpPr/>
              <p:nvPr/>
            </p:nvSpPr>
            <p:spPr>
              <a:xfrm>
                <a:off x="4928000" y="3144375"/>
                <a:ext cx="579100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23164" h="1965" extrusionOk="0">
                    <a:moveTo>
                      <a:pt x="998" y="0"/>
                    </a:moveTo>
                    <a:cubicBezTo>
                      <a:pt x="452" y="0"/>
                      <a:pt x="1" y="437"/>
                      <a:pt x="1" y="983"/>
                    </a:cubicBezTo>
                    <a:cubicBezTo>
                      <a:pt x="1" y="1528"/>
                      <a:pt x="452" y="1964"/>
                      <a:pt x="998" y="1964"/>
                    </a:cubicBezTo>
                    <a:lnTo>
                      <a:pt x="22181" y="1964"/>
                    </a:lnTo>
                    <a:cubicBezTo>
                      <a:pt x="22727" y="1964"/>
                      <a:pt x="23163" y="1528"/>
                      <a:pt x="23163" y="983"/>
                    </a:cubicBezTo>
                    <a:cubicBezTo>
                      <a:pt x="23163" y="437"/>
                      <a:pt x="22727" y="0"/>
                      <a:pt x="2218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9"/>
              <p:cNvSpPr/>
              <p:nvPr/>
            </p:nvSpPr>
            <p:spPr>
              <a:xfrm>
                <a:off x="5569800" y="3144375"/>
                <a:ext cx="289950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11598" h="1965" extrusionOk="0">
                    <a:moveTo>
                      <a:pt x="983" y="0"/>
                    </a:moveTo>
                    <a:cubicBezTo>
                      <a:pt x="437" y="0"/>
                      <a:pt x="0" y="437"/>
                      <a:pt x="0" y="983"/>
                    </a:cubicBezTo>
                    <a:cubicBezTo>
                      <a:pt x="0" y="1528"/>
                      <a:pt x="437" y="1964"/>
                      <a:pt x="983" y="1964"/>
                    </a:cubicBezTo>
                    <a:lnTo>
                      <a:pt x="10616" y="1964"/>
                    </a:lnTo>
                    <a:cubicBezTo>
                      <a:pt x="11161" y="1964"/>
                      <a:pt x="11597" y="1528"/>
                      <a:pt x="11597" y="983"/>
                    </a:cubicBezTo>
                    <a:cubicBezTo>
                      <a:pt x="11597" y="437"/>
                      <a:pt x="11161" y="0"/>
                      <a:pt x="1061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49"/>
              <p:cNvSpPr/>
              <p:nvPr/>
            </p:nvSpPr>
            <p:spPr>
              <a:xfrm>
                <a:off x="4928000" y="3268700"/>
                <a:ext cx="346850" cy="49500"/>
              </a:xfrm>
              <a:custGeom>
                <a:avLst/>
                <a:gdLst/>
                <a:ahLst/>
                <a:cxnLst/>
                <a:rect l="l" t="t" r="r" b="b"/>
                <a:pathLst>
                  <a:path w="13874" h="1980" extrusionOk="0">
                    <a:moveTo>
                      <a:pt x="998" y="0"/>
                    </a:moveTo>
                    <a:cubicBezTo>
                      <a:pt x="452" y="0"/>
                      <a:pt x="1" y="437"/>
                      <a:pt x="1" y="982"/>
                    </a:cubicBezTo>
                    <a:cubicBezTo>
                      <a:pt x="1" y="1528"/>
                      <a:pt x="452" y="1979"/>
                      <a:pt x="998" y="1979"/>
                    </a:cubicBezTo>
                    <a:lnTo>
                      <a:pt x="12891" y="1979"/>
                    </a:lnTo>
                    <a:cubicBezTo>
                      <a:pt x="13437" y="1979"/>
                      <a:pt x="13873" y="1528"/>
                      <a:pt x="13873" y="982"/>
                    </a:cubicBezTo>
                    <a:cubicBezTo>
                      <a:pt x="13873" y="437"/>
                      <a:pt x="13437" y="0"/>
                      <a:pt x="128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49"/>
              <p:cNvSpPr/>
              <p:nvPr/>
            </p:nvSpPr>
            <p:spPr>
              <a:xfrm>
                <a:off x="1453175" y="2049775"/>
                <a:ext cx="1194800" cy="1197125"/>
              </a:xfrm>
              <a:custGeom>
                <a:avLst/>
                <a:gdLst/>
                <a:ahLst/>
                <a:cxnLst/>
                <a:rect l="l" t="t" r="r" b="b"/>
                <a:pathLst>
                  <a:path w="47792" h="47885" extrusionOk="0">
                    <a:moveTo>
                      <a:pt x="4631" y="0"/>
                    </a:moveTo>
                    <a:cubicBezTo>
                      <a:pt x="2075" y="0"/>
                      <a:pt x="1" y="2089"/>
                      <a:pt x="1" y="4645"/>
                    </a:cubicBezTo>
                    <a:lnTo>
                      <a:pt x="1" y="43239"/>
                    </a:lnTo>
                    <a:cubicBezTo>
                      <a:pt x="1" y="45796"/>
                      <a:pt x="2075" y="47885"/>
                      <a:pt x="4631" y="47885"/>
                    </a:cubicBezTo>
                    <a:lnTo>
                      <a:pt x="43147" y="47885"/>
                    </a:lnTo>
                    <a:cubicBezTo>
                      <a:pt x="45703" y="47885"/>
                      <a:pt x="47792" y="45796"/>
                      <a:pt x="47792" y="43239"/>
                    </a:cubicBezTo>
                    <a:lnTo>
                      <a:pt x="47792" y="4645"/>
                    </a:lnTo>
                    <a:cubicBezTo>
                      <a:pt x="47792" y="2089"/>
                      <a:pt x="45703" y="0"/>
                      <a:pt x="431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157163" dist="19050" dir="3840000" algn="bl" rotWithShape="0">
                  <a:schemeClr val="dk1">
                    <a:alpha val="3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49"/>
              <p:cNvSpPr/>
              <p:nvPr/>
            </p:nvSpPr>
            <p:spPr>
              <a:xfrm>
                <a:off x="1499575" y="2096525"/>
                <a:ext cx="1102050" cy="1103975"/>
              </a:xfrm>
              <a:custGeom>
                <a:avLst/>
                <a:gdLst/>
                <a:ahLst/>
                <a:cxnLst/>
                <a:rect l="l" t="t" r="r" b="b"/>
                <a:pathLst>
                  <a:path w="44082" h="44159" extrusionOk="0">
                    <a:moveTo>
                      <a:pt x="2775" y="1"/>
                    </a:moveTo>
                    <a:cubicBezTo>
                      <a:pt x="1247" y="1"/>
                      <a:pt x="0" y="1248"/>
                      <a:pt x="0" y="2775"/>
                    </a:cubicBezTo>
                    <a:lnTo>
                      <a:pt x="0" y="41369"/>
                    </a:lnTo>
                    <a:cubicBezTo>
                      <a:pt x="0" y="42897"/>
                      <a:pt x="1247" y="44159"/>
                      <a:pt x="2775" y="44159"/>
                    </a:cubicBezTo>
                    <a:lnTo>
                      <a:pt x="41291" y="44159"/>
                    </a:lnTo>
                    <a:cubicBezTo>
                      <a:pt x="42818" y="44159"/>
                      <a:pt x="44081" y="42897"/>
                      <a:pt x="44081" y="41369"/>
                    </a:cubicBezTo>
                    <a:lnTo>
                      <a:pt x="44081" y="2775"/>
                    </a:lnTo>
                    <a:cubicBezTo>
                      <a:pt x="44081" y="1248"/>
                      <a:pt x="42818" y="1"/>
                      <a:pt x="412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49"/>
              <p:cNvSpPr/>
              <p:nvPr/>
            </p:nvSpPr>
            <p:spPr>
              <a:xfrm>
                <a:off x="1499575" y="2316300"/>
                <a:ext cx="1102050" cy="884200"/>
              </a:xfrm>
              <a:custGeom>
                <a:avLst/>
                <a:gdLst/>
                <a:ahLst/>
                <a:cxnLst/>
                <a:rect l="l" t="t" r="r" b="b"/>
                <a:pathLst>
                  <a:path w="44082" h="35368" extrusionOk="0">
                    <a:moveTo>
                      <a:pt x="13826" y="1"/>
                    </a:moveTo>
                    <a:lnTo>
                      <a:pt x="0" y="20654"/>
                    </a:lnTo>
                    <a:lnTo>
                      <a:pt x="0" y="32578"/>
                    </a:lnTo>
                    <a:cubicBezTo>
                      <a:pt x="0" y="34106"/>
                      <a:pt x="1247" y="35368"/>
                      <a:pt x="2775" y="35368"/>
                    </a:cubicBezTo>
                    <a:lnTo>
                      <a:pt x="41291" y="35368"/>
                    </a:lnTo>
                    <a:cubicBezTo>
                      <a:pt x="42818" y="35368"/>
                      <a:pt x="44081" y="34106"/>
                      <a:pt x="44081" y="32578"/>
                    </a:cubicBezTo>
                    <a:lnTo>
                      <a:pt x="44081" y="26733"/>
                    </a:lnTo>
                    <a:lnTo>
                      <a:pt x="34370" y="12221"/>
                    </a:lnTo>
                    <a:lnTo>
                      <a:pt x="28182" y="21449"/>
                    </a:lnTo>
                    <a:lnTo>
                      <a:pt x="27652" y="20670"/>
                    </a:lnTo>
                    <a:lnTo>
                      <a:pt x="1382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49"/>
              <p:cNvSpPr/>
              <p:nvPr/>
            </p:nvSpPr>
            <p:spPr>
              <a:xfrm>
                <a:off x="2133200" y="2241875"/>
                <a:ext cx="254100" cy="254500"/>
              </a:xfrm>
              <a:custGeom>
                <a:avLst/>
                <a:gdLst/>
                <a:ahLst/>
                <a:cxnLst/>
                <a:rect l="l" t="t" r="r" b="b"/>
                <a:pathLst>
                  <a:path w="10164" h="10180" extrusionOk="0">
                    <a:moveTo>
                      <a:pt x="5082" y="0"/>
                    </a:moveTo>
                    <a:cubicBezTo>
                      <a:pt x="2276" y="0"/>
                      <a:pt x="0" y="2276"/>
                      <a:pt x="0" y="5098"/>
                    </a:cubicBezTo>
                    <a:cubicBezTo>
                      <a:pt x="0" y="7904"/>
                      <a:pt x="2276" y="10179"/>
                      <a:pt x="5082" y="10179"/>
                    </a:cubicBezTo>
                    <a:cubicBezTo>
                      <a:pt x="7888" y="10179"/>
                      <a:pt x="10163" y="7904"/>
                      <a:pt x="10163" y="5098"/>
                    </a:cubicBezTo>
                    <a:cubicBezTo>
                      <a:pt x="10163" y="2276"/>
                      <a:pt x="7888" y="0"/>
                      <a:pt x="50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49"/>
              <p:cNvSpPr/>
              <p:nvPr/>
            </p:nvSpPr>
            <p:spPr>
              <a:xfrm>
                <a:off x="5544475" y="456750"/>
                <a:ext cx="1298450" cy="1300775"/>
              </a:xfrm>
              <a:custGeom>
                <a:avLst/>
                <a:gdLst/>
                <a:ahLst/>
                <a:cxnLst/>
                <a:rect l="l" t="t" r="r" b="b"/>
                <a:pathLst>
                  <a:path w="51938" h="52031" extrusionOk="0">
                    <a:moveTo>
                      <a:pt x="4396" y="0"/>
                    </a:moveTo>
                    <a:cubicBezTo>
                      <a:pt x="1965" y="0"/>
                      <a:pt x="1" y="1979"/>
                      <a:pt x="1" y="4411"/>
                    </a:cubicBezTo>
                    <a:lnTo>
                      <a:pt x="1" y="47619"/>
                    </a:lnTo>
                    <a:cubicBezTo>
                      <a:pt x="1" y="50050"/>
                      <a:pt x="1965" y="52031"/>
                      <a:pt x="4396" y="52031"/>
                    </a:cubicBezTo>
                    <a:lnTo>
                      <a:pt x="47526" y="52031"/>
                    </a:lnTo>
                    <a:cubicBezTo>
                      <a:pt x="49958" y="52031"/>
                      <a:pt x="51938" y="50050"/>
                      <a:pt x="51938" y="47619"/>
                    </a:cubicBezTo>
                    <a:lnTo>
                      <a:pt x="51938" y="4411"/>
                    </a:lnTo>
                    <a:cubicBezTo>
                      <a:pt x="51938" y="1979"/>
                      <a:pt x="49958" y="0"/>
                      <a:pt x="4752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371475" dist="19050" dir="5400000" algn="bl" rotWithShape="0">
                  <a:schemeClr val="dk1">
                    <a:alpha val="38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49"/>
              <p:cNvSpPr/>
              <p:nvPr/>
            </p:nvSpPr>
            <p:spPr>
              <a:xfrm>
                <a:off x="5783750" y="677300"/>
                <a:ext cx="819925" cy="859675"/>
              </a:xfrm>
              <a:custGeom>
                <a:avLst/>
                <a:gdLst/>
                <a:ahLst/>
                <a:cxnLst/>
                <a:rect l="l" t="t" r="r" b="b"/>
                <a:pathLst>
                  <a:path w="32797" h="34387" extrusionOk="0">
                    <a:moveTo>
                      <a:pt x="16398" y="11675"/>
                    </a:moveTo>
                    <a:cubicBezTo>
                      <a:pt x="19437" y="11675"/>
                      <a:pt x="21900" y="14154"/>
                      <a:pt x="21900" y="17193"/>
                    </a:cubicBezTo>
                    <a:cubicBezTo>
                      <a:pt x="21900" y="20233"/>
                      <a:pt x="19437" y="22711"/>
                      <a:pt x="16398" y="22711"/>
                    </a:cubicBezTo>
                    <a:cubicBezTo>
                      <a:pt x="13358" y="22711"/>
                      <a:pt x="10895" y="20233"/>
                      <a:pt x="10895" y="17193"/>
                    </a:cubicBezTo>
                    <a:cubicBezTo>
                      <a:pt x="10895" y="14154"/>
                      <a:pt x="13358" y="11675"/>
                      <a:pt x="16398" y="11675"/>
                    </a:cubicBezTo>
                    <a:close/>
                    <a:moveTo>
                      <a:pt x="13312" y="1"/>
                    </a:moveTo>
                    <a:lnTo>
                      <a:pt x="12314" y="4692"/>
                    </a:lnTo>
                    <a:cubicBezTo>
                      <a:pt x="10552" y="5253"/>
                      <a:pt x="8979" y="6204"/>
                      <a:pt x="7638" y="7404"/>
                    </a:cubicBezTo>
                    <a:lnTo>
                      <a:pt x="3071" y="5924"/>
                    </a:lnTo>
                    <a:lnTo>
                      <a:pt x="0" y="11270"/>
                    </a:lnTo>
                    <a:lnTo>
                      <a:pt x="3538" y="14481"/>
                    </a:lnTo>
                    <a:cubicBezTo>
                      <a:pt x="3351" y="15353"/>
                      <a:pt x="3258" y="16258"/>
                      <a:pt x="3258" y="17193"/>
                    </a:cubicBezTo>
                    <a:cubicBezTo>
                      <a:pt x="3258" y="18128"/>
                      <a:pt x="3351" y="19032"/>
                      <a:pt x="3538" y="19905"/>
                    </a:cubicBezTo>
                    <a:lnTo>
                      <a:pt x="0" y="23116"/>
                    </a:lnTo>
                    <a:lnTo>
                      <a:pt x="3071" y="28463"/>
                    </a:lnTo>
                    <a:lnTo>
                      <a:pt x="7638" y="26982"/>
                    </a:lnTo>
                    <a:cubicBezTo>
                      <a:pt x="8979" y="28182"/>
                      <a:pt x="10552" y="29133"/>
                      <a:pt x="12314" y="29694"/>
                    </a:cubicBezTo>
                    <a:lnTo>
                      <a:pt x="13312" y="34386"/>
                    </a:lnTo>
                    <a:lnTo>
                      <a:pt x="19468" y="34386"/>
                    </a:lnTo>
                    <a:lnTo>
                      <a:pt x="20466" y="29694"/>
                    </a:lnTo>
                    <a:cubicBezTo>
                      <a:pt x="22228" y="29133"/>
                      <a:pt x="23818" y="28182"/>
                      <a:pt x="25158" y="26982"/>
                    </a:cubicBezTo>
                    <a:lnTo>
                      <a:pt x="29710" y="28463"/>
                    </a:lnTo>
                    <a:lnTo>
                      <a:pt x="32796" y="23116"/>
                    </a:lnTo>
                    <a:lnTo>
                      <a:pt x="29242" y="19905"/>
                    </a:lnTo>
                    <a:cubicBezTo>
                      <a:pt x="29429" y="19032"/>
                      <a:pt x="29538" y="18128"/>
                      <a:pt x="29538" y="17193"/>
                    </a:cubicBezTo>
                    <a:cubicBezTo>
                      <a:pt x="29538" y="16258"/>
                      <a:pt x="29429" y="15353"/>
                      <a:pt x="29242" y="14481"/>
                    </a:cubicBezTo>
                    <a:lnTo>
                      <a:pt x="32796" y="11270"/>
                    </a:lnTo>
                    <a:lnTo>
                      <a:pt x="29710" y="5924"/>
                    </a:lnTo>
                    <a:lnTo>
                      <a:pt x="25158" y="7404"/>
                    </a:lnTo>
                    <a:cubicBezTo>
                      <a:pt x="23818" y="6204"/>
                      <a:pt x="22228" y="5253"/>
                      <a:pt x="20466" y="4692"/>
                    </a:cubicBezTo>
                    <a:lnTo>
                      <a:pt x="1946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49"/>
              <p:cNvSpPr/>
              <p:nvPr/>
            </p:nvSpPr>
            <p:spPr>
              <a:xfrm>
                <a:off x="775925" y="1084125"/>
                <a:ext cx="1736850" cy="307475"/>
              </a:xfrm>
              <a:custGeom>
                <a:avLst/>
                <a:gdLst/>
                <a:ahLst/>
                <a:cxnLst/>
                <a:rect l="l" t="t" r="r" b="b"/>
                <a:pathLst>
                  <a:path w="69474" h="12299" extrusionOk="0">
                    <a:moveTo>
                      <a:pt x="3710" y="1"/>
                    </a:moveTo>
                    <a:cubicBezTo>
                      <a:pt x="1652" y="1"/>
                      <a:pt x="0" y="1668"/>
                      <a:pt x="0" y="3711"/>
                    </a:cubicBezTo>
                    <a:lnTo>
                      <a:pt x="0" y="8589"/>
                    </a:lnTo>
                    <a:cubicBezTo>
                      <a:pt x="0" y="10631"/>
                      <a:pt x="1652" y="12299"/>
                      <a:pt x="3710" y="12299"/>
                    </a:cubicBezTo>
                    <a:lnTo>
                      <a:pt x="65764" y="12299"/>
                    </a:lnTo>
                    <a:cubicBezTo>
                      <a:pt x="67821" y="12299"/>
                      <a:pt x="69473" y="10631"/>
                      <a:pt x="69473" y="8589"/>
                    </a:cubicBezTo>
                    <a:lnTo>
                      <a:pt x="69473" y="3711"/>
                    </a:lnTo>
                    <a:cubicBezTo>
                      <a:pt x="69473" y="1668"/>
                      <a:pt x="67821" y="1"/>
                      <a:pt x="657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300038" dist="19050" dir="5400000" algn="bl" rotWithShape="0">
                  <a:schemeClr val="dk1">
                    <a:alpha val="3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49"/>
              <p:cNvSpPr/>
              <p:nvPr/>
            </p:nvSpPr>
            <p:spPr>
              <a:xfrm>
                <a:off x="901400" y="1219325"/>
                <a:ext cx="1485900" cy="37075"/>
              </a:xfrm>
              <a:custGeom>
                <a:avLst/>
                <a:gdLst/>
                <a:ahLst/>
                <a:cxnLst/>
                <a:rect l="l" t="t" r="r" b="b"/>
                <a:pathLst>
                  <a:path w="59436" h="1483" extrusionOk="0">
                    <a:moveTo>
                      <a:pt x="748" y="1"/>
                    </a:moveTo>
                    <a:cubicBezTo>
                      <a:pt x="343" y="1"/>
                      <a:pt x="0" y="329"/>
                      <a:pt x="0" y="749"/>
                    </a:cubicBezTo>
                    <a:cubicBezTo>
                      <a:pt x="0" y="1154"/>
                      <a:pt x="343" y="1482"/>
                      <a:pt x="748" y="1482"/>
                    </a:cubicBezTo>
                    <a:lnTo>
                      <a:pt x="58687" y="1482"/>
                    </a:lnTo>
                    <a:cubicBezTo>
                      <a:pt x="59107" y="1482"/>
                      <a:pt x="59435" y="1154"/>
                      <a:pt x="59435" y="749"/>
                    </a:cubicBezTo>
                    <a:cubicBezTo>
                      <a:pt x="59435" y="329"/>
                      <a:pt x="59107" y="1"/>
                      <a:pt x="586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49"/>
              <p:cNvSpPr/>
              <p:nvPr/>
            </p:nvSpPr>
            <p:spPr>
              <a:xfrm>
                <a:off x="901400" y="1219325"/>
                <a:ext cx="236575" cy="37075"/>
              </a:xfrm>
              <a:custGeom>
                <a:avLst/>
                <a:gdLst/>
                <a:ahLst/>
                <a:cxnLst/>
                <a:rect l="l" t="t" r="r" b="b"/>
                <a:pathLst>
                  <a:path w="9463" h="1483" extrusionOk="0">
                    <a:moveTo>
                      <a:pt x="748" y="1"/>
                    </a:moveTo>
                    <a:cubicBezTo>
                      <a:pt x="343" y="1"/>
                      <a:pt x="0" y="329"/>
                      <a:pt x="0" y="749"/>
                    </a:cubicBezTo>
                    <a:cubicBezTo>
                      <a:pt x="0" y="1154"/>
                      <a:pt x="343" y="1482"/>
                      <a:pt x="748" y="1482"/>
                    </a:cubicBezTo>
                    <a:lnTo>
                      <a:pt x="9462" y="1482"/>
                    </a:lnTo>
                    <a:lnTo>
                      <a:pt x="946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49"/>
              <p:cNvSpPr/>
              <p:nvPr/>
            </p:nvSpPr>
            <p:spPr>
              <a:xfrm>
                <a:off x="1091950" y="1186600"/>
                <a:ext cx="102125" cy="102525"/>
              </a:xfrm>
              <a:custGeom>
                <a:avLst/>
                <a:gdLst/>
                <a:ahLst/>
                <a:cxnLst/>
                <a:rect l="l" t="t" r="r" b="b"/>
                <a:pathLst>
                  <a:path w="4085" h="4101" extrusionOk="0">
                    <a:moveTo>
                      <a:pt x="2042" y="1"/>
                    </a:moveTo>
                    <a:cubicBezTo>
                      <a:pt x="905" y="1"/>
                      <a:pt x="1" y="921"/>
                      <a:pt x="1" y="2043"/>
                    </a:cubicBezTo>
                    <a:cubicBezTo>
                      <a:pt x="1" y="3180"/>
                      <a:pt x="905" y="4101"/>
                      <a:pt x="2042" y="4101"/>
                    </a:cubicBezTo>
                    <a:cubicBezTo>
                      <a:pt x="3165" y="4101"/>
                      <a:pt x="4085" y="3180"/>
                      <a:pt x="4085" y="2043"/>
                    </a:cubicBezTo>
                    <a:cubicBezTo>
                      <a:pt x="4085" y="921"/>
                      <a:pt x="3165" y="1"/>
                      <a:pt x="20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5" name="Google Shape;955;p49"/>
            <p:cNvGrpSpPr/>
            <p:nvPr/>
          </p:nvGrpSpPr>
          <p:grpSpPr>
            <a:xfrm rot="-5400000">
              <a:off x="6743322" y="3210572"/>
              <a:ext cx="600510" cy="600510"/>
              <a:chOff x="5289166" y="402821"/>
              <a:chExt cx="801000" cy="801000"/>
            </a:xfrm>
          </p:grpSpPr>
          <p:sp>
            <p:nvSpPr>
              <p:cNvPr id="956" name="Google Shape;956;p49"/>
              <p:cNvSpPr/>
              <p:nvPr/>
            </p:nvSpPr>
            <p:spPr>
              <a:xfrm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49"/>
              <p:cNvSpPr/>
              <p:nvPr/>
            </p:nvSpPr>
            <p:spPr>
              <a:xfrm rot="10800000" flipH="1"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8" name="Google Shape;958;p49"/>
            <p:cNvGrpSpPr/>
            <p:nvPr/>
          </p:nvGrpSpPr>
          <p:grpSpPr>
            <a:xfrm>
              <a:off x="4585087" y="3005758"/>
              <a:ext cx="573803" cy="573803"/>
              <a:chOff x="2149575" y="1922175"/>
              <a:chExt cx="1332875" cy="1332875"/>
            </a:xfrm>
          </p:grpSpPr>
          <p:sp>
            <p:nvSpPr>
              <p:cNvPr id="959" name="Google Shape;959;p49"/>
              <p:cNvSpPr/>
              <p:nvPr/>
            </p:nvSpPr>
            <p:spPr>
              <a:xfrm>
                <a:off x="2149575" y="1922175"/>
                <a:ext cx="1332875" cy="1332875"/>
              </a:xfrm>
              <a:custGeom>
                <a:avLst/>
                <a:gdLst/>
                <a:ahLst/>
                <a:cxnLst/>
                <a:rect l="l" t="t" r="r" b="b"/>
                <a:pathLst>
                  <a:path w="53315" h="53315" extrusionOk="0">
                    <a:moveTo>
                      <a:pt x="26657" y="0"/>
                    </a:moveTo>
                    <a:cubicBezTo>
                      <a:pt x="11968" y="0"/>
                      <a:pt x="0" y="11968"/>
                      <a:pt x="0" y="26657"/>
                    </a:cubicBezTo>
                    <a:cubicBezTo>
                      <a:pt x="0" y="41363"/>
                      <a:pt x="11968" y="53315"/>
                      <a:pt x="26657" y="53315"/>
                    </a:cubicBezTo>
                    <a:cubicBezTo>
                      <a:pt x="41363" y="53315"/>
                      <a:pt x="53315" y="41363"/>
                      <a:pt x="53315" y="26657"/>
                    </a:cubicBezTo>
                    <a:cubicBezTo>
                      <a:pt x="53315" y="11968"/>
                      <a:pt x="41363" y="0"/>
                      <a:pt x="26657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352EE"/>
                  </a:gs>
                  <a:gs pos="100000">
                    <a:srgbClr val="7882F3"/>
                  </a:gs>
                </a:gsLst>
                <a:lin ang="13500032" scaled="0"/>
              </a:gradFill>
              <a:ln>
                <a:noFill/>
              </a:ln>
              <a:effectLst>
                <a:outerShdw blurRad="214313" dist="66675" dir="822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49"/>
              <p:cNvSpPr/>
              <p:nvPr/>
            </p:nvSpPr>
            <p:spPr>
              <a:xfrm>
                <a:off x="2626250" y="2268250"/>
                <a:ext cx="566725" cy="654200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6168" extrusionOk="0">
                    <a:moveTo>
                      <a:pt x="1" y="1"/>
                    </a:moveTo>
                    <a:lnTo>
                      <a:pt x="1" y="13084"/>
                    </a:lnTo>
                    <a:lnTo>
                      <a:pt x="1" y="26168"/>
                    </a:lnTo>
                    <a:lnTo>
                      <a:pt x="11343" y="19627"/>
                    </a:lnTo>
                    <a:lnTo>
                      <a:pt x="22668" y="13084"/>
                    </a:lnTo>
                    <a:lnTo>
                      <a:pt x="11343" y="654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61" name="Google Shape;961;p49"/>
            <p:cNvGrpSpPr/>
            <p:nvPr/>
          </p:nvGrpSpPr>
          <p:grpSpPr>
            <a:xfrm rot="5400000">
              <a:off x="7793665" y="2172022"/>
              <a:ext cx="620134" cy="233914"/>
              <a:chOff x="6872640" y="3300197"/>
              <a:chExt cx="620134" cy="233914"/>
            </a:xfrm>
          </p:grpSpPr>
          <p:sp>
            <p:nvSpPr>
              <p:cNvPr id="962" name="Google Shape;962;p49"/>
              <p:cNvSpPr/>
              <p:nvPr/>
            </p:nvSpPr>
            <p:spPr>
              <a:xfrm>
                <a:off x="7282174" y="3300197"/>
                <a:ext cx="210600" cy="2106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49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64" name="Google Shape;964;p49"/>
            <p:cNvGrpSpPr/>
            <p:nvPr/>
          </p:nvGrpSpPr>
          <p:grpSpPr>
            <a:xfrm rot="5400000">
              <a:off x="4518358" y="2551305"/>
              <a:ext cx="575161" cy="188875"/>
              <a:chOff x="6872640" y="3345236"/>
              <a:chExt cx="575161" cy="188875"/>
            </a:xfrm>
          </p:grpSpPr>
          <p:sp>
            <p:nvSpPr>
              <p:cNvPr id="965" name="Google Shape;965;p49"/>
              <p:cNvSpPr/>
              <p:nvPr/>
            </p:nvSpPr>
            <p:spPr>
              <a:xfrm>
                <a:off x="7327202" y="3345236"/>
                <a:ext cx="120600" cy="1206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49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49"/>
          <p:cNvSpPr/>
          <p:nvPr/>
        </p:nvSpPr>
        <p:spPr>
          <a:xfrm>
            <a:off x="656246" y="973875"/>
            <a:ext cx="891300" cy="486300"/>
          </a:xfrm>
          <a:prstGeom prst="wedgeRoundRectCallout">
            <a:avLst>
              <a:gd name="adj1" fmla="val -20923"/>
              <a:gd name="adj2" fmla="val 78986"/>
              <a:gd name="adj3" fmla="val 0"/>
            </a:avLst>
          </a:prstGeom>
          <a:gradFill>
            <a:gsLst>
              <a:gs pos="0">
                <a:srgbClr val="81EEEB"/>
              </a:gs>
              <a:gs pos="100000">
                <a:srgbClr val="3AE4DF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3" name="Google Shape;913;p49"/>
          <p:cNvSpPr/>
          <p:nvPr/>
        </p:nvSpPr>
        <p:spPr>
          <a:xfrm>
            <a:off x="498550" y="3469225"/>
            <a:ext cx="3789300" cy="4026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49"/>
          <p:cNvSpPr txBox="1">
            <a:spLocks noGrp="1"/>
          </p:cNvSpPr>
          <p:nvPr>
            <p:ph type="title"/>
          </p:nvPr>
        </p:nvSpPr>
        <p:spPr>
          <a:xfrm>
            <a:off x="720000" y="2150850"/>
            <a:ext cx="4053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Aplicativo</a:t>
            </a:r>
            <a:endParaRPr dirty="0"/>
          </a:p>
        </p:txBody>
      </p:sp>
      <p:sp>
        <p:nvSpPr>
          <p:cNvPr id="915" name="Google Shape;915;p49"/>
          <p:cNvSpPr txBox="1">
            <a:spLocks noGrp="1"/>
          </p:cNvSpPr>
          <p:nvPr>
            <p:ph type="title" idx="2"/>
          </p:nvPr>
        </p:nvSpPr>
        <p:spPr>
          <a:xfrm>
            <a:off x="720000" y="1185425"/>
            <a:ext cx="1477500" cy="4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01.</a:t>
            </a:r>
            <a:endParaRPr dirty="0"/>
          </a:p>
        </p:txBody>
      </p:sp>
      <p:sp>
        <p:nvSpPr>
          <p:cNvPr id="916" name="Google Shape;916;p49"/>
          <p:cNvSpPr txBox="1">
            <a:spLocks noGrp="1"/>
          </p:cNvSpPr>
          <p:nvPr>
            <p:ph type="subTitle" idx="1"/>
          </p:nvPr>
        </p:nvSpPr>
        <p:spPr>
          <a:xfrm>
            <a:off x="556692" y="3430343"/>
            <a:ext cx="4053900" cy="5227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pt-BR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https://www.youtube.com/watch?v=xnOR6j3lf-A</a:t>
            </a:r>
            <a:endParaRPr dirty="0">
              <a:solidFill>
                <a:schemeClr val="tx1"/>
              </a:solidFill>
            </a:endParaRPr>
          </a:p>
        </p:txBody>
      </p:sp>
      <p:grpSp>
        <p:nvGrpSpPr>
          <p:cNvPr id="917" name="Google Shape;917;p49"/>
          <p:cNvGrpSpPr/>
          <p:nvPr/>
        </p:nvGrpSpPr>
        <p:grpSpPr>
          <a:xfrm>
            <a:off x="4572002" y="983473"/>
            <a:ext cx="3648694" cy="3149998"/>
            <a:chOff x="4572002" y="983473"/>
            <a:chExt cx="3648694" cy="3149998"/>
          </a:xfrm>
        </p:grpSpPr>
        <p:sp>
          <p:nvSpPr>
            <p:cNvPr id="918" name="Google Shape;918;p49"/>
            <p:cNvSpPr/>
            <p:nvPr/>
          </p:nvSpPr>
          <p:spPr>
            <a:xfrm>
              <a:off x="5114109" y="3393901"/>
              <a:ext cx="305056" cy="711891"/>
            </a:xfrm>
            <a:custGeom>
              <a:avLst/>
              <a:gdLst/>
              <a:ahLst/>
              <a:cxnLst/>
              <a:rect l="l" t="t" r="r" b="b"/>
              <a:pathLst>
                <a:path w="27098" h="63237" extrusionOk="0">
                  <a:moveTo>
                    <a:pt x="3771" y="1"/>
                  </a:moveTo>
                  <a:cubicBezTo>
                    <a:pt x="3500" y="1"/>
                    <a:pt x="3230" y="34"/>
                    <a:pt x="2976" y="102"/>
                  </a:cubicBezTo>
                  <a:cubicBezTo>
                    <a:pt x="1878" y="406"/>
                    <a:pt x="1116" y="1116"/>
                    <a:pt x="728" y="2214"/>
                  </a:cubicBezTo>
                  <a:cubicBezTo>
                    <a:pt x="1" y="4260"/>
                    <a:pt x="744" y="7083"/>
                    <a:pt x="1878" y="8621"/>
                  </a:cubicBezTo>
                  <a:cubicBezTo>
                    <a:pt x="2216" y="9095"/>
                    <a:pt x="2621" y="9568"/>
                    <a:pt x="3010" y="10024"/>
                  </a:cubicBezTo>
                  <a:cubicBezTo>
                    <a:pt x="3922" y="11123"/>
                    <a:pt x="4887" y="12255"/>
                    <a:pt x="5326" y="13659"/>
                  </a:cubicBezTo>
                  <a:cubicBezTo>
                    <a:pt x="6154" y="16228"/>
                    <a:pt x="5410" y="18426"/>
                    <a:pt x="4684" y="20555"/>
                  </a:cubicBezTo>
                  <a:cubicBezTo>
                    <a:pt x="4294" y="21687"/>
                    <a:pt x="3889" y="22871"/>
                    <a:pt x="3719" y="24122"/>
                  </a:cubicBezTo>
                  <a:cubicBezTo>
                    <a:pt x="3365" y="26725"/>
                    <a:pt x="3922" y="29125"/>
                    <a:pt x="5258" y="30748"/>
                  </a:cubicBezTo>
                  <a:cubicBezTo>
                    <a:pt x="5630" y="31187"/>
                    <a:pt x="6086" y="31593"/>
                    <a:pt x="6509" y="31999"/>
                  </a:cubicBezTo>
                  <a:cubicBezTo>
                    <a:pt x="7134" y="32557"/>
                    <a:pt x="7776" y="33148"/>
                    <a:pt x="8233" y="33876"/>
                  </a:cubicBezTo>
                  <a:cubicBezTo>
                    <a:pt x="9670" y="36073"/>
                    <a:pt x="9146" y="38981"/>
                    <a:pt x="8639" y="40975"/>
                  </a:cubicBezTo>
                  <a:cubicBezTo>
                    <a:pt x="8572" y="41262"/>
                    <a:pt x="8486" y="41550"/>
                    <a:pt x="8419" y="41837"/>
                  </a:cubicBezTo>
                  <a:cubicBezTo>
                    <a:pt x="7895" y="43798"/>
                    <a:pt x="7371" y="45810"/>
                    <a:pt x="7794" y="47737"/>
                  </a:cubicBezTo>
                  <a:cubicBezTo>
                    <a:pt x="8335" y="50171"/>
                    <a:pt x="10228" y="51878"/>
                    <a:pt x="12223" y="53687"/>
                  </a:cubicBezTo>
                  <a:cubicBezTo>
                    <a:pt x="13879" y="55174"/>
                    <a:pt x="15586" y="56712"/>
                    <a:pt x="16516" y="58740"/>
                  </a:cubicBezTo>
                  <a:cubicBezTo>
                    <a:pt x="16719" y="59180"/>
                    <a:pt x="16888" y="59637"/>
                    <a:pt x="17040" y="60077"/>
                  </a:cubicBezTo>
                  <a:cubicBezTo>
                    <a:pt x="17328" y="60870"/>
                    <a:pt x="17598" y="61632"/>
                    <a:pt x="18071" y="62256"/>
                  </a:cubicBezTo>
                  <a:cubicBezTo>
                    <a:pt x="18561" y="62916"/>
                    <a:pt x="19221" y="63237"/>
                    <a:pt x="20082" y="63237"/>
                  </a:cubicBezTo>
                  <a:cubicBezTo>
                    <a:pt x="20522" y="63237"/>
                    <a:pt x="21013" y="63153"/>
                    <a:pt x="21536" y="62984"/>
                  </a:cubicBezTo>
                  <a:cubicBezTo>
                    <a:pt x="22162" y="62781"/>
                    <a:pt x="22838" y="62459"/>
                    <a:pt x="23514" y="62054"/>
                  </a:cubicBezTo>
                  <a:cubicBezTo>
                    <a:pt x="25694" y="60753"/>
                    <a:pt x="27098" y="58251"/>
                    <a:pt x="27030" y="55833"/>
                  </a:cubicBezTo>
                  <a:cubicBezTo>
                    <a:pt x="26963" y="53500"/>
                    <a:pt x="25796" y="51489"/>
                    <a:pt x="24579" y="49342"/>
                  </a:cubicBezTo>
                  <a:cubicBezTo>
                    <a:pt x="23700" y="47838"/>
                    <a:pt x="22804" y="46265"/>
                    <a:pt x="22331" y="44559"/>
                  </a:cubicBezTo>
                  <a:cubicBezTo>
                    <a:pt x="21367" y="41212"/>
                    <a:pt x="22111" y="37696"/>
                    <a:pt x="22838" y="34298"/>
                  </a:cubicBezTo>
                  <a:cubicBezTo>
                    <a:pt x="22922" y="33926"/>
                    <a:pt x="22990" y="33554"/>
                    <a:pt x="23075" y="33182"/>
                  </a:cubicBezTo>
                  <a:cubicBezTo>
                    <a:pt x="23801" y="29616"/>
                    <a:pt x="24292" y="25559"/>
                    <a:pt x="22331" y="22381"/>
                  </a:cubicBezTo>
                  <a:cubicBezTo>
                    <a:pt x="20995" y="20234"/>
                    <a:pt x="18714" y="18831"/>
                    <a:pt x="16516" y="17479"/>
                  </a:cubicBezTo>
                  <a:cubicBezTo>
                    <a:pt x="14082" y="15974"/>
                    <a:pt x="11563" y="14436"/>
                    <a:pt x="10244" y="11883"/>
                  </a:cubicBezTo>
                  <a:cubicBezTo>
                    <a:pt x="9484" y="10429"/>
                    <a:pt x="9196" y="8773"/>
                    <a:pt x="8926" y="7184"/>
                  </a:cubicBezTo>
                  <a:lnTo>
                    <a:pt x="8842" y="6728"/>
                  </a:lnTo>
                  <a:cubicBezTo>
                    <a:pt x="8554" y="5054"/>
                    <a:pt x="8182" y="3314"/>
                    <a:pt x="7168" y="1928"/>
                  </a:cubicBezTo>
                  <a:cubicBezTo>
                    <a:pt x="6323" y="760"/>
                    <a:pt x="4988" y="1"/>
                    <a:pt x="37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49"/>
            <p:cNvSpPr/>
            <p:nvPr/>
          </p:nvSpPr>
          <p:spPr>
            <a:xfrm rot="-347953">
              <a:off x="7458837" y="1988443"/>
              <a:ext cx="319131" cy="1010675"/>
            </a:xfrm>
            <a:custGeom>
              <a:avLst/>
              <a:gdLst/>
              <a:ahLst/>
              <a:cxnLst/>
              <a:rect l="l" t="t" r="r" b="b"/>
              <a:pathLst>
                <a:path w="28348" h="89777" extrusionOk="0">
                  <a:moveTo>
                    <a:pt x="22990" y="0"/>
                  </a:moveTo>
                  <a:cubicBezTo>
                    <a:pt x="20759" y="0"/>
                    <a:pt x="19253" y="2249"/>
                    <a:pt x="18933" y="4480"/>
                  </a:cubicBezTo>
                  <a:cubicBezTo>
                    <a:pt x="18764" y="5765"/>
                    <a:pt x="18764" y="7016"/>
                    <a:pt x="18764" y="8215"/>
                  </a:cubicBezTo>
                  <a:cubicBezTo>
                    <a:pt x="18764" y="10616"/>
                    <a:pt x="18764" y="12881"/>
                    <a:pt x="17445" y="15281"/>
                  </a:cubicBezTo>
                  <a:cubicBezTo>
                    <a:pt x="16634" y="16769"/>
                    <a:pt x="15535" y="18071"/>
                    <a:pt x="14453" y="19322"/>
                  </a:cubicBezTo>
                  <a:cubicBezTo>
                    <a:pt x="13693" y="20235"/>
                    <a:pt x="12881" y="21181"/>
                    <a:pt x="12221" y="22178"/>
                  </a:cubicBezTo>
                  <a:cubicBezTo>
                    <a:pt x="9839" y="25694"/>
                    <a:pt x="9010" y="30005"/>
                    <a:pt x="9805" y="34653"/>
                  </a:cubicBezTo>
                  <a:cubicBezTo>
                    <a:pt x="10515" y="38795"/>
                    <a:pt x="9433" y="42090"/>
                    <a:pt x="6052" y="46030"/>
                  </a:cubicBezTo>
                  <a:cubicBezTo>
                    <a:pt x="3077" y="49512"/>
                    <a:pt x="1" y="53096"/>
                    <a:pt x="964" y="58167"/>
                  </a:cubicBezTo>
                  <a:cubicBezTo>
                    <a:pt x="1302" y="59958"/>
                    <a:pt x="2131" y="61716"/>
                    <a:pt x="2924" y="63441"/>
                  </a:cubicBezTo>
                  <a:cubicBezTo>
                    <a:pt x="4311" y="66364"/>
                    <a:pt x="5714" y="69391"/>
                    <a:pt x="4885" y="72772"/>
                  </a:cubicBezTo>
                  <a:cubicBezTo>
                    <a:pt x="4599" y="73921"/>
                    <a:pt x="4040" y="74985"/>
                    <a:pt x="3517" y="75999"/>
                  </a:cubicBezTo>
                  <a:cubicBezTo>
                    <a:pt x="3246" y="76524"/>
                    <a:pt x="2958" y="77065"/>
                    <a:pt x="2722" y="77606"/>
                  </a:cubicBezTo>
                  <a:cubicBezTo>
                    <a:pt x="1741" y="79837"/>
                    <a:pt x="1471" y="82186"/>
                    <a:pt x="1978" y="84248"/>
                  </a:cubicBezTo>
                  <a:cubicBezTo>
                    <a:pt x="2367" y="85905"/>
                    <a:pt x="3314" y="87426"/>
                    <a:pt x="4565" y="88441"/>
                  </a:cubicBezTo>
                  <a:cubicBezTo>
                    <a:pt x="5020" y="88813"/>
                    <a:pt x="5494" y="89101"/>
                    <a:pt x="6001" y="89320"/>
                  </a:cubicBezTo>
                  <a:cubicBezTo>
                    <a:pt x="6677" y="89624"/>
                    <a:pt x="7472" y="89777"/>
                    <a:pt x="8401" y="89777"/>
                  </a:cubicBezTo>
                  <a:cubicBezTo>
                    <a:pt x="10768" y="89777"/>
                    <a:pt x="13727" y="88762"/>
                    <a:pt x="15552" y="87309"/>
                  </a:cubicBezTo>
                  <a:cubicBezTo>
                    <a:pt x="18527" y="84976"/>
                    <a:pt x="18392" y="81866"/>
                    <a:pt x="18239" y="78569"/>
                  </a:cubicBezTo>
                  <a:cubicBezTo>
                    <a:pt x="18122" y="75932"/>
                    <a:pt x="18003" y="73227"/>
                    <a:pt x="19456" y="70777"/>
                  </a:cubicBezTo>
                  <a:cubicBezTo>
                    <a:pt x="20099" y="69661"/>
                    <a:pt x="20910" y="68647"/>
                    <a:pt x="21671" y="67649"/>
                  </a:cubicBezTo>
                  <a:cubicBezTo>
                    <a:pt x="22972" y="65976"/>
                    <a:pt x="24207" y="64403"/>
                    <a:pt x="24832" y="62426"/>
                  </a:cubicBezTo>
                  <a:cubicBezTo>
                    <a:pt x="25796" y="59418"/>
                    <a:pt x="24967" y="56172"/>
                    <a:pt x="24122" y="53670"/>
                  </a:cubicBezTo>
                  <a:cubicBezTo>
                    <a:pt x="23885" y="52994"/>
                    <a:pt x="23632" y="52300"/>
                    <a:pt x="23396" y="51624"/>
                  </a:cubicBezTo>
                  <a:cubicBezTo>
                    <a:pt x="22600" y="49444"/>
                    <a:pt x="21789" y="47195"/>
                    <a:pt x="21536" y="44846"/>
                  </a:cubicBezTo>
                  <a:cubicBezTo>
                    <a:pt x="21282" y="42226"/>
                    <a:pt x="21773" y="40096"/>
                    <a:pt x="23057" y="38304"/>
                  </a:cubicBezTo>
                  <a:cubicBezTo>
                    <a:pt x="23396" y="37831"/>
                    <a:pt x="23767" y="37391"/>
                    <a:pt x="24122" y="36952"/>
                  </a:cubicBezTo>
                  <a:cubicBezTo>
                    <a:pt x="24680" y="36259"/>
                    <a:pt x="25271" y="35532"/>
                    <a:pt x="25728" y="34754"/>
                  </a:cubicBezTo>
                  <a:cubicBezTo>
                    <a:pt x="27638" y="31441"/>
                    <a:pt x="26826" y="28078"/>
                    <a:pt x="25947" y="24511"/>
                  </a:cubicBezTo>
                  <a:cubicBezTo>
                    <a:pt x="25187" y="21434"/>
                    <a:pt x="24410" y="18274"/>
                    <a:pt x="25508" y="15130"/>
                  </a:cubicBezTo>
                  <a:cubicBezTo>
                    <a:pt x="25812" y="14267"/>
                    <a:pt x="26218" y="13439"/>
                    <a:pt x="26623" y="12644"/>
                  </a:cubicBezTo>
                  <a:cubicBezTo>
                    <a:pt x="26860" y="12155"/>
                    <a:pt x="27097" y="11647"/>
                    <a:pt x="27317" y="11157"/>
                  </a:cubicBezTo>
                  <a:cubicBezTo>
                    <a:pt x="28162" y="9213"/>
                    <a:pt x="28348" y="6745"/>
                    <a:pt x="27790" y="4530"/>
                  </a:cubicBezTo>
                  <a:cubicBezTo>
                    <a:pt x="27317" y="2637"/>
                    <a:pt x="26150" y="1082"/>
                    <a:pt x="24663" y="390"/>
                  </a:cubicBezTo>
                  <a:cubicBezTo>
                    <a:pt x="24105" y="135"/>
                    <a:pt x="23531" y="0"/>
                    <a:pt x="229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0" name="Google Shape;920;p49"/>
            <p:cNvGrpSpPr/>
            <p:nvPr/>
          </p:nvGrpSpPr>
          <p:grpSpPr>
            <a:xfrm>
              <a:off x="4572002" y="983473"/>
              <a:ext cx="3648694" cy="3149998"/>
              <a:chOff x="775925" y="238125"/>
              <a:chExt cx="6067000" cy="5237775"/>
            </a:xfrm>
          </p:grpSpPr>
          <p:sp>
            <p:nvSpPr>
              <p:cNvPr id="921" name="Google Shape;921;p49"/>
              <p:cNvSpPr/>
              <p:nvPr/>
            </p:nvSpPr>
            <p:spPr>
              <a:xfrm>
                <a:off x="1947300" y="238125"/>
                <a:ext cx="2584400" cy="5237775"/>
              </a:xfrm>
              <a:custGeom>
                <a:avLst/>
                <a:gdLst/>
                <a:ahLst/>
                <a:cxnLst/>
                <a:rect l="l" t="t" r="r" b="b"/>
                <a:pathLst>
                  <a:path w="103376" h="209511" extrusionOk="0">
                    <a:moveTo>
                      <a:pt x="11629" y="0"/>
                    </a:moveTo>
                    <a:cubicBezTo>
                      <a:pt x="5223" y="0"/>
                      <a:pt x="1" y="5222"/>
                      <a:pt x="1" y="11644"/>
                    </a:cubicBezTo>
                    <a:lnTo>
                      <a:pt x="1" y="197851"/>
                    </a:lnTo>
                    <a:cubicBezTo>
                      <a:pt x="1" y="204273"/>
                      <a:pt x="5223" y="209510"/>
                      <a:pt x="11629" y="209510"/>
                    </a:cubicBezTo>
                    <a:lnTo>
                      <a:pt x="91748" y="209510"/>
                    </a:lnTo>
                    <a:cubicBezTo>
                      <a:pt x="98170" y="209510"/>
                      <a:pt x="103376" y="204273"/>
                      <a:pt x="103376" y="197851"/>
                    </a:cubicBezTo>
                    <a:lnTo>
                      <a:pt x="103376" y="11644"/>
                    </a:lnTo>
                    <a:cubicBezTo>
                      <a:pt x="103376" y="5222"/>
                      <a:pt x="98170" y="0"/>
                      <a:pt x="917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49"/>
              <p:cNvSpPr/>
              <p:nvPr/>
            </p:nvSpPr>
            <p:spPr>
              <a:xfrm>
                <a:off x="2001075" y="3034875"/>
                <a:ext cx="2476850" cy="2367350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94694" extrusionOk="0">
                    <a:moveTo>
                      <a:pt x="1" y="1"/>
                    </a:moveTo>
                    <a:lnTo>
                      <a:pt x="1" y="84609"/>
                    </a:lnTo>
                    <a:cubicBezTo>
                      <a:pt x="1" y="90173"/>
                      <a:pt x="4506" y="94693"/>
                      <a:pt x="10070" y="94693"/>
                    </a:cubicBezTo>
                    <a:lnTo>
                      <a:pt x="89020" y="94693"/>
                    </a:lnTo>
                    <a:cubicBezTo>
                      <a:pt x="94570" y="94693"/>
                      <a:pt x="99074" y="90173"/>
                      <a:pt x="99074" y="84609"/>
                    </a:cubicBezTo>
                    <a:lnTo>
                      <a:pt x="99074" y="1"/>
                    </a:lnTo>
                    <a:close/>
                  </a:path>
                </a:pathLst>
              </a:cu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099331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49"/>
              <p:cNvSpPr/>
              <p:nvPr/>
            </p:nvSpPr>
            <p:spPr>
              <a:xfrm>
                <a:off x="2236850" y="3453400"/>
                <a:ext cx="2041200" cy="1498350"/>
              </a:xfrm>
              <a:custGeom>
                <a:avLst/>
                <a:gdLst/>
                <a:ahLst/>
                <a:cxnLst/>
                <a:rect l="l" t="t" r="r" b="b"/>
                <a:pathLst>
                  <a:path w="81648" h="59934" extrusionOk="0">
                    <a:moveTo>
                      <a:pt x="3944" y="1"/>
                    </a:moveTo>
                    <a:cubicBezTo>
                      <a:pt x="1761" y="1"/>
                      <a:pt x="1" y="1762"/>
                      <a:pt x="1" y="3944"/>
                    </a:cubicBezTo>
                    <a:lnTo>
                      <a:pt x="1" y="55991"/>
                    </a:lnTo>
                    <a:cubicBezTo>
                      <a:pt x="1" y="58173"/>
                      <a:pt x="1761" y="59934"/>
                      <a:pt x="3944" y="59934"/>
                    </a:cubicBezTo>
                    <a:lnTo>
                      <a:pt x="77703" y="59934"/>
                    </a:lnTo>
                    <a:cubicBezTo>
                      <a:pt x="79885" y="59934"/>
                      <a:pt x="81647" y="58173"/>
                      <a:pt x="81647" y="55991"/>
                    </a:cubicBezTo>
                    <a:lnTo>
                      <a:pt x="81647" y="3944"/>
                    </a:lnTo>
                    <a:cubicBezTo>
                      <a:pt x="81647" y="1762"/>
                      <a:pt x="79885" y="1"/>
                      <a:pt x="7770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9"/>
              <p:cNvSpPr/>
              <p:nvPr/>
            </p:nvSpPr>
            <p:spPr>
              <a:xfrm>
                <a:off x="2462450" y="3643575"/>
                <a:ext cx="728750" cy="590000"/>
              </a:xfrm>
              <a:custGeom>
                <a:avLst/>
                <a:gdLst/>
                <a:ahLst/>
                <a:cxnLst/>
                <a:rect l="l" t="t" r="r" b="b"/>
                <a:pathLst>
                  <a:path w="29150" h="23600" extrusionOk="0">
                    <a:moveTo>
                      <a:pt x="1607" y="0"/>
                    </a:moveTo>
                    <a:cubicBezTo>
                      <a:pt x="718" y="0"/>
                      <a:pt x="1" y="717"/>
                      <a:pt x="1" y="1590"/>
                    </a:cubicBezTo>
                    <a:lnTo>
                      <a:pt x="1" y="21994"/>
                    </a:lnTo>
                    <a:cubicBezTo>
                      <a:pt x="1" y="22883"/>
                      <a:pt x="718" y="23600"/>
                      <a:pt x="1607" y="23600"/>
                    </a:cubicBezTo>
                    <a:lnTo>
                      <a:pt x="27559" y="23600"/>
                    </a:lnTo>
                    <a:cubicBezTo>
                      <a:pt x="28449" y="23600"/>
                      <a:pt x="29149" y="22883"/>
                      <a:pt x="29149" y="21994"/>
                    </a:cubicBezTo>
                    <a:lnTo>
                      <a:pt x="29149" y="1590"/>
                    </a:lnTo>
                    <a:cubicBezTo>
                      <a:pt x="29149" y="717"/>
                      <a:pt x="28449" y="0"/>
                      <a:pt x="275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49"/>
              <p:cNvSpPr/>
              <p:nvPr/>
            </p:nvSpPr>
            <p:spPr>
              <a:xfrm>
                <a:off x="3323300" y="3643575"/>
                <a:ext cx="728725" cy="590000"/>
              </a:xfrm>
              <a:custGeom>
                <a:avLst/>
                <a:gdLst/>
                <a:ahLst/>
                <a:cxnLst/>
                <a:rect l="l" t="t" r="r" b="b"/>
                <a:pathLst>
                  <a:path w="29149" h="23600" extrusionOk="0">
                    <a:moveTo>
                      <a:pt x="1605" y="0"/>
                    </a:moveTo>
                    <a:cubicBezTo>
                      <a:pt x="717" y="0"/>
                      <a:pt x="0" y="717"/>
                      <a:pt x="0" y="1590"/>
                    </a:cubicBezTo>
                    <a:lnTo>
                      <a:pt x="0" y="21994"/>
                    </a:lnTo>
                    <a:cubicBezTo>
                      <a:pt x="0" y="22883"/>
                      <a:pt x="717" y="23600"/>
                      <a:pt x="1605" y="23600"/>
                    </a:cubicBezTo>
                    <a:lnTo>
                      <a:pt x="27558" y="23600"/>
                    </a:lnTo>
                    <a:cubicBezTo>
                      <a:pt x="28446" y="23600"/>
                      <a:pt x="29148" y="22883"/>
                      <a:pt x="29148" y="21994"/>
                    </a:cubicBezTo>
                    <a:lnTo>
                      <a:pt x="29148" y="1590"/>
                    </a:lnTo>
                    <a:cubicBezTo>
                      <a:pt x="29148" y="717"/>
                      <a:pt x="28446" y="0"/>
                      <a:pt x="275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49"/>
              <p:cNvSpPr/>
              <p:nvPr/>
            </p:nvSpPr>
            <p:spPr>
              <a:xfrm>
                <a:off x="2462450" y="4374225"/>
                <a:ext cx="1589575" cy="62775"/>
              </a:xfrm>
              <a:custGeom>
                <a:avLst/>
                <a:gdLst/>
                <a:ahLst/>
                <a:cxnLst/>
                <a:rect l="l" t="t" r="r" b="b"/>
                <a:pathLst>
                  <a:path w="63583" h="2511" extrusionOk="0">
                    <a:moveTo>
                      <a:pt x="1248" y="0"/>
                    </a:moveTo>
                    <a:cubicBezTo>
                      <a:pt x="562" y="0"/>
                      <a:pt x="1" y="561"/>
                      <a:pt x="1" y="1263"/>
                    </a:cubicBezTo>
                    <a:cubicBezTo>
                      <a:pt x="1" y="1949"/>
                      <a:pt x="562" y="2510"/>
                      <a:pt x="1248" y="2510"/>
                    </a:cubicBezTo>
                    <a:lnTo>
                      <a:pt x="62335" y="2510"/>
                    </a:lnTo>
                    <a:cubicBezTo>
                      <a:pt x="63036" y="2510"/>
                      <a:pt x="63582" y="1949"/>
                      <a:pt x="63582" y="1263"/>
                    </a:cubicBezTo>
                    <a:cubicBezTo>
                      <a:pt x="63582" y="561"/>
                      <a:pt x="63036" y="0"/>
                      <a:pt x="62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9"/>
              <p:cNvSpPr/>
              <p:nvPr/>
            </p:nvSpPr>
            <p:spPr>
              <a:xfrm>
                <a:off x="2462450" y="4536725"/>
                <a:ext cx="1589575" cy="62750"/>
              </a:xfrm>
              <a:custGeom>
                <a:avLst/>
                <a:gdLst/>
                <a:ahLst/>
                <a:cxnLst/>
                <a:rect l="l" t="t" r="r" b="b"/>
                <a:pathLst>
                  <a:path w="63583" h="2510" extrusionOk="0">
                    <a:moveTo>
                      <a:pt x="1248" y="1"/>
                    </a:moveTo>
                    <a:cubicBezTo>
                      <a:pt x="562" y="1"/>
                      <a:pt x="1" y="562"/>
                      <a:pt x="1" y="1248"/>
                    </a:cubicBezTo>
                    <a:cubicBezTo>
                      <a:pt x="1" y="1948"/>
                      <a:pt x="562" y="2510"/>
                      <a:pt x="1248" y="2510"/>
                    </a:cubicBezTo>
                    <a:lnTo>
                      <a:pt x="62335" y="2510"/>
                    </a:lnTo>
                    <a:cubicBezTo>
                      <a:pt x="63036" y="2510"/>
                      <a:pt x="63582" y="1948"/>
                      <a:pt x="63582" y="1248"/>
                    </a:cubicBezTo>
                    <a:cubicBezTo>
                      <a:pt x="63582" y="562"/>
                      <a:pt x="63036" y="1"/>
                      <a:pt x="623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9"/>
              <p:cNvSpPr/>
              <p:nvPr/>
            </p:nvSpPr>
            <p:spPr>
              <a:xfrm>
                <a:off x="2462450" y="4699200"/>
                <a:ext cx="603275" cy="62375"/>
              </a:xfrm>
              <a:custGeom>
                <a:avLst/>
                <a:gdLst/>
                <a:ahLst/>
                <a:cxnLst/>
                <a:rect l="l" t="t" r="r" b="b"/>
                <a:pathLst>
                  <a:path w="24131" h="2495" extrusionOk="0">
                    <a:moveTo>
                      <a:pt x="1248" y="1"/>
                    </a:moveTo>
                    <a:cubicBezTo>
                      <a:pt x="562" y="1"/>
                      <a:pt x="1" y="562"/>
                      <a:pt x="1" y="1248"/>
                    </a:cubicBezTo>
                    <a:cubicBezTo>
                      <a:pt x="1" y="1934"/>
                      <a:pt x="562" y="2495"/>
                      <a:pt x="1248" y="2495"/>
                    </a:cubicBezTo>
                    <a:lnTo>
                      <a:pt x="22883" y="2495"/>
                    </a:lnTo>
                    <a:cubicBezTo>
                      <a:pt x="23569" y="2495"/>
                      <a:pt x="24130" y="1934"/>
                      <a:pt x="24130" y="1248"/>
                    </a:cubicBezTo>
                    <a:cubicBezTo>
                      <a:pt x="24130" y="562"/>
                      <a:pt x="23569" y="1"/>
                      <a:pt x="2288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49"/>
              <p:cNvSpPr/>
              <p:nvPr/>
            </p:nvSpPr>
            <p:spPr>
              <a:xfrm>
                <a:off x="2001075" y="311775"/>
                <a:ext cx="2476850" cy="365550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14622" extrusionOk="0">
                    <a:moveTo>
                      <a:pt x="10070" y="1"/>
                    </a:moveTo>
                    <a:cubicBezTo>
                      <a:pt x="4506" y="1"/>
                      <a:pt x="1" y="4505"/>
                      <a:pt x="1" y="10070"/>
                    </a:cubicBezTo>
                    <a:lnTo>
                      <a:pt x="1" y="14622"/>
                    </a:lnTo>
                    <a:lnTo>
                      <a:pt x="99074" y="14622"/>
                    </a:lnTo>
                    <a:lnTo>
                      <a:pt x="99074" y="10070"/>
                    </a:lnTo>
                    <a:cubicBezTo>
                      <a:pt x="99074" y="4505"/>
                      <a:pt x="94570" y="1"/>
                      <a:pt x="89020" y="1"/>
                    </a:cubicBezTo>
                    <a:lnTo>
                      <a:pt x="54432" y="1"/>
                    </a:lnTo>
                    <a:cubicBezTo>
                      <a:pt x="52983" y="1"/>
                      <a:pt x="51704" y="905"/>
                      <a:pt x="51237" y="2276"/>
                    </a:cubicBezTo>
                    <a:cubicBezTo>
                      <a:pt x="50987" y="2993"/>
                      <a:pt x="50302" y="3476"/>
                      <a:pt x="49537" y="3476"/>
                    </a:cubicBezTo>
                    <a:cubicBezTo>
                      <a:pt x="48774" y="3476"/>
                      <a:pt x="48103" y="2993"/>
                      <a:pt x="47854" y="2276"/>
                    </a:cubicBezTo>
                    <a:cubicBezTo>
                      <a:pt x="47371" y="905"/>
                      <a:pt x="46093" y="1"/>
                      <a:pt x="446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49"/>
              <p:cNvSpPr/>
              <p:nvPr/>
            </p:nvSpPr>
            <p:spPr>
              <a:xfrm>
                <a:off x="2001075" y="677300"/>
                <a:ext cx="2476850" cy="2357600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94304" extrusionOk="0">
                    <a:moveTo>
                      <a:pt x="1" y="1"/>
                    </a:moveTo>
                    <a:lnTo>
                      <a:pt x="1" y="94304"/>
                    </a:lnTo>
                    <a:lnTo>
                      <a:pt x="99074" y="94304"/>
                    </a:lnTo>
                    <a:lnTo>
                      <a:pt x="9907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9"/>
              <p:cNvSpPr/>
              <p:nvPr/>
            </p:nvSpPr>
            <p:spPr>
              <a:xfrm>
                <a:off x="2714975" y="1167900"/>
                <a:ext cx="1049050" cy="1051400"/>
              </a:xfrm>
              <a:custGeom>
                <a:avLst/>
                <a:gdLst/>
                <a:ahLst/>
                <a:cxnLst/>
                <a:rect l="l" t="t" r="r" b="b"/>
                <a:pathLst>
                  <a:path w="41962" h="42056" extrusionOk="0">
                    <a:moveTo>
                      <a:pt x="20981" y="0"/>
                    </a:moveTo>
                    <a:cubicBezTo>
                      <a:pt x="9415" y="0"/>
                      <a:pt x="1" y="9431"/>
                      <a:pt x="1" y="21028"/>
                    </a:cubicBezTo>
                    <a:cubicBezTo>
                      <a:pt x="1" y="32625"/>
                      <a:pt x="9415" y="42055"/>
                      <a:pt x="20981" y="42055"/>
                    </a:cubicBezTo>
                    <a:cubicBezTo>
                      <a:pt x="32563" y="42055"/>
                      <a:pt x="41962" y="32625"/>
                      <a:pt x="41962" y="21028"/>
                    </a:cubicBezTo>
                    <a:cubicBezTo>
                      <a:pt x="41962" y="9431"/>
                      <a:pt x="32563" y="0"/>
                      <a:pt x="209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200025" dist="19050" dir="5400000" algn="bl" rotWithShape="0">
                  <a:schemeClr val="dk1">
                    <a:alpha val="32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9"/>
              <p:cNvSpPr/>
              <p:nvPr/>
            </p:nvSpPr>
            <p:spPr>
              <a:xfrm>
                <a:off x="3052850" y="1319100"/>
                <a:ext cx="373725" cy="374525"/>
              </a:xfrm>
              <a:custGeom>
                <a:avLst/>
                <a:gdLst/>
                <a:ahLst/>
                <a:cxnLst/>
                <a:rect l="l" t="t" r="r" b="b"/>
                <a:pathLst>
                  <a:path w="14949" h="14981" extrusionOk="0">
                    <a:moveTo>
                      <a:pt x="7466" y="0"/>
                    </a:moveTo>
                    <a:cubicBezTo>
                      <a:pt x="3336" y="0"/>
                      <a:pt x="0" y="3352"/>
                      <a:pt x="0" y="7482"/>
                    </a:cubicBezTo>
                    <a:cubicBezTo>
                      <a:pt x="0" y="11628"/>
                      <a:pt x="3336" y="14980"/>
                      <a:pt x="7466" y="14980"/>
                    </a:cubicBezTo>
                    <a:cubicBezTo>
                      <a:pt x="11597" y="14980"/>
                      <a:pt x="14948" y="11628"/>
                      <a:pt x="14948" y="7482"/>
                    </a:cubicBezTo>
                    <a:cubicBezTo>
                      <a:pt x="14948" y="3352"/>
                      <a:pt x="11597" y="0"/>
                      <a:pt x="74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9"/>
              <p:cNvSpPr/>
              <p:nvPr/>
            </p:nvSpPr>
            <p:spPr>
              <a:xfrm>
                <a:off x="2880600" y="1774650"/>
                <a:ext cx="718200" cy="411900"/>
              </a:xfrm>
              <a:custGeom>
                <a:avLst/>
                <a:gdLst/>
                <a:ahLst/>
                <a:cxnLst/>
                <a:rect l="l" t="t" r="r" b="b"/>
                <a:pathLst>
                  <a:path w="28728" h="16476" extrusionOk="0">
                    <a:moveTo>
                      <a:pt x="14356" y="1"/>
                    </a:moveTo>
                    <a:cubicBezTo>
                      <a:pt x="7716" y="1"/>
                      <a:pt x="2090" y="4255"/>
                      <a:pt x="1" y="10195"/>
                    </a:cubicBezTo>
                    <a:cubicBezTo>
                      <a:pt x="3586" y="14044"/>
                      <a:pt x="8682" y="16476"/>
                      <a:pt x="14356" y="16476"/>
                    </a:cubicBezTo>
                    <a:cubicBezTo>
                      <a:pt x="20030" y="16476"/>
                      <a:pt x="25143" y="14044"/>
                      <a:pt x="28728" y="10195"/>
                    </a:cubicBezTo>
                    <a:cubicBezTo>
                      <a:pt x="26639" y="4255"/>
                      <a:pt x="20996" y="1"/>
                      <a:pt x="14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9"/>
              <p:cNvSpPr/>
              <p:nvPr/>
            </p:nvSpPr>
            <p:spPr>
              <a:xfrm>
                <a:off x="2796425" y="2406725"/>
                <a:ext cx="829275" cy="70950"/>
              </a:xfrm>
              <a:custGeom>
                <a:avLst/>
                <a:gdLst/>
                <a:ahLst/>
                <a:cxnLst/>
                <a:rect l="l" t="t" r="r" b="b"/>
                <a:pathLst>
                  <a:path w="33171" h="2838" extrusionOk="0">
                    <a:moveTo>
                      <a:pt x="1419" y="0"/>
                    </a:moveTo>
                    <a:cubicBezTo>
                      <a:pt x="639" y="0"/>
                      <a:pt x="1" y="639"/>
                      <a:pt x="1" y="1418"/>
                    </a:cubicBezTo>
                    <a:cubicBezTo>
                      <a:pt x="1" y="2197"/>
                      <a:pt x="639" y="2837"/>
                      <a:pt x="1419" y="2837"/>
                    </a:cubicBezTo>
                    <a:lnTo>
                      <a:pt x="31768" y="2837"/>
                    </a:lnTo>
                    <a:cubicBezTo>
                      <a:pt x="32547" y="2837"/>
                      <a:pt x="33171" y="2197"/>
                      <a:pt x="33171" y="1418"/>
                    </a:cubicBezTo>
                    <a:cubicBezTo>
                      <a:pt x="33171" y="639"/>
                      <a:pt x="32547" y="0"/>
                      <a:pt x="317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9"/>
              <p:cNvSpPr/>
              <p:nvPr/>
            </p:nvSpPr>
            <p:spPr>
              <a:xfrm>
                <a:off x="2962825" y="2584775"/>
                <a:ext cx="496875" cy="70950"/>
              </a:xfrm>
              <a:custGeom>
                <a:avLst/>
                <a:gdLst/>
                <a:ahLst/>
                <a:cxnLst/>
                <a:rect l="l" t="t" r="r" b="b"/>
                <a:pathLst>
                  <a:path w="19875" h="2838" extrusionOk="0">
                    <a:moveTo>
                      <a:pt x="1403" y="1"/>
                    </a:moveTo>
                    <a:cubicBezTo>
                      <a:pt x="624" y="1"/>
                      <a:pt x="0" y="641"/>
                      <a:pt x="0" y="1420"/>
                    </a:cubicBezTo>
                    <a:cubicBezTo>
                      <a:pt x="0" y="2199"/>
                      <a:pt x="624" y="2838"/>
                      <a:pt x="1403" y="2838"/>
                    </a:cubicBezTo>
                    <a:lnTo>
                      <a:pt x="18456" y="2838"/>
                    </a:lnTo>
                    <a:cubicBezTo>
                      <a:pt x="19235" y="2838"/>
                      <a:pt x="19875" y="2199"/>
                      <a:pt x="19875" y="1420"/>
                    </a:cubicBezTo>
                    <a:cubicBezTo>
                      <a:pt x="19875" y="641"/>
                      <a:pt x="19235" y="1"/>
                      <a:pt x="1845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9"/>
              <p:cNvSpPr/>
              <p:nvPr/>
            </p:nvSpPr>
            <p:spPr>
              <a:xfrm>
                <a:off x="5732300" y="4325125"/>
                <a:ext cx="1017100" cy="133700"/>
              </a:xfrm>
              <a:custGeom>
                <a:avLst/>
                <a:gdLst/>
                <a:ahLst/>
                <a:cxnLst/>
                <a:rect l="l" t="t" r="r" b="b"/>
                <a:pathLst>
                  <a:path w="40684" h="5348" extrusionOk="0">
                    <a:moveTo>
                      <a:pt x="2682" y="0"/>
                    </a:moveTo>
                    <a:cubicBezTo>
                      <a:pt x="1201" y="0"/>
                      <a:pt x="1" y="1201"/>
                      <a:pt x="1" y="2681"/>
                    </a:cubicBezTo>
                    <a:cubicBezTo>
                      <a:pt x="1" y="4163"/>
                      <a:pt x="1201" y="5347"/>
                      <a:pt x="2682" y="5347"/>
                    </a:cubicBezTo>
                    <a:lnTo>
                      <a:pt x="38003" y="5347"/>
                    </a:lnTo>
                    <a:cubicBezTo>
                      <a:pt x="39483" y="5347"/>
                      <a:pt x="40684" y="4163"/>
                      <a:pt x="40684" y="2681"/>
                    </a:cubicBezTo>
                    <a:cubicBezTo>
                      <a:pt x="40684" y="1201"/>
                      <a:pt x="39483" y="0"/>
                      <a:pt x="3800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8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9"/>
              <p:cNvSpPr/>
              <p:nvPr/>
            </p:nvSpPr>
            <p:spPr>
              <a:xfrm>
                <a:off x="5732300" y="4604900"/>
                <a:ext cx="512450" cy="133700"/>
              </a:xfrm>
              <a:custGeom>
                <a:avLst/>
                <a:gdLst/>
                <a:ahLst/>
                <a:cxnLst/>
                <a:rect l="l" t="t" r="r" b="b"/>
                <a:pathLst>
                  <a:path w="20498" h="5348" extrusionOk="0">
                    <a:moveTo>
                      <a:pt x="2682" y="1"/>
                    </a:moveTo>
                    <a:cubicBezTo>
                      <a:pt x="1201" y="1"/>
                      <a:pt x="1" y="1202"/>
                      <a:pt x="1" y="2682"/>
                    </a:cubicBezTo>
                    <a:cubicBezTo>
                      <a:pt x="1" y="4163"/>
                      <a:pt x="1201" y="5348"/>
                      <a:pt x="2682" y="5348"/>
                    </a:cubicBezTo>
                    <a:lnTo>
                      <a:pt x="17817" y="5348"/>
                    </a:lnTo>
                    <a:cubicBezTo>
                      <a:pt x="19298" y="5348"/>
                      <a:pt x="20498" y="4163"/>
                      <a:pt x="20498" y="2682"/>
                    </a:cubicBezTo>
                    <a:cubicBezTo>
                      <a:pt x="20498" y="1202"/>
                      <a:pt x="19298" y="1"/>
                      <a:pt x="1781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8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9"/>
              <p:cNvSpPr/>
              <p:nvPr/>
            </p:nvSpPr>
            <p:spPr>
              <a:xfrm>
                <a:off x="4079650" y="1137125"/>
                <a:ext cx="1760625" cy="2495925"/>
              </a:xfrm>
              <a:custGeom>
                <a:avLst/>
                <a:gdLst/>
                <a:ahLst/>
                <a:cxnLst/>
                <a:rect l="l" t="t" r="r" b="b"/>
                <a:pathLst>
                  <a:path w="70425" h="99837" extrusionOk="0">
                    <a:moveTo>
                      <a:pt x="4084" y="1"/>
                    </a:moveTo>
                    <a:cubicBezTo>
                      <a:pt x="1840" y="1"/>
                      <a:pt x="0" y="1824"/>
                      <a:pt x="0" y="4085"/>
                    </a:cubicBezTo>
                    <a:lnTo>
                      <a:pt x="0" y="95753"/>
                    </a:lnTo>
                    <a:cubicBezTo>
                      <a:pt x="0" y="97998"/>
                      <a:pt x="1840" y="99837"/>
                      <a:pt x="4084" y="99837"/>
                    </a:cubicBezTo>
                    <a:lnTo>
                      <a:pt x="66340" y="99837"/>
                    </a:lnTo>
                    <a:cubicBezTo>
                      <a:pt x="68601" y="99837"/>
                      <a:pt x="70424" y="97998"/>
                      <a:pt x="70424" y="95753"/>
                    </a:cubicBezTo>
                    <a:lnTo>
                      <a:pt x="70424" y="4085"/>
                    </a:lnTo>
                    <a:cubicBezTo>
                      <a:pt x="70424" y="1824"/>
                      <a:pt x="68601" y="1"/>
                      <a:pt x="663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214313" dist="19050" dir="12780000" algn="bl" rotWithShape="0">
                  <a:schemeClr val="dk1">
                    <a:alpha val="4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9"/>
              <p:cNvSpPr/>
              <p:nvPr/>
            </p:nvSpPr>
            <p:spPr>
              <a:xfrm>
                <a:off x="4445175" y="1505375"/>
                <a:ext cx="1036975" cy="1232975"/>
              </a:xfrm>
              <a:custGeom>
                <a:avLst/>
                <a:gdLst/>
                <a:ahLst/>
                <a:cxnLst/>
                <a:rect l="l" t="t" r="r" b="b"/>
                <a:pathLst>
                  <a:path w="41479" h="49319" extrusionOk="0">
                    <a:moveTo>
                      <a:pt x="20732" y="13966"/>
                    </a:moveTo>
                    <a:cubicBezTo>
                      <a:pt x="17895" y="13966"/>
                      <a:pt x="15604" y="16273"/>
                      <a:pt x="15604" y="19126"/>
                    </a:cubicBezTo>
                    <a:cubicBezTo>
                      <a:pt x="15604" y="21090"/>
                      <a:pt x="16695" y="22789"/>
                      <a:pt x="18300" y="23662"/>
                    </a:cubicBezTo>
                    <a:lnTo>
                      <a:pt x="18300" y="29632"/>
                    </a:lnTo>
                    <a:cubicBezTo>
                      <a:pt x="18300" y="30910"/>
                      <a:pt x="19345" y="31954"/>
                      <a:pt x="20638" y="31954"/>
                    </a:cubicBezTo>
                    <a:cubicBezTo>
                      <a:pt x="21916" y="31954"/>
                      <a:pt x="22961" y="30910"/>
                      <a:pt x="22961" y="29632"/>
                    </a:cubicBezTo>
                    <a:lnTo>
                      <a:pt x="22961" y="23755"/>
                    </a:lnTo>
                    <a:cubicBezTo>
                      <a:pt x="24676" y="22930"/>
                      <a:pt x="25875" y="21168"/>
                      <a:pt x="25875" y="19126"/>
                    </a:cubicBezTo>
                    <a:cubicBezTo>
                      <a:pt x="25875" y="16273"/>
                      <a:pt x="23568" y="13966"/>
                      <a:pt x="20732" y="13966"/>
                    </a:cubicBezTo>
                    <a:close/>
                    <a:moveTo>
                      <a:pt x="29398" y="3398"/>
                    </a:moveTo>
                    <a:cubicBezTo>
                      <a:pt x="30115" y="7856"/>
                      <a:pt x="33638" y="11379"/>
                      <a:pt x="38081" y="12096"/>
                    </a:cubicBezTo>
                    <a:lnTo>
                      <a:pt x="38081" y="23491"/>
                    </a:lnTo>
                    <a:cubicBezTo>
                      <a:pt x="38081" y="33793"/>
                      <a:pt x="27824" y="43536"/>
                      <a:pt x="20732" y="45781"/>
                    </a:cubicBezTo>
                    <a:cubicBezTo>
                      <a:pt x="13655" y="43536"/>
                      <a:pt x="3383" y="33793"/>
                      <a:pt x="3383" y="23491"/>
                    </a:cubicBezTo>
                    <a:lnTo>
                      <a:pt x="3383" y="12096"/>
                    </a:lnTo>
                    <a:cubicBezTo>
                      <a:pt x="7825" y="11379"/>
                      <a:pt x="11348" y="7856"/>
                      <a:pt x="12065" y="3398"/>
                    </a:cubicBezTo>
                    <a:close/>
                    <a:moveTo>
                      <a:pt x="8823" y="0"/>
                    </a:moveTo>
                    <a:lnTo>
                      <a:pt x="8823" y="1700"/>
                    </a:lnTo>
                    <a:cubicBezTo>
                      <a:pt x="8823" y="5643"/>
                      <a:pt x="5628" y="8839"/>
                      <a:pt x="1684" y="8839"/>
                    </a:cubicBezTo>
                    <a:lnTo>
                      <a:pt x="0" y="8839"/>
                    </a:lnTo>
                    <a:lnTo>
                      <a:pt x="0" y="23491"/>
                    </a:lnTo>
                    <a:cubicBezTo>
                      <a:pt x="0" y="35757"/>
                      <a:pt x="12003" y="46903"/>
                      <a:pt x="20280" y="49194"/>
                    </a:cubicBezTo>
                    <a:lnTo>
                      <a:pt x="20732" y="49318"/>
                    </a:lnTo>
                    <a:lnTo>
                      <a:pt x="21184" y="49194"/>
                    </a:lnTo>
                    <a:cubicBezTo>
                      <a:pt x="29460" y="46903"/>
                      <a:pt x="41479" y="35757"/>
                      <a:pt x="41479" y="23491"/>
                    </a:cubicBezTo>
                    <a:lnTo>
                      <a:pt x="41479" y="8839"/>
                    </a:lnTo>
                    <a:lnTo>
                      <a:pt x="39779" y="8839"/>
                    </a:lnTo>
                    <a:cubicBezTo>
                      <a:pt x="35851" y="8839"/>
                      <a:pt x="32656" y="5643"/>
                      <a:pt x="32656" y="1700"/>
                    </a:cubicBezTo>
                    <a:lnTo>
                      <a:pt x="3265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9"/>
              <p:cNvSpPr/>
              <p:nvPr/>
            </p:nvSpPr>
            <p:spPr>
              <a:xfrm>
                <a:off x="4369200" y="2990825"/>
                <a:ext cx="1640975" cy="472325"/>
              </a:xfrm>
              <a:custGeom>
                <a:avLst/>
                <a:gdLst/>
                <a:ahLst/>
                <a:cxnLst/>
                <a:rect l="l" t="t" r="r" b="b"/>
                <a:pathLst>
                  <a:path w="65639" h="18893" extrusionOk="0">
                    <a:moveTo>
                      <a:pt x="2775" y="1"/>
                    </a:moveTo>
                    <a:cubicBezTo>
                      <a:pt x="1247" y="1"/>
                      <a:pt x="0" y="1264"/>
                      <a:pt x="0" y="2792"/>
                    </a:cubicBezTo>
                    <a:lnTo>
                      <a:pt x="0" y="16103"/>
                    </a:lnTo>
                    <a:cubicBezTo>
                      <a:pt x="0" y="17646"/>
                      <a:pt x="1247" y="18893"/>
                      <a:pt x="2775" y="18893"/>
                    </a:cubicBezTo>
                    <a:lnTo>
                      <a:pt x="62849" y="18893"/>
                    </a:lnTo>
                    <a:cubicBezTo>
                      <a:pt x="64391" y="18893"/>
                      <a:pt x="65638" y="17646"/>
                      <a:pt x="65638" y="16103"/>
                    </a:cubicBezTo>
                    <a:lnTo>
                      <a:pt x="65638" y="2792"/>
                    </a:lnTo>
                    <a:cubicBezTo>
                      <a:pt x="65638" y="1264"/>
                      <a:pt x="64391" y="1"/>
                      <a:pt x="6284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9"/>
              <p:cNvSpPr/>
              <p:nvPr/>
            </p:nvSpPr>
            <p:spPr>
              <a:xfrm>
                <a:off x="4472075" y="3069350"/>
                <a:ext cx="345275" cy="315275"/>
              </a:xfrm>
              <a:custGeom>
                <a:avLst/>
                <a:gdLst/>
                <a:ahLst/>
                <a:cxnLst/>
                <a:rect l="l" t="t" r="r" b="b"/>
                <a:pathLst>
                  <a:path w="13811" h="12611" extrusionOk="0">
                    <a:moveTo>
                      <a:pt x="6907" y="1"/>
                    </a:moveTo>
                    <a:cubicBezTo>
                      <a:pt x="5296" y="1"/>
                      <a:pt x="3687" y="617"/>
                      <a:pt x="2463" y="1848"/>
                    </a:cubicBezTo>
                    <a:cubicBezTo>
                      <a:pt x="1" y="4311"/>
                      <a:pt x="1" y="8301"/>
                      <a:pt x="2463" y="10764"/>
                    </a:cubicBezTo>
                    <a:cubicBezTo>
                      <a:pt x="3687" y="11995"/>
                      <a:pt x="5296" y="12611"/>
                      <a:pt x="6907" y="12611"/>
                    </a:cubicBezTo>
                    <a:cubicBezTo>
                      <a:pt x="8518" y="12611"/>
                      <a:pt x="10132" y="11995"/>
                      <a:pt x="11363" y="10764"/>
                    </a:cubicBezTo>
                    <a:cubicBezTo>
                      <a:pt x="13811" y="8301"/>
                      <a:pt x="13811" y="4311"/>
                      <a:pt x="11363" y="1848"/>
                    </a:cubicBezTo>
                    <a:cubicBezTo>
                      <a:pt x="10132" y="617"/>
                      <a:pt x="8518" y="1"/>
                      <a:pt x="69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9"/>
              <p:cNvSpPr/>
              <p:nvPr/>
            </p:nvSpPr>
            <p:spPr>
              <a:xfrm>
                <a:off x="4928000" y="3144375"/>
                <a:ext cx="579100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23164" h="1965" extrusionOk="0">
                    <a:moveTo>
                      <a:pt x="998" y="0"/>
                    </a:moveTo>
                    <a:cubicBezTo>
                      <a:pt x="452" y="0"/>
                      <a:pt x="1" y="437"/>
                      <a:pt x="1" y="983"/>
                    </a:cubicBezTo>
                    <a:cubicBezTo>
                      <a:pt x="1" y="1528"/>
                      <a:pt x="452" y="1964"/>
                      <a:pt x="998" y="1964"/>
                    </a:cubicBezTo>
                    <a:lnTo>
                      <a:pt x="22181" y="1964"/>
                    </a:lnTo>
                    <a:cubicBezTo>
                      <a:pt x="22727" y="1964"/>
                      <a:pt x="23163" y="1528"/>
                      <a:pt x="23163" y="983"/>
                    </a:cubicBezTo>
                    <a:cubicBezTo>
                      <a:pt x="23163" y="437"/>
                      <a:pt x="22727" y="0"/>
                      <a:pt x="2218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9"/>
              <p:cNvSpPr/>
              <p:nvPr/>
            </p:nvSpPr>
            <p:spPr>
              <a:xfrm>
                <a:off x="5569800" y="3144375"/>
                <a:ext cx="289950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11598" h="1965" extrusionOk="0">
                    <a:moveTo>
                      <a:pt x="983" y="0"/>
                    </a:moveTo>
                    <a:cubicBezTo>
                      <a:pt x="437" y="0"/>
                      <a:pt x="0" y="437"/>
                      <a:pt x="0" y="983"/>
                    </a:cubicBezTo>
                    <a:cubicBezTo>
                      <a:pt x="0" y="1528"/>
                      <a:pt x="437" y="1964"/>
                      <a:pt x="983" y="1964"/>
                    </a:cubicBezTo>
                    <a:lnTo>
                      <a:pt x="10616" y="1964"/>
                    </a:lnTo>
                    <a:cubicBezTo>
                      <a:pt x="11161" y="1964"/>
                      <a:pt x="11597" y="1528"/>
                      <a:pt x="11597" y="983"/>
                    </a:cubicBezTo>
                    <a:cubicBezTo>
                      <a:pt x="11597" y="437"/>
                      <a:pt x="11161" y="0"/>
                      <a:pt x="1061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49"/>
              <p:cNvSpPr/>
              <p:nvPr/>
            </p:nvSpPr>
            <p:spPr>
              <a:xfrm>
                <a:off x="4928000" y="3268700"/>
                <a:ext cx="346850" cy="49500"/>
              </a:xfrm>
              <a:custGeom>
                <a:avLst/>
                <a:gdLst/>
                <a:ahLst/>
                <a:cxnLst/>
                <a:rect l="l" t="t" r="r" b="b"/>
                <a:pathLst>
                  <a:path w="13874" h="1980" extrusionOk="0">
                    <a:moveTo>
                      <a:pt x="998" y="0"/>
                    </a:moveTo>
                    <a:cubicBezTo>
                      <a:pt x="452" y="0"/>
                      <a:pt x="1" y="437"/>
                      <a:pt x="1" y="982"/>
                    </a:cubicBezTo>
                    <a:cubicBezTo>
                      <a:pt x="1" y="1528"/>
                      <a:pt x="452" y="1979"/>
                      <a:pt x="998" y="1979"/>
                    </a:cubicBezTo>
                    <a:lnTo>
                      <a:pt x="12891" y="1979"/>
                    </a:lnTo>
                    <a:cubicBezTo>
                      <a:pt x="13437" y="1979"/>
                      <a:pt x="13873" y="1528"/>
                      <a:pt x="13873" y="982"/>
                    </a:cubicBezTo>
                    <a:cubicBezTo>
                      <a:pt x="13873" y="437"/>
                      <a:pt x="13437" y="0"/>
                      <a:pt x="128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49"/>
              <p:cNvSpPr/>
              <p:nvPr/>
            </p:nvSpPr>
            <p:spPr>
              <a:xfrm>
                <a:off x="1453175" y="2049775"/>
                <a:ext cx="1194800" cy="1197125"/>
              </a:xfrm>
              <a:custGeom>
                <a:avLst/>
                <a:gdLst/>
                <a:ahLst/>
                <a:cxnLst/>
                <a:rect l="l" t="t" r="r" b="b"/>
                <a:pathLst>
                  <a:path w="47792" h="47885" extrusionOk="0">
                    <a:moveTo>
                      <a:pt x="4631" y="0"/>
                    </a:moveTo>
                    <a:cubicBezTo>
                      <a:pt x="2075" y="0"/>
                      <a:pt x="1" y="2089"/>
                      <a:pt x="1" y="4645"/>
                    </a:cubicBezTo>
                    <a:lnTo>
                      <a:pt x="1" y="43239"/>
                    </a:lnTo>
                    <a:cubicBezTo>
                      <a:pt x="1" y="45796"/>
                      <a:pt x="2075" y="47885"/>
                      <a:pt x="4631" y="47885"/>
                    </a:cubicBezTo>
                    <a:lnTo>
                      <a:pt x="43147" y="47885"/>
                    </a:lnTo>
                    <a:cubicBezTo>
                      <a:pt x="45703" y="47885"/>
                      <a:pt x="47792" y="45796"/>
                      <a:pt x="47792" y="43239"/>
                    </a:cubicBezTo>
                    <a:lnTo>
                      <a:pt x="47792" y="4645"/>
                    </a:lnTo>
                    <a:cubicBezTo>
                      <a:pt x="47792" y="2089"/>
                      <a:pt x="45703" y="0"/>
                      <a:pt x="431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157163" dist="19050" dir="3840000" algn="bl" rotWithShape="0">
                  <a:schemeClr val="dk1">
                    <a:alpha val="3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49"/>
              <p:cNvSpPr/>
              <p:nvPr/>
            </p:nvSpPr>
            <p:spPr>
              <a:xfrm>
                <a:off x="1499575" y="2096525"/>
                <a:ext cx="1102050" cy="1103975"/>
              </a:xfrm>
              <a:custGeom>
                <a:avLst/>
                <a:gdLst/>
                <a:ahLst/>
                <a:cxnLst/>
                <a:rect l="l" t="t" r="r" b="b"/>
                <a:pathLst>
                  <a:path w="44082" h="44159" extrusionOk="0">
                    <a:moveTo>
                      <a:pt x="2775" y="1"/>
                    </a:moveTo>
                    <a:cubicBezTo>
                      <a:pt x="1247" y="1"/>
                      <a:pt x="0" y="1248"/>
                      <a:pt x="0" y="2775"/>
                    </a:cubicBezTo>
                    <a:lnTo>
                      <a:pt x="0" y="41369"/>
                    </a:lnTo>
                    <a:cubicBezTo>
                      <a:pt x="0" y="42897"/>
                      <a:pt x="1247" y="44159"/>
                      <a:pt x="2775" y="44159"/>
                    </a:cubicBezTo>
                    <a:lnTo>
                      <a:pt x="41291" y="44159"/>
                    </a:lnTo>
                    <a:cubicBezTo>
                      <a:pt x="42818" y="44159"/>
                      <a:pt x="44081" y="42897"/>
                      <a:pt x="44081" y="41369"/>
                    </a:cubicBezTo>
                    <a:lnTo>
                      <a:pt x="44081" y="2775"/>
                    </a:lnTo>
                    <a:cubicBezTo>
                      <a:pt x="44081" y="1248"/>
                      <a:pt x="42818" y="1"/>
                      <a:pt x="412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49"/>
              <p:cNvSpPr/>
              <p:nvPr/>
            </p:nvSpPr>
            <p:spPr>
              <a:xfrm>
                <a:off x="1499575" y="2316300"/>
                <a:ext cx="1102050" cy="884200"/>
              </a:xfrm>
              <a:custGeom>
                <a:avLst/>
                <a:gdLst/>
                <a:ahLst/>
                <a:cxnLst/>
                <a:rect l="l" t="t" r="r" b="b"/>
                <a:pathLst>
                  <a:path w="44082" h="35368" extrusionOk="0">
                    <a:moveTo>
                      <a:pt x="13826" y="1"/>
                    </a:moveTo>
                    <a:lnTo>
                      <a:pt x="0" y="20654"/>
                    </a:lnTo>
                    <a:lnTo>
                      <a:pt x="0" y="32578"/>
                    </a:lnTo>
                    <a:cubicBezTo>
                      <a:pt x="0" y="34106"/>
                      <a:pt x="1247" y="35368"/>
                      <a:pt x="2775" y="35368"/>
                    </a:cubicBezTo>
                    <a:lnTo>
                      <a:pt x="41291" y="35368"/>
                    </a:lnTo>
                    <a:cubicBezTo>
                      <a:pt x="42818" y="35368"/>
                      <a:pt x="44081" y="34106"/>
                      <a:pt x="44081" y="32578"/>
                    </a:cubicBezTo>
                    <a:lnTo>
                      <a:pt x="44081" y="26733"/>
                    </a:lnTo>
                    <a:lnTo>
                      <a:pt x="34370" y="12221"/>
                    </a:lnTo>
                    <a:lnTo>
                      <a:pt x="28182" y="21449"/>
                    </a:lnTo>
                    <a:lnTo>
                      <a:pt x="27652" y="20670"/>
                    </a:lnTo>
                    <a:lnTo>
                      <a:pt x="1382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49"/>
              <p:cNvSpPr/>
              <p:nvPr/>
            </p:nvSpPr>
            <p:spPr>
              <a:xfrm>
                <a:off x="2133200" y="2241875"/>
                <a:ext cx="254100" cy="254500"/>
              </a:xfrm>
              <a:custGeom>
                <a:avLst/>
                <a:gdLst/>
                <a:ahLst/>
                <a:cxnLst/>
                <a:rect l="l" t="t" r="r" b="b"/>
                <a:pathLst>
                  <a:path w="10164" h="10180" extrusionOk="0">
                    <a:moveTo>
                      <a:pt x="5082" y="0"/>
                    </a:moveTo>
                    <a:cubicBezTo>
                      <a:pt x="2276" y="0"/>
                      <a:pt x="0" y="2276"/>
                      <a:pt x="0" y="5098"/>
                    </a:cubicBezTo>
                    <a:cubicBezTo>
                      <a:pt x="0" y="7904"/>
                      <a:pt x="2276" y="10179"/>
                      <a:pt x="5082" y="10179"/>
                    </a:cubicBezTo>
                    <a:cubicBezTo>
                      <a:pt x="7888" y="10179"/>
                      <a:pt x="10163" y="7904"/>
                      <a:pt x="10163" y="5098"/>
                    </a:cubicBezTo>
                    <a:cubicBezTo>
                      <a:pt x="10163" y="2276"/>
                      <a:pt x="7888" y="0"/>
                      <a:pt x="50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49"/>
              <p:cNvSpPr/>
              <p:nvPr/>
            </p:nvSpPr>
            <p:spPr>
              <a:xfrm>
                <a:off x="5544475" y="456750"/>
                <a:ext cx="1298450" cy="1300775"/>
              </a:xfrm>
              <a:custGeom>
                <a:avLst/>
                <a:gdLst/>
                <a:ahLst/>
                <a:cxnLst/>
                <a:rect l="l" t="t" r="r" b="b"/>
                <a:pathLst>
                  <a:path w="51938" h="52031" extrusionOk="0">
                    <a:moveTo>
                      <a:pt x="4396" y="0"/>
                    </a:moveTo>
                    <a:cubicBezTo>
                      <a:pt x="1965" y="0"/>
                      <a:pt x="1" y="1979"/>
                      <a:pt x="1" y="4411"/>
                    </a:cubicBezTo>
                    <a:lnTo>
                      <a:pt x="1" y="47619"/>
                    </a:lnTo>
                    <a:cubicBezTo>
                      <a:pt x="1" y="50050"/>
                      <a:pt x="1965" y="52031"/>
                      <a:pt x="4396" y="52031"/>
                    </a:cubicBezTo>
                    <a:lnTo>
                      <a:pt x="47526" y="52031"/>
                    </a:lnTo>
                    <a:cubicBezTo>
                      <a:pt x="49958" y="52031"/>
                      <a:pt x="51938" y="50050"/>
                      <a:pt x="51938" y="47619"/>
                    </a:cubicBezTo>
                    <a:lnTo>
                      <a:pt x="51938" y="4411"/>
                    </a:lnTo>
                    <a:cubicBezTo>
                      <a:pt x="51938" y="1979"/>
                      <a:pt x="49958" y="0"/>
                      <a:pt x="4752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371475" dist="19050" dir="5400000" algn="bl" rotWithShape="0">
                  <a:schemeClr val="dk1">
                    <a:alpha val="38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49"/>
              <p:cNvSpPr/>
              <p:nvPr/>
            </p:nvSpPr>
            <p:spPr>
              <a:xfrm>
                <a:off x="5783750" y="677300"/>
                <a:ext cx="819925" cy="859675"/>
              </a:xfrm>
              <a:custGeom>
                <a:avLst/>
                <a:gdLst/>
                <a:ahLst/>
                <a:cxnLst/>
                <a:rect l="l" t="t" r="r" b="b"/>
                <a:pathLst>
                  <a:path w="32797" h="34387" extrusionOk="0">
                    <a:moveTo>
                      <a:pt x="16398" y="11675"/>
                    </a:moveTo>
                    <a:cubicBezTo>
                      <a:pt x="19437" y="11675"/>
                      <a:pt x="21900" y="14154"/>
                      <a:pt x="21900" y="17193"/>
                    </a:cubicBezTo>
                    <a:cubicBezTo>
                      <a:pt x="21900" y="20233"/>
                      <a:pt x="19437" y="22711"/>
                      <a:pt x="16398" y="22711"/>
                    </a:cubicBezTo>
                    <a:cubicBezTo>
                      <a:pt x="13358" y="22711"/>
                      <a:pt x="10895" y="20233"/>
                      <a:pt x="10895" y="17193"/>
                    </a:cubicBezTo>
                    <a:cubicBezTo>
                      <a:pt x="10895" y="14154"/>
                      <a:pt x="13358" y="11675"/>
                      <a:pt x="16398" y="11675"/>
                    </a:cubicBezTo>
                    <a:close/>
                    <a:moveTo>
                      <a:pt x="13312" y="1"/>
                    </a:moveTo>
                    <a:lnTo>
                      <a:pt x="12314" y="4692"/>
                    </a:lnTo>
                    <a:cubicBezTo>
                      <a:pt x="10552" y="5253"/>
                      <a:pt x="8979" y="6204"/>
                      <a:pt x="7638" y="7404"/>
                    </a:cubicBezTo>
                    <a:lnTo>
                      <a:pt x="3071" y="5924"/>
                    </a:lnTo>
                    <a:lnTo>
                      <a:pt x="0" y="11270"/>
                    </a:lnTo>
                    <a:lnTo>
                      <a:pt x="3538" y="14481"/>
                    </a:lnTo>
                    <a:cubicBezTo>
                      <a:pt x="3351" y="15353"/>
                      <a:pt x="3258" y="16258"/>
                      <a:pt x="3258" y="17193"/>
                    </a:cubicBezTo>
                    <a:cubicBezTo>
                      <a:pt x="3258" y="18128"/>
                      <a:pt x="3351" y="19032"/>
                      <a:pt x="3538" y="19905"/>
                    </a:cubicBezTo>
                    <a:lnTo>
                      <a:pt x="0" y="23116"/>
                    </a:lnTo>
                    <a:lnTo>
                      <a:pt x="3071" y="28463"/>
                    </a:lnTo>
                    <a:lnTo>
                      <a:pt x="7638" y="26982"/>
                    </a:lnTo>
                    <a:cubicBezTo>
                      <a:pt x="8979" y="28182"/>
                      <a:pt x="10552" y="29133"/>
                      <a:pt x="12314" y="29694"/>
                    </a:cubicBezTo>
                    <a:lnTo>
                      <a:pt x="13312" y="34386"/>
                    </a:lnTo>
                    <a:lnTo>
                      <a:pt x="19468" y="34386"/>
                    </a:lnTo>
                    <a:lnTo>
                      <a:pt x="20466" y="29694"/>
                    </a:lnTo>
                    <a:cubicBezTo>
                      <a:pt x="22228" y="29133"/>
                      <a:pt x="23818" y="28182"/>
                      <a:pt x="25158" y="26982"/>
                    </a:cubicBezTo>
                    <a:lnTo>
                      <a:pt x="29710" y="28463"/>
                    </a:lnTo>
                    <a:lnTo>
                      <a:pt x="32796" y="23116"/>
                    </a:lnTo>
                    <a:lnTo>
                      <a:pt x="29242" y="19905"/>
                    </a:lnTo>
                    <a:cubicBezTo>
                      <a:pt x="29429" y="19032"/>
                      <a:pt x="29538" y="18128"/>
                      <a:pt x="29538" y="17193"/>
                    </a:cubicBezTo>
                    <a:cubicBezTo>
                      <a:pt x="29538" y="16258"/>
                      <a:pt x="29429" y="15353"/>
                      <a:pt x="29242" y="14481"/>
                    </a:cubicBezTo>
                    <a:lnTo>
                      <a:pt x="32796" y="11270"/>
                    </a:lnTo>
                    <a:lnTo>
                      <a:pt x="29710" y="5924"/>
                    </a:lnTo>
                    <a:lnTo>
                      <a:pt x="25158" y="7404"/>
                    </a:lnTo>
                    <a:cubicBezTo>
                      <a:pt x="23818" y="6204"/>
                      <a:pt x="22228" y="5253"/>
                      <a:pt x="20466" y="4692"/>
                    </a:cubicBezTo>
                    <a:lnTo>
                      <a:pt x="1946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49"/>
              <p:cNvSpPr/>
              <p:nvPr/>
            </p:nvSpPr>
            <p:spPr>
              <a:xfrm>
                <a:off x="775925" y="1084125"/>
                <a:ext cx="1736850" cy="307475"/>
              </a:xfrm>
              <a:custGeom>
                <a:avLst/>
                <a:gdLst/>
                <a:ahLst/>
                <a:cxnLst/>
                <a:rect l="l" t="t" r="r" b="b"/>
                <a:pathLst>
                  <a:path w="69474" h="12299" extrusionOk="0">
                    <a:moveTo>
                      <a:pt x="3710" y="1"/>
                    </a:moveTo>
                    <a:cubicBezTo>
                      <a:pt x="1652" y="1"/>
                      <a:pt x="0" y="1668"/>
                      <a:pt x="0" y="3711"/>
                    </a:cubicBezTo>
                    <a:lnTo>
                      <a:pt x="0" y="8589"/>
                    </a:lnTo>
                    <a:cubicBezTo>
                      <a:pt x="0" y="10631"/>
                      <a:pt x="1652" y="12299"/>
                      <a:pt x="3710" y="12299"/>
                    </a:cubicBezTo>
                    <a:lnTo>
                      <a:pt x="65764" y="12299"/>
                    </a:lnTo>
                    <a:cubicBezTo>
                      <a:pt x="67821" y="12299"/>
                      <a:pt x="69473" y="10631"/>
                      <a:pt x="69473" y="8589"/>
                    </a:cubicBezTo>
                    <a:lnTo>
                      <a:pt x="69473" y="3711"/>
                    </a:lnTo>
                    <a:cubicBezTo>
                      <a:pt x="69473" y="1668"/>
                      <a:pt x="67821" y="1"/>
                      <a:pt x="657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300038" dist="19050" dir="5400000" algn="bl" rotWithShape="0">
                  <a:schemeClr val="dk1">
                    <a:alpha val="3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49"/>
              <p:cNvSpPr/>
              <p:nvPr/>
            </p:nvSpPr>
            <p:spPr>
              <a:xfrm>
                <a:off x="901400" y="1219325"/>
                <a:ext cx="1485900" cy="37075"/>
              </a:xfrm>
              <a:custGeom>
                <a:avLst/>
                <a:gdLst/>
                <a:ahLst/>
                <a:cxnLst/>
                <a:rect l="l" t="t" r="r" b="b"/>
                <a:pathLst>
                  <a:path w="59436" h="1483" extrusionOk="0">
                    <a:moveTo>
                      <a:pt x="748" y="1"/>
                    </a:moveTo>
                    <a:cubicBezTo>
                      <a:pt x="343" y="1"/>
                      <a:pt x="0" y="329"/>
                      <a:pt x="0" y="749"/>
                    </a:cubicBezTo>
                    <a:cubicBezTo>
                      <a:pt x="0" y="1154"/>
                      <a:pt x="343" y="1482"/>
                      <a:pt x="748" y="1482"/>
                    </a:cubicBezTo>
                    <a:lnTo>
                      <a:pt x="58687" y="1482"/>
                    </a:lnTo>
                    <a:cubicBezTo>
                      <a:pt x="59107" y="1482"/>
                      <a:pt x="59435" y="1154"/>
                      <a:pt x="59435" y="749"/>
                    </a:cubicBezTo>
                    <a:cubicBezTo>
                      <a:pt x="59435" y="329"/>
                      <a:pt x="59107" y="1"/>
                      <a:pt x="586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49"/>
              <p:cNvSpPr/>
              <p:nvPr/>
            </p:nvSpPr>
            <p:spPr>
              <a:xfrm>
                <a:off x="901400" y="1219325"/>
                <a:ext cx="236575" cy="37075"/>
              </a:xfrm>
              <a:custGeom>
                <a:avLst/>
                <a:gdLst/>
                <a:ahLst/>
                <a:cxnLst/>
                <a:rect l="l" t="t" r="r" b="b"/>
                <a:pathLst>
                  <a:path w="9463" h="1483" extrusionOk="0">
                    <a:moveTo>
                      <a:pt x="748" y="1"/>
                    </a:moveTo>
                    <a:cubicBezTo>
                      <a:pt x="343" y="1"/>
                      <a:pt x="0" y="329"/>
                      <a:pt x="0" y="749"/>
                    </a:cubicBezTo>
                    <a:cubicBezTo>
                      <a:pt x="0" y="1154"/>
                      <a:pt x="343" y="1482"/>
                      <a:pt x="748" y="1482"/>
                    </a:cubicBezTo>
                    <a:lnTo>
                      <a:pt x="9462" y="1482"/>
                    </a:lnTo>
                    <a:lnTo>
                      <a:pt x="946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49"/>
              <p:cNvSpPr/>
              <p:nvPr/>
            </p:nvSpPr>
            <p:spPr>
              <a:xfrm>
                <a:off x="1091950" y="1186600"/>
                <a:ext cx="102125" cy="102525"/>
              </a:xfrm>
              <a:custGeom>
                <a:avLst/>
                <a:gdLst/>
                <a:ahLst/>
                <a:cxnLst/>
                <a:rect l="l" t="t" r="r" b="b"/>
                <a:pathLst>
                  <a:path w="4085" h="4101" extrusionOk="0">
                    <a:moveTo>
                      <a:pt x="2042" y="1"/>
                    </a:moveTo>
                    <a:cubicBezTo>
                      <a:pt x="905" y="1"/>
                      <a:pt x="1" y="921"/>
                      <a:pt x="1" y="2043"/>
                    </a:cubicBezTo>
                    <a:cubicBezTo>
                      <a:pt x="1" y="3180"/>
                      <a:pt x="905" y="4101"/>
                      <a:pt x="2042" y="4101"/>
                    </a:cubicBezTo>
                    <a:cubicBezTo>
                      <a:pt x="3165" y="4101"/>
                      <a:pt x="4085" y="3180"/>
                      <a:pt x="4085" y="2043"/>
                    </a:cubicBezTo>
                    <a:cubicBezTo>
                      <a:pt x="4085" y="921"/>
                      <a:pt x="3165" y="1"/>
                      <a:pt x="20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5" name="Google Shape;955;p49"/>
            <p:cNvGrpSpPr/>
            <p:nvPr/>
          </p:nvGrpSpPr>
          <p:grpSpPr>
            <a:xfrm rot="-5400000">
              <a:off x="6743322" y="3210572"/>
              <a:ext cx="600510" cy="600510"/>
              <a:chOff x="5289166" y="402821"/>
              <a:chExt cx="801000" cy="801000"/>
            </a:xfrm>
          </p:grpSpPr>
          <p:sp>
            <p:nvSpPr>
              <p:cNvPr id="956" name="Google Shape;956;p49"/>
              <p:cNvSpPr/>
              <p:nvPr/>
            </p:nvSpPr>
            <p:spPr>
              <a:xfrm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49"/>
              <p:cNvSpPr/>
              <p:nvPr/>
            </p:nvSpPr>
            <p:spPr>
              <a:xfrm rot="10800000" flipH="1"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8" name="Google Shape;958;p49"/>
            <p:cNvGrpSpPr/>
            <p:nvPr/>
          </p:nvGrpSpPr>
          <p:grpSpPr>
            <a:xfrm>
              <a:off x="4585087" y="3005758"/>
              <a:ext cx="573803" cy="573803"/>
              <a:chOff x="2149575" y="1922175"/>
              <a:chExt cx="1332875" cy="1332875"/>
            </a:xfrm>
          </p:grpSpPr>
          <p:sp>
            <p:nvSpPr>
              <p:cNvPr id="959" name="Google Shape;959;p49"/>
              <p:cNvSpPr/>
              <p:nvPr/>
            </p:nvSpPr>
            <p:spPr>
              <a:xfrm>
                <a:off x="2149575" y="1922175"/>
                <a:ext cx="1332875" cy="1332875"/>
              </a:xfrm>
              <a:custGeom>
                <a:avLst/>
                <a:gdLst/>
                <a:ahLst/>
                <a:cxnLst/>
                <a:rect l="l" t="t" r="r" b="b"/>
                <a:pathLst>
                  <a:path w="53315" h="53315" extrusionOk="0">
                    <a:moveTo>
                      <a:pt x="26657" y="0"/>
                    </a:moveTo>
                    <a:cubicBezTo>
                      <a:pt x="11968" y="0"/>
                      <a:pt x="0" y="11968"/>
                      <a:pt x="0" y="26657"/>
                    </a:cubicBezTo>
                    <a:cubicBezTo>
                      <a:pt x="0" y="41363"/>
                      <a:pt x="11968" y="53315"/>
                      <a:pt x="26657" y="53315"/>
                    </a:cubicBezTo>
                    <a:cubicBezTo>
                      <a:pt x="41363" y="53315"/>
                      <a:pt x="53315" y="41363"/>
                      <a:pt x="53315" y="26657"/>
                    </a:cubicBezTo>
                    <a:cubicBezTo>
                      <a:pt x="53315" y="11968"/>
                      <a:pt x="41363" y="0"/>
                      <a:pt x="26657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352EE"/>
                  </a:gs>
                  <a:gs pos="100000">
                    <a:srgbClr val="7882F3"/>
                  </a:gs>
                </a:gsLst>
                <a:lin ang="13500032" scaled="0"/>
              </a:gradFill>
              <a:ln>
                <a:noFill/>
              </a:ln>
              <a:effectLst>
                <a:outerShdw blurRad="214313" dist="66675" dir="822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49"/>
              <p:cNvSpPr/>
              <p:nvPr/>
            </p:nvSpPr>
            <p:spPr>
              <a:xfrm>
                <a:off x="2626250" y="2268250"/>
                <a:ext cx="566725" cy="654200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6168" extrusionOk="0">
                    <a:moveTo>
                      <a:pt x="1" y="1"/>
                    </a:moveTo>
                    <a:lnTo>
                      <a:pt x="1" y="13084"/>
                    </a:lnTo>
                    <a:lnTo>
                      <a:pt x="1" y="26168"/>
                    </a:lnTo>
                    <a:lnTo>
                      <a:pt x="11343" y="19627"/>
                    </a:lnTo>
                    <a:lnTo>
                      <a:pt x="22668" y="13084"/>
                    </a:lnTo>
                    <a:lnTo>
                      <a:pt x="11343" y="654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61" name="Google Shape;961;p49"/>
            <p:cNvGrpSpPr/>
            <p:nvPr/>
          </p:nvGrpSpPr>
          <p:grpSpPr>
            <a:xfrm rot="5400000">
              <a:off x="7793665" y="2172022"/>
              <a:ext cx="620134" cy="233914"/>
              <a:chOff x="6872640" y="3300197"/>
              <a:chExt cx="620134" cy="233914"/>
            </a:xfrm>
          </p:grpSpPr>
          <p:sp>
            <p:nvSpPr>
              <p:cNvPr id="962" name="Google Shape;962;p49"/>
              <p:cNvSpPr/>
              <p:nvPr/>
            </p:nvSpPr>
            <p:spPr>
              <a:xfrm>
                <a:off x="7282174" y="3300197"/>
                <a:ext cx="210600" cy="2106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49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64" name="Google Shape;964;p49"/>
            <p:cNvGrpSpPr/>
            <p:nvPr/>
          </p:nvGrpSpPr>
          <p:grpSpPr>
            <a:xfrm rot="5400000">
              <a:off x="4518358" y="2551305"/>
              <a:ext cx="575161" cy="188875"/>
              <a:chOff x="6872640" y="3345236"/>
              <a:chExt cx="575161" cy="188875"/>
            </a:xfrm>
          </p:grpSpPr>
          <p:sp>
            <p:nvSpPr>
              <p:cNvPr id="965" name="Google Shape;965;p49"/>
              <p:cNvSpPr/>
              <p:nvPr/>
            </p:nvSpPr>
            <p:spPr>
              <a:xfrm>
                <a:off x="7327202" y="3345236"/>
                <a:ext cx="120600" cy="1206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49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049817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6" name="Google Shape;2306;p75"/>
          <p:cNvSpPr/>
          <p:nvPr/>
        </p:nvSpPr>
        <p:spPr>
          <a:xfrm>
            <a:off x="713200" y="3029875"/>
            <a:ext cx="361800" cy="3618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7" name="Google Shape;2307;p75"/>
          <p:cNvSpPr/>
          <p:nvPr/>
        </p:nvSpPr>
        <p:spPr>
          <a:xfrm>
            <a:off x="1318250" y="3029875"/>
            <a:ext cx="361800" cy="3618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8" name="Google Shape;2308;p75"/>
          <p:cNvSpPr/>
          <p:nvPr/>
        </p:nvSpPr>
        <p:spPr>
          <a:xfrm>
            <a:off x="1923250" y="3029875"/>
            <a:ext cx="361800" cy="361800"/>
          </a:xfrm>
          <a:prstGeom prst="ellipse">
            <a:avLst/>
          </a:prstGeom>
          <a:solidFill>
            <a:schemeClr val="accent4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25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9" name="Google Shape;2309;p75"/>
          <p:cNvSpPr txBox="1">
            <a:spLocks noGrp="1"/>
          </p:cNvSpPr>
          <p:nvPr>
            <p:ph type="title"/>
          </p:nvPr>
        </p:nvSpPr>
        <p:spPr>
          <a:xfrm>
            <a:off x="713200" y="375275"/>
            <a:ext cx="5526300" cy="8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Obrigado!</a:t>
            </a:r>
            <a:endParaRPr dirty="0"/>
          </a:p>
        </p:txBody>
      </p:sp>
      <p:sp>
        <p:nvSpPr>
          <p:cNvPr id="2310" name="Google Shape;2310;p75"/>
          <p:cNvSpPr txBox="1">
            <a:spLocks noGrp="1"/>
          </p:cNvSpPr>
          <p:nvPr>
            <p:ph type="subTitle" idx="1"/>
          </p:nvPr>
        </p:nvSpPr>
        <p:spPr>
          <a:xfrm>
            <a:off x="713200" y="1684300"/>
            <a:ext cx="3434700" cy="116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pt-BR" b="1" dirty="0"/>
              <a:t>Alguma Dúvida?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endParaRPr dirty="0"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pt-BR" dirty="0"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Niltondg.30@outlook.com</a:t>
            </a:r>
            <a:endParaRPr dirty="0"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dirty="0"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+11  932313383</a:t>
            </a:r>
            <a:endParaRPr dirty="0"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Darker Grotesque Medium"/>
                <a:ea typeface="Darker Grotesque Medium"/>
                <a:cs typeface="Darker Grotesque Medium"/>
                <a:sym typeface="Darker Grotesque Medium"/>
                <a:hlinkClick r:id="rId3"/>
              </a:rPr>
              <a:t>https://www.linkedin.com/in/nilton-dionisio-guerra-481793163/</a:t>
            </a:r>
            <a:endParaRPr sz="1100" dirty="0"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2311" name="Google Shape;2311;p75"/>
          <p:cNvSpPr txBox="1"/>
          <p:nvPr/>
        </p:nvSpPr>
        <p:spPr>
          <a:xfrm>
            <a:off x="713200" y="4031363"/>
            <a:ext cx="3000000" cy="4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Please keep this slide for attribution</a:t>
            </a:r>
            <a:endParaRPr sz="1200" b="1">
              <a:solidFill>
                <a:schemeClr val="lt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312" name="Google Shape;2312;p75"/>
          <p:cNvSpPr/>
          <p:nvPr/>
        </p:nvSpPr>
        <p:spPr>
          <a:xfrm>
            <a:off x="2022760" y="3130546"/>
            <a:ext cx="167027" cy="159511"/>
          </a:xfrm>
          <a:custGeom>
            <a:avLst/>
            <a:gdLst/>
            <a:ahLst/>
            <a:cxnLst/>
            <a:rect l="l" t="t" r="r" b="b"/>
            <a:pathLst>
              <a:path w="39025" h="37269" extrusionOk="0">
                <a:moveTo>
                  <a:pt x="4748" y="1"/>
                </a:moveTo>
                <a:cubicBezTo>
                  <a:pt x="1887" y="1"/>
                  <a:pt x="1" y="1919"/>
                  <a:pt x="1" y="4358"/>
                </a:cubicBezTo>
                <a:cubicBezTo>
                  <a:pt x="1" y="6797"/>
                  <a:pt x="1757" y="8683"/>
                  <a:pt x="4618" y="8683"/>
                </a:cubicBezTo>
                <a:lnTo>
                  <a:pt x="4748" y="8683"/>
                </a:lnTo>
                <a:cubicBezTo>
                  <a:pt x="7578" y="8683"/>
                  <a:pt x="9366" y="6797"/>
                  <a:pt x="9366" y="4358"/>
                </a:cubicBezTo>
                <a:cubicBezTo>
                  <a:pt x="9366" y="1919"/>
                  <a:pt x="7578" y="1"/>
                  <a:pt x="4748" y="1"/>
                </a:cubicBezTo>
                <a:close/>
                <a:moveTo>
                  <a:pt x="553" y="12196"/>
                </a:moveTo>
                <a:lnTo>
                  <a:pt x="553" y="37268"/>
                </a:lnTo>
                <a:lnTo>
                  <a:pt x="8813" y="37268"/>
                </a:lnTo>
                <a:lnTo>
                  <a:pt x="8813" y="12196"/>
                </a:lnTo>
                <a:close/>
                <a:moveTo>
                  <a:pt x="29398" y="11545"/>
                </a:moveTo>
                <a:cubicBezTo>
                  <a:pt x="24943" y="11545"/>
                  <a:pt x="22894" y="13984"/>
                  <a:pt x="21821" y="15740"/>
                </a:cubicBezTo>
                <a:lnTo>
                  <a:pt x="21821" y="12196"/>
                </a:lnTo>
                <a:lnTo>
                  <a:pt x="13561" y="12196"/>
                </a:lnTo>
                <a:lnTo>
                  <a:pt x="13561" y="37268"/>
                </a:lnTo>
                <a:lnTo>
                  <a:pt x="21821" y="37268"/>
                </a:lnTo>
                <a:lnTo>
                  <a:pt x="21821" y="23187"/>
                </a:lnTo>
                <a:cubicBezTo>
                  <a:pt x="21821" y="22504"/>
                  <a:pt x="21951" y="21691"/>
                  <a:pt x="22081" y="21138"/>
                </a:cubicBezTo>
                <a:cubicBezTo>
                  <a:pt x="22764" y="19675"/>
                  <a:pt x="24130" y="18179"/>
                  <a:pt x="26439" y="18179"/>
                </a:cubicBezTo>
                <a:cubicBezTo>
                  <a:pt x="29398" y="18179"/>
                  <a:pt x="30634" y="20488"/>
                  <a:pt x="30634" y="23870"/>
                </a:cubicBezTo>
                <a:lnTo>
                  <a:pt x="30634" y="37268"/>
                </a:lnTo>
                <a:lnTo>
                  <a:pt x="39024" y="37268"/>
                </a:lnTo>
                <a:lnTo>
                  <a:pt x="39024" y="22927"/>
                </a:lnTo>
                <a:cubicBezTo>
                  <a:pt x="39024" y="15187"/>
                  <a:pt x="34959" y="11545"/>
                  <a:pt x="29398" y="1154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2313" name="Google Shape;2313;p75"/>
          <p:cNvSpPr/>
          <p:nvPr/>
        </p:nvSpPr>
        <p:spPr>
          <a:xfrm>
            <a:off x="1408137" y="3155736"/>
            <a:ext cx="185661" cy="128081"/>
          </a:xfrm>
          <a:custGeom>
            <a:avLst/>
            <a:gdLst/>
            <a:ahLst/>
            <a:cxnLst/>
            <a:rect l="l" t="t" r="r" b="b"/>
            <a:pathLst>
              <a:path w="39025" h="26922" extrusionOk="0">
                <a:moveTo>
                  <a:pt x="27350" y="0"/>
                </a:moveTo>
                <a:lnTo>
                  <a:pt x="27350" y="0"/>
                </a:lnTo>
                <a:cubicBezTo>
                  <a:pt x="26197" y="125"/>
                  <a:pt x="25134" y="638"/>
                  <a:pt x="24332" y="1395"/>
                </a:cubicBezTo>
                <a:lnTo>
                  <a:pt x="24332" y="1395"/>
                </a:lnTo>
                <a:cubicBezTo>
                  <a:pt x="24579" y="1133"/>
                  <a:pt x="24781" y="747"/>
                  <a:pt x="24781" y="261"/>
                </a:cubicBezTo>
                <a:lnTo>
                  <a:pt x="24781" y="261"/>
                </a:lnTo>
                <a:cubicBezTo>
                  <a:pt x="21951" y="2179"/>
                  <a:pt x="20163" y="6114"/>
                  <a:pt x="18700" y="9756"/>
                </a:cubicBezTo>
                <a:cubicBezTo>
                  <a:pt x="17594" y="8683"/>
                  <a:pt x="16651" y="7870"/>
                  <a:pt x="15838" y="7447"/>
                </a:cubicBezTo>
                <a:cubicBezTo>
                  <a:pt x="13269" y="6114"/>
                  <a:pt x="10407" y="4748"/>
                  <a:pt x="5822" y="2992"/>
                </a:cubicBezTo>
                <a:lnTo>
                  <a:pt x="5822" y="2992"/>
                </a:lnTo>
                <a:cubicBezTo>
                  <a:pt x="5692" y="4488"/>
                  <a:pt x="6505" y="6504"/>
                  <a:pt x="9074" y="7870"/>
                </a:cubicBezTo>
                <a:cubicBezTo>
                  <a:pt x="8521" y="7870"/>
                  <a:pt x="7578" y="8000"/>
                  <a:pt x="6765" y="8130"/>
                </a:cubicBezTo>
                <a:cubicBezTo>
                  <a:pt x="7025" y="9886"/>
                  <a:pt x="8131" y="11382"/>
                  <a:pt x="11090" y="12065"/>
                </a:cubicBezTo>
                <a:cubicBezTo>
                  <a:pt x="9757" y="12195"/>
                  <a:pt x="9074" y="12455"/>
                  <a:pt x="8391" y="13138"/>
                </a:cubicBezTo>
                <a:cubicBezTo>
                  <a:pt x="9015" y="14268"/>
                  <a:pt x="10320" y="15480"/>
                  <a:pt x="12602" y="15480"/>
                </a:cubicBezTo>
                <a:cubicBezTo>
                  <a:pt x="12816" y="15480"/>
                  <a:pt x="13038" y="15469"/>
                  <a:pt x="13269" y="15447"/>
                </a:cubicBezTo>
                <a:lnTo>
                  <a:pt x="13269" y="15447"/>
                </a:lnTo>
                <a:cubicBezTo>
                  <a:pt x="10330" y="16733"/>
                  <a:pt x="11829" y="18855"/>
                  <a:pt x="14050" y="18855"/>
                </a:cubicBezTo>
                <a:cubicBezTo>
                  <a:pt x="14188" y="18855"/>
                  <a:pt x="14329" y="18846"/>
                  <a:pt x="14472" y="18829"/>
                </a:cubicBezTo>
                <a:lnTo>
                  <a:pt x="14472" y="18829"/>
                </a:lnTo>
                <a:cubicBezTo>
                  <a:pt x="12352" y="20949"/>
                  <a:pt x="9610" y="21931"/>
                  <a:pt x="6946" y="21931"/>
                </a:cubicBezTo>
                <a:cubicBezTo>
                  <a:pt x="4337" y="21931"/>
                  <a:pt x="1803" y="20990"/>
                  <a:pt x="1" y="19252"/>
                </a:cubicBezTo>
                <a:lnTo>
                  <a:pt x="1" y="19252"/>
                </a:lnTo>
                <a:cubicBezTo>
                  <a:pt x="3943" y="24613"/>
                  <a:pt x="9785" y="26921"/>
                  <a:pt x="15554" y="26921"/>
                </a:cubicBezTo>
                <a:cubicBezTo>
                  <a:pt x="24064" y="26921"/>
                  <a:pt x="32416" y="21899"/>
                  <a:pt x="34276" y="14244"/>
                </a:cubicBezTo>
                <a:cubicBezTo>
                  <a:pt x="36715" y="14244"/>
                  <a:pt x="38049" y="13431"/>
                  <a:pt x="39024" y="12455"/>
                </a:cubicBezTo>
                <a:lnTo>
                  <a:pt x="39024" y="12455"/>
                </a:lnTo>
                <a:cubicBezTo>
                  <a:pt x="38637" y="12538"/>
                  <a:pt x="38195" y="12574"/>
                  <a:pt x="37736" y="12574"/>
                </a:cubicBezTo>
                <a:cubicBezTo>
                  <a:pt x="36575" y="12574"/>
                  <a:pt x="35306" y="12345"/>
                  <a:pt x="34537" y="12065"/>
                </a:cubicBezTo>
                <a:cubicBezTo>
                  <a:pt x="36715" y="11805"/>
                  <a:pt x="38211" y="10829"/>
                  <a:pt x="38732" y="9496"/>
                </a:cubicBezTo>
                <a:lnTo>
                  <a:pt x="38732" y="9496"/>
                </a:lnTo>
                <a:cubicBezTo>
                  <a:pt x="38222" y="9787"/>
                  <a:pt x="36737" y="10168"/>
                  <a:pt x="35462" y="10168"/>
                </a:cubicBezTo>
                <a:cubicBezTo>
                  <a:pt x="35026" y="10168"/>
                  <a:pt x="34616" y="10124"/>
                  <a:pt x="34276" y="10016"/>
                </a:cubicBezTo>
                <a:cubicBezTo>
                  <a:pt x="34146" y="9626"/>
                  <a:pt x="33984" y="9366"/>
                  <a:pt x="33984" y="9073"/>
                </a:cubicBezTo>
                <a:cubicBezTo>
                  <a:pt x="32954" y="5454"/>
                  <a:pt x="29680" y="2554"/>
                  <a:pt x="26171" y="2554"/>
                </a:cubicBezTo>
                <a:cubicBezTo>
                  <a:pt x="26022" y="2554"/>
                  <a:pt x="25873" y="2559"/>
                  <a:pt x="25724" y="2569"/>
                </a:cubicBezTo>
                <a:cubicBezTo>
                  <a:pt x="26016" y="2439"/>
                  <a:pt x="26277" y="2439"/>
                  <a:pt x="26667" y="2309"/>
                </a:cubicBezTo>
                <a:cubicBezTo>
                  <a:pt x="27090" y="2179"/>
                  <a:pt x="29398" y="1757"/>
                  <a:pt x="28976" y="944"/>
                </a:cubicBezTo>
                <a:cubicBezTo>
                  <a:pt x="28917" y="759"/>
                  <a:pt x="28724" y="687"/>
                  <a:pt x="28453" y="687"/>
                </a:cubicBezTo>
                <a:cubicBezTo>
                  <a:pt x="27531" y="687"/>
                  <a:pt x="25706" y="1526"/>
                  <a:pt x="25203" y="1626"/>
                </a:cubicBezTo>
                <a:cubicBezTo>
                  <a:pt x="26016" y="1366"/>
                  <a:pt x="27220" y="944"/>
                  <a:pt x="2735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2314" name="Google Shape;2314;p75"/>
          <p:cNvSpPr/>
          <p:nvPr/>
        </p:nvSpPr>
        <p:spPr>
          <a:xfrm>
            <a:off x="853801" y="3130546"/>
            <a:ext cx="86334" cy="185661"/>
          </a:xfrm>
          <a:custGeom>
            <a:avLst/>
            <a:gdLst/>
            <a:ahLst/>
            <a:cxnLst/>
            <a:rect l="l" t="t" r="r" b="b"/>
            <a:pathLst>
              <a:path w="18147" h="39025" extrusionOk="0">
                <a:moveTo>
                  <a:pt x="12195" y="1"/>
                </a:moveTo>
                <a:cubicBezTo>
                  <a:pt x="3805" y="1"/>
                  <a:pt x="3935" y="6635"/>
                  <a:pt x="3935" y="7578"/>
                </a:cubicBezTo>
                <a:lnTo>
                  <a:pt x="3935" y="12878"/>
                </a:lnTo>
                <a:lnTo>
                  <a:pt x="0" y="12878"/>
                </a:lnTo>
                <a:lnTo>
                  <a:pt x="0" y="19512"/>
                </a:lnTo>
                <a:lnTo>
                  <a:pt x="3935" y="19512"/>
                </a:lnTo>
                <a:lnTo>
                  <a:pt x="3935" y="39024"/>
                </a:lnTo>
                <a:lnTo>
                  <a:pt x="12065" y="39024"/>
                </a:lnTo>
                <a:lnTo>
                  <a:pt x="12065" y="19512"/>
                </a:lnTo>
                <a:lnTo>
                  <a:pt x="17496" y="19512"/>
                </a:lnTo>
                <a:cubicBezTo>
                  <a:pt x="17496" y="19512"/>
                  <a:pt x="18016" y="16390"/>
                  <a:pt x="18146" y="12878"/>
                </a:cubicBezTo>
                <a:lnTo>
                  <a:pt x="12065" y="12878"/>
                </a:lnTo>
                <a:lnTo>
                  <a:pt x="12065" y="8391"/>
                </a:lnTo>
                <a:cubicBezTo>
                  <a:pt x="12065" y="7740"/>
                  <a:pt x="12878" y="6765"/>
                  <a:pt x="13821" y="6765"/>
                </a:cubicBezTo>
                <a:lnTo>
                  <a:pt x="18146" y="6765"/>
                </a:lnTo>
                <a:lnTo>
                  <a:pt x="18146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grpSp>
        <p:nvGrpSpPr>
          <p:cNvPr id="2315" name="Google Shape;2315;p75"/>
          <p:cNvGrpSpPr/>
          <p:nvPr/>
        </p:nvGrpSpPr>
        <p:grpSpPr>
          <a:xfrm>
            <a:off x="4676874" y="1329001"/>
            <a:ext cx="3628999" cy="2848200"/>
            <a:chOff x="4331274" y="1329001"/>
            <a:chExt cx="3628999" cy="2848200"/>
          </a:xfrm>
        </p:grpSpPr>
        <p:grpSp>
          <p:nvGrpSpPr>
            <p:cNvPr id="2316" name="Google Shape;2316;p75"/>
            <p:cNvGrpSpPr/>
            <p:nvPr/>
          </p:nvGrpSpPr>
          <p:grpSpPr>
            <a:xfrm rot="5400000" flipH="1">
              <a:off x="5234996" y="2541645"/>
              <a:ext cx="801000" cy="801000"/>
              <a:chOff x="5372267" y="434783"/>
              <a:chExt cx="801000" cy="801000"/>
            </a:xfrm>
          </p:grpSpPr>
          <p:sp>
            <p:nvSpPr>
              <p:cNvPr id="2317" name="Google Shape;2317;p75"/>
              <p:cNvSpPr/>
              <p:nvPr/>
            </p:nvSpPr>
            <p:spPr>
              <a:xfrm>
                <a:off x="5372267" y="434783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dk1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Google Shape;2318;p75"/>
              <p:cNvSpPr/>
              <p:nvPr/>
            </p:nvSpPr>
            <p:spPr>
              <a:xfrm rot="10800000" flipH="1">
                <a:off x="5372267" y="434783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19" name="Google Shape;2319;p75"/>
            <p:cNvSpPr/>
            <p:nvPr/>
          </p:nvSpPr>
          <p:spPr>
            <a:xfrm rot="-430288" flipH="1">
              <a:off x="5768217" y="2126655"/>
              <a:ext cx="542144" cy="1716950"/>
            </a:xfrm>
            <a:custGeom>
              <a:avLst/>
              <a:gdLst/>
              <a:ahLst/>
              <a:cxnLst/>
              <a:rect l="l" t="t" r="r" b="b"/>
              <a:pathLst>
                <a:path w="28348" h="89777" extrusionOk="0">
                  <a:moveTo>
                    <a:pt x="22990" y="0"/>
                  </a:moveTo>
                  <a:cubicBezTo>
                    <a:pt x="20759" y="0"/>
                    <a:pt x="19253" y="2249"/>
                    <a:pt x="18933" y="4480"/>
                  </a:cubicBezTo>
                  <a:cubicBezTo>
                    <a:pt x="18764" y="5765"/>
                    <a:pt x="18764" y="7016"/>
                    <a:pt x="18764" y="8215"/>
                  </a:cubicBezTo>
                  <a:cubicBezTo>
                    <a:pt x="18764" y="10616"/>
                    <a:pt x="18764" y="12881"/>
                    <a:pt x="17445" y="15281"/>
                  </a:cubicBezTo>
                  <a:cubicBezTo>
                    <a:pt x="16634" y="16769"/>
                    <a:pt x="15535" y="18071"/>
                    <a:pt x="14453" y="19322"/>
                  </a:cubicBezTo>
                  <a:cubicBezTo>
                    <a:pt x="13693" y="20235"/>
                    <a:pt x="12881" y="21181"/>
                    <a:pt x="12221" y="22178"/>
                  </a:cubicBezTo>
                  <a:cubicBezTo>
                    <a:pt x="9839" y="25694"/>
                    <a:pt x="9010" y="30005"/>
                    <a:pt x="9805" y="34653"/>
                  </a:cubicBezTo>
                  <a:cubicBezTo>
                    <a:pt x="10515" y="38795"/>
                    <a:pt x="9433" y="42090"/>
                    <a:pt x="6052" y="46030"/>
                  </a:cubicBezTo>
                  <a:cubicBezTo>
                    <a:pt x="3077" y="49512"/>
                    <a:pt x="1" y="53096"/>
                    <a:pt x="964" y="58167"/>
                  </a:cubicBezTo>
                  <a:cubicBezTo>
                    <a:pt x="1302" y="59958"/>
                    <a:pt x="2131" y="61716"/>
                    <a:pt x="2924" y="63441"/>
                  </a:cubicBezTo>
                  <a:cubicBezTo>
                    <a:pt x="4311" y="66364"/>
                    <a:pt x="5714" y="69391"/>
                    <a:pt x="4885" y="72772"/>
                  </a:cubicBezTo>
                  <a:cubicBezTo>
                    <a:pt x="4599" y="73921"/>
                    <a:pt x="4040" y="74985"/>
                    <a:pt x="3517" y="75999"/>
                  </a:cubicBezTo>
                  <a:cubicBezTo>
                    <a:pt x="3246" y="76524"/>
                    <a:pt x="2958" y="77065"/>
                    <a:pt x="2722" y="77606"/>
                  </a:cubicBezTo>
                  <a:cubicBezTo>
                    <a:pt x="1741" y="79837"/>
                    <a:pt x="1471" y="82186"/>
                    <a:pt x="1978" y="84248"/>
                  </a:cubicBezTo>
                  <a:cubicBezTo>
                    <a:pt x="2367" y="85905"/>
                    <a:pt x="3314" y="87426"/>
                    <a:pt x="4565" y="88441"/>
                  </a:cubicBezTo>
                  <a:cubicBezTo>
                    <a:pt x="5020" y="88813"/>
                    <a:pt x="5494" y="89101"/>
                    <a:pt x="6001" y="89320"/>
                  </a:cubicBezTo>
                  <a:cubicBezTo>
                    <a:pt x="6677" y="89624"/>
                    <a:pt x="7472" y="89777"/>
                    <a:pt x="8401" y="89777"/>
                  </a:cubicBezTo>
                  <a:cubicBezTo>
                    <a:pt x="10768" y="89777"/>
                    <a:pt x="13727" y="88762"/>
                    <a:pt x="15552" y="87309"/>
                  </a:cubicBezTo>
                  <a:cubicBezTo>
                    <a:pt x="18527" y="84976"/>
                    <a:pt x="18392" y="81866"/>
                    <a:pt x="18239" y="78569"/>
                  </a:cubicBezTo>
                  <a:cubicBezTo>
                    <a:pt x="18122" y="75932"/>
                    <a:pt x="18003" y="73227"/>
                    <a:pt x="19456" y="70777"/>
                  </a:cubicBezTo>
                  <a:cubicBezTo>
                    <a:pt x="20099" y="69661"/>
                    <a:pt x="20910" y="68647"/>
                    <a:pt x="21671" y="67649"/>
                  </a:cubicBezTo>
                  <a:cubicBezTo>
                    <a:pt x="22972" y="65976"/>
                    <a:pt x="24207" y="64403"/>
                    <a:pt x="24832" y="62426"/>
                  </a:cubicBezTo>
                  <a:cubicBezTo>
                    <a:pt x="25796" y="59418"/>
                    <a:pt x="24967" y="56172"/>
                    <a:pt x="24122" y="53670"/>
                  </a:cubicBezTo>
                  <a:cubicBezTo>
                    <a:pt x="23885" y="52994"/>
                    <a:pt x="23632" y="52300"/>
                    <a:pt x="23396" y="51624"/>
                  </a:cubicBezTo>
                  <a:cubicBezTo>
                    <a:pt x="22600" y="49444"/>
                    <a:pt x="21789" y="47195"/>
                    <a:pt x="21536" y="44846"/>
                  </a:cubicBezTo>
                  <a:cubicBezTo>
                    <a:pt x="21282" y="42226"/>
                    <a:pt x="21773" y="40096"/>
                    <a:pt x="23057" y="38304"/>
                  </a:cubicBezTo>
                  <a:cubicBezTo>
                    <a:pt x="23396" y="37831"/>
                    <a:pt x="23767" y="37391"/>
                    <a:pt x="24122" y="36952"/>
                  </a:cubicBezTo>
                  <a:cubicBezTo>
                    <a:pt x="24680" y="36259"/>
                    <a:pt x="25271" y="35532"/>
                    <a:pt x="25728" y="34754"/>
                  </a:cubicBezTo>
                  <a:cubicBezTo>
                    <a:pt x="27638" y="31441"/>
                    <a:pt x="26826" y="28078"/>
                    <a:pt x="25947" y="24511"/>
                  </a:cubicBezTo>
                  <a:cubicBezTo>
                    <a:pt x="25187" y="21434"/>
                    <a:pt x="24410" y="18274"/>
                    <a:pt x="25508" y="15130"/>
                  </a:cubicBezTo>
                  <a:cubicBezTo>
                    <a:pt x="25812" y="14267"/>
                    <a:pt x="26218" y="13439"/>
                    <a:pt x="26623" y="12644"/>
                  </a:cubicBezTo>
                  <a:cubicBezTo>
                    <a:pt x="26860" y="12155"/>
                    <a:pt x="27097" y="11647"/>
                    <a:pt x="27317" y="11157"/>
                  </a:cubicBezTo>
                  <a:cubicBezTo>
                    <a:pt x="28162" y="9213"/>
                    <a:pt x="28348" y="6745"/>
                    <a:pt x="27790" y="4530"/>
                  </a:cubicBezTo>
                  <a:cubicBezTo>
                    <a:pt x="27317" y="2637"/>
                    <a:pt x="26150" y="1082"/>
                    <a:pt x="24663" y="390"/>
                  </a:cubicBezTo>
                  <a:cubicBezTo>
                    <a:pt x="24105" y="135"/>
                    <a:pt x="23531" y="0"/>
                    <a:pt x="229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20" name="Google Shape;2320;p75"/>
            <p:cNvGrpSpPr/>
            <p:nvPr/>
          </p:nvGrpSpPr>
          <p:grpSpPr>
            <a:xfrm flipH="1">
              <a:off x="5061739" y="1452317"/>
              <a:ext cx="627083" cy="436814"/>
              <a:chOff x="5779976" y="1418876"/>
              <a:chExt cx="421200" cy="293400"/>
            </a:xfrm>
          </p:grpSpPr>
          <p:sp>
            <p:nvSpPr>
              <p:cNvPr id="2321" name="Google Shape;2321;p75"/>
              <p:cNvSpPr/>
              <p:nvPr/>
            </p:nvSpPr>
            <p:spPr>
              <a:xfrm>
                <a:off x="5779976" y="1418876"/>
                <a:ext cx="421200" cy="293400"/>
              </a:xfrm>
              <a:prstGeom prst="wedgeRoundRectCallout">
                <a:avLst>
                  <a:gd name="adj1" fmla="val -17374"/>
                  <a:gd name="adj2" fmla="val 73101"/>
                  <a:gd name="adj3" fmla="val 0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1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Google Shape;2322;p75"/>
              <p:cNvSpPr/>
              <p:nvPr/>
            </p:nvSpPr>
            <p:spPr>
              <a:xfrm>
                <a:off x="5908478" y="1501513"/>
                <a:ext cx="157557" cy="139114"/>
              </a:xfrm>
              <a:custGeom>
                <a:avLst/>
                <a:gdLst/>
                <a:ahLst/>
                <a:cxnLst/>
                <a:rect l="l" t="t" r="r" b="b"/>
                <a:pathLst>
                  <a:path w="19273" h="17017" extrusionOk="0">
                    <a:moveTo>
                      <a:pt x="5119" y="1"/>
                    </a:moveTo>
                    <a:cubicBezTo>
                      <a:pt x="2198" y="1"/>
                      <a:pt x="0" y="2389"/>
                      <a:pt x="0" y="5554"/>
                    </a:cubicBezTo>
                    <a:cubicBezTo>
                      <a:pt x="0" y="8974"/>
                      <a:pt x="2744" y="11311"/>
                      <a:pt x="6902" y="14855"/>
                    </a:cubicBezTo>
                    <a:cubicBezTo>
                      <a:pt x="7607" y="15458"/>
                      <a:pt x="8408" y="16138"/>
                      <a:pt x="9239" y="16867"/>
                    </a:cubicBezTo>
                    <a:cubicBezTo>
                      <a:pt x="9352" y="16966"/>
                      <a:pt x="9493" y="17016"/>
                      <a:pt x="9635" y="17016"/>
                    </a:cubicBezTo>
                    <a:cubicBezTo>
                      <a:pt x="9776" y="17016"/>
                      <a:pt x="9918" y="16966"/>
                      <a:pt x="10031" y="16867"/>
                    </a:cubicBezTo>
                    <a:cubicBezTo>
                      <a:pt x="10862" y="16138"/>
                      <a:pt x="11663" y="15458"/>
                      <a:pt x="12370" y="14855"/>
                    </a:cubicBezTo>
                    <a:cubicBezTo>
                      <a:pt x="16526" y="11314"/>
                      <a:pt x="19272" y="8974"/>
                      <a:pt x="19272" y="5554"/>
                    </a:cubicBezTo>
                    <a:cubicBezTo>
                      <a:pt x="19272" y="2389"/>
                      <a:pt x="17071" y="1"/>
                      <a:pt x="14153" y="1"/>
                    </a:cubicBezTo>
                    <a:cubicBezTo>
                      <a:pt x="13105" y="1"/>
                      <a:pt x="12148" y="332"/>
                      <a:pt x="11301" y="986"/>
                    </a:cubicBezTo>
                    <a:cubicBezTo>
                      <a:pt x="10491" y="1612"/>
                      <a:pt x="9952" y="2410"/>
                      <a:pt x="9636" y="2991"/>
                    </a:cubicBezTo>
                    <a:cubicBezTo>
                      <a:pt x="9317" y="2410"/>
                      <a:pt x="8778" y="1612"/>
                      <a:pt x="7968" y="986"/>
                    </a:cubicBezTo>
                    <a:cubicBezTo>
                      <a:pt x="7122" y="332"/>
                      <a:pt x="6164" y="1"/>
                      <a:pt x="51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8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5D74"/>
                  </a:solidFill>
                </a:endParaRPr>
              </a:p>
            </p:txBody>
          </p:sp>
        </p:grpSp>
        <p:sp>
          <p:nvSpPr>
            <p:cNvPr id="2323" name="Google Shape;2323;p75"/>
            <p:cNvSpPr/>
            <p:nvPr/>
          </p:nvSpPr>
          <p:spPr>
            <a:xfrm>
              <a:off x="6282673" y="1329001"/>
              <a:ext cx="1677600" cy="2848200"/>
            </a:xfrm>
            <a:prstGeom prst="roundRect">
              <a:avLst>
                <a:gd name="adj" fmla="val 10049"/>
              </a:avLst>
            </a:pr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6000"/>
                </a:schemeClr>
              </a:outerShdw>
              <a:reflection stA="7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75"/>
            <p:cNvSpPr/>
            <p:nvPr/>
          </p:nvSpPr>
          <p:spPr>
            <a:xfrm>
              <a:off x="6331650" y="1860175"/>
              <a:ext cx="1577700" cy="2260500"/>
            </a:xfrm>
            <a:prstGeom prst="roundRect">
              <a:avLst>
                <a:gd name="adj" fmla="val 3424"/>
              </a:avLst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6000"/>
                </a:schemeClr>
              </a:outerShdw>
              <a:reflection stA="7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75"/>
            <p:cNvSpPr/>
            <p:nvPr/>
          </p:nvSpPr>
          <p:spPr>
            <a:xfrm>
              <a:off x="6474026" y="1445487"/>
              <a:ext cx="71135" cy="71135"/>
            </a:xfrm>
            <a:custGeom>
              <a:avLst/>
              <a:gdLst/>
              <a:ahLst/>
              <a:cxnLst/>
              <a:rect l="l" t="t" r="r" b="b"/>
              <a:pathLst>
                <a:path w="3655" h="3655" extrusionOk="0">
                  <a:moveTo>
                    <a:pt x="1838" y="1"/>
                  </a:moveTo>
                  <a:cubicBezTo>
                    <a:pt x="822" y="1"/>
                    <a:pt x="1" y="822"/>
                    <a:pt x="1" y="1838"/>
                  </a:cubicBezTo>
                  <a:cubicBezTo>
                    <a:pt x="1" y="2834"/>
                    <a:pt x="822" y="3655"/>
                    <a:pt x="1838" y="3655"/>
                  </a:cubicBezTo>
                  <a:cubicBezTo>
                    <a:pt x="2834" y="3655"/>
                    <a:pt x="3655" y="2834"/>
                    <a:pt x="3655" y="1838"/>
                  </a:cubicBezTo>
                  <a:cubicBezTo>
                    <a:pt x="3655" y="822"/>
                    <a:pt x="2834" y="1"/>
                    <a:pt x="18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75"/>
            <p:cNvSpPr/>
            <p:nvPr/>
          </p:nvSpPr>
          <p:spPr>
            <a:xfrm>
              <a:off x="6615915" y="1445487"/>
              <a:ext cx="71174" cy="71135"/>
            </a:xfrm>
            <a:custGeom>
              <a:avLst/>
              <a:gdLst/>
              <a:ahLst/>
              <a:cxnLst/>
              <a:rect l="l" t="t" r="r" b="b"/>
              <a:pathLst>
                <a:path w="3657" h="3655" extrusionOk="0">
                  <a:moveTo>
                    <a:pt x="1838" y="1"/>
                  </a:moveTo>
                  <a:cubicBezTo>
                    <a:pt x="821" y="1"/>
                    <a:pt x="0" y="822"/>
                    <a:pt x="0" y="1838"/>
                  </a:cubicBezTo>
                  <a:cubicBezTo>
                    <a:pt x="0" y="2834"/>
                    <a:pt x="821" y="3655"/>
                    <a:pt x="1838" y="3655"/>
                  </a:cubicBezTo>
                  <a:cubicBezTo>
                    <a:pt x="2835" y="3655"/>
                    <a:pt x="3656" y="2834"/>
                    <a:pt x="3656" y="1838"/>
                  </a:cubicBezTo>
                  <a:cubicBezTo>
                    <a:pt x="3656" y="822"/>
                    <a:pt x="2835" y="1"/>
                    <a:pt x="183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75"/>
            <p:cNvSpPr/>
            <p:nvPr/>
          </p:nvSpPr>
          <p:spPr>
            <a:xfrm>
              <a:off x="6757823" y="1445487"/>
              <a:ext cx="71155" cy="71135"/>
            </a:xfrm>
            <a:custGeom>
              <a:avLst/>
              <a:gdLst/>
              <a:ahLst/>
              <a:cxnLst/>
              <a:rect l="l" t="t" r="r" b="b"/>
              <a:pathLst>
                <a:path w="3656" h="3655" extrusionOk="0">
                  <a:moveTo>
                    <a:pt x="1838" y="1"/>
                  </a:moveTo>
                  <a:cubicBezTo>
                    <a:pt x="822" y="1"/>
                    <a:pt x="1" y="822"/>
                    <a:pt x="1" y="1838"/>
                  </a:cubicBezTo>
                  <a:cubicBezTo>
                    <a:pt x="1" y="2834"/>
                    <a:pt x="822" y="3655"/>
                    <a:pt x="1838" y="3655"/>
                  </a:cubicBezTo>
                  <a:cubicBezTo>
                    <a:pt x="2834" y="3655"/>
                    <a:pt x="3655" y="2834"/>
                    <a:pt x="3655" y="1838"/>
                  </a:cubicBezTo>
                  <a:cubicBezTo>
                    <a:pt x="3655" y="822"/>
                    <a:pt x="2834" y="1"/>
                    <a:pt x="18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75"/>
            <p:cNvSpPr/>
            <p:nvPr/>
          </p:nvSpPr>
          <p:spPr>
            <a:xfrm>
              <a:off x="6432549" y="1666144"/>
              <a:ext cx="721670" cy="44511"/>
            </a:xfrm>
            <a:custGeom>
              <a:avLst/>
              <a:gdLst/>
              <a:ahLst/>
              <a:cxnLst/>
              <a:rect l="l" t="t" r="r" b="b"/>
              <a:pathLst>
                <a:path w="37080" h="2287" extrusionOk="0">
                  <a:moveTo>
                    <a:pt x="1154" y="0"/>
                  </a:moveTo>
                  <a:cubicBezTo>
                    <a:pt x="529" y="0"/>
                    <a:pt x="0" y="508"/>
                    <a:pt x="0" y="1134"/>
                  </a:cubicBezTo>
                  <a:cubicBezTo>
                    <a:pt x="0" y="1778"/>
                    <a:pt x="529" y="2286"/>
                    <a:pt x="1154" y="2286"/>
                  </a:cubicBezTo>
                  <a:lnTo>
                    <a:pt x="35925" y="2286"/>
                  </a:lnTo>
                  <a:cubicBezTo>
                    <a:pt x="36551" y="2286"/>
                    <a:pt x="37079" y="1778"/>
                    <a:pt x="37079" y="1134"/>
                  </a:cubicBezTo>
                  <a:cubicBezTo>
                    <a:pt x="37079" y="508"/>
                    <a:pt x="36551" y="0"/>
                    <a:pt x="359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75"/>
            <p:cNvSpPr/>
            <p:nvPr/>
          </p:nvSpPr>
          <p:spPr>
            <a:xfrm>
              <a:off x="6068484" y="2157656"/>
              <a:ext cx="1677629" cy="1677220"/>
            </a:xfrm>
            <a:custGeom>
              <a:avLst/>
              <a:gdLst/>
              <a:ahLst/>
              <a:cxnLst/>
              <a:rect l="l" t="t" r="r" b="b"/>
              <a:pathLst>
                <a:path w="86198" h="86177" extrusionOk="0">
                  <a:moveTo>
                    <a:pt x="1583" y="0"/>
                  </a:moveTo>
                  <a:cubicBezTo>
                    <a:pt x="705" y="0"/>
                    <a:pt x="1" y="704"/>
                    <a:pt x="1" y="1564"/>
                  </a:cubicBezTo>
                  <a:lnTo>
                    <a:pt x="1" y="84594"/>
                  </a:lnTo>
                  <a:cubicBezTo>
                    <a:pt x="1" y="85473"/>
                    <a:pt x="705" y="86177"/>
                    <a:pt x="1583" y="86177"/>
                  </a:cubicBezTo>
                  <a:lnTo>
                    <a:pt x="84614" y="86177"/>
                  </a:lnTo>
                  <a:cubicBezTo>
                    <a:pt x="85494" y="86177"/>
                    <a:pt x="86198" y="85473"/>
                    <a:pt x="86198" y="84594"/>
                  </a:cubicBezTo>
                  <a:lnTo>
                    <a:pt x="86198" y="1564"/>
                  </a:lnTo>
                  <a:cubicBezTo>
                    <a:pt x="86198" y="704"/>
                    <a:pt x="85494" y="0"/>
                    <a:pt x="846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75"/>
            <p:cNvSpPr/>
            <p:nvPr/>
          </p:nvSpPr>
          <p:spPr>
            <a:xfrm>
              <a:off x="6098536" y="3037212"/>
              <a:ext cx="1617509" cy="768049"/>
            </a:xfrm>
            <a:custGeom>
              <a:avLst/>
              <a:gdLst/>
              <a:ahLst/>
              <a:cxnLst/>
              <a:rect l="l" t="t" r="r" b="b"/>
              <a:pathLst>
                <a:path w="83109" h="39463" extrusionOk="0">
                  <a:moveTo>
                    <a:pt x="83070" y="0"/>
                  </a:moveTo>
                  <a:lnTo>
                    <a:pt x="0" y="19"/>
                  </a:lnTo>
                  <a:lnTo>
                    <a:pt x="39" y="39462"/>
                  </a:lnTo>
                  <a:lnTo>
                    <a:pt x="83070" y="39462"/>
                  </a:lnTo>
                  <a:lnTo>
                    <a:pt x="83109" y="39443"/>
                  </a:lnTo>
                  <a:lnTo>
                    <a:pt x="8307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75"/>
            <p:cNvSpPr/>
            <p:nvPr/>
          </p:nvSpPr>
          <p:spPr>
            <a:xfrm>
              <a:off x="6098536" y="2187318"/>
              <a:ext cx="1616750" cy="849869"/>
            </a:xfrm>
            <a:custGeom>
              <a:avLst/>
              <a:gdLst/>
              <a:ahLst/>
              <a:cxnLst/>
              <a:rect l="l" t="t" r="r" b="b"/>
              <a:pathLst>
                <a:path w="83070" h="43667" extrusionOk="0">
                  <a:moveTo>
                    <a:pt x="83070" y="1"/>
                  </a:moveTo>
                  <a:lnTo>
                    <a:pt x="0" y="40"/>
                  </a:lnTo>
                  <a:lnTo>
                    <a:pt x="39" y="43666"/>
                  </a:lnTo>
                  <a:lnTo>
                    <a:pt x="83070" y="43666"/>
                  </a:lnTo>
                  <a:lnTo>
                    <a:pt x="8307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75"/>
            <p:cNvSpPr/>
            <p:nvPr/>
          </p:nvSpPr>
          <p:spPr>
            <a:xfrm>
              <a:off x="6818296" y="2384386"/>
              <a:ext cx="323000" cy="448903"/>
            </a:xfrm>
            <a:custGeom>
              <a:avLst/>
              <a:gdLst/>
              <a:ahLst/>
              <a:cxnLst/>
              <a:rect l="l" t="t" r="r" b="b"/>
              <a:pathLst>
                <a:path w="16596" h="23065" extrusionOk="0">
                  <a:moveTo>
                    <a:pt x="6862" y="1"/>
                  </a:moveTo>
                  <a:cubicBezTo>
                    <a:pt x="6198" y="1"/>
                    <a:pt x="5650" y="548"/>
                    <a:pt x="5650" y="1231"/>
                  </a:cubicBezTo>
                  <a:lnTo>
                    <a:pt x="5650" y="3402"/>
                  </a:lnTo>
                  <a:lnTo>
                    <a:pt x="157" y="10574"/>
                  </a:lnTo>
                  <a:cubicBezTo>
                    <a:pt x="40" y="10712"/>
                    <a:pt x="1" y="10868"/>
                    <a:pt x="1" y="11024"/>
                  </a:cubicBezTo>
                  <a:lnTo>
                    <a:pt x="1" y="22322"/>
                  </a:lnTo>
                  <a:cubicBezTo>
                    <a:pt x="1" y="22731"/>
                    <a:pt x="334" y="23065"/>
                    <a:pt x="744" y="23065"/>
                  </a:cubicBezTo>
                  <a:lnTo>
                    <a:pt x="13430" y="23065"/>
                  </a:lnTo>
                  <a:cubicBezTo>
                    <a:pt x="14329" y="23065"/>
                    <a:pt x="15051" y="22341"/>
                    <a:pt x="15051" y="21441"/>
                  </a:cubicBezTo>
                  <a:cubicBezTo>
                    <a:pt x="15051" y="20542"/>
                    <a:pt x="14329" y="19820"/>
                    <a:pt x="13430" y="19820"/>
                  </a:cubicBezTo>
                  <a:lnTo>
                    <a:pt x="14035" y="19820"/>
                  </a:lnTo>
                  <a:cubicBezTo>
                    <a:pt x="15012" y="19820"/>
                    <a:pt x="15794" y="19018"/>
                    <a:pt x="15794" y="18040"/>
                  </a:cubicBezTo>
                  <a:cubicBezTo>
                    <a:pt x="15794" y="17084"/>
                    <a:pt x="15012" y="16281"/>
                    <a:pt x="14035" y="16281"/>
                  </a:cubicBezTo>
                  <a:lnTo>
                    <a:pt x="14368" y="16281"/>
                  </a:lnTo>
                  <a:cubicBezTo>
                    <a:pt x="15384" y="16281"/>
                    <a:pt x="16205" y="15460"/>
                    <a:pt x="16205" y="14444"/>
                  </a:cubicBezTo>
                  <a:cubicBezTo>
                    <a:pt x="16205" y="13428"/>
                    <a:pt x="15384" y="12607"/>
                    <a:pt x="14368" y="12607"/>
                  </a:cubicBezTo>
                  <a:lnTo>
                    <a:pt x="14681" y="12607"/>
                  </a:lnTo>
                  <a:cubicBezTo>
                    <a:pt x="15736" y="12607"/>
                    <a:pt x="16596" y="11747"/>
                    <a:pt x="16596" y="10691"/>
                  </a:cubicBezTo>
                  <a:cubicBezTo>
                    <a:pt x="16596" y="9636"/>
                    <a:pt x="15736" y="8776"/>
                    <a:pt x="14681" y="8776"/>
                  </a:cubicBezTo>
                  <a:lnTo>
                    <a:pt x="7819" y="8776"/>
                  </a:lnTo>
                  <a:cubicBezTo>
                    <a:pt x="8836" y="7193"/>
                    <a:pt x="9383" y="5336"/>
                    <a:pt x="9383" y="3459"/>
                  </a:cubicBezTo>
                  <a:lnTo>
                    <a:pt x="9383" y="2521"/>
                  </a:lnTo>
                  <a:cubicBezTo>
                    <a:pt x="9383" y="1134"/>
                    <a:pt x="8249" y="1"/>
                    <a:pt x="68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75"/>
            <p:cNvSpPr/>
            <p:nvPr/>
          </p:nvSpPr>
          <p:spPr>
            <a:xfrm>
              <a:off x="6673371" y="2579936"/>
              <a:ext cx="122516" cy="289874"/>
            </a:xfrm>
            <a:custGeom>
              <a:avLst/>
              <a:gdLst/>
              <a:ahLst/>
              <a:cxnLst/>
              <a:rect l="l" t="t" r="r" b="b"/>
              <a:pathLst>
                <a:path w="6295" h="14894" extrusionOk="0">
                  <a:moveTo>
                    <a:pt x="997" y="0"/>
                  </a:moveTo>
                  <a:cubicBezTo>
                    <a:pt x="449" y="0"/>
                    <a:pt x="1" y="430"/>
                    <a:pt x="1" y="977"/>
                  </a:cubicBezTo>
                  <a:lnTo>
                    <a:pt x="1" y="13896"/>
                  </a:lnTo>
                  <a:cubicBezTo>
                    <a:pt x="1" y="14444"/>
                    <a:pt x="449" y="14894"/>
                    <a:pt x="997" y="14894"/>
                  </a:cubicBezTo>
                  <a:lnTo>
                    <a:pt x="5297" y="14894"/>
                  </a:lnTo>
                  <a:cubicBezTo>
                    <a:pt x="5844" y="14894"/>
                    <a:pt x="6294" y="14444"/>
                    <a:pt x="6294" y="13896"/>
                  </a:cubicBezTo>
                  <a:lnTo>
                    <a:pt x="6294" y="977"/>
                  </a:lnTo>
                  <a:cubicBezTo>
                    <a:pt x="6294" y="430"/>
                    <a:pt x="5844" y="0"/>
                    <a:pt x="52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75"/>
            <p:cNvSpPr/>
            <p:nvPr/>
          </p:nvSpPr>
          <p:spPr>
            <a:xfrm>
              <a:off x="6432938" y="3180249"/>
              <a:ext cx="101575" cy="101575"/>
            </a:xfrm>
            <a:custGeom>
              <a:avLst/>
              <a:gdLst/>
              <a:ahLst/>
              <a:cxnLst/>
              <a:rect l="l" t="t" r="r" b="b"/>
              <a:pathLst>
                <a:path w="5219" h="5219" extrusionOk="0">
                  <a:moveTo>
                    <a:pt x="2600" y="0"/>
                  </a:moveTo>
                  <a:cubicBezTo>
                    <a:pt x="1173" y="0"/>
                    <a:pt x="1" y="1173"/>
                    <a:pt x="1" y="2619"/>
                  </a:cubicBezTo>
                  <a:cubicBezTo>
                    <a:pt x="1" y="4066"/>
                    <a:pt x="1173" y="5218"/>
                    <a:pt x="2600" y="5218"/>
                  </a:cubicBezTo>
                  <a:cubicBezTo>
                    <a:pt x="4046" y="5218"/>
                    <a:pt x="5219" y="4066"/>
                    <a:pt x="5219" y="2619"/>
                  </a:cubicBezTo>
                  <a:cubicBezTo>
                    <a:pt x="5219" y="1173"/>
                    <a:pt x="4046" y="0"/>
                    <a:pt x="26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75"/>
            <p:cNvSpPr/>
            <p:nvPr/>
          </p:nvSpPr>
          <p:spPr>
            <a:xfrm>
              <a:off x="6432938" y="3370466"/>
              <a:ext cx="101575" cy="101575"/>
            </a:xfrm>
            <a:custGeom>
              <a:avLst/>
              <a:gdLst/>
              <a:ahLst/>
              <a:cxnLst/>
              <a:rect l="l" t="t" r="r" b="b"/>
              <a:pathLst>
                <a:path w="5219" h="5219" extrusionOk="0">
                  <a:moveTo>
                    <a:pt x="2600" y="0"/>
                  </a:moveTo>
                  <a:cubicBezTo>
                    <a:pt x="1173" y="0"/>
                    <a:pt x="1" y="1173"/>
                    <a:pt x="1" y="2619"/>
                  </a:cubicBezTo>
                  <a:cubicBezTo>
                    <a:pt x="1" y="4045"/>
                    <a:pt x="1173" y="5218"/>
                    <a:pt x="2600" y="5218"/>
                  </a:cubicBezTo>
                  <a:cubicBezTo>
                    <a:pt x="4046" y="5218"/>
                    <a:pt x="5219" y="4045"/>
                    <a:pt x="5219" y="2619"/>
                  </a:cubicBezTo>
                  <a:cubicBezTo>
                    <a:pt x="5219" y="1173"/>
                    <a:pt x="4046" y="0"/>
                    <a:pt x="26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36" name="Google Shape;2336;p75"/>
            <p:cNvGrpSpPr/>
            <p:nvPr/>
          </p:nvGrpSpPr>
          <p:grpSpPr>
            <a:xfrm>
              <a:off x="6647232" y="3130557"/>
              <a:ext cx="948437" cy="402155"/>
              <a:chOff x="5806369" y="3534407"/>
              <a:chExt cx="948437" cy="402155"/>
            </a:xfrm>
          </p:grpSpPr>
          <p:sp>
            <p:nvSpPr>
              <p:cNvPr id="2337" name="Google Shape;2337;p75"/>
              <p:cNvSpPr/>
              <p:nvPr/>
            </p:nvSpPr>
            <p:spPr>
              <a:xfrm>
                <a:off x="6432938" y="3560663"/>
                <a:ext cx="101580" cy="101580"/>
              </a:xfrm>
              <a:custGeom>
                <a:avLst/>
                <a:gdLst/>
                <a:ahLst/>
                <a:cxnLst/>
                <a:rect l="l" t="t" r="r" b="b"/>
                <a:pathLst>
                  <a:path w="5219" h="5219" extrusionOk="0">
                    <a:moveTo>
                      <a:pt x="2600" y="1"/>
                    </a:moveTo>
                    <a:cubicBezTo>
                      <a:pt x="1173" y="1"/>
                      <a:pt x="1" y="1153"/>
                      <a:pt x="1" y="2600"/>
                    </a:cubicBezTo>
                    <a:cubicBezTo>
                      <a:pt x="1" y="4046"/>
                      <a:pt x="1173" y="5219"/>
                      <a:pt x="2600" y="5219"/>
                    </a:cubicBezTo>
                    <a:cubicBezTo>
                      <a:pt x="4046" y="5219"/>
                      <a:pt x="5219" y="4046"/>
                      <a:pt x="5219" y="2600"/>
                    </a:cubicBezTo>
                    <a:cubicBezTo>
                      <a:pt x="5219" y="1153"/>
                      <a:pt x="4046" y="1"/>
                      <a:pt x="2600" y="1"/>
                    </a:cubicBezTo>
                    <a:close/>
                  </a:path>
                </a:pathLst>
              </a:custGeom>
              <a:solidFill>
                <a:srgbClr val="C7A2FF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Google Shape;2338;p75"/>
              <p:cNvSpPr/>
              <p:nvPr/>
            </p:nvSpPr>
            <p:spPr>
              <a:xfrm>
                <a:off x="5806369" y="3653504"/>
                <a:ext cx="948437" cy="283058"/>
              </a:xfrm>
              <a:custGeom>
                <a:avLst/>
                <a:gdLst/>
                <a:ahLst/>
                <a:cxnLst/>
                <a:rect l="l" t="t" r="r" b="b"/>
                <a:pathLst>
                  <a:path w="48729" h="14543" extrusionOk="0">
                    <a:moveTo>
                      <a:pt x="0" y="0"/>
                    </a:moveTo>
                    <a:lnTo>
                      <a:pt x="0" y="11688"/>
                    </a:lnTo>
                    <a:cubicBezTo>
                      <a:pt x="0" y="13271"/>
                      <a:pt x="1271" y="14542"/>
                      <a:pt x="2854" y="14542"/>
                    </a:cubicBezTo>
                    <a:lnTo>
                      <a:pt x="45875" y="14542"/>
                    </a:lnTo>
                    <a:cubicBezTo>
                      <a:pt x="47438" y="14542"/>
                      <a:pt x="48728" y="13271"/>
                      <a:pt x="48728" y="11688"/>
                    </a:cubicBezTo>
                    <a:lnTo>
                      <a:pt x="4872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Google Shape;2339;p75"/>
              <p:cNvSpPr/>
              <p:nvPr/>
            </p:nvSpPr>
            <p:spPr>
              <a:xfrm>
                <a:off x="5806369" y="3534407"/>
                <a:ext cx="948437" cy="119117"/>
              </a:xfrm>
              <a:custGeom>
                <a:avLst/>
                <a:gdLst/>
                <a:ahLst/>
                <a:cxnLst/>
                <a:rect l="l" t="t" r="r" b="b"/>
                <a:pathLst>
                  <a:path w="48729" h="6120" extrusionOk="0">
                    <a:moveTo>
                      <a:pt x="2854" y="1"/>
                    </a:moveTo>
                    <a:cubicBezTo>
                      <a:pt x="1271" y="1"/>
                      <a:pt x="0" y="1291"/>
                      <a:pt x="0" y="2854"/>
                    </a:cubicBezTo>
                    <a:lnTo>
                      <a:pt x="0" y="6119"/>
                    </a:lnTo>
                    <a:lnTo>
                      <a:pt x="48728" y="6119"/>
                    </a:lnTo>
                    <a:lnTo>
                      <a:pt x="48728" y="2854"/>
                    </a:lnTo>
                    <a:cubicBezTo>
                      <a:pt x="48728" y="1291"/>
                      <a:pt x="47438" y="1"/>
                      <a:pt x="4587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Google Shape;2340;p75"/>
              <p:cNvSpPr/>
              <p:nvPr/>
            </p:nvSpPr>
            <p:spPr>
              <a:xfrm>
                <a:off x="5961201" y="3572847"/>
                <a:ext cx="37681" cy="37662"/>
              </a:xfrm>
              <a:custGeom>
                <a:avLst/>
                <a:gdLst/>
                <a:ahLst/>
                <a:cxnLst/>
                <a:rect l="l" t="t" r="r" b="b"/>
                <a:pathLst>
                  <a:path w="1936" h="1935" extrusionOk="0">
                    <a:moveTo>
                      <a:pt x="978" y="0"/>
                    </a:moveTo>
                    <a:cubicBezTo>
                      <a:pt x="431" y="0"/>
                      <a:pt x="1" y="430"/>
                      <a:pt x="1" y="978"/>
                    </a:cubicBezTo>
                    <a:cubicBezTo>
                      <a:pt x="1" y="1505"/>
                      <a:pt x="431" y="1935"/>
                      <a:pt x="978" y="1935"/>
                    </a:cubicBezTo>
                    <a:cubicBezTo>
                      <a:pt x="1505" y="1935"/>
                      <a:pt x="1935" y="1505"/>
                      <a:pt x="1935" y="978"/>
                    </a:cubicBezTo>
                    <a:cubicBezTo>
                      <a:pt x="1935" y="430"/>
                      <a:pt x="1505" y="0"/>
                      <a:pt x="9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Google Shape;2341;p75"/>
              <p:cNvSpPr/>
              <p:nvPr/>
            </p:nvSpPr>
            <p:spPr>
              <a:xfrm>
                <a:off x="6043376" y="3572847"/>
                <a:ext cx="37681" cy="37662"/>
              </a:xfrm>
              <a:custGeom>
                <a:avLst/>
                <a:gdLst/>
                <a:ahLst/>
                <a:cxnLst/>
                <a:rect l="l" t="t" r="r" b="b"/>
                <a:pathLst>
                  <a:path w="1936" h="1935" extrusionOk="0">
                    <a:moveTo>
                      <a:pt x="958" y="0"/>
                    </a:moveTo>
                    <a:cubicBezTo>
                      <a:pt x="431" y="0"/>
                      <a:pt x="1" y="430"/>
                      <a:pt x="1" y="978"/>
                    </a:cubicBezTo>
                    <a:cubicBezTo>
                      <a:pt x="1" y="1505"/>
                      <a:pt x="431" y="1935"/>
                      <a:pt x="958" y="1935"/>
                    </a:cubicBezTo>
                    <a:cubicBezTo>
                      <a:pt x="1505" y="1935"/>
                      <a:pt x="1935" y="1505"/>
                      <a:pt x="1935" y="978"/>
                    </a:cubicBezTo>
                    <a:cubicBezTo>
                      <a:pt x="1935" y="430"/>
                      <a:pt x="1505" y="0"/>
                      <a:pt x="95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Google Shape;2342;p75"/>
              <p:cNvSpPr/>
              <p:nvPr/>
            </p:nvSpPr>
            <p:spPr>
              <a:xfrm>
                <a:off x="5907949" y="3721217"/>
                <a:ext cx="145353" cy="144945"/>
              </a:xfrm>
              <a:custGeom>
                <a:avLst/>
                <a:gdLst/>
                <a:ahLst/>
                <a:cxnLst/>
                <a:rect l="l" t="t" r="r" b="b"/>
                <a:pathLst>
                  <a:path w="7468" h="7447" extrusionOk="0">
                    <a:moveTo>
                      <a:pt x="3733" y="0"/>
                    </a:moveTo>
                    <a:cubicBezTo>
                      <a:pt x="1681" y="0"/>
                      <a:pt x="1" y="1661"/>
                      <a:pt x="1" y="3714"/>
                    </a:cubicBezTo>
                    <a:cubicBezTo>
                      <a:pt x="1" y="5786"/>
                      <a:pt x="1681" y="7446"/>
                      <a:pt x="3733" y="7446"/>
                    </a:cubicBezTo>
                    <a:cubicBezTo>
                      <a:pt x="5805" y="7446"/>
                      <a:pt x="7467" y="5786"/>
                      <a:pt x="7467" y="3714"/>
                    </a:cubicBezTo>
                    <a:cubicBezTo>
                      <a:pt x="7467" y="1661"/>
                      <a:pt x="5805" y="0"/>
                      <a:pt x="37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Google Shape;2343;p75"/>
              <p:cNvSpPr/>
              <p:nvPr/>
            </p:nvSpPr>
            <p:spPr>
              <a:xfrm>
                <a:off x="6116793" y="3740233"/>
                <a:ext cx="510197" cy="33497"/>
              </a:xfrm>
              <a:custGeom>
                <a:avLst/>
                <a:gdLst/>
                <a:ahLst/>
                <a:cxnLst/>
                <a:rect l="l" t="t" r="r" b="b"/>
                <a:pathLst>
                  <a:path w="26213" h="1721" extrusionOk="0">
                    <a:moveTo>
                      <a:pt x="803" y="1"/>
                    </a:moveTo>
                    <a:cubicBezTo>
                      <a:pt x="352" y="1"/>
                      <a:pt x="0" y="352"/>
                      <a:pt x="0" y="801"/>
                    </a:cubicBezTo>
                    <a:lnTo>
                      <a:pt x="0" y="918"/>
                    </a:lnTo>
                    <a:cubicBezTo>
                      <a:pt x="0" y="1369"/>
                      <a:pt x="352" y="1721"/>
                      <a:pt x="803" y="1721"/>
                    </a:cubicBezTo>
                    <a:lnTo>
                      <a:pt x="25410" y="1721"/>
                    </a:lnTo>
                    <a:cubicBezTo>
                      <a:pt x="25840" y="1721"/>
                      <a:pt x="26212" y="1369"/>
                      <a:pt x="26212" y="918"/>
                    </a:cubicBezTo>
                    <a:lnTo>
                      <a:pt x="26212" y="801"/>
                    </a:lnTo>
                    <a:cubicBezTo>
                      <a:pt x="26212" y="352"/>
                      <a:pt x="25840" y="1"/>
                      <a:pt x="2541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Google Shape;2344;p75"/>
              <p:cNvSpPr/>
              <p:nvPr/>
            </p:nvSpPr>
            <p:spPr>
              <a:xfrm>
                <a:off x="6116793" y="3823926"/>
                <a:ext cx="284206" cy="33497"/>
              </a:xfrm>
              <a:custGeom>
                <a:avLst/>
                <a:gdLst/>
                <a:ahLst/>
                <a:cxnLst/>
                <a:rect l="l" t="t" r="r" b="b"/>
                <a:pathLst>
                  <a:path w="14602" h="1721" extrusionOk="0">
                    <a:moveTo>
                      <a:pt x="803" y="1"/>
                    </a:moveTo>
                    <a:cubicBezTo>
                      <a:pt x="352" y="1"/>
                      <a:pt x="0" y="352"/>
                      <a:pt x="0" y="801"/>
                    </a:cubicBezTo>
                    <a:lnTo>
                      <a:pt x="0" y="919"/>
                    </a:lnTo>
                    <a:cubicBezTo>
                      <a:pt x="0" y="1369"/>
                      <a:pt x="352" y="1721"/>
                      <a:pt x="803" y="1721"/>
                    </a:cubicBezTo>
                    <a:lnTo>
                      <a:pt x="13820" y="1721"/>
                    </a:lnTo>
                    <a:cubicBezTo>
                      <a:pt x="14250" y="1721"/>
                      <a:pt x="14602" y="1369"/>
                      <a:pt x="14602" y="919"/>
                    </a:cubicBezTo>
                    <a:lnTo>
                      <a:pt x="14602" y="801"/>
                    </a:lnTo>
                    <a:cubicBezTo>
                      <a:pt x="14602" y="352"/>
                      <a:pt x="14250" y="1"/>
                      <a:pt x="1382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Google Shape;2345;p75"/>
              <p:cNvSpPr/>
              <p:nvPr/>
            </p:nvSpPr>
            <p:spPr>
              <a:xfrm>
                <a:off x="6435235" y="3823926"/>
                <a:ext cx="81416" cy="33497"/>
              </a:xfrm>
              <a:custGeom>
                <a:avLst/>
                <a:gdLst/>
                <a:ahLst/>
                <a:cxnLst/>
                <a:rect l="l" t="t" r="r" b="b"/>
                <a:pathLst>
                  <a:path w="4183" h="1721" extrusionOk="0">
                    <a:moveTo>
                      <a:pt x="860" y="1"/>
                    </a:moveTo>
                    <a:cubicBezTo>
                      <a:pt x="371" y="1"/>
                      <a:pt x="0" y="392"/>
                      <a:pt x="0" y="861"/>
                    </a:cubicBezTo>
                    <a:cubicBezTo>
                      <a:pt x="0" y="1330"/>
                      <a:pt x="371" y="1721"/>
                      <a:pt x="860" y="1721"/>
                    </a:cubicBezTo>
                    <a:lnTo>
                      <a:pt x="3323" y="1721"/>
                    </a:lnTo>
                    <a:cubicBezTo>
                      <a:pt x="3792" y="1721"/>
                      <a:pt x="4183" y="1330"/>
                      <a:pt x="4183" y="861"/>
                    </a:cubicBezTo>
                    <a:cubicBezTo>
                      <a:pt x="4183" y="392"/>
                      <a:pt x="3792" y="1"/>
                      <a:pt x="332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4000"/>
                  </a:schemeClr>
                </a:outerShdw>
                <a:reflection stA="7000" endPos="12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46" name="Google Shape;2346;p75"/>
            <p:cNvSpPr/>
            <p:nvPr/>
          </p:nvSpPr>
          <p:spPr>
            <a:xfrm>
              <a:off x="5900339" y="1446873"/>
              <a:ext cx="481230" cy="481210"/>
            </a:xfrm>
            <a:custGeom>
              <a:avLst/>
              <a:gdLst/>
              <a:ahLst/>
              <a:cxnLst/>
              <a:rect l="l" t="t" r="r" b="b"/>
              <a:pathLst>
                <a:path w="24726" h="24725" extrusionOk="0">
                  <a:moveTo>
                    <a:pt x="12372" y="0"/>
                  </a:moveTo>
                  <a:cubicBezTo>
                    <a:pt x="5552" y="0"/>
                    <a:pt x="1" y="5551"/>
                    <a:pt x="1" y="12353"/>
                  </a:cubicBezTo>
                  <a:cubicBezTo>
                    <a:pt x="1" y="19174"/>
                    <a:pt x="5552" y="24725"/>
                    <a:pt x="12372" y="24725"/>
                  </a:cubicBezTo>
                  <a:cubicBezTo>
                    <a:pt x="19174" y="24725"/>
                    <a:pt x="24725" y="19174"/>
                    <a:pt x="24725" y="12353"/>
                  </a:cubicBezTo>
                  <a:cubicBezTo>
                    <a:pt x="24725" y="5551"/>
                    <a:pt x="19174" y="0"/>
                    <a:pt x="123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75"/>
            <p:cNvSpPr/>
            <p:nvPr/>
          </p:nvSpPr>
          <p:spPr>
            <a:xfrm>
              <a:off x="6055152" y="1516105"/>
              <a:ext cx="171601" cy="171212"/>
            </a:xfrm>
            <a:custGeom>
              <a:avLst/>
              <a:gdLst/>
              <a:ahLst/>
              <a:cxnLst/>
              <a:rect l="l" t="t" r="r" b="b"/>
              <a:pathLst>
                <a:path w="8817" h="8797" extrusionOk="0">
                  <a:moveTo>
                    <a:pt x="4418" y="1"/>
                  </a:moveTo>
                  <a:cubicBezTo>
                    <a:pt x="1976" y="1"/>
                    <a:pt x="1" y="1974"/>
                    <a:pt x="1" y="4398"/>
                  </a:cubicBezTo>
                  <a:cubicBezTo>
                    <a:pt x="1" y="6821"/>
                    <a:pt x="1976" y="8796"/>
                    <a:pt x="4418" y="8796"/>
                  </a:cubicBezTo>
                  <a:cubicBezTo>
                    <a:pt x="6842" y="8796"/>
                    <a:pt x="8817" y="6821"/>
                    <a:pt x="8817" y="4398"/>
                  </a:cubicBezTo>
                  <a:cubicBezTo>
                    <a:pt x="8817" y="1974"/>
                    <a:pt x="6842" y="1"/>
                    <a:pt x="44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75"/>
            <p:cNvSpPr/>
            <p:nvPr/>
          </p:nvSpPr>
          <p:spPr>
            <a:xfrm>
              <a:off x="5976422" y="1724578"/>
              <a:ext cx="329461" cy="188708"/>
            </a:xfrm>
            <a:custGeom>
              <a:avLst/>
              <a:gdLst/>
              <a:ahLst/>
              <a:cxnLst/>
              <a:rect l="l" t="t" r="r" b="b"/>
              <a:pathLst>
                <a:path w="16928" h="9696" extrusionOk="0">
                  <a:moveTo>
                    <a:pt x="8463" y="1"/>
                  </a:moveTo>
                  <a:cubicBezTo>
                    <a:pt x="4535" y="1"/>
                    <a:pt x="1231" y="2502"/>
                    <a:pt x="1" y="6000"/>
                  </a:cubicBezTo>
                  <a:cubicBezTo>
                    <a:pt x="2112" y="8268"/>
                    <a:pt x="5122" y="9695"/>
                    <a:pt x="8463" y="9695"/>
                  </a:cubicBezTo>
                  <a:cubicBezTo>
                    <a:pt x="11806" y="9695"/>
                    <a:pt x="14817" y="8268"/>
                    <a:pt x="16927" y="6000"/>
                  </a:cubicBezTo>
                  <a:cubicBezTo>
                    <a:pt x="15695" y="2502"/>
                    <a:pt x="12372" y="1"/>
                    <a:pt x="84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4000"/>
                </a:schemeClr>
              </a:outerShdw>
              <a:reflection stA="7000" endPos="12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49" name="Google Shape;2349;p75"/>
            <p:cNvGrpSpPr/>
            <p:nvPr/>
          </p:nvGrpSpPr>
          <p:grpSpPr>
            <a:xfrm>
              <a:off x="4331274" y="2093184"/>
              <a:ext cx="1074309" cy="356822"/>
              <a:chOff x="1725115" y="1291147"/>
              <a:chExt cx="519090" cy="172403"/>
            </a:xfrm>
          </p:grpSpPr>
          <p:sp>
            <p:nvSpPr>
              <p:cNvPr id="2350" name="Google Shape;2350;p75"/>
              <p:cNvSpPr/>
              <p:nvPr/>
            </p:nvSpPr>
            <p:spPr>
              <a:xfrm>
                <a:off x="1725115" y="1291147"/>
                <a:ext cx="519090" cy="172403"/>
              </a:xfrm>
              <a:custGeom>
                <a:avLst/>
                <a:gdLst/>
                <a:ahLst/>
                <a:cxnLst/>
                <a:rect l="l" t="t" r="r" b="b"/>
                <a:pathLst>
                  <a:path w="28959" h="9618" extrusionOk="0">
                    <a:moveTo>
                      <a:pt x="18640" y="1"/>
                    </a:moveTo>
                    <a:cubicBezTo>
                      <a:pt x="16417" y="1"/>
                      <a:pt x="14193" y="709"/>
                      <a:pt x="12640" y="1957"/>
                    </a:cubicBezTo>
                    <a:cubicBezTo>
                      <a:pt x="11219" y="3097"/>
                      <a:pt x="9782" y="4972"/>
                      <a:pt x="9291" y="6953"/>
                    </a:cubicBezTo>
                    <a:cubicBezTo>
                      <a:pt x="8237" y="6100"/>
                      <a:pt x="6888" y="5651"/>
                      <a:pt x="5543" y="5651"/>
                    </a:cubicBezTo>
                    <a:cubicBezTo>
                      <a:pt x="5009" y="5651"/>
                      <a:pt x="4476" y="5722"/>
                      <a:pt x="3962" y="5867"/>
                    </a:cubicBezTo>
                    <a:cubicBezTo>
                      <a:pt x="2139" y="6392"/>
                      <a:pt x="632" y="7830"/>
                      <a:pt x="1" y="9618"/>
                    </a:cubicBezTo>
                    <a:lnTo>
                      <a:pt x="28959" y="9529"/>
                    </a:lnTo>
                    <a:cubicBezTo>
                      <a:pt x="28451" y="5937"/>
                      <a:pt x="26348" y="3027"/>
                      <a:pt x="23227" y="1186"/>
                    </a:cubicBezTo>
                    <a:cubicBezTo>
                      <a:pt x="21870" y="374"/>
                      <a:pt x="20255" y="1"/>
                      <a:pt x="1864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1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Google Shape;2351;p75"/>
              <p:cNvSpPr/>
              <p:nvPr/>
            </p:nvSpPr>
            <p:spPr>
              <a:xfrm>
                <a:off x="1953865" y="1296811"/>
                <a:ext cx="269951" cy="147971"/>
              </a:xfrm>
              <a:custGeom>
                <a:avLst/>
                <a:gdLst/>
                <a:ahLst/>
                <a:cxnLst/>
                <a:rect l="l" t="t" r="r" b="b"/>
                <a:pathLst>
                  <a:path w="15060" h="8255" extrusionOk="0">
                    <a:moveTo>
                      <a:pt x="5623" y="1"/>
                    </a:moveTo>
                    <a:cubicBezTo>
                      <a:pt x="5130" y="1"/>
                      <a:pt x="4634" y="39"/>
                      <a:pt x="4138" y="117"/>
                    </a:cubicBezTo>
                    <a:cubicBezTo>
                      <a:pt x="2964" y="292"/>
                      <a:pt x="1789" y="783"/>
                      <a:pt x="1036" y="1694"/>
                    </a:cubicBezTo>
                    <a:cubicBezTo>
                      <a:pt x="265" y="2606"/>
                      <a:pt x="1" y="3973"/>
                      <a:pt x="580" y="5025"/>
                    </a:cubicBezTo>
                    <a:cubicBezTo>
                      <a:pt x="1036" y="5848"/>
                      <a:pt x="1929" y="6339"/>
                      <a:pt x="2789" y="6724"/>
                    </a:cubicBezTo>
                    <a:cubicBezTo>
                      <a:pt x="5102" y="7736"/>
                      <a:pt x="7623" y="8255"/>
                      <a:pt x="10136" y="8255"/>
                    </a:cubicBezTo>
                    <a:cubicBezTo>
                      <a:pt x="10803" y="8255"/>
                      <a:pt x="11469" y="8218"/>
                      <a:pt x="12131" y="8145"/>
                    </a:cubicBezTo>
                    <a:cubicBezTo>
                      <a:pt x="12692" y="8075"/>
                      <a:pt x="13253" y="7986"/>
                      <a:pt x="13744" y="7759"/>
                    </a:cubicBezTo>
                    <a:cubicBezTo>
                      <a:pt x="14235" y="7514"/>
                      <a:pt x="14673" y="7093"/>
                      <a:pt x="14831" y="6567"/>
                    </a:cubicBezTo>
                    <a:cubicBezTo>
                      <a:pt x="15059" y="5761"/>
                      <a:pt x="14603" y="4920"/>
                      <a:pt x="14077" y="4253"/>
                    </a:cubicBezTo>
                    <a:cubicBezTo>
                      <a:pt x="12036" y="1664"/>
                      <a:pt x="8896" y="1"/>
                      <a:pt x="562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1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Google Shape;2352;p75"/>
              <p:cNvSpPr/>
              <p:nvPr/>
            </p:nvSpPr>
            <p:spPr>
              <a:xfrm>
                <a:off x="1773837" y="1396227"/>
                <a:ext cx="83907" cy="48523"/>
              </a:xfrm>
              <a:custGeom>
                <a:avLst/>
                <a:gdLst/>
                <a:ahLst/>
                <a:cxnLst/>
                <a:rect l="l" t="t" r="r" b="b"/>
                <a:pathLst>
                  <a:path w="4681" h="2707" extrusionOk="0">
                    <a:moveTo>
                      <a:pt x="2283" y="0"/>
                    </a:moveTo>
                    <a:cubicBezTo>
                      <a:pt x="1541" y="0"/>
                      <a:pt x="523" y="100"/>
                      <a:pt x="228" y="530"/>
                    </a:cubicBezTo>
                    <a:cubicBezTo>
                      <a:pt x="1" y="881"/>
                      <a:pt x="17" y="1372"/>
                      <a:pt x="228" y="1722"/>
                    </a:cubicBezTo>
                    <a:cubicBezTo>
                      <a:pt x="438" y="2090"/>
                      <a:pt x="807" y="2353"/>
                      <a:pt x="1193" y="2494"/>
                    </a:cubicBezTo>
                    <a:cubicBezTo>
                      <a:pt x="1595" y="2634"/>
                      <a:pt x="2016" y="2669"/>
                      <a:pt x="2436" y="2686"/>
                    </a:cubicBezTo>
                    <a:cubicBezTo>
                      <a:pt x="2577" y="2698"/>
                      <a:pt x="2718" y="2706"/>
                      <a:pt x="2858" y="2706"/>
                    </a:cubicBezTo>
                    <a:cubicBezTo>
                      <a:pt x="3119" y="2706"/>
                      <a:pt x="3377" y="2678"/>
                      <a:pt x="3628" y="2599"/>
                    </a:cubicBezTo>
                    <a:cubicBezTo>
                      <a:pt x="4014" y="2475"/>
                      <a:pt x="4383" y="2195"/>
                      <a:pt x="4523" y="1828"/>
                    </a:cubicBezTo>
                    <a:cubicBezTo>
                      <a:pt x="4680" y="1372"/>
                      <a:pt x="4505" y="846"/>
                      <a:pt x="4154" y="512"/>
                    </a:cubicBezTo>
                    <a:cubicBezTo>
                      <a:pt x="3804" y="197"/>
                      <a:pt x="3331" y="40"/>
                      <a:pt x="2857" y="21"/>
                    </a:cubicBezTo>
                    <a:cubicBezTo>
                      <a:pt x="2710" y="9"/>
                      <a:pt x="2509" y="0"/>
                      <a:pt x="228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1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53" name="Google Shape;2353;p75"/>
            <p:cNvSpPr/>
            <p:nvPr/>
          </p:nvSpPr>
          <p:spPr>
            <a:xfrm>
              <a:off x="5561036" y="3739088"/>
              <a:ext cx="185700" cy="185700"/>
            </a:xfrm>
            <a:prstGeom prst="ellipse">
              <a:avLst/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100019" scaled="0"/>
            </a:gra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75"/>
            <p:cNvSpPr/>
            <p:nvPr/>
          </p:nvSpPr>
          <p:spPr>
            <a:xfrm>
              <a:off x="5885696" y="3574551"/>
              <a:ext cx="86400" cy="86400"/>
            </a:xfrm>
            <a:prstGeom prst="ellipse">
              <a:avLst/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100019" scaled="0"/>
            </a:gra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55" name="Google Shape;2355;p75"/>
            <p:cNvGrpSpPr/>
            <p:nvPr/>
          </p:nvGrpSpPr>
          <p:grpSpPr>
            <a:xfrm>
              <a:off x="4825565" y="3357409"/>
              <a:ext cx="546643" cy="356848"/>
              <a:chOff x="5013102" y="2654046"/>
              <a:chExt cx="546643" cy="356848"/>
            </a:xfrm>
          </p:grpSpPr>
          <p:sp>
            <p:nvSpPr>
              <p:cNvPr id="2356" name="Google Shape;2356;p75"/>
              <p:cNvSpPr/>
              <p:nvPr/>
            </p:nvSpPr>
            <p:spPr>
              <a:xfrm>
                <a:off x="5013102" y="2654046"/>
                <a:ext cx="546643" cy="356848"/>
              </a:xfrm>
              <a:custGeom>
                <a:avLst/>
                <a:gdLst/>
                <a:ahLst/>
                <a:cxnLst/>
                <a:rect l="l" t="t" r="r" b="b"/>
                <a:pathLst>
                  <a:path w="35922" h="23446" extrusionOk="0">
                    <a:moveTo>
                      <a:pt x="3448" y="1"/>
                    </a:moveTo>
                    <a:cubicBezTo>
                      <a:pt x="1555" y="1"/>
                      <a:pt x="0" y="1538"/>
                      <a:pt x="0" y="3432"/>
                    </a:cubicBezTo>
                    <a:lnTo>
                      <a:pt x="0" y="15552"/>
                    </a:lnTo>
                    <a:cubicBezTo>
                      <a:pt x="0" y="17446"/>
                      <a:pt x="1555" y="18983"/>
                      <a:pt x="3448" y="18983"/>
                    </a:cubicBezTo>
                    <a:lnTo>
                      <a:pt x="24950" y="18983"/>
                    </a:lnTo>
                    <a:lnTo>
                      <a:pt x="29074" y="23446"/>
                    </a:lnTo>
                    <a:lnTo>
                      <a:pt x="29074" y="18983"/>
                    </a:lnTo>
                    <a:lnTo>
                      <a:pt x="32473" y="18983"/>
                    </a:lnTo>
                    <a:cubicBezTo>
                      <a:pt x="34382" y="18983"/>
                      <a:pt x="35921" y="17446"/>
                      <a:pt x="35921" y="15552"/>
                    </a:cubicBezTo>
                    <a:lnTo>
                      <a:pt x="35921" y="3432"/>
                    </a:lnTo>
                    <a:cubicBezTo>
                      <a:pt x="35921" y="1538"/>
                      <a:pt x="34382" y="1"/>
                      <a:pt x="3247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75"/>
              <p:cNvSpPr/>
              <p:nvPr/>
            </p:nvSpPr>
            <p:spPr>
              <a:xfrm>
                <a:off x="5106723" y="2758236"/>
                <a:ext cx="359392" cy="76161"/>
              </a:xfrm>
              <a:custGeom>
                <a:avLst/>
                <a:gdLst/>
                <a:ahLst/>
                <a:cxnLst/>
                <a:rect l="l" t="t" r="r" b="b"/>
                <a:pathLst>
                  <a:path w="23617" h="5004" extrusionOk="0">
                    <a:moveTo>
                      <a:pt x="2503" y="0"/>
                    </a:moveTo>
                    <a:cubicBezTo>
                      <a:pt x="1117" y="0"/>
                      <a:pt x="1" y="1116"/>
                      <a:pt x="1" y="2502"/>
                    </a:cubicBezTo>
                    <a:cubicBezTo>
                      <a:pt x="1" y="3888"/>
                      <a:pt x="1117" y="5004"/>
                      <a:pt x="2503" y="5004"/>
                    </a:cubicBezTo>
                    <a:cubicBezTo>
                      <a:pt x="3873" y="5004"/>
                      <a:pt x="4988" y="3888"/>
                      <a:pt x="4988" y="2502"/>
                    </a:cubicBezTo>
                    <a:cubicBezTo>
                      <a:pt x="4988" y="1116"/>
                      <a:pt x="3873" y="0"/>
                      <a:pt x="2503" y="0"/>
                    </a:cubicBezTo>
                    <a:close/>
                    <a:moveTo>
                      <a:pt x="11817" y="0"/>
                    </a:moveTo>
                    <a:cubicBezTo>
                      <a:pt x="10431" y="0"/>
                      <a:pt x="9316" y="1116"/>
                      <a:pt x="9316" y="2502"/>
                    </a:cubicBezTo>
                    <a:cubicBezTo>
                      <a:pt x="9316" y="3888"/>
                      <a:pt x="10431" y="5004"/>
                      <a:pt x="11817" y="5004"/>
                    </a:cubicBezTo>
                    <a:cubicBezTo>
                      <a:pt x="13186" y="5004"/>
                      <a:pt x="14301" y="3888"/>
                      <a:pt x="14301" y="2502"/>
                    </a:cubicBezTo>
                    <a:cubicBezTo>
                      <a:pt x="14301" y="1116"/>
                      <a:pt x="13186" y="0"/>
                      <a:pt x="11817" y="0"/>
                    </a:cubicBezTo>
                    <a:close/>
                    <a:moveTo>
                      <a:pt x="21131" y="0"/>
                    </a:moveTo>
                    <a:cubicBezTo>
                      <a:pt x="19744" y="0"/>
                      <a:pt x="18629" y="1116"/>
                      <a:pt x="18629" y="2502"/>
                    </a:cubicBezTo>
                    <a:cubicBezTo>
                      <a:pt x="18629" y="3888"/>
                      <a:pt x="19744" y="5004"/>
                      <a:pt x="21131" y="5004"/>
                    </a:cubicBezTo>
                    <a:cubicBezTo>
                      <a:pt x="22500" y="5004"/>
                      <a:pt x="23616" y="3888"/>
                      <a:pt x="23616" y="2502"/>
                    </a:cubicBezTo>
                    <a:cubicBezTo>
                      <a:pt x="23616" y="1116"/>
                      <a:pt x="22500" y="0"/>
                      <a:pt x="2113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13;p49">
            <a:extLst>
              <a:ext uri="{FF2B5EF4-FFF2-40B4-BE49-F238E27FC236}">
                <a16:creationId xmlns:a16="http://schemas.microsoft.com/office/drawing/2014/main" id="{8F93A508-C178-BB61-89C2-12DFE4168484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25000"/>
            </a:schemeClr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833" name="Google Shape;7833;p88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1063" y="2123075"/>
            <a:ext cx="2241874" cy="89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ulti-Business Company Website by Slidesgo">
  <a:themeElements>
    <a:clrScheme name="Simple Light">
      <a:dk1>
        <a:srgbClr val="5352EE"/>
      </a:dk1>
      <a:lt1>
        <a:srgbClr val="F1F0FF"/>
      </a:lt1>
      <a:dk2>
        <a:srgbClr val="9EA6FF"/>
      </a:dk2>
      <a:lt2>
        <a:srgbClr val="7882F3"/>
      </a:lt2>
      <a:accent1>
        <a:srgbClr val="D2D6FF"/>
      </a:accent1>
      <a:accent2>
        <a:srgbClr val="A1C3FF"/>
      </a:accent2>
      <a:accent3>
        <a:srgbClr val="FFC3D0"/>
      </a:accent3>
      <a:accent4>
        <a:srgbClr val="81EEEB"/>
      </a:accent4>
      <a:accent5>
        <a:srgbClr val="3AE4DF"/>
      </a:accent5>
      <a:accent6>
        <a:srgbClr val="FFFFFF"/>
      </a:accent6>
      <a:hlink>
        <a:srgbClr val="F1F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213</Words>
  <Application>Microsoft Office PowerPoint</Application>
  <PresentationFormat>On-screen Show (16:9)</PresentationFormat>
  <Paragraphs>73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Multi-Business Company Website by Slidesgo</vt:lpstr>
      <vt:lpstr>Cine-Max</vt:lpstr>
      <vt:lpstr>—Bill Gates</vt:lpstr>
      <vt:lpstr>Diagrama de atividade</vt:lpstr>
      <vt:lpstr>Conexão Servidor-Cliente</vt:lpstr>
      <vt:lpstr>Nosso objetivo</vt:lpstr>
      <vt:lpstr>O que fazemos?</vt:lpstr>
      <vt:lpstr>Edge</vt:lpstr>
      <vt:lpstr>Servidor</vt:lpstr>
      <vt:lpstr>Como Funciona?</vt:lpstr>
      <vt:lpstr>Linguagens</vt:lpstr>
      <vt:lpstr>Site</vt:lpstr>
      <vt:lpstr>Aplicativo</vt:lpstr>
      <vt:lpstr>Obrigado!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Cine-Max</dc:title>
  <cp:lastModifiedBy>NILTON GUERRA</cp:lastModifiedBy>
  <cp:revision>17</cp:revision>
  <dcterms:modified xsi:type="dcterms:W3CDTF">2022-05-31T22:20:13Z</dcterms:modified>
</cp:coreProperties>
</file>