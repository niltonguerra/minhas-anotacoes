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1"/>
  </p:notesMasterIdLst>
  <p:sldIdLst>
    <p:sldId id="256" r:id="rId3"/>
    <p:sldId id="258" r:id="rId4"/>
    <p:sldId id="259" r:id="rId5"/>
    <p:sldId id="264" r:id="rId6"/>
    <p:sldId id="260" r:id="rId7"/>
    <p:sldId id="309" r:id="rId8"/>
    <p:sldId id="287" r:id="rId9"/>
    <p:sldId id="308" r:id="rId10"/>
  </p:sldIdLst>
  <p:sldSz cx="9144000" cy="5143500" type="screen16x9"/>
  <p:notesSz cx="6858000" cy="9144000"/>
  <p:embeddedFontLst>
    <p:embeddedFont>
      <p:font typeface="Nunito" pitchFamily="2" charset="0"/>
      <p:regular r:id="rId12"/>
      <p:bold r:id="rId13"/>
      <p:italic r:id="rId14"/>
      <p:boldItalic r:id="rId15"/>
    </p:embeddedFont>
    <p:embeddedFont>
      <p:font typeface="Nunito ExtraBold" pitchFamily="2" charset="0"/>
      <p:bold r:id="rId16"/>
      <p:boldItalic r:id="rId17"/>
    </p:embeddedFont>
    <p:embeddedFont>
      <p:font typeface="Nunito SemiBold" pitchFamily="2" charset="0"/>
      <p:regular r:id="rId18"/>
      <p:bold r:id="rId19"/>
      <p:italic r:id="rId20"/>
      <p:boldItalic r:id="rId21"/>
    </p:embeddedFont>
    <p:embeddedFont>
      <p:font typeface="Patrick Hand" panose="00000500000000000000" pitchFamily="2" charset="0"/>
      <p:regular r:id="rId22"/>
    </p:embeddedFont>
    <p:embeddedFont>
      <p:font typeface="Proxima Nova" panose="020B0604020202020204" charset="0"/>
      <p:regular r:id="rId23"/>
      <p:bold r:id="rId24"/>
      <p:italic r:id="rId25"/>
      <p:boldItalic r:id="rId26"/>
    </p:embeddedFont>
    <p:embeddedFont>
      <p:font typeface="Proxima Nova Semibold" panose="020B0604020202020204" charset="0"/>
      <p:regular r:id="rId27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84F294-8AC3-4BBC-B22F-A985E8462060}">
  <a:tblStyle styleId="{4984F294-8AC3-4BBC-B22F-A985E84620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980d3f27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980d3f27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980d3f2773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980d3f2773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g9a3ec5b74f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3" name="Google Shape;2053;g9a3ec5b74f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943ce821cd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943ce821cd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260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4" name="Google Shape;4724;g9a3ec5b74f_3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5" name="Google Shape;4725;g9a3ec5b74f_3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9641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0" name="Google Shape;5540;g955546dcdc_0_1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1" name="Google Shape;5541;g955546dcdc_0_1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7546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2" name="Google Shape;13572;g9699463be6_0_15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3" name="Google Shape;13573;g9699463be6_0_15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48925" y="2411975"/>
            <a:ext cx="5646300" cy="13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748925" y="3697975"/>
            <a:ext cx="564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6287634" y="2080925"/>
            <a:ext cx="5327115" cy="6547037"/>
            <a:chOff x="4926821" y="213384"/>
            <a:chExt cx="3430430" cy="4216007"/>
          </a:xfrm>
        </p:grpSpPr>
        <p:sp>
          <p:nvSpPr>
            <p:cNvPr id="13" name="Google Shape;13;p2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extrusionOk="0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fill="none" extrusionOk="0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extrusionOk="0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fill="none" extrusionOk="0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flipH="1">
            <a:off x="-2430391" y="2080925"/>
            <a:ext cx="5327115" cy="6547037"/>
            <a:chOff x="4926821" y="213384"/>
            <a:chExt cx="3430430" cy="4216007"/>
          </a:xfrm>
        </p:grpSpPr>
        <p:sp>
          <p:nvSpPr>
            <p:cNvPr id="22" name="Google Shape;22;p2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extrusionOk="0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fill="none" extrusionOk="0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extrusionOk="0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fill="none" extrusionOk="0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-column text">
  <p:cSld name="ONE_COLUMN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>
            <a:spLocks noGrp="1"/>
          </p:cNvSpPr>
          <p:nvPr>
            <p:ph type="title"/>
          </p:nvPr>
        </p:nvSpPr>
        <p:spPr>
          <a:xfrm>
            <a:off x="2812800" y="1609875"/>
            <a:ext cx="3518400" cy="14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7"/>
          <p:cNvSpPr txBox="1">
            <a:spLocks noGrp="1"/>
          </p:cNvSpPr>
          <p:nvPr>
            <p:ph type="subTitle" idx="1"/>
          </p:nvPr>
        </p:nvSpPr>
        <p:spPr>
          <a:xfrm>
            <a:off x="2275675" y="2955725"/>
            <a:ext cx="45927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8" name="Google Shape;198;p7"/>
          <p:cNvGrpSpPr/>
          <p:nvPr/>
        </p:nvGrpSpPr>
        <p:grpSpPr>
          <a:xfrm>
            <a:off x="6287634" y="2080925"/>
            <a:ext cx="5327115" cy="6547037"/>
            <a:chOff x="4926821" y="213384"/>
            <a:chExt cx="3430430" cy="4216007"/>
          </a:xfrm>
        </p:grpSpPr>
        <p:sp>
          <p:nvSpPr>
            <p:cNvPr id="199" name="Google Shape;199;p7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extrusionOk="0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fill="none" extrusionOk="0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extrusionOk="0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fill="none" extrusionOk="0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7"/>
          <p:cNvGrpSpPr/>
          <p:nvPr/>
        </p:nvGrpSpPr>
        <p:grpSpPr>
          <a:xfrm rot="2555258">
            <a:off x="1685134" y="704745"/>
            <a:ext cx="388558" cy="171259"/>
            <a:chOff x="1406961" y="-1212504"/>
            <a:chExt cx="6086670" cy="2682735"/>
          </a:xfrm>
        </p:grpSpPr>
        <p:sp>
          <p:nvSpPr>
            <p:cNvPr id="208" name="Google Shape;208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7"/>
          <p:cNvGrpSpPr/>
          <p:nvPr/>
        </p:nvGrpSpPr>
        <p:grpSpPr>
          <a:xfrm rot="2898405" flipH="1">
            <a:off x="6867274" y="3526306"/>
            <a:ext cx="387999" cy="171013"/>
            <a:chOff x="1406961" y="-1212504"/>
            <a:chExt cx="6086670" cy="2682735"/>
          </a:xfrm>
        </p:grpSpPr>
        <p:sp>
          <p:nvSpPr>
            <p:cNvPr id="213" name="Google Shape;213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 rot="-2555258" flipH="1">
            <a:off x="1586902" y="3307170"/>
            <a:ext cx="388558" cy="171259"/>
            <a:chOff x="1406961" y="-1212504"/>
            <a:chExt cx="6086670" cy="2682735"/>
          </a:xfrm>
        </p:grpSpPr>
        <p:sp>
          <p:nvSpPr>
            <p:cNvPr id="218" name="Google Shape;218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>
            <a:spLocks noGrp="1"/>
          </p:cNvSpPr>
          <p:nvPr>
            <p:ph type="title"/>
          </p:nvPr>
        </p:nvSpPr>
        <p:spPr>
          <a:xfrm>
            <a:off x="855242" y="1414525"/>
            <a:ext cx="2512500" cy="13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9"/>
          <p:cNvSpPr txBox="1">
            <a:spLocks noGrp="1"/>
          </p:cNvSpPr>
          <p:nvPr>
            <p:ph type="subTitle" idx="1"/>
          </p:nvPr>
        </p:nvSpPr>
        <p:spPr>
          <a:xfrm>
            <a:off x="855251" y="3036016"/>
            <a:ext cx="3069600" cy="81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8" name="Google Shape;248;p9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249" name="Google Shape;249;p9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250" name="Google Shape;250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9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255" name="Google Shape;255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9"/>
            <p:cNvGrpSpPr/>
            <p:nvPr/>
          </p:nvGrpSpPr>
          <p:grpSpPr>
            <a:xfrm rot="2898405" flipH="1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260" name="Google Shape;260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" name="Google Shape;264;p9"/>
            <p:cNvGrpSpPr/>
            <p:nvPr/>
          </p:nvGrpSpPr>
          <p:grpSpPr>
            <a:xfrm rot="-2555258" flipH="1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265" name="Google Shape;265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9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9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"/>
          <p:cNvSpPr txBox="1">
            <a:spLocks noGrp="1"/>
          </p:cNvSpPr>
          <p:nvPr>
            <p:ph type="body" idx="1"/>
          </p:nvPr>
        </p:nvSpPr>
        <p:spPr>
          <a:xfrm>
            <a:off x="647525" y="3956725"/>
            <a:ext cx="4129500" cy="5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</a:lstStyle>
          <a:p>
            <a:endParaRPr/>
          </a:p>
        </p:txBody>
      </p:sp>
      <p:grpSp>
        <p:nvGrpSpPr>
          <p:cNvPr id="271" name="Google Shape;271;p10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272" name="Google Shape;272;p10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273" name="Google Shape;273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7" name="Google Shape;277;p10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278" name="Google Shape;278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10"/>
            <p:cNvGrpSpPr/>
            <p:nvPr/>
          </p:nvGrpSpPr>
          <p:grpSpPr>
            <a:xfrm rot="2898405" flipH="1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283" name="Google Shape;283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7" name="Google Shape;287;p10"/>
            <p:cNvGrpSpPr/>
            <p:nvPr/>
          </p:nvGrpSpPr>
          <p:grpSpPr>
            <a:xfrm rot="-2555258" flipH="1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288" name="Google Shape;288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0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11"/>
          <p:cNvGrpSpPr/>
          <p:nvPr/>
        </p:nvGrpSpPr>
        <p:grpSpPr>
          <a:xfrm>
            <a:off x="249105" y="188834"/>
            <a:ext cx="8576861" cy="4694366"/>
            <a:chOff x="249105" y="188834"/>
            <a:chExt cx="8576861" cy="4694366"/>
          </a:xfrm>
        </p:grpSpPr>
        <p:grpSp>
          <p:nvGrpSpPr>
            <p:cNvPr id="294" name="Google Shape;294;p11"/>
            <p:cNvGrpSpPr/>
            <p:nvPr/>
          </p:nvGrpSpPr>
          <p:grpSpPr>
            <a:xfrm rot="-2898405">
              <a:off x="256084" y="4595956"/>
              <a:ext cx="387999" cy="171013"/>
              <a:chOff x="1406961" y="-1212504"/>
              <a:chExt cx="6086670" cy="2682735"/>
            </a:xfrm>
          </p:grpSpPr>
          <p:sp>
            <p:nvSpPr>
              <p:cNvPr id="295" name="Google Shape;295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9" name="Google Shape;299;p11"/>
            <p:cNvGrpSpPr/>
            <p:nvPr/>
          </p:nvGrpSpPr>
          <p:grpSpPr>
            <a:xfrm rot="2555258">
              <a:off x="255809" y="297720"/>
              <a:ext cx="388558" cy="171259"/>
              <a:chOff x="1406961" y="-1212504"/>
              <a:chExt cx="6086670" cy="2682735"/>
            </a:xfrm>
          </p:grpSpPr>
          <p:sp>
            <p:nvSpPr>
              <p:cNvPr id="300" name="Google Shape;300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4" name="Google Shape;304;p11"/>
            <p:cNvGrpSpPr/>
            <p:nvPr/>
          </p:nvGrpSpPr>
          <p:grpSpPr>
            <a:xfrm rot="2898405" flipH="1">
              <a:off x="8430999" y="4595956"/>
              <a:ext cx="387999" cy="171013"/>
              <a:chOff x="1406961" y="-1212504"/>
              <a:chExt cx="6086670" cy="2682735"/>
            </a:xfrm>
          </p:grpSpPr>
          <p:sp>
            <p:nvSpPr>
              <p:cNvPr id="305" name="Google Shape;305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9" name="Google Shape;309;p11"/>
            <p:cNvGrpSpPr/>
            <p:nvPr/>
          </p:nvGrpSpPr>
          <p:grpSpPr>
            <a:xfrm rot="-2555258" flipH="1">
              <a:off x="8430702" y="392370"/>
              <a:ext cx="388558" cy="171259"/>
              <a:chOff x="1406961" y="-1212504"/>
              <a:chExt cx="6086670" cy="2682735"/>
            </a:xfrm>
          </p:grpSpPr>
          <p:sp>
            <p:nvSpPr>
              <p:cNvPr id="310" name="Google Shape;310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extrusionOk="0">
                    <a:moveTo>
                      <a:pt x="125964" y="0"/>
                    </a:moveTo>
                    <a:lnTo>
                      <a:pt x="123414" y="42"/>
                    </a:lnTo>
                    <a:lnTo>
                      <a:pt x="120865" y="125"/>
                    </a:lnTo>
                    <a:lnTo>
                      <a:pt x="118316" y="209"/>
                    </a:lnTo>
                    <a:lnTo>
                      <a:pt x="115808" y="376"/>
                    </a:lnTo>
                    <a:lnTo>
                      <a:pt x="113342" y="543"/>
                    </a:lnTo>
                    <a:lnTo>
                      <a:pt x="110876" y="752"/>
                    </a:lnTo>
                    <a:lnTo>
                      <a:pt x="108452" y="1003"/>
                    </a:lnTo>
                    <a:lnTo>
                      <a:pt x="106028" y="1296"/>
                    </a:lnTo>
                    <a:lnTo>
                      <a:pt x="103646" y="1630"/>
                    </a:lnTo>
                    <a:lnTo>
                      <a:pt x="101264" y="1964"/>
                    </a:lnTo>
                    <a:lnTo>
                      <a:pt x="98924" y="2382"/>
                    </a:lnTo>
                    <a:lnTo>
                      <a:pt x="96583" y="2800"/>
                    </a:lnTo>
                    <a:lnTo>
                      <a:pt x="94285" y="3260"/>
                    </a:lnTo>
                    <a:lnTo>
                      <a:pt x="92028" y="3720"/>
                    </a:lnTo>
                    <a:lnTo>
                      <a:pt x="89771" y="4221"/>
                    </a:lnTo>
                    <a:lnTo>
                      <a:pt x="87556" y="4764"/>
                    </a:lnTo>
                    <a:lnTo>
                      <a:pt x="85341" y="5308"/>
                    </a:lnTo>
                    <a:lnTo>
                      <a:pt x="83168" y="5935"/>
                    </a:lnTo>
                    <a:lnTo>
                      <a:pt x="80995" y="6520"/>
                    </a:lnTo>
                    <a:lnTo>
                      <a:pt x="78863" y="7147"/>
                    </a:lnTo>
                    <a:lnTo>
                      <a:pt x="76732" y="7815"/>
                    </a:lnTo>
                    <a:lnTo>
                      <a:pt x="74684" y="8484"/>
                    </a:lnTo>
                    <a:lnTo>
                      <a:pt x="72594" y="9194"/>
                    </a:lnTo>
                    <a:lnTo>
                      <a:pt x="70588" y="9947"/>
                    </a:lnTo>
                    <a:lnTo>
                      <a:pt x="68582" y="10657"/>
                    </a:lnTo>
                    <a:lnTo>
                      <a:pt x="66576" y="11451"/>
                    </a:lnTo>
                    <a:lnTo>
                      <a:pt x="64612" y="12204"/>
                    </a:lnTo>
                    <a:lnTo>
                      <a:pt x="62689" y="12998"/>
                    </a:lnTo>
                    <a:lnTo>
                      <a:pt x="58928" y="14628"/>
                    </a:lnTo>
                    <a:lnTo>
                      <a:pt x="55250" y="16341"/>
                    </a:lnTo>
                    <a:lnTo>
                      <a:pt x="51656" y="18055"/>
                    </a:lnTo>
                    <a:lnTo>
                      <a:pt x="48187" y="19852"/>
                    </a:lnTo>
                    <a:lnTo>
                      <a:pt x="44844" y="21649"/>
                    </a:lnTo>
                    <a:lnTo>
                      <a:pt x="41584" y="23488"/>
                    </a:lnTo>
                    <a:lnTo>
                      <a:pt x="38449" y="25368"/>
                    </a:lnTo>
                    <a:lnTo>
                      <a:pt x="35440" y="27207"/>
                    </a:lnTo>
                    <a:lnTo>
                      <a:pt x="32515" y="29088"/>
                    </a:lnTo>
                    <a:lnTo>
                      <a:pt x="29715" y="30927"/>
                    </a:lnTo>
                    <a:lnTo>
                      <a:pt x="27040" y="32807"/>
                    </a:lnTo>
                    <a:lnTo>
                      <a:pt x="24491" y="34646"/>
                    </a:lnTo>
                    <a:lnTo>
                      <a:pt x="22025" y="36443"/>
                    </a:lnTo>
                    <a:lnTo>
                      <a:pt x="19726" y="38241"/>
                    </a:lnTo>
                    <a:lnTo>
                      <a:pt x="17511" y="39954"/>
                    </a:lnTo>
                    <a:lnTo>
                      <a:pt x="15463" y="41626"/>
                    </a:lnTo>
                    <a:lnTo>
                      <a:pt x="13499" y="43256"/>
                    </a:lnTo>
                    <a:lnTo>
                      <a:pt x="11660" y="44844"/>
                    </a:lnTo>
                    <a:lnTo>
                      <a:pt x="9988" y="46348"/>
                    </a:lnTo>
                    <a:lnTo>
                      <a:pt x="8400" y="47769"/>
                    </a:lnTo>
                    <a:lnTo>
                      <a:pt x="6979" y="49107"/>
                    </a:lnTo>
                    <a:lnTo>
                      <a:pt x="4472" y="51489"/>
                    </a:lnTo>
                    <a:lnTo>
                      <a:pt x="2549" y="53453"/>
                    </a:lnTo>
                    <a:lnTo>
                      <a:pt x="1128" y="54916"/>
                    </a:lnTo>
                    <a:lnTo>
                      <a:pt x="0" y="56170"/>
                    </a:lnTo>
                    <a:lnTo>
                      <a:pt x="2926" y="58259"/>
                    </a:lnTo>
                    <a:lnTo>
                      <a:pt x="5851" y="60224"/>
                    </a:lnTo>
                    <a:lnTo>
                      <a:pt x="8777" y="62188"/>
                    </a:lnTo>
                    <a:lnTo>
                      <a:pt x="11702" y="64027"/>
                    </a:lnTo>
                    <a:lnTo>
                      <a:pt x="14628" y="65824"/>
                    </a:lnTo>
                    <a:lnTo>
                      <a:pt x="17553" y="67537"/>
                    </a:lnTo>
                    <a:lnTo>
                      <a:pt x="20437" y="69209"/>
                    </a:lnTo>
                    <a:lnTo>
                      <a:pt x="23362" y="70797"/>
                    </a:lnTo>
                    <a:lnTo>
                      <a:pt x="26246" y="72302"/>
                    </a:lnTo>
                    <a:lnTo>
                      <a:pt x="29130" y="73765"/>
                    </a:lnTo>
                    <a:lnTo>
                      <a:pt x="32013" y="75186"/>
                    </a:lnTo>
                    <a:lnTo>
                      <a:pt x="34855" y="76523"/>
                    </a:lnTo>
                    <a:lnTo>
                      <a:pt x="37739" y="77777"/>
                    </a:lnTo>
                    <a:lnTo>
                      <a:pt x="40581" y="78989"/>
                    </a:lnTo>
                    <a:lnTo>
                      <a:pt x="43423" y="80159"/>
                    </a:lnTo>
                    <a:lnTo>
                      <a:pt x="46265" y="81246"/>
                    </a:lnTo>
                    <a:lnTo>
                      <a:pt x="49065" y="82249"/>
                    </a:lnTo>
                    <a:lnTo>
                      <a:pt x="51907" y="83252"/>
                    </a:lnTo>
                    <a:lnTo>
                      <a:pt x="54707" y="84171"/>
                    </a:lnTo>
                    <a:lnTo>
                      <a:pt x="57507" y="85007"/>
                    </a:lnTo>
                    <a:lnTo>
                      <a:pt x="60265" y="85843"/>
                    </a:lnTo>
                    <a:lnTo>
                      <a:pt x="63065" y="86595"/>
                    </a:lnTo>
                    <a:lnTo>
                      <a:pt x="65824" y="87264"/>
                    </a:lnTo>
                    <a:lnTo>
                      <a:pt x="68582" y="87932"/>
                    </a:lnTo>
                    <a:lnTo>
                      <a:pt x="71299" y="88518"/>
                    </a:lnTo>
                    <a:lnTo>
                      <a:pt x="74015" y="89061"/>
                    </a:lnTo>
                    <a:lnTo>
                      <a:pt x="76732" y="89562"/>
                    </a:lnTo>
                    <a:lnTo>
                      <a:pt x="79448" y="90022"/>
                    </a:lnTo>
                    <a:lnTo>
                      <a:pt x="82123" y="90398"/>
                    </a:lnTo>
                    <a:lnTo>
                      <a:pt x="84840" y="90733"/>
                    </a:lnTo>
                    <a:lnTo>
                      <a:pt x="87472" y="91067"/>
                    </a:lnTo>
                    <a:lnTo>
                      <a:pt x="90147" y="91318"/>
                    </a:lnTo>
                    <a:lnTo>
                      <a:pt x="92780" y="91527"/>
                    </a:lnTo>
                    <a:lnTo>
                      <a:pt x="95371" y="91694"/>
                    </a:lnTo>
                    <a:lnTo>
                      <a:pt x="98004" y="91819"/>
                    </a:lnTo>
                    <a:lnTo>
                      <a:pt x="100595" y="91903"/>
                    </a:lnTo>
                    <a:lnTo>
                      <a:pt x="103187" y="91945"/>
                    </a:lnTo>
                    <a:lnTo>
                      <a:pt x="105736" y="91986"/>
                    </a:lnTo>
                    <a:lnTo>
                      <a:pt x="108285" y="91945"/>
                    </a:lnTo>
                    <a:lnTo>
                      <a:pt x="110793" y="91861"/>
                    </a:lnTo>
                    <a:lnTo>
                      <a:pt x="113342" y="91736"/>
                    </a:lnTo>
                    <a:lnTo>
                      <a:pt x="115808" y="91610"/>
                    </a:lnTo>
                    <a:lnTo>
                      <a:pt x="118316" y="91443"/>
                    </a:lnTo>
                    <a:lnTo>
                      <a:pt x="120781" y="91192"/>
                    </a:lnTo>
                    <a:lnTo>
                      <a:pt x="123205" y="90942"/>
                    </a:lnTo>
                    <a:lnTo>
                      <a:pt x="125629" y="90691"/>
                    </a:lnTo>
                    <a:lnTo>
                      <a:pt x="128053" y="90356"/>
                    </a:lnTo>
                    <a:lnTo>
                      <a:pt x="130436" y="90022"/>
                    </a:lnTo>
                    <a:lnTo>
                      <a:pt x="132818" y="89646"/>
                    </a:lnTo>
                    <a:lnTo>
                      <a:pt x="135200" y="89228"/>
                    </a:lnTo>
                    <a:lnTo>
                      <a:pt x="137540" y="88768"/>
                    </a:lnTo>
                    <a:lnTo>
                      <a:pt x="139839" y="88309"/>
                    </a:lnTo>
                    <a:lnTo>
                      <a:pt x="142138" y="87807"/>
                    </a:lnTo>
                    <a:lnTo>
                      <a:pt x="144436" y="87306"/>
                    </a:lnTo>
                    <a:lnTo>
                      <a:pt x="146693" y="86762"/>
                    </a:lnTo>
                    <a:lnTo>
                      <a:pt x="148908" y="86219"/>
                    </a:lnTo>
                    <a:lnTo>
                      <a:pt x="151123" y="85592"/>
                    </a:lnTo>
                    <a:lnTo>
                      <a:pt x="153338" y="85007"/>
                    </a:lnTo>
                    <a:lnTo>
                      <a:pt x="155511" y="84380"/>
                    </a:lnTo>
                    <a:lnTo>
                      <a:pt x="157643" y="83711"/>
                    </a:lnTo>
                    <a:lnTo>
                      <a:pt x="159774" y="83043"/>
                    </a:lnTo>
                    <a:lnTo>
                      <a:pt x="161906" y="82332"/>
                    </a:lnTo>
                    <a:lnTo>
                      <a:pt x="166043" y="80911"/>
                    </a:lnTo>
                    <a:lnTo>
                      <a:pt x="170097" y="79365"/>
                    </a:lnTo>
                    <a:lnTo>
                      <a:pt x="174067" y="77819"/>
                    </a:lnTo>
                    <a:lnTo>
                      <a:pt x="177954" y="76189"/>
                    </a:lnTo>
                    <a:lnTo>
                      <a:pt x="181715" y="74517"/>
                    </a:lnTo>
                    <a:lnTo>
                      <a:pt x="185393" y="72803"/>
                    </a:lnTo>
                    <a:lnTo>
                      <a:pt x="188946" y="71090"/>
                    </a:lnTo>
                    <a:lnTo>
                      <a:pt x="192414" y="69335"/>
                    </a:lnTo>
                    <a:lnTo>
                      <a:pt x="195758" y="67537"/>
                    </a:lnTo>
                    <a:lnTo>
                      <a:pt x="199018" y="65782"/>
                    </a:lnTo>
                    <a:lnTo>
                      <a:pt x="202152" y="63985"/>
                    </a:lnTo>
                    <a:lnTo>
                      <a:pt x="205161" y="62188"/>
                    </a:lnTo>
                    <a:lnTo>
                      <a:pt x="208045" y="60433"/>
                    </a:lnTo>
                    <a:lnTo>
                      <a:pt x="210845" y="58677"/>
                    </a:lnTo>
                    <a:lnTo>
                      <a:pt x="213478" y="56964"/>
                    </a:lnTo>
                    <a:lnTo>
                      <a:pt x="216027" y="55250"/>
                    </a:lnTo>
                    <a:lnTo>
                      <a:pt x="218451" y="53579"/>
                    </a:lnTo>
                    <a:lnTo>
                      <a:pt x="220708" y="51990"/>
                    </a:lnTo>
                    <a:lnTo>
                      <a:pt x="222840" y="50402"/>
                    </a:lnTo>
                    <a:lnTo>
                      <a:pt x="224887" y="48940"/>
                    </a:lnTo>
                    <a:lnTo>
                      <a:pt x="226768" y="47477"/>
                    </a:lnTo>
                    <a:lnTo>
                      <a:pt x="230112" y="44844"/>
                    </a:lnTo>
                    <a:lnTo>
                      <a:pt x="232870" y="42587"/>
                    </a:lnTo>
                    <a:lnTo>
                      <a:pt x="235085" y="40706"/>
                    </a:lnTo>
                    <a:lnTo>
                      <a:pt x="236673" y="39285"/>
                    </a:lnTo>
                    <a:lnTo>
                      <a:pt x="237969" y="38115"/>
                    </a:lnTo>
                    <a:lnTo>
                      <a:pt x="234709" y="35900"/>
                    </a:lnTo>
                    <a:lnTo>
                      <a:pt x="231449" y="33811"/>
                    </a:lnTo>
                    <a:lnTo>
                      <a:pt x="228189" y="31763"/>
                    </a:lnTo>
                    <a:lnTo>
                      <a:pt x="224971" y="29798"/>
                    </a:lnTo>
                    <a:lnTo>
                      <a:pt x="221795" y="27876"/>
                    </a:lnTo>
                    <a:lnTo>
                      <a:pt x="218577" y="26079"/>
                    </a:lnTo>
                    <a:lnTo>
                      <a:pt x="215400" y="24324"/>
                    </a:lnTo>
                    <a:lnTo>
                      <a:pt x="212266" y="22610"/>
                    </a:lnTo>
                    <a:lnTo>
                      <a:pt x="209131" y="21022"/>
                    </a:lnTo>
                    <a:lnTo>
                      <a:pt x="205997" y="19476"/>
                    </a:lnTo>
                    <a:lnTo>
                      <a:pt x="202904" y="17971"/>
                    </a:lnTo>
                    <a:lnTo>
                      <a:pt x="199812" y="16550"/>
                    </a:lnTo>
                    <a:lnTo>
                      <a:pt x="196719" y="15213"/>
                    </a:lnTo>
                    <a:lnTo>
                      <a:pt x="193668" y="13917"/>
                    </a:lnTo>
                    <a:lnTo>
                      <a:pt x="190659" y="12705"/>
                    </a:lnTo>
                    <a:lnTo>
                      <a:pt x="187608" y="11535"/>
                    </a:lnTo>
                    <a:lnTo>
                      <a:pt x="184641" y="10448"/>
                    </a:lnTo>
                    <a:lnTo>
                      <a:pt x="181632" y="9403"/>
                    </a:lnTo>
                    <a:lnTo>
                      <a:pt x="178664" y="8442"/>
                    </a:lnTo>
                    <a:lnTo>
                      <a:pt x="175739" y="7523"/>
                    </a:lnTo>
                    <a:lnTo>
                      <a:pt x="172813" y="6645"/>
                    </a:lnTo>
                    <a:lnTo>
                      <a:pt x="169888" y="5851"/>
                    </a:lnTo>
                    <a:lnTo>
                      <a:pt x="167004" y="5099"/>
                    </a:lnTo>
                    <a:lnTo>
                      <a:pt x="164121" y="4430"/>
                    </a:lnTo>
                    <a:lnTo>
                      <a:pt x="161279" y="3803"/>
                    </a:lnTo>
                    <a:lnTo>
                      <a:pt x="158437" y="3218"/>
                    </a:lnTo>
                    <a:lnTo>
                      <a:pt x="155595" y="2675"/>
                    </a:lnTo>
                    <a:lnTo>
                      <a:pt x="152837" y="2173"/>
                    </a:lnTo>
                    <a:lnTo>
                      <a:pt x="150036" y="1755"/>
                    </a:lnTo>
                    <a:lnTo>
                      <a:pt x="147278" y="1379"/>
                    </a:lnTo>
                    <a:lnTo>
                      <a:pt x="144562" y="1045"/>
                    </a:lnTo>
                    <a:lnTo>
                      <a:pt x="141845" y="752"/>
                    </a:lnTo>
                    <a:lnTo>
                      <a:pt x="139128" y="543"/>
                    </a:lnTo>
                    <a:lnTo>
                      <a:pt x="136454" y="334"/>
                    </a:lnTo>
                    <a:lnTo>
                      <a:pt x="133821" y="209"/>
                    </a:lnTo>
                    <a:lnTo>
                      <a:pt x="131188" y="84"/>
                    </a:lnTo>
                    <a:lnTo>
                      <a:pt x="128555" y="42"/>
                    </a:lnTo>
                    <a:lnTo>
                      <a:pt x="125964" y="0"/>
                    </a:lnTo>
                    <a:close/>
                  </a:path>
                </a:pathLst>
              </a:custGeom>
              <a:solidFill>
                <a:srgbClr val="5A840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 rot="-10575706">
                <a:off x="1475601" y="-1021005"/>
                <a:ext cx="5949390" cy="2299739"/>
              </a:xfrm>
              <a:custGeom>
                <a:avLst/>
                <a:gdLst/>
                <a:ahLst/>
                <a:cxnLst/>
                <a:rect l="l" t="t" r="r" b="b"/>
                <a:pathLst>
                  <a:path w="237969" h="91987" fill="none" extrusionOk="0">
                    <a:moveTo>
                      <a:pt x="237969" y="38115"/>
                    </a:moveTo>
                    <a:lnTo>
                      <a:pt x="237969" y="38115"/>
                    </a:lnTo>
                    <a:lnTo>
                      <a:pt x="236673" y="39285"/>
                    </a:lnTo>
                    <a:lnTo>
                      <a:pt x="235085" y="40706"/>
                    </a:lnTo>
                    <a:lnTo>
                      <a:pt x="232870" y="42587"/>
                    </a:lnTo>
                    <a:lnTo>
                      <a:pt x="230112" y="44844"/>
                    </a:lnTo>
                    <a:lnTo>
                      <a:pt x="226768" y="47477"/>
                    </a:lnTo>
                    <a:lnTo>
                      <a:pt x="224887" y="48940"/>
                    </a:lnTo>
                    <a:lnTo>
                      <a:pt x="222840" y="50402"/>
                    </a:lnTo>
                    <a:lnTo>
                      <a:pt x="220708" y="51990"/>
                    </a:lnTo>
                    <a:lnTo>
                      <a:pt x="218451" y="53579"/>
                    </a:lnTo>
                    <a:lnTo>
                      <a:pt x="216027" y="55250"/>
                    </a:lnTo>
                    <a:lnTo>
                      <a:pt x="213478" y="56964"/>
                    </a:lnTo>
                    <a:lnTo>
                      <a:pt x="210845" y="58677"/>
                    </a:lnTo>
                    <a:lnTo>
                      <a:pt x="208045" y="60433"/>
                    </a:lnTo>
                    <a:lnTo>
                      <a:pt x="205161" y="62188"/>
                    </a:lnTo>
                    <a:lnTo>
                      <a:pt x="202152" y="63985"/>
                    </a:lnTo>
                    <a:lnTo>
                      <a:pt x="199018" y="65782"/>
                    </a:lnTo>
                    <a:lnTo>
                      <a:pt x="195758" y="67537"/>
                    </a:lnTo>
                    <a:lnTo>
                      <a:pt x="192414" y="69335"/>
                    </a:lnTo>
                    <a:lnTo>
                      <a:pt x="188946" y="71090"/>
                    </a:lnTo>
                    <a:lnTo>
                      <a:pt x="185393" y="72803"/>
                    </a:lnTo>
                    <a:lnTo>
                      <a:pt x="181715" y="74517"/>
                    </a:lnTo>
                    <a:lnTo>
                      <a:pt x="177954" y="76189"/>
                    </a:lnTo>
                    <a:lnTo>
                      <a:pt x="174067" y="77819"/>
                    </a:lnTo>
                    <a:lnTo>
                      <a:pt x="170097" y="79365"/>
                    </a:lnTo>
                    <a:lnTo>
                      <a:pt x="166043" y="80911"/>
                    </a:lnTo>
                    <a:lnTo>
                      <a:pt x="161906" y="82332"/>
                    </a:lnTo>
                    <a:lnTo>
                      <a:pt x="159774" y="83043"/>
                    </a:lnTo>
                    <a:lnTo>
                      <a:pt x="157643" y="83711"/>
                    </a:lnTo>
                    <a:lnTo>
                      <a:pt x="155511" y="84380"/>
                    </a:lnTo>
                    <a:lnTo>
                      <a:pt x="153338" y="85007"/>
                    </a:lnTo>
                    <a:lnTo>
                      <a:pt x="151123" y="85592"/>
                    </a:lnTo>
                    <a:lnTo>
                      <a:pt x="148908" y="86219"/>
                    </a:lnTo>
                    <a:lnTo>
                      <a:pt x="146693" y="86762"/>
                    </a:lnTo>
                    <a:lnTo>
                      <a:pt x="144436" y="87306"/>
                    </a:lnTo>
                    <a:lnTo>
                      <a:pt x="142138" y="87807"/>
                    </a:lnTo>
                    <a:lnTo>
                      <a:pt x="139839" y="88309"/>
                    </a:lnTo>
                    <a:lnTo>
                      <a:pt x="137540" y="88768"/>
                    </a:lnTo>
                    <a:lnTo>
                      <a:pt x="135200" y="89228"/>
                    </a:lnTo>
                    <a:lnTo>
                      <a:pt x="132818" y="89646"/>
                    </a:lnTo>
                    <a:lnTo>
                      <a:pt x="130436" y="90022"/>
                    </a:lnTo>
                    <a:lnTo>
                      <a:pt x="128053" y="90356"/>
                    </a:lnTo>
                    <a:lnTo>
                      <a:pt x="125629" y="90691"/>
                    </a:lnTo>
                    <a:lnTo>
                      <a:pt x="123205" y="90942"/>
                    </a:lnTo>
                    <a:lnTo>
                      <a:pt x="120781" y="91192"/>
                    </a:lnTo>
                    <a:lnTo>
                      <a:pt x="118316" y="91443"/>
                    </a:lnTo>
                    <a:lnTo>
                      <a:pt x="115808" y="91610"/>
                    </a:lnTo>
                    <a:lnTo>
                      <a:pt x="113342" y="91736"/>
                    </a:lnTo>
                    <a:lnTo>
                      <a:pt x="110793" y="91861"/>
                    </a:lnTo>
                    <a:lnTo>
                      <a:pt x="108285" y="91945"/>
                    </a:lnTo>
                    <a:lnTo>
                      <a:pt x="105736" y="91986"/>
                    </a:lnTo>
                    <a:lnTo>
                      <a:pt x="103187" y="91945"/>
                    </a:lnTo>
                    <a:lnTo>
                      <a:pt x="100595" y="91903"/>
                    </a:lnTo>
                    <a:lnTo>
                      <a:pt x="98004" y="91819"/>
                    </a:lnTo>
                    <a:lnTo>
                      <a:pt x="95371" y="91694"/>
                    </a:lnTo>
                    <a:lnTo>
                      <a:pt x="92780" y="91527"/>
                    </a:lnTo>
                    <a:lnTo>
                      <a:pt x="90147" y="91318"/>
                    </a:lnTo>
                    <a:lnTo>
                      <a:pt x="87472" y="91067"/>
                    </a:lnTo>
                    <a:lnTo>
                      <a:pt x="84840" y="90733"/>
                    </a:lnTo>
                    <a:lnTo>
                      <a:pt x="82123" y="90398"/>
                    </a:lnTo>
                    <a:lnTo>
                      <a:pt x="79448" y="90022"/>
                    </a:lnTo>
                    <a:lnTo>
                      <a:pt x="76732" y="89562"/>
                    </a:lnTo>
                    <a:lnTo>
                      <a:pt x="74015" y="89061"/>
                    </a:lnTo>
                    <a:lnTo>
                      <a:pt x="71299" y="88518"/>
                    </a:lnTo>
                    <a:lnTo>
                      <a:pt x="68582" y="87932"/>
                    </a:lnTo>
                    <a:lnTo>
                      <a:pt x="65824" y="87264"/>
                    </a:lnTo>
                    <a:lnTo>
                      <a:pt x="63065" y="86595"/>
                    </a:lnTo>
                    <a:lnTo>
                      <a:pt x="60265" y="85843"/>
                    </a:lnTo>
                    <a:lnTo>
                      <a:pt x="57507" y="85007"/>
                    </a:lnTo>
                    <a:lnTo>
                      <a:pt x="54707" y="84171"/>
                    </a:lnTo>
                    <a:lnTo>
                      <a:pt x="51907" y="83252"/>
                    </a:lnTo>
                    <a:lnTo>
                      <a:pt x="49065" y="82249"/>
                    </a:lnTo>
                    <a:lnTo>
                      <a:pt x="46265" y="81246"/>
                    </a:lnTo>
                    <a:lnTo>
                      <a:pt x="43423" y="80159"/>
                    </a:lnTo>
                    <a:lnTo>
                      <a:pt x="40581" y="78989"/>
                    </a:lnTo>
                    <a:lnTo>
                      <a:pt x="37739" y="77777"/>
                    </a:lnTo>
                    <a:lnTo>
                      <a:pt x="34855" y="76523"/>
                    </a:lnTo>
                    <a:lnTo>
                      <a:pt x="32013" y="75186"/>
                    </a:lnTo>
                    <a:lnTo>
                      <a:pt x="29130" y="73765"/>
                    </a:lnTo>
                    <a:lnTo>
                      <a:pt x="26246" y="72302"/>
                    </a:lnTo>
                    <a:lnTo>
                      <a:pt x="23362" y="70797"/>
                    </a:lnTo>
                    <a:lnTo>
                      <a:pt x="20437" y="69209"/>
                    </a:lnTo>
                    <a:lnTo>
                      <a:pt x="17553" y="67537"/>
                    </a:lnTo>
                    <a:lnTo>
                      <a:pt x="14628" y="65824"/>
                    </a:lnTo>
                    <a:lnTo>
                      <a:pt x="11702" y="64027"/>
                    </a:lnTo>
                    <a:lnTo>
                      <a:pt x="8777" y="62188"/>
                    </a:lnTo>
                    <a:lnTo>
                      <a:pt x="5851" y="60224"/>
                    </a:lnTo>
                    <a:lnTo>
                      <a:pt x="2926" y="58259"/>
                    </a:lnTo>
                    <a:lnTo>
                      <a:pt x="0" y="56170"/>
                    </a:lnTo>
                    <a:lnTo>
                      <a:pt x="0" y="56170"/>
                    </a:lnTo>
                    <a:lnTo>
                      <a:pt x="1128" y="54916"/>
                    </a:lnTo>
                    <a:lnTo>
                      <a:pt x="2549" y="53453"/>
                    </a:lnTo>
                    <a:lnTo>
                      <a:pt x="4472" y="51489"/>
                    </a:lnTo>
                    <a:lnTo>
                      <a:pt x="6979" y="49107"/>
                    </a:lnTo>
                    <a:lnTo>
                      <a:pt x="8400" y="47769"/>
                    </a:lnTo>
                    <a:lnTo>
                      <a:pt x="9988" y="46348"/>
                    </a:lnTo>
                    <a:lnTo>
                      <a:pt x="11660" y="44844"/>
                    </a:lnTo>
                    <a:lnTo>
                      <a:pt x="13499" y="43256"/>
                    </a:lnTo>
                    <a:lnTo>
                      <a:pt x="15463" y="41626"/>
                    </a:lnTo>
                    <a:lnTo>
                      <a:pt x="17511" y="39954"/>
                    </a:lnTo>
                    <a:lnTo>
                      <a:pt x="19726" y="38241"/>
                    </a:lnTo>
                    <a:lnTo>
                      <a:pt x="22025" y="36443"/>
                    </a:lnTo>
                    <a:lnTo>
                      <a:pt x="24491" y="34646"/>
                    </a:lnTo>
                    <a:lnTo>
                      <a:pt x="27040" y="32807"/>
                    </a:lnTo>
                    <a:lnTo>
                      <a:pt x="29715" y="30927"/>
                    </a:lnTo>
                    <a:lnTo>
                      <a:pt x="32515" y="29088"/>
                    </a:lnTo>
                    <a:lnTo>
                      <a:pt x="35440" y="27207"/>
                    </a:lnTo>
                    <a:lnTo>
                      <a:pt x="38449" y="25368"/>
                    </a:lnTo>
                    <a:lnTo>
                      <a:pt x="41584" y="23488"/>
                    </a:lnTo>
                    <a:lnTo>
                      <a:pt x="44844" y="21649"/>
                    </a:lnTo>
                    <a:lnTo>
                      <a:pt x="48187" y="19852"/>
                    </a:lnTo>
                    <a:lnTo>
                      <a:pt x="51656" y="18055"/>
                    </a:lnTo>
                    <a:lnTo>
                      <a:pt x="55250" y="16341"/>
                    </a:lnTo>
                    <a:lnTo>
                      <a:pt x="58928" y="14628"/>
                    </a:lnTo>
                    <a:lnTo>
                      <a:pt x="62689" y="12998"/>
                    </a:lnTo>
                    <a:lnTo>
                      <a:pt x="64612" y="12204"/>
                    </a:lnTo>
                    <a:lnTo>
                      <a:pt x="66576" y="11451"/>
                    </a:lnTo>
                    <a:lnTo>
                      <a:pt x="68582" y="10657"/>
                    </a:lnTo>
                    <a:lnTo>
                      <a:pt x="70588" y="9947"/>
                    </a:lnTo>
                    <a:lnTo>
                      <a:pt x="72594" y="9194"/>
                    </a:lnTo>
                    <a:lnTo>
                      <a:pt x="74684" y="8484"/>
                    </a:lnTo>
                    <a:lnTo>
                      <a:pt x="76732" y="7815"/>
                    </a:lnTo>
                    <a:lnTo>
                      <a:pt x="78863" y="7147"/>
                    </a:lnTo>
                    <a:lnTo>
                      <a:pt x="80995" y="6520"/>
                    </a:lnTo>
                    <a:lnTo>
                      <a:pt x="83168" y="5935"/>
                    </a:lnTo>
                    <a:lnTo>
                      <a:pt x="85341" y="5308"/>
                    </a:lnTo>
                    <a:lnTo>
                      <a:pt x="87556" y="4764"/>
                    </a:lnTo>
                    <a:lnTo>
                      <a:pt x="89771" y="4221"/>
                    </a:lnTo>
                    <a:lnTo>
                      <a:pt x="92028" y="3720"/>
                    </a:lnTo>
                    <a:lnTo>
                      <a:pt x="94285" y="3260"/>
                    </a:lnTo>
                    <a:lnTo>
                      <a:pt x="96583" y="2800"/>
                    </a:lnTo>
                    <a:lnTo>
                      <a:pt x="98924" y="2382"/>
                    </a:lnTo>
                    <a:lnTo>
                      <a:pt x="101264" y="1964"/>
                    </a:lnTo>
                    <a:lnTo>
                      <a:pt x="103646" y="1630"/>
                    </a:lnTo>
                    <a:lnTo>
                      <a:pt x="106028" y="1296"/>
                    </a:lnTo>
                    <a:lnTo>
                      <a:pt x="108452" y="1003"/>
                    </a:lnTo>
                    <a:lnTo>
                      <a:pt x="110876" y="752"/>
                    </a:lnTo>
                    <a:lnTo>
                      <a:pt x="113342" y="543"/>
                    </a:lnTo>
                    <a:lnTo>
                      <a:pt x="115808" y="376"/>
                    </a:lnTo>
                    <a:lnTo>
                      <a:pt x="118316" y="209"/>
                    </a:lnTo>
                    <a:lnTo>
                      <a:pt x="120865" y="125"/>
                    </a:lnTo>
                    <a:lnTo>
                      <a:pt x="123414" y="42"/>
                    </a:lnTo>
                    <a:lnTo>
                      <a:pt x="125964" y="0"/>
                    </a:lnTo>
                    <a:lnTo>
                      <a:pt x="128555" y="42"/>
                    </a:lnTo>
                    <a:lnTo>
                      <a:pt x="131188" y="84"/>
                    </a:lnTo>
                    <a:lnTo>
                      <a:pt x="133821" y="209"/>
                    </a:lnTo>
                    <a:lnTo>
                      <a:pt x="136454" y="334"/>
                    </a:lnTo>
                    <a:lnTo>
                      <a:pt x="139128" y="543"/>
                    </a:lnTo>
                    <a:lnTo>
                      <a:pt x="141845" y="752"/>
                    </a:lnTo>
                    <a:lnTo>
                      <a:pt x="144562" y="1045"/>
                    </a:lnTo>
                    <a:lnTo>
                      <a:pt x="147278" y="1379"/>
                    </a:lnTo>
                    <a:lnTo>
                      <a:pt x="150036" y="1755"/>
                    </a:lnTo>
                    <a:lnTo>
                      <a:pt x="152837" y="2173"/>
                    </a:lnTo>
                    <a:lnTo>
                      <a:pt x="155595" y="2675"/>
                    </a:lnTo>
                    <a:lnTo>
                      <a:pt x="158437" y="3218"/>
                    </a:lnTo>
                    <a:lnTo>
                      <a:pt x="161279" y="3803"/>
                    </a:lnTo>
                    <a:lnTo>
                      <a:pt x="164121" y="4430"/>
                    </a:lnTo>
                    <a:lnTo>
                      <a:pt x="167004" y="5099"/>
                    </a:lnTo>
                    <a:lnTo>
                      <a:pt x="169888" y="5851"/>
                    </a:lnTo>
                    <a:lnTo>
                      <a:pt x="172813" y="6645"/>
                    </a:lnTo>
                    <a:lnTo>
                      <a:pt x="175739" y="7523"/>
                    </a:lnTo>
                    <a:lnTo>
                      <a:pt x="178664" y="8442"/>
                    </a:lnTo>
                    <a:lnTo>
                      <a:pt x="181632" y="9403"/>
                    </a:lnTo>
                    <a:lnTo>
                      <a:pt x="184641" y="10448"/>
                    </a:lnTo>
                    <a:lnTo>
                      <a:pt x="187608" y="11535"/>
                    </a:lnTo>
                    <a:lnTo>
                      <a:pt x="190659" y="12705"/>
                    </a:lnTo>
                    <a:lnTo>
                      <a:pt x="193668" y="13917"/>
                    </a:lnTo>
                    <a:lnTo>
                      <a:pt x="196719" y="15213"/>
                    </a:lnTo>
                    <a:lnTo>
                      <a:pt x="199812" y="16550"/>
                    </a:lnTo>
                    <a:lnTo>
                      <a:pt x="202904" y="17971"/>
                    </a:lnTo>
                    <a:lnTo>
                      <a:pt x="205997" y="19476"/>
                    </a:lnTo>
                    <a:lnTo>
                      <a:pt x="209131" y="21022"/>
                    </a:lnTo>
                    <a:lnTo>
                      <a:pt x="212266" y="22610"/>
                    </a:lnTo>
                    <a:lnTo>
                      <a:pt x="215400" y="24324"/>
                    </a:lnTo>
                    <a:lnTo>
                      <a:pt x="218577" y="26079"/>
                    </a:lnTo>
                    <a:lnTo>
                      <a:pt x="221795" y="27876"/>
                    </a:lnTo>
                    <a:lnTo>
                      <a:pt x="224971" y="29798"/>
                    </a:lnTo>
                    <a:lnTo>
                      <a:pt x="228189" y="31763"/>
                    </a:lnTo>
                    <a:lnTo>
                      <a:pt x="231449" y="33811"/>
                    </a:lnTo>
                    <a:lnTo>
                      <a:pt x="234709" y="35900"/>
                    </a:lnTo>
                    <a:lnTo>
                      <a:pt x="237969" y="38115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extrusionOk="0">
                    <a:moveTo>
                      <a:pt x="80369" y="1"/>
                    </a:move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  <a:close/>
                  </a:path>
                </a:pathLst>
              </a:custGeom>
              <a:solidFill>
                <a:srgbClr val="A6BC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 rot="-10575706">
                <a:off x="1838041" y="-818826"/>
                <a:ext cx="5112492" cy="1895403"/>
              </a:xfrm>
              <a:custGeom>
                <a:avLst/>
                <a:gdLst/>
                <a:ahLst/>
                <a:cxnLst/>
                <a:rect l="l" t="t" r="r" b="b"/>
                <a:pathLst>
                  <a:path w="204494" h="75814" fill="none" extrusionOk="0">
                    <a:moveTo>
                      <a:pt x="80369" y="1"/>
                    </a:moveTo>
                    <a:lnTo>
                      <a:pt x="80369" y="1"/>
                    </a:lnTo>
                    <a:lnTo>
                      <a:pt x="80118" y="42"/>
                    </a:lnTo>
                    <a:lnTo>
                      <a:pt x="79825" y="126"/>
                    </a:lnTo>
                    <a:lnTo>
                      <a:pt x="79575" y="210"/>
                    </a:lnTo>
                    <a:lnTo>
                      <a:pt x="79366" y="377"/>
                    </a:lnTo>
                    <a:lnTo>
                      <a:pt x="79157" y="586"/>
                    </a:lnTo>
                    <a:lnTo>
                      <a:pt x="78989" y="795"/>
                    </a:lnTo>
                    <a:lnTo>
                      <a:pt x="78822" y="1045"/>
                    </a:lnTo>
                    <a:lnTo>
                      <a:pt x="78739" y="1296"/>
                    </a:lnTo>
                    <a:lnTo>
                      <a:pt x="78655" y="1589"/>
                    </a:lnTo>
                    <a:lnTo>
                      <a:pt x="78613" y="1881"/>
                    </a:lnTo>
                    <a:lnTo>
                      <a:pt x="78613" y="2174"/>
                    </a:lnTo>
                    <a:lnTo>
                      <a:pt x="78655" y="2466"/>
                    </a:lnTo>
                    <a:lnTo>
                      <a:pt x="78739" y="2759"/>
                    </a:lnTo>
                    <a:lnTo>
                      <a:pt x="78864" y="3010"/>
                    </a:lnTo>
                    <a:lnTo>
                      <a:pt x="79073" y="3261"/>
                    </a:lnTo>
                    <a:lnTo>
                      <a:pt x="79366" y="3511"/>
                    </a:lnTo>
                    <a:lnTo>
                      <a:pt x="79366" y="3511"/>
                    </a:lnTo>
                    <a:lnTo>
                      <a:pt x="120197" y="35190"/>
                    </a:lnTo>
                    <a:lnTo>
                      <a:pt x="120197" y="35190"/>
                    </a:lnTo>
                    <a:lnTo>
                      <a:pt x="122120" y="36695"/>
                    </a:lnTo>
                    <a:lnTo>
                      <a:pt x="122120" y="36695"/>
                    </a:lnTo>
                    <a:lnTo>
                      <a:pt x="70798" y="40122"/>
                    </a:lnTo>
                    <a:lnTo>
                      <a:pt x="70798" y="40122"/>
                    </a:lnTo>
                    <a:lnTo>
                      <a:pt x="44886" y="24282"/>
                    </a:lnTo>
                    <a:lnTo>
                      <a:pt x="44886" y="24282"/>
                    </a:lnTo>
                    <a:lnTo>
                      <a:pt x="41083" y="21984"/>
                    </a:lnTo>
                    <a:lnTo>
                      <a:pt x="41083" y="21984"/>
                    </a:lnTo>
                    <a:lnTo>
                      <a:pt x="40833" y="21858"/>
                    </a:lnTo>
                    <a:lnTo>
                      <a:pt x="40582" y="21775"/>
                    </a:lnTo>
                    <a:lnTo>
                      <a:pt x="40331" y="21691"/>
                    </a:lnTo>
                    <a:lnTo>
                      <a:pt x="40080" y="21691"/>
                    </a:lnTo>
                    <a:lnTo>
                      <a:pt x="40080" y="21691"/>
                    </a:lnTo>
                    <a:lnTo>
                      <a:pt x="39788" y="21733"/>
                    </a:lnTo>
                    <a:lnTo>
                      <a:pt x="39495" y="21817"/>
                    </a:lnTo>
                    <a:lnTo>
                      <a:pt x="39244" y="21900"/>
                    </a:lnTo>
                    <a:lnTo>
                      <a:pt x="38994" y="22067"/>
                    </a:lnTo>
                    <a:lnTo>
                      <a:pt x="38785" y="22276"/>
                    </a:lnTo>
                    <a:lnTo>
                      <a:pt x="38576" y="22485"/>
                    </a:lnTo>
                    <a:lnTo>
                      <a:pt x="38409" y="22736"/>
                    </a:lnTo>
                    <a:lnTo>
                      <a:pt x="38283" y="22987"/>
                    </a:lnTo>
                    <a:lnTo>
                      <a:pt x="38200" y="23279"/>
                    </a:lnTo>
                    <a:lnTo>
                      <a:pt x="38158" y="23572"/>
                    </a:lnTo>
                    <a:lnTo>
                      <a:pt x="38158" y="23864"/>
                    </a:lnTo>
                    <a:lnTo>
                      <a:pt x="38241" y="24115"/>
                    </a:lnTo>
                    <a:lnTo>
                      <a:pt x="38325" y="24408"/>
                    </a:lnTo>
                    <a:lnTo>
                      <a:pt x="38492" y="24659"/>
                    </a:lnTo>
                    <a:lnTo>
                      <a:pt x="38743" y="24909"/>
                    </a:lnTo>
                    <a:lnTo>
                      <a:pt x="39035" y="25118"/>
                    </a:lnTo>
                    <a:lnTo>
                      <a:pt x="39035" y="25118"/>
                    </a:lnTo>
                    <a:lnTo>
                      <a:pt x="64320" y="40540"/>
                    </a:lnTo>
                    <a:lnTo>
                      <a:pt x="64320" y="40540"/>
                    </a:lnTo>
                    <a:lnTo>
                      <a:pt x="26330" y="43047"/>
                    </a:lnTo>
                    <a:lnTo>
                      <a:pt x="26330" y="43047"/>
                    </a:lnTo>
                    <a:lnTo>
                      <a:pt x="1464" y="44719"/>
                    </a:lnTo>
                    <a:lnTo>
                      <a:pt x="1464" y="44719"/>
                    </a:lnTo>
                    <a:lnTo>
                      <a:pt x="1046" y="44803"/>
                    </a:lnTo>
                    <a:lnTo>
                      <a:pt x="711" y="44928"/>
                    </a:lnTo>
                    <a:lnTo>
                      <a:pt x="461" y="45095"/>
                    </a:lnTo>
                    <a:lnTo>
                      <a:pt x="252" y="45346"/>
                    </a:lnTo>
                    <a:lnTo>
                      <a:pt x="85" y="45639"/>
                    </a:lnTo>
                    <a:lnTo>
                      <a:pt x="1" y="45931"/>
                    </a:lnTo>
                    <a:lnTo>
                      <a:pt x="1" y="46265"/>
                    </a:lnTo>
                    <a:lnTo>
                      <a:pt x="1" y="46600"/>
                    </a:lnTo>
                    <a:lnTo>
                      <a:pt x="85" y="46934"/>
                    </a:lnTo>
                    <a:lnTo>
                      <a:pt x="252" y="47269"/>
                    </a:lnTo>
                    <a:lnTo>
                      <a:pt x="419" y="47561"/>
                    </a:lnTo>
                    <a:lnTo>
                      <a:pt x="670" y="47854"/>
                    </a:lnTo>
                    <a:lnTo>
                      <a:pt x="920" y="48063"/>
                    </a:lnTo>
                    <a:lnTo>
                      <a:pt x="1255" y="48230"/>
                    </a:lnTo>
                    <a:lnTo>
                      <a:pt x="1631" y="48355"/>
                    </a:lnTo>
                    <a:lnTo>
                      <a:pt x="2007" y="48397"/>
                    </a:lnTo>
                    <a:lnTo>
                      <a:pt x="2007" y="48397"/>
                    </a:lnTo>
                    <a:lnTo>
                      <a:pt x="2174" y="48397"/>
                    </a:lnTo>
                    <a:lnTo>
                      <a:pt x="2174" y="48397"/>
                    </a:lnTo>
                    <a:lnTo>
                      <a:pt x="65908" y="44176"/>
                    </a:lnTo>
                    <a:lnTo>
                      <a:pt x="65908" y="44176"/>
                    </a:lnTo>
                    <a:lnTo>
                      <a:pt x="48522" y="63651"/>
                    </a:lnTo>
                    <a:lnTo>
                      <a:pt x="48522" y="63651"/>
                    </a:lnTo>
                    <a:lnTo>
                      <a:pt x="45513" y="67037"/>
                    </a:lnTo>
                    <a:lnTo>
                      <a:pt x="45513" y="67037"/>
                    </a:lnTo>
                    <a:lnTo>
                      <a:pt x="45304" y="67287"/>
                    </a:lnTo>
                    <a:lnTo>
                      <a:pt x="45179" y="67580"/>
                    </a:lnTo>
                    <a:lnTo>
                      <a:pt x="45095" y="67831"/>
                    </a:lnTo>
                    <a:lnTo>
                      <a:pt x="45012" y="68123"/>
                    </a:lnTo>
                    <a:lnTo>
                      <a:pt x="45012" y="68416"/>
                    </a:lnTo>
                    <a:lnTo>
                      <a:pt x="45054" y="68708"/>
                    </a:lnTo>
                    <a:lnTo>
                      <a:pt x="45095" y="68959"/>
                    </a:lnTo>
                    <a:lnTo>
                      <a:pt x="45221" y="69252"/>
                    </a:lnTo>
                    <a:lnTo>
                      <a:pt x="45346" y="69502"/>
                    </a:lnTo>
                    <a:lnTo>
                      <a:pt x="45513" y="69711"/>
                    </a:lnTo>
                    <a:lnTo>
                      <a:pt x="45681" y="69920"/>
                    </a:lnTo>
                    <a:lnTo>
                      <a:pt x="45890" y="70087"/>
                    </a:lnTo>
                    <a:lnTo>
                      <a:pt x="46098" y="70213"/>
                    </a:lnTo>
                    <a:lnTo>
                      <a:pt x="46349" y="70338"/>
                    </a:lnTo>
                    <a:lnTo>
                      <a:pt x="46600" y="70380"/>
                    </a:lnTo>
                    <a:lnTo>
                      <a:pt x="46851" y="70422"/>
                    </a:lnTo>
                    <a:lnTo>
                      <a:pt x="46851" y="70422"/>
                    </a:lnTo>
                    <a:lnTo>
                      <a:pt x="47143" y="70380"/>
                    </a:lnTo>
                    <a:lnTo>
                      <a:pt x="47436" y="70296"/>
                    </a:lnTo>
                    <a:lnTo>
                      <a:pt x="47728" y="70087"/>
                    </a:lnTo>
                    <a:lnTo>
                      <a:pt x="47979" y="69837"/>
                    </a:lnTo>
                    <a:lnTo>
                      <a:pt x="47979" y="69837"/>
                    </a:lnTo>
                    <a:lnTo>
                      <a:pt x="68541" y="46767"/>
                    </a:lnTo>
                    <a:lnTo>
                      <a:pt x="68541" y="46767"/>
                    </a:lnTo>
                    <a:lnTo>
                      <a:pt x="71174" y="43800"/>
                    </a:lnTo>
                    <a:lnTo>
                      <a:pt x="71174" y="43800"/>
                    </a:lnTo>
                    <a:lnTo>
                      <a:pt x="122329" y="40414"/>
                    </a:lnTo>
                    <a:lnTo>
                      <a:pt x="122329" y="40414"/>
                    </a:lnTo>
                    <a:lnTo>
                      <a:pt x="90650" y="72470"/>
                    </a:lnTo>
                    <a:lnTo>
                      <a:pt x="90650" y="72470"/>
                    </a:lnTo>
                    <a:lnTo>
                      <a:pt x="90399" y="72720"/>
                    </a:lnTo>
                    <a:lnTo>
                      <a:pt x="90274" y="73013"/>
                    </a:lnTo>
                    <a:lnTo>
                      <a:pt x="90148" y="73306"/>
                    </a:lnTo>
                    <a:lnTo>
                      <a:pt x="90106" y="73556"/>
                    </a:lnTo>
                    <a:lnTo>
                      <a:pt x="90065" y="73849"/>
                    </a:lnTo>
                    <a:lnTo>
                      <a:pt x="90106" y="74141"/>
                    </a:lnTo>
                    <a:lnTo>
                      <a:pt x="90148" y="74392"/>
                    </a:lnTo>
                    <a:lnTo>
                      <a:pt x="90274" y="74643"/>
                    </a:lnTo>
                    <a:lnTo>
                      <a:pt x="90399" y="74894"/>
                    </a:lnTo>
                    <a:lnTo>
                      <a:pt x="90566" y="75144"/>
                    </a:lnTo>
                    <a:lnTo>
                      <a:pt x="90733" y="75312"/>
                    </a:lnTo>
                    <a:lnTo>
                      <a:pt x="90942" y="75479"/>
                    </a:lnTo>
                    <a:lnTo>
                      <a:pt x="91193" y="75646"/>
                    </a:lnTo>
                    <a:lnTo>
                      <a:pt x="91402" y="75730"/>
                    </a:lnTo>
                    <a:lnTo>
                      <a:pt x="91653" y="75813"/>
                    </a:lnTo>
                    <a:lnTo>
                      <a:pt x="91945" y="75813"/>
                    </a:lnTo>
                    <a:lnTo>
                      <a:pt x="91945" y="75813"/>
                    </a:lnTo>
                    <a:lnTo>
                      <a:pt x="92238" y="75813"/>
                    </a:lnTo>
                    <a:lnTo>
                      <a:pt x="92530" y="75688"/>
                    </a:lnTo>
                    <a:lnTo>
                      <a:pt x="92823" y="75562"/>
                    </a:lnTo>
                    <a:lnTo>
                      <a:pt x="93115" y="75312"/>
                    </a:lnTo>
                    <a:lnTo>
                      <a:pt x="93115" y="75312"/>
                    </a:lnTo>
                    <a:lnTo>
                      <a:pt x="127971" y="40038"/>
                    </a:lnTo>
                    <a:lnTo>
                      <a:pt x="127971" y="40038"/>
                    </a:lnTo>
                    <a:lnTo>
                      <a:pt x="175280" y="36862"/>
                    </a:lnTo>
                    <a:lnTo>
                      <a:pt x="175280" y="36862"/>
                    </a:lnTo>
                    <a:lnTo>
                      <a:pt x="142097" y="65866"/>
                    </a:lnTo>
                    <a:lnTo>
                      <a:pt x="142097" y="65866"/>
                    </a:lnTo>
                    <a:lnTo>
                      <a:pt x="141888" y="66117"/>
                    </a:lnTo>
                    <a:lnTo>
                      <a:pt x="141679" y="66368"/>
                    </a:lnTo>
                    <a:lnTo>
                      <a:pt x="141553" y="66619"/>
                    </a:lnTo>
                    <a:lnTo>
                      <a:pt x="141512" y="66911"/>
                    </a:lnTo>
                    <a:lnTo>
                      <a:pt x="141470" y="67204"/>
                    </a:lnTo>
                    <a:lnTo>
                      <a:pt x="141512" y="67455"/>
                    </a:lnTo>
                    <a:lnTo>
                      <a:pt x="141553" y="67747"/>
                    </a:lnTo>
                    <a:lnTo>
                      <a:pt x="141679" y="67998"/>
                    </a:lnTo>
                    <a:lnTo>
                      <a:pt x="141804" y="68207"/>
                    </a:lnTo>
                    <a:lnTo>
                      <a:pt x="141971" y="68458"/>
                    </a:lnTo>
                    <a:lnTo>
                      <a:pt x="142138" y="68667"/>
                    </a:lnTo>
                    <a:lnTo>
                      <a:pt x="142389" y="68834"/>
                    </a:lnTo>
                    <a:lnTo>
                      <a:pt x="142598" y="68959"/>
                    </a:lnTo>
                    <a:lnTo>
                      <a:pt x="142849" y="69084"/>
                    </a:lnTo>
                    <a:lnTo>
                      <a:pt x="143142" y="69126"/>
                    </a:lnTo>
                    <a:lnTo>
                      <a:pt x="143392" y="69168"/>
                    </a:lnTo>
                    <a:lnTo>
                      <a:pt x="143392" y="69168"/>
                    </a:lnTo>
                    <a:lnTo>
                      <a:pt x="143685" y="69126"/>
                    </a:lnTo>
                    <a:lnTo>
                      <a:pt x="143977" y="69043"/>
                    </a:lnTo>
                    <a:lnTo>
                      <a:pt x="144270" y="68917"/>
                    </a:lnTo>
                    <a:lnTo>
                      <a:pt x="144562" y="68667"/>
                    </a:lnTo>
                    <a:lnTo>
                      <a:pt x="144562" y="68667"/>
                    </a:lnTo>
                    <a:lnTo>
                      <a:pt x="179627" y="38074"/>
                    </a:lnTo>
                    <a:lnTo>
                      <a:pt x="179627" y="38074"/>
                    </a:lnTo>
                    <a:lnTo>
                      <a:pt x="179752" y="37907"/>
                    </a:lnTo>
                    <a:lnTo>
                      <a:pt x="179919" y="37740"/>
                    </a:lnTo>
                    <a:lnTo>
                      <a:pt x="180003" y="37531"/>
                    </a:lnTo>
                    <a:lnTo>
                      <a:pt x="180086" y="37364"/>
                    </a:lnTo>
                    <a:lnTo>
                      <a:pt x="180212" y="36946"/>
                    </a:lnTo>
                    <a:lnTo>
                      <a:pt x="180212" y="36528"/>
                    </a:lnTo>
                    <a:lnTo>
                      <a:pt x="180212" y="36528"/>
                    </a:lnTo>
                    <a:lnTo>
                      <a:pt x="203031" y="35023"/>
                    </a:lnTo>
                    <a:lnTo>
                      <a:pt x="203031" y="35023"/>
                    </a:lnTo>
                    <a:lnTo>
                      <a:pt x="203449" y="34940"/>
                    </a:lnTo>
                    <a:lnTo>
                      <a:pt x="203783" y="34814"/>
                    </a:lnTo>
                    <a:lnTo>
                      <a:pt x="204034" y="34647"/>
                    </a:lnTo>
                    <a:lnTo>
                      <a:pt x="204243" y="34396"/>
                    </a:lnTo>
                    <a:lnTo>
                      <a:pt x="204410" y="34104"/>
                    </a:lnTo>
                    <a:lnTo>
                      <a:pt x="204493" y="33811"/>
                    </a:lnTo>
                    <a:lnTo>
                      <a:pt x="204493" y="33477"/>
                    </a:lnTo>
                    <a:lnTo>
                      <a:pt x="204493" y="33143"/>
                    </a:lnTo>
                    <a:lnTo>
                      <a:pt x="204410" y="32808"/>
                    </a:lnTo>
                    <a:lnTo>
                      <a:pt x="204243" y="32474"/>
                    </a:lnTo>
                    <a:lnTo>
                      <a:pt x="204076" y="32181"/>
                    </a:lnTo>
                    <a:lnTo>
                      <a:pt x="203825" y="31889"/>
                    </a:lnTo>
                    <a:lnTo>
                      <a:pt x="203574" y="31680"/>
                    </a:lnTo>
                    <a:lnTo>
                      <a:pt x="203240" y="31513"/>
                    </a:lnTo>
                    <a:lnTo>
                      <a:pt x="202864" y="31387"/>
                    </a:lnTo>
                    <a:lnTo>
                      <a:pt x="202487" y="31345"/>
                    </a:lnTo>
                    <a:lnTo>
                      <a:pt x="202487" y="31345"/>
                    </a:lnTo>
                    <a:lnTo>
                      <a:pt x="202320" y="31345"/>
                    </a:lnTo>
                    <a:lnTo>
                      <a:pt x="202320" y="31345"/>
                    </a:lnTo>
                    <a:lnTo>
                      <a:pt x="176534" y="33059"/>
                    </a:lnTo>
                    <a:lnTo>
                      <a:pt x="176534" y="33059"/>
                    </a:lnTo>
                    <a:lnTo>
                      <a:pt x="136664" y="5141"/>
                    </a:lnTo>
                    <a:lnTo>
                      <a:pt x="136664" y="5141"/>
                    </a:lnTo>
                    <a:lnTo>
                      <a:pt x="130687" y="920"/>
                    </a:lnTo>
                    <a:lnTo>
                      <a:pt x="130687" y="920"/>
                    </a:lnTo>
                    <a:lnTo>
                      <a:pt x="130395" y="753"/>
                    </a:lnTo>
                    <a:lnTo>
                      <a:pt x="130144" y="669"/>
                    </a:lnTo>
                    <a:lnTo>
                      <a:pt x="129893" y="586"/>
                    </a:lnTo>
                    <a:lnTo>
                      <a:pt x="129642" y="586"/>
                    </a:lnTo>
                    <a:lnTo>
                      <a:pt x="129642" y="586"/>
                    </a:lnTo>
                    <a:lnTo>
                      <a:pt x="129350" y="586"/>
                    </a:lnTo>
                    <a:lnTo>
                      <a:pt x="129099" y="669"/>
                    </a:lnTo>
                    <a:lnTo>
                      <a:pt x="128848" y="795"/>
                    </a:lnTo>
                    <a:lnTo>
                      <a:pt x="128598" y="962"/>
                    </a:lnTo>
                    <a:lnTo>
                      <a:pt x="128389" y="1129"/>
                    </a:lnTo>
                    <a:lnTo>
                      <a:pt x="128221" y="1380"/>
                    </a:lnTo>
                    <a:lnTo>
                      <a:pt x="128054" y="1631"/>
                    </a:lnTo>
                    <a:lnTo>
                      <a:pt x="127929" y="1881"/>
                    </a:lnTo>
                    <a:lnTo>
                      <a:pt x="127845" y="2174"/>
                    </a:lnTo>
                    <a:lnTo>
                      <a:pt x="127804" y="2425"/>
                    </a:lnTo>
                    <a:lnTo>
                      <a:pt x="127804" y="2717"/>
                    </a:lnTo>
                    <a:lnTo>
                      <a:pt x="127845" y="3010"/>
                    </a:lnTo>
                    <a:lnTo>
                      <a:pt x="127971" y="3302"/>
                    </a:lnTo>
                    <a:lnTo>
                      <a:pt x="128138" y="3553"/>
                    </a:lnTo>
                    <a:lnTo>
                      <a:pt x="128347" y="3804"/>
                    </a:lnTo>
                    <a:lnTo>
                      <a:pt x="128598" y="4055"/>
                    </a:lnTo>
                    <a:lnTo>
                      <a:pt x="128598" y="4055"/>
                    </a:lnTo>
                    <a:lnTo>
                      <a:pt x="170558" y="33477"/>
                    </a:lnTo>
                    <a:lnTo>
                      <a:pt x="170558" y="33477"/>
                    </a:lnTo>
                    <a:lnTo>
                      <a:pt x="134490" y="35859"/>
                    </a:lnTo>
                    <a:lnTo>
                      <a:pt x="134490" y="35859"/>
                    </a:lnTo>
                    <a:lnTo>
                      <a:pt x="127720" y="36319"/>
                    </a:lnTo>
                    <a:lnTo>
                      <a:pt x="127720" y="36319"/>
                    </a:lnTo>
                    <a:lnTo>
                      <a:pt x="87306" y="4974"/>
                    </a:lnTo>
                    <a:lnTo>
                      <a:pt x="87306" y="4974"/>
                    </a:lnTo>
                    <a:lnTo>
                      <a:pt x="81413" y="377"/>
                    </a:lnTo>
                    <a:lnTo>
                      <a:pt x="81413" y="377"/>
                    </a:lnTo>
                    <a:lnTo>
                      <a:pt x="81163" y="210"/>
                    </a:lnTo>
                    <a:lnTo>
                      <a:pt x="80870" y="84"/>
                    </a:lnTo>
                    <a:lnTo>
                      <a:pt x="80619" y="42"/>
                    </a:lnTo>
                    <a:lnTo>
                      <a:pt x="8036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" name="Google Shape;314;p11"/>
          <p:cNvSpPr txBox="1">
            <a:spLocks noGrp="1"/>
          </p:cNvSpPr>
          <p:nvPr>
            <p:ph type="title" hasCustomPrompt="1"/>
          </p:nvPr>
        </p:nvSpPr>
        <p:spPr>
          <a:xfrm>
            <a:off x="855300" y="2493373"/>
            <a:ext cx="7433400" cy="120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9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rtl="0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r>
              <a:t>xx%</a:t>
            </a:r>
          </a:p>
        </p:txBody>
      </p:sp>
      <p:grpSp>
        <p:nvGrpSpPr>
          <p:cNvPr id="315" name="Google Shape;315;p11"/>
          <p:cNvGrpSpPr/>
          <p:nvPr/>
        </p:nvGrpSpPr>
        <p:grpSpPr>
          <a:xfrm rot="-1194492">
            <a:off x="387344" y="4581919"/>
            <a:ext cx="264414" cy="107545"/>
            <a:chOff x="5891825" y="1109775"/>
            <a:chExt cx="264425" cy="107550"/>
          </a:xfrm>
        </p:grpSpPr>
        <p:sp>
          <p:nvSpPr>
            <p:cNvPr id="316" name="Google Shape;316;p11"/>
            <p:cNvSpPr/>
            <p:nvPr/>
          </p:nvSpPr>
          <p:spPr>
            <a:xfrm>
              <a:off x="5891825" y="1109775"/>
              <a:ext cx="264425" cy="107550"/>
            </a:xfrm>
            <a:custGeom>
              <a:avLst/>
              <a:gdLst/>
              <a:ahLst/>
              <a:cxnLst/>
              <a:rect l="l" t="t" r="r" b="b"/>
              <a:pathLst>
                <a:path w="10577" h="4302" extrusionOk="0">
                  <a:moveTo>
                    <a:pt x="5114" y="1"/>
                  </a:moveTo>
                  <a:lnTo>
                    <a:pt x="4184" y="233"/>
                  </a:lnTo>
                  <a:lnTo>
                    <a:pt x="3370" y="466"/>
                  </a:lnTo>
                  <a:lnTo>
                    <a:pt x="2673" y="814"/>
                  </a:lnTo>
                  <a:lnTo>
                    <a:pt x="1511" y="1628"/>
                  </a:lnTo>
                  <a:lnTo>
                    <a:pt x="697" y="2442"/>
                  </a:lnTo>
                  <a:lnTo>
                    <a:pt x="0" y="3255"/>
                  </a:lnTo>
                  <a:lnTo>
                    <a:pt x="1162" y="3720"/>
                  </a:lnTo>
                  <a:lnTo>
                    <a:pt x="2208" y="4069"/>
                  </a:lnTo>
                  <a:lnTo>
                    <a:pt x="3254" y="4301"/>
                  </a:lnTo>
                  <a:lnTo>
                    <a:pt x="4184" y="4301"/>
                  </a:lnTo>
                  <a:lnTo>
                    <a:pt x="5114" y="4185"/>
                  </a:lnTo>
                  <a:lnTo>
                    <a:pt x="6044" y="3952"/>
                  </a:lnTo>
                  <a:lnTo>
                    <a:pt x="6857" y="3720"/>
                  </a:lnTo>
                  <a:lnTo>
                    <a:pt x="7555" y="3371"/>
                  </a:lnTo>
                  <a:lnTo>
                    <a:pt x="8833" y="2674"/>
                  </a:lnTo>
                  <a:lnTo>
                    <a:pt x="9763" y="1860"/>
                  </a:lnTo>
                  <a:lnTo>
                    <a:pt x="10576" y="1047"/>
                  </a:lnTo>
                  <a:lnTo>
                    <a:pt x="9298" y="466"/>
                  </a:lnTo>
                  <a:lnTo>
                    <a:pt x="8136" y="117"/>
                  </a:lnTo>
                  <a:lnTo>
                    <a:pt x="6973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5891825" y="1109775"/>
              <a:ext cx="264425" cy="107550"/>
            </a:xfrm>
            <a:custGeom>
              <a:avLst/>
              <a:gdLst/>
              <a:ahLst/>
              <a:cxnLst/>
              <a:rect l="l" t="t" r="r" b="b"/>
              <a:pathLst>
                <a:path w="10577" h="4302" fill="none" extrusionOk="0">
                  <a:moveTo>
                    <a:pt x="10576" y="1047"/>
                  </a:moveTo>
                  <a:lnTo>
                    <a:pt x="10576" y="1047"/>
                  </a:lnTo>
                  <a:lnTo>
                    <a:pt x="9763" y="1860"/>
                  </a:lnTo>
                  <a:lnTo>
                    <a:pt x="8833" y="2674"/>
                  </a:lnTo>
                  <a:lnTo>
                    <a:pt x="7555" y="3371"/>
                  </a:lnTo>
                  <a:lnTo>
                    <a:pt x="6857" y="3720"/>
                  </a:lnTo>
                  <a:lnTo>
                    <a:pt x="6044" y="3952"/>
                  </a:lnTo>
                  <a:lnTo>
                    <a:pt x="5114" y="4185"/>
                  </a:lnTo>
                  <a:lnTo>
                    <a:pt x="4184" y="4301"/>
                  </a:lnTo>
                  <a:lnTo>
                    <a:pt x="3254" y="4301"/>
                  </a:lnTo>
                  <a:lnTo>
                    <a:pt x="2208" y="4069"/>
                  </a:lnTo>
                  <a:lnTo>
                    <a:pt x="1162" y="3720"/>
                  </a:lnTo>
                  <a:lnTo>
                    <a:pt x="0" y="3255"/>
                  </a:lnTo>
                  <a:lnTo>
                    <a:pt x="0" y="3255"/>
                  </a:lnTo>
                  <a:lnTo>
                    <a:pt x="697" y="2442"/>
                  </a:lnTo>
                  <a:lnTo>
                    <a:pt x="1511" y="1628"/>
                  </a:lnTo>
                  <a:lnTo>
                    <a:pt x="2673" y="814"/>
                  </a:lnTo>
                  <a:lnTo>
                    <a:pt x="3370" y="466"/>
                  </a:lnTo>
                  <a:lnTo>
                    <a:pt x="4184" y="233"/>
                  </a:lnTo>
                  <a:lnTo>
                    <a:pt x="5114" y="1"/>
                  </a:lnTo>
                  <a:lnTo>
                    <a:pt x="6044" y="1"/>
                  </a:lnTo>
                  <a:lnTo>
                    <a:pt x="6973" y="1"/>
                  </a:lnTo>
                  <a:lnTo>
                    <a:pt x="8136" y="117"/>
                  </a:lnTo>
                  <a:lnTo>
                    <a:pt x="9298" y="466"/>
                  </a:lnTo>
                  <a:lnTo>
                    <a:pt x="10576" y="10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5912150" y="1115600"/>
              <a:ext cx="226650" cy="90100"/>
            </a:xfrm>
            <a:custGeom>
              <a:avLst/>
              <a:gdLst/>
              <a:ahLst/>
              <a:cxnLst/>
              <a:rect l="l" t="t" r="r" b="b"/>
              <a:pathLst>
                <a:path w="9066" h="3604" extrusionOk="0">
                  <a:moveTo>
                    <a:pt x="5579" y="0"/>
                  </a:moveTo>
                  <a:lnTo>
                    <a:pt x="5463" y="117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579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5912150" y="1115600"/>
              <a:ext cx="226650" cy="90100"/>
            </a:xfrm>
            <a:custGeom>
              <a:avLst/>
              <a:gdLst/>
              <a:ahLst/>
              <a:cxnLst/>
              <a:rect l="l" t="t" r="r" b="b"/>
              <a:pathLst>
                <a:path w="9066" h="3604" fill="none" extrusionOk="0">
                  <a:moveTo>
                    <a:pt x="5579" y="0"/>
                  </a:moveTo>
                  <a:lnTo>
                    <a:pt x="5579" y="0"/>
                  </a:lnTo>
                  <a:lnTo>
                    <a:pt x="5463" y="117"/>
                  </a:lnTo>
                  <a:lnTo>
                    <a:pt x="5463" y="233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928" y="233"/>
                  </a:lnTo>
                  <a:lnTo>
                    <a:pt x="5579" y="0"/>
                  </a:lnTo>
                  <a:lnTo>
                    <a:pt x="5579" y="0"/>
                  </a:lnTo>
                  <a:lnTo>
                    <a:pt x="557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11"/>
          <p:cNvGrpSpPr/>
          <p:nvPr/>
        </p:nvGrpSpPr>
        <p:grpSpPr>
          <a:xfrm rot="-6744154">
            <a:off x="8276343" y="4450783"/>
            <a:ext cx="264417" cy="107547"/>
            <a:chOff x="5891825" y="1109775"/>
            <a:chExt cx="264425" cy="107550"/>
          </a:xfrm>
        </p:grpSpPr>
        <p:sp>
          <p:nvSpPr>
            <p:cNvPr id="321" name="Google Shape;321;p11"/>
            <p:cNvSpPr/>
            <p:nvPr/>
          </p:nvSpPr>
          <p:spPr>
            <a:xfrm>
              <a:off x="5891825" y="1109775"/>
              <a:ext cx="264425" cy="107550"/>
            </a:xfrm>
            <a:custGeom>
              <a:avLst/>
              <a:gdLst/>
              <a:ahLst/>
              <a:cxnLst/>
              <a:rect l="l" t="t" r="r" b="b"/>
              <a:pathLst>
                <a:path w="10577" h="4302" extrusionOk="0">
                  <a:moveTo>
                    <a:pt x="5114" y="1"/>
                  </a:moveTo>
                  <a:lnTo>
                    <a:pt x="4184" y="233"/>
                  </a:lnTo>
                  <a:lnTo>
                    <a:pt x="3370" y="466"/>
                  </a:lnTo>
                  <a:lnTo>
                    <a:pt x="2673" y="814"/>
                  </a:lnTo>
                  <a:lnTo>
                    <a:pt x="1511" y="1628"/>
                  </a:lnTo>
                  <a:lnTo>
                    <a:pt x="697" y="2442"/>
                  </a:lnTo>
                  <a:lnTo>
                    <a:pt x="0" y="3255"/>
                  </a:lnTo>
                  <a:lnTo>
                    <a:pt x="1162" y="3720"/>
                  </a:lnTo>
                  <a:lnTo>
                    <a:pt x="2208" y="4069"/>
                  </a:lnTo>
                  <a:lnTo>
                    <a:pt x="3254" y="4301"/>
                  </a:lnTo>
                  <a:lnTo>
                    <a:pt x="4184" y="4301"/>
                  </a:lnTo>
                  <a:lnTo>
                    <a:pt x="5114" y="4185"/>
                  </a:lnTo>
                  <a:lnTo>
                    <a:pt x="6044" y="3952"/>
                  </a:lnTo>
                  <a:lnTo>
                    <a:pt x="6857" y="3720"/>
                  </a:lnTo>
                  <a:lnTo>
                    <a:pt x="7555" y="3371"/>
                  </a:lnTo>
                  <a:lnTo>
                    <a:pt x="8833" y="2674"/>
                  </a:lnTo>
                  <a:lnTo>
                    <a:pt x="9763" y="1860"/>
                  </a:lnTo>
                  <a:lnTo>
                    <a:pt x="10576" y="1047"/>
                  </a:lnTo>
                  <a:lnTo>
                    <a:pt x="9298" y="466"/>
                  </a:lnTo>
                  <a:lnTo>
                    <a:pt x="8136" y="117"/>
                  </a:lnTo>
                  <a:lnTo>
                    <a:pt x="6973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5891825" y="1109775"/>
              <a:ext cx="264425" cy="107550"/>
            </a:xfrm>
            <a:custGeom>
              <a:avLst/>
              <a:gdLst/>
              <a:ahLst/>
              <a:cxnLst/>
              <a:rect l="l" t="t" r="r" b="b"/>
              <a:pathLst>
                <a:path w="10577" h="4302" fill="none" extrusionOk="0">
                  <a:moveTo>
                    <a:pt x="10576" y="1047"/>
                  </a:moveTo>
                  <a:lnTo>
                    <a:pt x="10576" y="1047"/>
                  </a:lnTo>
                  <a:lnTo>
                    <a:pt x="9763" y="1860"/>
                  </a:lnTo>
                  <a:lnTo>
                    <a:pt x="8833" y="2674"/>
                  </a:lnTo>
                  <a:lnTo>
                    <a:pt x="7555" y="3371"/>
                  </a:lnTo>
                  <a:lnTo>
                    <a:pt x="6857" y="3720"/>
                  </a:lnTo>
                  <a:lnTo>
                    <a:pt x="6044" y="3952"/>
                  </a:lnTo>
                  <a:lnTo>
                    <a:pt x="5114" y="4185"/>
                  </a:lnTo>
                  <a:lnTo>
                    <a:pt x="4184" y="4301"/>
                  </a:lnTo>
                  <a:lnTo>
                    <a:pt x="3254" y="4301"/>
                  </a:lnTo>
                  <a:lnTo>
                    <a:pt x="2208" y="4069"/>
                  </a:lnTo>
                  <a:lnTo>
                    <a:pt x="1162" y="3720"/>
                  </a:lnTo>
                  <a:lnTo>
                    <a:pt x="0" y="3255"/>
                  </a:lnTo>
                  <a:lnTo>
                    <a:pt x="0" y="3255"/>
                  </a:lnTo>
                  <a:lnTo>
                    <a:pt x="697" y="2442"/>
                  </a:lnTo>
                  <a:lnTo>
                    <a:pt x="1511" y="1628"/>
                  </a:lnTo>
                  <a:lnTo>
                    <a:pt x="2673" y="814"/>
                  </a:lnTo>
                  <a:lnTo>
                    <a:pt x="3370" y="466"/>
                  </a:lnTo>
                  <a:lnTo>
                    <a:pt x="4184" y="233"/>
                  </a:lnTo>
                  <a:lnTo>
                    <a:pt x="5114" y="1"/>
                  </a:lnTo>
                  <a:lnTo>
                    <a:pt x="6044" y="1"/>
                  </a:lnTo>
                  <a:lnTo>
                    <a:pt x="6973" y="1"/>
                  </a:lnTo>
                  <a:lnTo>
                    <a:pt x="8136" y="117"/>
                  </a:lnTo>
                  <a:lnTo>
                    <a:pt x="9298" y="466"/>
                  </a:lnTo>
                  <a:lnTo>
                    <a:pt x="10576" y="10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5912150" y="1115600"/>
              <a:ext cx="226650" cy="90100"/>
            </a:xfrm>
            <a:custGeom>
              <a:avLst/>
              <a:gdLst/>
              <a:ahLst/>
              <a:cxnLst/>
              <a:rect l="l" t="t" r="r" b="b"/>
              <a:pathLst>
                <a:path w="9066" h="3604" extrusionOk="0">
                  <a:moveTo>
                    <a:pt x="5579" y="0"/>
                  </a:moveTo>
                  <a:lnTo>
                    <a:pt x="5463" y="117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579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5912150" y="1115600"/>
              <a:ext cx="226650" cy="90100"/>
            </a:xfrm>
            <a:custGeom>
              <a:avLst/>
              <a:gdLst/>
              <a:ahLst/>
              <a:cxnLst/>
              <a:rect l="l" t="t" r="r" b="b"/>
              <a:pathLst>
                <a:path w="9066" h="3604" fill="none" extrusionOk="0">
                  <a:moveTo>
                    <a:pt x="5579" y="0"/>
                  </a:moveTo>
                  <a:lnTo>
                    <a:pt x="5579" y="0"/>
                  </a:lnTo>
                  <a:lnTo>
                    <a:pt x="5463" y="117"/>
                  </a:lnTo>
                  <a:lnTo>
                    <a:pt x="5463" y="233"/>
                  </a:lnTo>
                  <a:lnTo>
                    <a:pt x="5463" y="233"/>
                  </a:lnTo>
                  <a:lnTo>
                    <a:pt x="7555" y="1279"/>
                  </a:lnTo>
                  <a:lnTo>
                    <a:pt x="7555" y="1279"/>
                  </a:lnTo>
                  <a:lnTo>
                    <a:pt x="5928" y="1627"/>
                  </a:lnTo>
                  <a:lnTo>
                    <a:pt x="5928" y="1627"/>
                  </a:lnTo>
                  <a:lnTo>
                    <a:pt x="5696" y="1627"/>
                  </a:lnTo>
                  <a:lnTo>
                    <a:pt x="5696" y="1627"/>
                  </a:lnTo>
                  <a:lnTo>
                    <a:pt x="3720" y="465"/>
                  </a:lnTo>
                  <a:lnTo>
                    <a:pt x="3720" y="465"/>
                  </a:lnTo>
                  <a:lnTo>
                    <a:pt x="3371" y="349"/>
                  </a:lnTo>
                  <a:lnTo>
                    <a:pt x="3371" y="349"/>
                  </a:lnTo>
                  <a:lnTo>
                    <a:pt x="3371" y="233"/>
                  </a:lnTo>
                  <a:lnTo>
                    <a:pt x="3371" y="233"/>
                  </a:lnTo>
                  <a:lnTo>
                    <a:pt x="3255" y="349"/>
                  </a:lnTo>
                  <a:lnTo>
                    <a:pt x="3371" y="465"/>
                  </a:lnTo>
                  <a:lnTo>
                    <a:pt x="3371" y="465"/>
                  </a:lnTo>
                  <a:lnTo>
                    <a:pt x="5347" y="1627"/>
                  </a:lnTo>
                  <a:lnTo>
                    <a:pt x="5463" y="1627"/>
                  </a:lnTo>
                  <a:lnTo>
                    <a:pt x="5463" y="1627"/>
                  </a:lnTo>
                  <a:lnTo>
                    <a:pt x="3139" y="2092"/>
                  </a:lnTo>
                  <a:lnTo>
                    <a:pt x="3139" y="2092"/>
                  </a:lnTo>
                  <a:lnTo>
                    <a:pt x="1860" y="1627"/>
                  </a:lnTo>
                  <a:lnTo>
                    <a:pt x="1860" y="1627"/>
                  </a:lnTo>
                  <a:lnTo>
                    <a:pt x="1744" y="1511"/>
                  </a:lnTo>
                  <a:lnTo>
                    <a:pt x="1744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511"/>
                  </a:lnTo>
                  <a:lnTo>
                    <a:pt x="1628" y="1627"/>
                  </a:lnTo>
                  <a:lnTo>
                    <a:pt x="1628" y="1627"/>
                  </a:lnTo>
                  <a:lnTo>
                    <a:pt x="2906" y="2209"/>
                  </a:lnTo>
                  <a:lnTo>
                    <a:pt x="2906" y="2209"/>
                  </a:lnTo>
                  <a:lnTo>
                    <a:pt x="1163" y="2557"/>
                  </a:lnTo>
                  <a:lnTo>
                    <a:pt x="1163" y="2557"/>
                  </a:lnTo>
                  <a:lnTo>
                    <a:pt x="117" y="2790"/>
                  </a:lnTo>
                  <a:lnTo>
                    <a:pt x="117" y="2790"/>
                  </a:lnTo>
                  <a:lnTo>
                    <a:pt x="1" y="2790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117" y="2906"/>
                  </a:lnTo>
                  <a:lnTo>
                    <a:pt x="2906" y="2325"/>
                  </a:lnTo>
                  <a:lnTo>
                    <a:pt x="2906" y="2325"/>
                  </a:lnTo>
                  <a:lnTo>
                    <a:pt x="2325" y="3255"/>
                  </a:lnTo>
                  <a:lnTo>
                    <a:pt x="2325" y="3255"/>
                  </a:lnTo>
                  <a:lnTo>
                    <a:pt x="2209" y="3487"/>
                  </a:lnTo>
                  <a:lnTo>
                    <a:pt x="2209" y="3487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209" y="3603"/>
                  </a:lnTo>
                  <a:lnTo>
                    <a:pt x="2325" y="3603"/>
                  </a:lnTo>
                  <a:lnTo>
                    <a:pt x="2325" y="3603"/>
                  </a:lnTo>
                  <a:lnTo>
                    <a:pt x="3139" y="2441"/>
                  </a:lnTo>
                  <a:lnTo>
                    <a:pt x="3139" y="2441"/>
                  </a:lnTo>
                  <a:lnTo>
                    <a:pt x="3139" y="2325"/>
                  </a:lnTo>
                  <a:lnTo>
                    <a:pt x="3139" y="2325"/>
                  </a:lnTo>
                  <a:lnTo>
                    <a:pt x="5463" y="1860"/>
                  </a:lnTo>
                  <a:lnTo>
                    <a:pt x="5463" y="1860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4185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5696" y="1744"/>
                  </a:lnTo>
                  <a:lnTo>
                    <a:pt x="5696" y="1744"/>
                  </a:lnTo>
                  <a:lnTo>
                    <a:pt x="7788" y="1395"/>
                  </a:lnTo>
                  <a:lnTo>
                    <a:pt x="7788" y="1395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2906"/>
                  </a:lnTo>
                  <a:lnTo>
                    <a:pt x="6509" y="3022"/>
                  </a:lnTo>
                  <a:lnTo>
                    <a:pt x="6509" y="3022"/>
                  </a:lnTo>
                  <a:lnTo>
                    <a:pt x="6625" y="3022"/>
                  </a:lnTo>
                  <a:lnTo>
                    <a:pt x="6625" y="3022"/>
                  </a:lnTo>
                  <a:lnTo>
                    <a:pt x="8020" y="1395"/>
                  </a:lnTo>
                  <a:lnTo>
                    <a:pt x="8020" y="1279"/>
                  </a:lnTo>
                  <a:lnTo>
                    <a:pt x="8020" y="1279"/>
                  </a:lnTo>
                  <a:lnTo>
                    <a:pt x="9066" y="1163"/>
                  </a:lnTo>
                  <a:lnTo>
                    <a:pt x="9066" y="1163"/>
                  </a:lnTo>
                  <a:lnTo>
                    <a:pt x="9066" y="1046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8950" y="930"/>
                  </a:lnTo>
                  <a:lnTo>
                    <a:pt x="7788" y="1163"/>
                  </a:lnTo>
                  <a:lnTo>
                    <a:pt x="7788" y="1163"/>
                  </a:lnTo>
                  <a:lnTo>
                    <a:pt x="5928" y="233"/>
                  </a:lnTo>
                  <a:lnTo>
                    <a:pt x="5928" y="233"/>
                  </a:lnTo>
                  <a:lnTo>
                    <a:pt x="5579" y="0"/>
                  </a:lnTo>
                  <a:lnTo>
                    <a:pt x="5579" y="0"/>
                  </a:lnTo>
                  <a:lnTo>
                    <a:pt x="557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" name="Google Shape;325;p11"/>
          <p:cNvSpPr txBox="1">
            <a:spLocks noGrp="1"/>
          </p:cNvSpPr>
          <p:nvPr>
            <p:ph type="subTitle" idx="1"/>
          </p:nvPr>
        </p:nvSpPr>
        <p:spPr>
          <a:xfrm>
            <a:off x="2315400" y="3559125"/>
            <a:ext cx="4513200" cy="4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6" name="Google Shape;326;p11"/>
          <p:cNvGrpSpPr/>
          <p:nvPr/>
        </p:nvGrpSpPr>
        <p:grpSpPr>
          <a:xfrm>
            <a:off x="6287634" y="2080925"/>
            <a:ext cx="5327115" cy="6547037"/>
            <a:chOff x="4926821" y="213384"/>
            <a:chExt cx="3430430" cy="4216007"/>
          </a:xfrm>
        </p:grpSpPr>
        <p:sp>
          <p:nvSpPr>
            <p:cNvPr id="327" name="Google Shape;327;p11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extrusionOk="0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fill="none" extrusionOk="0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1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extrusionOk="0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fill="none" extrusionOk="0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1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1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11"/>
          <p:cNvGrpSpPr/>
          <p:nvPr/>
        </p:nvGrpSpPr>
        <p:grpSpPr>
          <a:xfrm flipH="1">
            <a:off x="-2430391" y="2080925"/>
            <a:ext cx="5327115" cy="6547037"/>
            <a:chOff x="4926821" y="213384"/>
            <a:chExt cx="3430430" cy="4216007"/>
          </a:xfrm>
        </p:grpSpPr>
        <p:sp>
          <p:nvSpPr>
            <p:cNvPr id="336" name="Google Shape;336;p11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extrusionOk="0">
                  <a:moveTo>
                    <a:pt x="163829" y="1"/>
                  </a:moveTo>
                  <a:lnTo>
                    <a:pt x="159942" y="586"/>
                  </a:lnTo>
                  <a:lnTo>
                    <a:pt x="156097" y="1213"/>
                  </a:lnTo>
                  <a:lnTo>
                    <a:pt x="152336" y="1881"/>
                  </a:lnTo>
                  <a:lnTo>
                    <a:pt x="148616" y="2592"/>
                  </a:lnTo>
                  <a:lnTo>
                    <a:pt x="144980" y="3344"/>
                  </a:lnTo>
                  <a:lnTo>
                    <a:pt x="141386" y="4138"/>
                  </a:lnTo>
                  <a:lnTo>
                    <a:pt x="137834" y="4974"/>
                  </a:lnTo>
                  <a:lnTo>
                    <a:pt x="134407" y="5852"/>
                  </a:lnTo>
                  <a:lnTo>
                    <a:pt x="130980" y="6771"/>
                  </a:lnTo>
                  <a:lnTo>
                    <a:pt x="127636" y="7732"/>
                  </a:lnTo>
                  <a:lnTo>
                    <a:pt x="124335" y="8735"/>
                  </a:lnTo>
                  <a:lnTo>
                    <a:pt x="121075" y="9780"/>
                  </a:lnTo>
                  <a:lnTo>
                    <a:pt x="117899" y="10825"/>
                  </a:lnTo>
                  <a:lnTo>
                    <a:pt x="114806" y="11954"/>
                  </a:lnTo>
                  <a:lnTo>
                    <a:pt x="111713" y="13082"/>
                  </a:lnTo>
                  <a:lnTo>
                    <a:pt x="108704" y="14252"/>
                  </a:lnTo>
                  <a:lnTo>
                    <a:pt x="105737" y="15464"/>
                  </a:lnTo>
                  <a:lnTo>
                    <a:pt x="102853" y="16718"/>
                  </a:lnTo>
                  <a:lnTo>
                    <a:pt x="100011" y="17972"/>
                  </a:lnTo>
                  <a:lnTo>
                    <a:pt x="97211" y="19309"/>
                  </a:lnTo>
                  <a:lnTo>
                    <a:pt x="94453" y="20646"/>
                  </a:lnTo>
                  <a:lnTo>
                    <a:pt x="91778" y="21984"/>
                  </a:lnTo>
                  <a:lnTo>
                    <a:pt x="89103" y="23405"/>
                  </a:lnTo>
                  <a:lnTo>
                    <a:pt x="86512" y="24826"/>
                  </a:lnTo>
                  <a:lnTo>
                    <a:pt x="84005" y="26247"/>
                  </a:lnTo>
                  <a:lnTo>
                    <a:pt x="81497" y="27751"/>
                  </a:lnTo>
                  <a:lnTo>
                    <a:pt x="79073" y="29256"/>
                  </a:lnTo>
                  <a:lnTo>
                    <a:pt x="76691" y="30760"/>
                  </a:lnTo>
                  <a:lnTo>
                    <a:pt x="74350" y="32307"/>
                  </a:lnTo>
                  <a:lnTo>
                    <a:pt x="72052" y="33895"/>
                  </a:lnTo>
                  <a:lnTo>
                    <a:pt x="69795" y="35483"/>
                  </a:lnTo>
                  <a:lnTo>
                    <a:pt x="67580" y="37113"/>
                  </a:lnTo>
                  <a:lnTo>
                    <a:pt x="65449" y="38743"/>
                  </a:lnTo>
                  <a:lnTo>
                    <a:pt x="63317" y="40415"/>
                  </a:lnTo>
                  <a:lnTo>
                    <a:pt x="61269" y="42086"/>
                  </a:lnTo>
                  <a:lnTo>
                    <a:pt x="59263" y="43800"/>
                  </a:lnTo>
                  <a:lnTo>
                    <a:pt x="57299" y="45513"/>
                  </a:lnTo>
                  <a:lnTo>
                    <a:pt x="55377" y="47227"/>
                  </a:lnTo>
                  <a:lnTo>
                    <a:pt x="53496" y="48982"/>
                  </a:lnTo>
                  <a:lnTo>
                    <a:pt x="51657" y="50737"/>
                  </a:lnTo>
                  <a:lnTo>
                    <a:pt x="49860" y="52535"/>
                  </a:lnTo>
                  <a:lnTo>
                    <a:pt x="48105" y="54332"/>
                  </a:lnTo>
                  <a:lnTo>
                    <a:pt x="46391" y="56129"/>
                  </a:lnTo>
                  <a:lnTo>
                    <a:pt x="44719" y="57926"/>
                  </a:lnTo>
                  <a:lnTo>
                    <a:pt x="43048" y="59765"/>
                  </a:lnTo>
                  <a:lnTo>
                    <a:pt x="41460" y="61604"/>
                  </a:lnTo>
                  <a:lnTo>
                    <a:pt x="39913" y="63443"/>
                  </a:lnTo>
                  <a:lnTo>
                    <a:pt x="38409" y="65323"/>
                  </a:lnTo>
                  <a:lnTo>
                    <a:pt x="36946" y="67204"/>
                  </a:lnTo>
                  <a:lnTo>
                    <a:pt x="35483" y="69043"/>
                  </a:lnTo>
                  <a:lnTo>
                    <a:pt x="34104" y="70965"/>
                  </a:lnTo>
                  <a:lnTo>
                    <a:pt x="32725" y="72846"/>
                  </a:lnTo>
                  <a:lnTo>
                    <a:pt x="31429" y="74727"/>
                  </a:lnTo>
                  <a:lnTo>
                    <a:pt x="30134" y="76607"/>
                  </a:lnTo>
                  <a:lnTo>
                    <a:pt x="28880" y="78530"/>
                  </a:lnTo>
                  <a:lnTo>
                    <a:pt x="27668" y="80410"/>
                  </a:lnTo>
                  <a:lnTo>
                    <a:pt x="26498" y="82333"/>
                  </a:lnTo>
                  <a:lnTo>
                    <a:pt x="25327" y="84255"/>
                  </a:lnTo>
                  <a:lnTo>
                    <a:pt x="24199" y="86136"/>
                  </a:lnTo>
                  <a:lnTo>
                    <a:pt x="23154" y="88059"/>
                  </a:lnTo>
                  <a:lnTo>
                    <a:pt x="22068" y="89939"/>
                  </a:lnTo>
                  <a:lnTo>
                    <a:pt x="21065" y="91862"/>
                  </a:lnTo>
                  <a:lnTo>
                    <a:pt x="20062" y="93742"/>
                  </a:lnTo>
                  <a:lnTo>
                    <a:pt x="19142" y="95665"/>
                  </a:lnTo>
                  <a:lnTo>
                    <a:pt x="18223" y="97546"/>
                  </a:lnTo>
                  <a:lnTo>
                    <a:pt x="17303" y="99426"/>
                  </a:lnTo>
                  <a:lnTo>
                    <a:pt x="15632" y="103188"/>
                  </a:lnTo>
                  <a:lnTo>
                    <a:pt x="14043" y="106907"/>
                  </a:lnTo>
                  <a:lnTo>
                    <a:pt x="12539" y="110627"/>
                  </a:lnTo>
                  <a:lnTo>
                    <a:pt x="11201" y="114263"/>
                  </a:lnTo>
                  <a:lnTo>
                    <a:pt x="9906" y="117857"/>
                  </a:lnTo>
                  <a:lnTo>
                    <a:pt x="8777" y="121409"/>
                  </a:lnTo>
                  <a:lnTo>
                    <a:pt x="7691" y="124878"/>
                  </a:lnTo>
                  <a:lnTo>
                    <a:pt x="6730" y="128305"/>
                  </a:lnTo>
                  <a:lnTo>
                    <a:pt x="5810" y="131649"/>
                  </a:lnTo>
                  <a:lnTo>
                    <a:pt x="5016" y="134909"/>
                  </a:lnTo>
                  <a:lnTo>
                    <a:pt x="4264" y="138085"/>
                  </a:lnTo>
                  <a:lnTo>
                    <a:pt x="3637" y="141177"/>
                  </a:lnTo>
                  <a:lnTo>
                    <a:pt x="3052" y="144145"/>
                  </a:lnTo>
                  <a:lnTo>
                    <a:pt x="2509" y="147028"/>
                  </a:lnTo>
                  <a:lnTo>
                    <a:pt x="2049" y="149787"/>
                  </a:lnTo>
                  <a:lnTo>
                    <a:pt x="1673" y="152420"/>
                  </a:lnTo>
                  <a:lnTo>
                    <a:pt x="1297" y="154927"/>
                  </a:lnTo>
                  <a:lnTo>
                    <a:pt x="1004" y="157310"/>
                  </a:lnTo>
                  <a:lnTo>
                    <a:pt x="753" y="159566"/>
                  </a:lnTo>
                  <a:lnTo>
                    <a:pt x="586" y="161698"/>
                  </a:lnTo>
                  <a:lnTo>
                    <a:pt x="419" y="163662"/>
                  </a:lnTo>
                  <a:lnTo>
                    <a:pt x="168" y="167089"/>
                  </a:lnTo>
                  <a:lnTo>
                    <a:pt x="43" y="169847"/>
                  </a:lnTo>
                  <a:lnTo>
                    <a:pt x="1" y="171895"/>
                  </a:lnTo>
                  <a:lnTo>
                    <a:pt x="1" y="173567"/>
                  </a:lnTo>
                  <a:lnTo>
                    <a:pt x="3553" y="173107"/>
                  </a:lnTo>
                  <a:lnTo>
                    <a:pt x="7106" y="172606"/>
                  </a:lnTo>
                  <a:lnTo>
                    <a:pt x="10575" y="172062"/>
                  </a:lnTo>
                  <a:lnTo>
                    <a:pt x="13960" y="171477"/>
                  </a:lnTo>
                  <a:lnTo>
                    <a:pt x="17345" y="170850"/>
                  </a:lnTo>
                  <a:lnTo>
                    <a:pt x="20647" y="170182"/>
                  </a:lnTo>
                  <a:lnTo>
                    <a:pt x="23907" y="169430"/>
                  </a:lnTo>
                  <a:lnTo>
                    <a:pt x="27125" y="168677"/>
                  </a:lnTo>
                  <a:lnTo>
                    <a:pt x="30301" y="167841"/>
                  </a:lnTo>
                  <a:lnTo>
                    <a:pt x="33393" y="166964"/>
                  </a:lnTo>
                  <a:lnTo>
                    <a:pt x="36486" y="166086"/>
                  </a:lnTo>
                  <a:lnTo>
                    <a:pt x="39495" y="165125"/>
                  </a:lnTo>
                  <a:lnTo>
                    <a:pt x="42463" y="164164"/>
                  </a:lnTo>
                  <a:lnTo>
                    <a:pt x="45388" y="163119"/>
                  </a:lnTo>
                  <a:lnTo>
                    <a:pt x="48272" y="162074"/>
                  </a:lnTo>
                  <a:lnTo>
                    <a:pt x="51072" y="160946"/>
                  </a:lnTo>
                  <a:lnTo>
                    <a:pt x="53872" y="159817"/>
                  </a:lnTo>
                  <a:lnTo>
                    <a:pt x="56589" y="158647"/>
                  </a:lnTo>
                  <a:lnTo>
                    <a:pt x="59305" y="157435"/>
                  </a:lnTo>
                  <a:lnTo>
                    <a:pt x="61938" y="156181"/>
                  </a:lnTo>
                  <a:lnTo>
                    <a:pt x="64529" y="154927"/>
                  </a:lnTo>
                  <a:lnTo>
                    <a:pt x="67120" y="153590"/>
                  </a:lnTo>
                  <a:lnTo>
                    <a:pt x="69628" y="152253"/>
                  </a:lnTo>
                  <a:lnTo>
                    <a:pt x="72094" y="150873"/>
                  </a:lnTo>
                  <a:lnTo>
                    <a:pt x="74518" y="149494"/>
                  </a:lnTo>
                  <a:lnTo>
                    <a:pt x="76900" y="148031"/>
                  </a:lnTo>
                  <a:lnTo>
                    <a:pt x="79240" y="146569"/>
                  </a:lnTo>
                  <a:lnTo>
                    <a:pt x="81539" y="145106"/>
                  </a:lnTo>
                  <a:lnTo>
                    <a:pt x="83796" y="143560"/>
                  </a:lnTo>
                  <a:lnTo>
                    <a:pt x="86011" y="142055"/>
                  </a:lnTo>
                  <a:lnTo>
                    <a:pt x="88184" y="140467"/>
                  </a:lnTo>
                  <a:lnTo>
                    <a:pt x="90315" y="138879"/>
                  </a:lnTo>
                  <a:lnTo>
                    <a:pt x="92405" y="137249"/>
                  </a:lnTo>
                  <a:lnTo>
                    <a:pt x="94453" y="135619"/>
                  </a:lnTo>
                  <a:lnTo>
                    <a:pt x="96501" y="133947"/>
                  </a:lnTo>
                  <a:lnTo>
                    <a:pt x="98465" y="132276"/>
                  </a:lnTo>
                  <a:lnTo>
                    <a:pt x="100387" y="130562"/>
                  </a:lnTo>
                  <a:lnTo>
                    <a:pt x="102310" y="128849"/>
                  </a:lnTo>
                  <a:lnTo>
                    <a:pt x="104149" y="127135"/>
                  </a:lnTo>
                  <a:lnTo>
                    <a:pt x="105988" y="125380"/>
                  </a:lnTo>
                  <a:lnTo>
                    <a:pt x="107743" y="123583"/>
                  </a:lnTo>
                  <a:lnTo>
                    <a:pt x="109498" y="121786"/>
                  </a:lnTo>
                  <a:lnTo>
                    <a:pt x="111212" y="119988"/>
                  </a:lnTo>
                  <a:lnTo>
                    <a:pt x="112884" y="118150"/>
                  </a:lnTo>
                  <a:lnTo>
                    <a:pt x="114555" y="116352"/>
                  </a:lnTo>
                  <a:lnTo>
                    <a:pt x="116143" y="114472"/>
                  </a:lnTo>
                  <a:lnTo>
                    <a:pt x="117731" y="112633"/>
                  </a:lnTo>
                  <a:lnTo>
                    <a:pt x="119236" y="110752"/>
                  </a:lnTo>
                  <a:lnTo>
                    <a:pt x="120741" y="108871"/>
                  </a:lnTo>
                  <a:lnTo>
                    <a:pt x="122203" y="106991"/>
                  </a:lnTo>
                  <a:lnTo>
                    <a:pt x="123666" y="105110"/>
                  </a:lnTo>
                  <a:lnTo>
                    <a:pt x="125045" y="103188"/>
                  </a:lnTo>
                  <a:lnTo>
                    <a:pt x="126424" y="101307"/>
                  </a:lnTo>
                  <a:lnTo>
                    <a:pt x="127762" y="99384"/>
                  </a:lnTo>
                  <a:lnTo>
                    <a:pt x="129057" y="97462"/>
                  </a:lnTo>
                  <a:lnTo>
                    <a:pt x="130353" y="95540"/>
                  </a:lnTo>
                  <a:lnTo>
                    <a:pt x="131565" y="93575"/>
                  </a:lnTo>
                  <a:lnTo>
                    <a:pt x="132777" y="91653"/>
                  </a:lnTo>
                  <a:lnTo>
                    <a:pt x="133989" y="89730"/>
                  </a:lnTo>
                  <a:lnTo>
                    <a:pt x="135117" y="87808"/>
                  </a:lnTo>
                  <a:lnTo>
                    <a:pt x="136246" y="85844"/>
                  </a:lnTo>
                  <a:lnTo>
                    <a:pt x="137332" y="83921"/>
                  </a:lnTo>
                  <a:lnTo>
                    <a:pt x="139422" y="80076"/>
                  </a:lnTo>
                  <a:lnTo>
                    <a:pt x="141428" y="76189"/>
                  </a:lnTo>
                  <a:lnTo>
                    <a:pt x="143309" y="72386"/>
                  </a:lnTo>
                  <a:lnTo>
                    <a:pt x="145064" y="68583"/>
                  </a:lnTo>
                  <a:lnTo>
                    <a:pt x="146736" y="64822"/>
                  </a:lnTo>
                  <a:lnTo>
                    <a:pt x="148324" y="61060"/>
                  </a:lnTo>
                  <a:lnTo>
                    <a:pt x="149787" y="57383"/>
                  </a:lnTo>
                  <a:lnTo>
                    <a:pt x="151166" y="53747"/>
                  </a:lnTo>
                  <a:lnTo>
                    <a:pt x="152420" y="50194"/>
                  </a:lnTo>
                  <a:lnTo>
                    <a:pt x="153632" y="46684"/>
                  </a:lnTo>
                  <a:lnTo>
                    <a:pt x="154760" y="43256"/>
                  </a:lnTo>
                  <a:lnTo>
                    <a:pt x="155763" y="39913"/>
                  </a:lnTo>
                  <a:lnTo>
                    <a:pt x="156724" y="36653"/>
                  </a:lnTo>
                  <a:lnTo>
                    <a:pt x="157602" y="33477"/>
                  </a:lnTo>
                  <a:lnTo>
                    <a:pt x="158396" y="30426"/>
                  </a:lnTo>
                  <a:lnTo>
                    <a:pt x="159148" y="27459"/>
                  </a:lnTo>
                  <a:lnTo>
                    <a:pt x="159775" y="24617"/>
                  </a:lnTo>
                  <a:lnTo>
                    <a:pt x="160402" y="21900"/>
                  </a:lnTo>
                  <a:lnTo>
                    <a:pt x="160945" y="19267"/>
                  </a:lnTo>
                  <a:lnTo>
                    <a:pt x="161405" y="16802"/>
                  </a:lnTo>
                  <a:lnTo>
                    <a:pt x="161823" y="14503"/>
                  </a:lnTo>
                  <a:lnTo>
                    <a:pt x="162533" y="10282"/>
                  </a:lnTo>
                  <a:lnTo>
                    <a:pt x="163077" y="6729"/>
                  </a:lnTo>
                  <a:lnTo>
                    <a:pt x="163411" y="3888"/>
                  </a:lnTo>
                  <a:lnTo>
                    <a:pt x="163662" y="1756"/>
                  </a:lnTo>
                  <a:lnTo>
                    <a:pt x="16382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1"/>
            <p:cNvSpPr/>
            <p:nvPr/>
          </p:nvSpPr>
          <p:spPr>
            <a:xfrm rot="-3134405" flipH="1">
              <a:off x="5728059" y="1747772"/>
              <a:ext cx="2146337" cy="2273928"/>
            </a:xfrm>
            <a:custGeom>
              <a:avLst/>
              <a:gdLst/>
              <a:ahLst/>
              <a:cxnLst/>
              <a:rect l="l" t="t" r="r" b="b"/>
              <a:pathLst>
                <a:path w="163829" h="173568" fill="none" extrusionOk="0">
                  <a:moveTo>
                    <a:pt x="163829" y="1"/>
                  </a:moveTo>
                  <a:lnTo>
                    <a:pt x="163829" y="1"/>
                  </a:lnTo>
                  <a:lnTo>
                    <a:pt x="163662" y="1756"/>
                  </a:lnTo>
                  <a:lnTo>
                    <a:pt x="163411" y="3888"/>
                  </a:lnTo>
                  <a:lnTo>
                    <a:pt x="163077" y="6729"/>
                  </a:lnTo>
                  <a:lnTo>
                    <a:pt x="162533" y="10282"/>
                  </a:lnTo>
                  <a:lnTo>
                    <a:pt x="161823" y="14503"/>
                  </a:lnTo>
                  <a:lnTo>
                    <a:pt x="161405" y="16802"/>
                  </a:lnTo>
                  <a:lnTo>
                    <a:pt x="160945" y="19267"/>
                  </a:lnTo>
                  <a:lnTo>
                    <a:pt x="160402" y="21900"/>
                  </a:lnTo>
                  <a:lnTo>
                    <a:pt x="159775" y="24617"/>
                  </a:lnTo>
                  <a:lnTo>
                    <a:pt x="159148" y="27459"/>
                  </a:lnTo>
                  <a:lnTo>
                    <a:pt x="158396" y="30426"/>
                  </a:lnTo>
                  <a:lnTo>
                    <a:pt x="157602" y="33477"/>
                  </a:lnTo>
                  <a:lnTo>
                    <a:pt x="156724" y="36653"/>
                  </a:lnTo>
                  <a:lnTo>
                    <a:pt x="155763" y="39913"/>
                  </a:lnTo>
                  <a:lnTo>
                    <a:pt x="154760" y="43256"/>
                  </a:lnTo>
                  <a:lnTo>
                    <a:pt x="153632" y="46684"/>
                  </a:lnTo>
                  <a:lnTo>
                    <a:pt x="152420" y="50194"/>
                  </a:lnTo>
                  <a:lnTo>
                    <a:pt x="151166" y="53747"/>
                  </a:lnTo>
                  <a:lnTo>
                    <a:pt x="149787" y="57383"/>
                  </a:lnTo>
                  <a:lnTo>
                    <a:pt x="148324" y="61060"/>
                  </a:lnTo>
                  <a:lnTo>
                    <a:pt x="146736" y="64822"/>
                  </a:lnTo>
                  <a:lnTo>
                    <a:pt x="145064" y="68583"/>
                  </a:lnTo>
                  <a:lnTo>
                    <a:pt x="143309" y="72386"/>
                  </a:lnTo>
                  <a:lnTo>
                    <a:pt x="141428" y="76189"/>
                  </a:lnTo>
                  <a:lnTo>
                    <a:pt x="139422" y="80076"/>
                  </a:lnTo>
                  <a:lnTo>
                    <a:pt x="137332" y="83921"/>
                  </a:lnTo>
                  <a:lnTo>
                    <a:pt x="136246" y="85844"/>
                  </a:lnTo>
                  <a:lnTo>
                    <a:pt x="135117" y="87808"/>
                  </a:lnTo>
                  <a:lnTo>
                    <a:pt x="133989" y="89730"/>
                  </a:lnTo>
                  <a:lnTo>
                    <a:pt x="132777" y="91653"/>
                  </a:lnTo>
                  <a:lnTo>
                    <a:pt x="131565" y="93575"/>
                  </a:lnTo>
                  <a:lnTo>
                    <a:pt x="130353" y="95540"/>
                  </a:lnTo>
                  <a:lnTo>
                    <a:pt x="129057" y="97462"/>
                  </a:lnTo>
                  <a:lnTo>
                    <a:pt x="127762" y="99384"/>
                  </a:lnTo>
                  <a:lnTo>
                    <a:pt x="126424" y="101307"/>
                  </a:lnTo>
                  <a:lnTo>
                    <a:pt x="125045" y="103188"/>
                  </a:lnTo>
                  <a:lnTo>
                    <a:pt x="123666" y="105110"/>
                  </a:lnTo>
                  <a:lnTo>
                    <a:pt x="122203" y="106991"/>
                  </a:lnTo>
                  <a:lnTo>
                    <a:pt x="120741" y="108871"/>
                  </a:lnTo>
                  <a:lnTo>
                    <a:pt x="119236" y="110752"/>
                  </a:lnTo>
                  <a:lnTo>
                    <a:pt x="117731" y="112633"/>
                  </a:lnTo>
                  <a:lnTo>
                    <a:pt x="116143" y="114472"/>
                  </a:lnTo>
                  <a:lnTo>
                    <a:pt x="114555" y="116352"/>
                  </a:lnTo>
                  <a:lnTo>
                    <a:pt x="112884" y="118150"/>
                  </a:lnTo>
                  <a:lnTo>
                    <a:pt x="111212" y="119988"/>
                  </a:lnTo>
                  <a:lnTo>
                    <a:pt x="109498" y="121786"/>
                  </a:lnTo>
                  <a:lnTo>
                    <a:pt x="107743" y="123583"/>
                  </a:lnTo>
                  <a:lnTo>
                    <a:pt x="105988" y="125380"/>
                  </a:lnTo>
                  <a:lnTo>
                    <a:pt x="104149" y="127135"/>
                  </a:lnTo>
                  <a:lnTo>
                    <a:pt x="102310" y="128849"/>
                  </a:lnTo>
                  <a:lnTo>
                    <a:pt x="100387" y="130562"/>
                  </a:lnTo>
                  <a:lnTo>
                    <a:pt x="98465" y="132276"/>
                  </a:lnTo>
                  <a:lnTo>
                    <a:pt x="96501" y="133947"/>
                  </a:lnTo>
                  <a:lnTo>
                    <a:pt x="94453" y="135619"/>
                  </a:lnTo>
                  <a:lnTo>
                    <a:pt x="92405" y="137249"/>
                  </a:lnTo>
                  <a:lnTo>
                    <a:pt x="90315" y="138879"/>
                  </a:lnTo>
                  <a:lnTo>
                    <a:pt x="88184" y="140467"/>
                  </a:lnTo>
                  <a:lnTo>
                    <a:pt x="86011" y="142055"/>
                  </a:lnTo>
                  <a:lnTo>
                    <a:pt x="83796" y="143560"/>
                  </a:lnTo>
                  <a:lnTo>
                    <a:pt x="81539" y="145106"/>
                  </a:lnTo>
                  <a:lnTo>
                    <a:pt x="79240" y="146569"/>
                  </a:lnTo>
                  <a:lnTo>
                    <a:pt x="76900" y="148031"/>
                  </a:lnTo>
                  <a:lnTo>
                    <a:pt x="74518" y="149494"/>
                  </a:lnTo>
                  <a:lnTo>
                    <a:pt x="72094" y="150873"/>
                  </a:lnTo>
                  <a:lnTo>
                    <a:pt x="69628" y="152253"/>
                  </a:lnTo>
                  <a:lnTo>
                    <a:pt x="67120" y="153590"/>
                  </a:lnTo>
                  <a:lnTo>
                    <a:pt x="64529" y="154927"/>
                  </a:lnTo>
                  <a:lnTo>
                    <a:pt x="61938" y="156181"/>
                  </a:lnTo>
                  <a:lnTo>
                    <a:pt x="59305" y="157435"/>
                  </a:lnTo>
                  <a:lnTo>
                    <a:pt x="56589" y="158647"/>
                  </a:lnTo>
                  <a:lnTo>
                    <a:pt x="53872" y="159817"/>
                  </a:lnTo>
                  <a:lnTo>
                    <a:pt x="51072" y="160946"/>
                  </a:lnTo>
                  <a:lnTo>
                    <a:pt x="48272" y="162074"/>
                  </a:lnTo>
                  <a:lnTo>
                    <a:pt x="45388" y="163119"/>
                  </a:lnTo>
                  <a:lnTo>
                    <a:pt x="42463" y="164164"/>
                  </a:lnTo>
                  <a:lnTo>
                    <a:pt x="39495" y="165125"/>
                  </a:lnTo>
                  <a:lnTo>
                    <a:pt x="36486" y="166086"/>
                  </a:lnTo>
                  <a:lnTo>
                    <a:pt x="33393" y="166964"/>
                  </a:lnTo>
                  <a:lnTo>
                    <a:pt x="30301" y="167841"/>
                  </a:lnTo>
                  <a:lnTo>
                    <a:pt x="27125" y="168677"/>
                  </a:lnTo>
                  <a:lnTo>
                    <a:pt x="23907" y="169430"/>
                  </a:lnTo>
                  <a:lnTo>
                    <a:pt x="20647" y="170182"/>
                  </a:lnTo>
                  <a:lnTo>
                    <a:pt x="17345" y="170850"/>
                  </a:lnTo>
                  <a:lnTo>
                    <a:pt x="13960" y="171477"/>
                  </a:lnTo>
                  <a:lnTo>
                    <a:pt x="10575" y="172062"/>
                  </a:lnTo>
                  <a:lnTo>
                    <a:pt x="7106" y="172606"/>
                  </a:lnTo>
                  <a:lnTo>
                    <a:pt x="3553" y="173107"/>
                  </a:lnTo>
                  <a:lnTo>
                    <a:pt x="1" y="173567"/>
                  </a:lnTo>
                  <a:lnTo>
                    <a:pt x="1" y="173567"/>
                  </a:lnTo>
                  <a:lnTo>
                    <a:pt x="1" y="171895"/>
                  </a:lnTo>
                  <a:lnTo>
                    <a:pt x="43" y="169847"/>
                  </a:lnTo>
                  <a:lnTo>
                    <a:pt x="168" y="167089"/>
                  </a:lnTo>
                  <a:lnTo>
                    <a:pt x="419" y="163662"/>
                  </a:lnTo>
                  <a:lnTo>
                    <a:pt x="586" y="161698"/>
                  </a:lnTo>
                  <a:lnTo>
                    <a:pt x="753" y="159566"/>
                  </a:lnTo>
                  <a:lnTo>
                    <a:pt x="1004" y="157310"/>
                  </a:lnTo>
                  <a:lnTo>
                    <a:pt x="1297" y="154927"/>
                  </a:lnTo>
                  <a:lnTo>
                    <a:pt x="1673" y="152420"/>
                  </a:lnTo>
                  <a:lnTo>
                    <a:pt x="2049" y="149787"/>
                  </a:lnTo>
                  <a:lnTo>
                    <a:pt x="2509" y="147028"/>
                  </a:lnTo>
                  <a:lnTo>
                    <a:pt x="3052" y="144145"/>
                  </a:lnTo>
                  <a:lnTo>
                    <a:pt x="3637" y="141177"/>
                  </a:lnTo>
                  <a:lnTo>
                    <a:pt x="4264" y="138085"/>
                  </a:lnTo>
                  <a:lnTo>
                    <a:pt x="5016" y="134909"/>
                  </a:lnTo>
                  <a:lnTo>
                    <a:pt x="5810" y="131649"/>
                  </a:lnTo>
                  <a:lnTo>
                    <a:pt x="6730" y="128305"/>
                  </a:lnTo>
                  <a:lnTo>
                    <a:pt x="7691" y="124878"/>
                  </a:lnTo>
                  <a:lnTo>
                    <a:pt x="8777" y="121409"/>
                  </a:lnTo>
                  <a:lnTo>
                    <a:pt x="9906" y="117857"/>
                  </a:lnTo>
                  <a:lnTo>
                    <a:pt x="11201" y="114263"/>
                  </a:lnTo>
                  <a:lnTo>
                    <a:pt x="12539" y="110627"/>
                  </a:lnTo>
                  <a:lnTo>
                    <a:pt x="14043" y="106907"/>
                  </a:lnTo>
                  <a:lnTo>
                    <a:pt x="15632" y="103188"/>
                  </a:lnTo>
                  <a:lnTo>
                    <a:pt x="17303" y="99426"/>
                  </a:lnTo>
                  <a:lnTo>
                    <a:pt x="18223" y="97546"/>
                  </a:lnTo>
                  <a:lnTo>
                    <a:pt x="19142" y="95665"/>
                  </a:lnTo>
                  <a:lnTo>
                    <a:pt x="20062" y="93742"/>
                  </a:lnTo>
                  <a:lnTo>
                    <a:pt x="21065" y="91862"/>
                  </a:lnTo>
                  <a:lnTo>
                    <a:pt x="22068" y="89939"/>
                  </a:lnTo>
                  <a:lnTo>
                    <a:pt x="23154" y="88059"/>
                  </a:lnTo>
                  <a:lnTo>
                    <a:pt x="24199" y="86136"/>
                  </a:lnTo>
                  <a:lnTo>
                    <a:pt x="25327" y="84255"/>
                  </a:lnTo>
                  <a:lnTo>
                    <a:pt x="26498" y="82333"/>
                  </a:lnTo>
                  <a:lnTo>
                    <a:pt x="27668" y="80410"/>
                  </a:lnTo>
                  <a:lnTo>
                    <a:pt x="28880" y="78530"/>
                  </a:lnTo>
                  <a:lnTo>
                    <a:pt x="30134" y="76607"/>
                  </a:lnTo>
                  <a:lnTo>
                    <a:pt x="31429" y="74727"/>
                  </a:lnTo>
                  <a:lnTo>
                    <a:pt x="32725" y="72846"/>
                  </a:lnTo>
                  <a:lnTo>
                    <a:pt x="34104" y="70965"/>
                  </a:lnTo>
                  <a:lnTo>
                    <a:pt x="35483" y="69043"/>
                  </a:lnTo>
                  <a:lnTo>
                    <a:pt x="36946" y="67204"/>
                  </a:lnTo>
                  <a:lnTo>
                    <a:pt x="38409" y="65323"/>
                  </a:lnTo>
                  <a:lnTo>
                    <a:pt x="39913" y="63443"/>
                  </a:lnTo>
                  <a:lnTo>
                    <a:pt x="41460" y="61604"/>
                  </a:lnTo>
                  <a:lnTo>
                    <a:pt x="43048" y="59765"/>
                  </a:lnTo>
                  <a:lnTo>
                    <a:pt x="44719" y="57926"/>
                  </a:lnTo>
                  <a:lnTo>
                    <a:pt x="46391" y="56129"/>
                  </a:lnTo>
                  <a:lnTo>
                    <a:pt x="48105" y="54332"/>
                  </a:lnTo>
                  <a:lnTo>
                    <a:pt x="49860" y="52535"/>
                  </a:lnTo>
                  <a:lnTo>
                    <a:pt x="51657" y="50737"/>
                  </a:lnTo>
                  <a:lnTo>
                    <a:pt x="53496" y="48982"/>
                  </a:lnTo>
                  <a:lnTo>
                    <a:pt x="55377" y="47227"/>
                  </a:lnTo>
                  <a:lnTo>
                    <a:pt x="57299" y="45513"/>
                  </a:lnTo>
                  <a:lnTo>
                    <a:pt x="59263" y="43800"/>
                  </a:lnTo>
                  <a:lnTo>
                    <a:pt x="61269" y="42086"/>
                  </a:lnTo>
                  <a:lnTo>
                    <a:pt x="63317" y="40415"/>
                  </a:lnTo>
                  <a:lnTo>
                    <a:pt x="65449" y="38743"/>
                  </a:lnTo>
                  <a:lnTo>
                    <a:pt x="67580" y="37113"/>
                  </a:lnTo>
                  <a:lnTo>
                    <a:pt x="69795" y="35483"/>
                  </a:lnTo>
                  <a:lnTo>
                    <a:pt x="72052" y="33895"/>
                  </a:lnTo>
                  <a:lnTo>
                    <a:pt x="74350" y="32307"/>
                  </a:lnTo>
                  <a:lnTo>
                    <a:pt x="76691" y="30760"/>
                  </a:lnTo>
                  <a:lnTo>
                    <a:pt x="79073" y="29256"/>
                  </a:lnTo>
                  <a:lnTo>
                    <a:pt x="81497" y="27751"/>
                  </a:lnTo>
                  <a:lnTo>
                    <a:pt x="84005" y="26247"/>
                  </a:lnTo>
                  <a:lnTo>
                    <a:pt x="86512" y="24826"/>
                  </a:lnTo>
                  <a:lnTo>
                    <a:pt x="89103" y="23405"/>
                  </a:lnTo>
                  <a:lnTo>
                    <a:pt x="91778" y="21984"/>
                  </a:lnTo>
                  <a:lnTo>
                    <a:pt x="94453" y="20646"/>
                  </a:lnTo>
                  <a:lnTo>
                    <a:pt x="97211" y="19309"/>
                  </a:lnTo>
                  <a:lnTo>
                    <a:pt x="100011" y="17972"/>
                  </a:lnTo>
                  <a:lnTo>
                    <a:pt x="102853" y="16718"/>
                  </a:lnTo>
                  <a:lnTo>
                    <a:pt x="105737" y="15464"/>
                  </a:lnTo>
                  <a:lnTo>
                    <a:pt x="108704" y="14252"/>
                  </a:lnTo>
                  <a:lnTo>
                    <a:pt x="111713" y="13082"/>
                  </a:lnTo>
                  <a:lnTo>
                    <a:pt x="114806" y="11954"/>
                  </a:lnTo>
                  <a:lnTo>
                    <a:pt x="117899" y="10825"/>
                  </a:lnTo>
                  <a:lnTo>
                    <a:pt x="121075" y="9780"/>
                  </a:lnTo>
                  <a:lnTo>
                    <a:pt x="124335" y="8735"/>
                  </a:lnTo>
                  <a:lnTo>
                    <a:pt x="127636" y="7732"/>
                  </a:lnTo>
                  <a:lnTo>
                    <a:pt x="130980" y="6771"/>
                  </a:lnTo>
                  <a:lnTo>
                    <a:pt x="134407" y="5852"/>
                  </a:lnTo>
                  <a:lnTo>
                    <a:pt x="137834" y="4974"/>
                  </a:lnTo>
                  <a:lnTo>
                    <a:pt x="141386" y="4138"/>
                  </a:lnTo>
                  <a:lnTo>
                    <a:pt x="144980" y="3344"/>
                  </a:lnTo>
                  <a:lnTo>
                    <a:pt x="148616" y="2592"/>
                  </a:lnTo>
                  <a:lnTo>
                    <a:pt x="152336" y="1881"/>
                  </a:lnTo>
                  <a:lnTo>
                    <a:pt x="156097" y="1213"/>
                  </a:lnTo>
                  <a:lnTo>
                    <a:pt x="159942" y="586"/>
                  </a:lnTo>
                  <a:lnTo>
                    <a:pt x="16382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1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extrusionOk="0">
                  <a:moveTo>
                    <a:pt x="141427" y="1"/>
                  </a:move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1"/>
            <p:cNvSpPr/>
            <p:nvPr/>
          </p:nvSpPr>
          <p:spPr>
            <a:xfrm rot="-3134405" flipH="1">
              <a:off x="5834059" y="1925304"/>
              <a:ext cx="1879678" cy="1946493"/>
            </a:xfrm>
            <a:custGeom>
              <a:avLst/>
              <a:gdLst/>
              <a:ahLst/>
              <a:cxnLst/>
              <a:rect l="l" t="t" r="r" b="b"/>
              <a:pathLst>
                <a:path w="143475" h="148575" fill="none" extrusionOk="0">
                  <a:moveTo>
                    <a:pt x="141427" y="1"/>
                  </a:moveTo>
                  <a:lnTo>
                    <a:pt x="141427" y="1"/>
                  </a:lnTo>
                  <a:lnTo>
                    <a:pt x="141051" y="43"/>
                  </a:lnTo>
                  <a:lnTo>
                    <a:pt x="140675" y="126"/>
                  </a:lnTo>
                  <a:lnTo>
                    <a:pt x="140341" y="335"/>
                  </a:lnTo>
                  <a:lnTo>
                    <a:pt x="140006" y="628"/>
                  </a:lnTo>
                  <a:lnTo>
                    <a:pt x="140006" y="628"/>
                  </a:lnTo>
                  <a:lnTo>
                    <a:pt x="122077" y="19267"/>
                  </a:lnTo>
                  <a:lnTo>
                    <a:pt x="122077" y="19267"/>
                  </a:lnTo>
                  <a:lnTo>
                    <a:pt x="98422" y="22276"/>
                  </a:lnTo>
                  <a:lnTo>
                    <a:pt x="98422" y="22276"/>
                  </a:lnTo>
                  <a:lnTo>
                    <a:pt x="95831" y="23572"/>
                  </a:lnTo>
                  <a:lnTo>
                    <a:pt x="93156" y="24868"/>
                  </a:lnTo>
                  <a:lnTo>
                    <a:pt x="90482" y="26163"/>
                  </a:lnTo>
                  <a:lnTo>
                    <a:pt x="87723" y="27417"/>
                  </a:lnTo>
                  <a:lnTo>
                    <a:pt x="87723" y="27417"/>
                  </a:lnTo>
                  <a:lnTo>
                    <a:pt x="117940" y="23530"/>
                  </a:lnTo>
                  <a:lnTo>
                    <a:pt x="117940" y="23530"/>
                  </a:lnTo>
                  <a:lnTo>
                    <a:pt x="92864" y="49609"/>
                  </a:lnTo>
                  <a:lnTo>
                    <a:pt x="92864" y="49609"/>
                  </a:lnTo>
                  <a:lnTo>
                    <a:pt x="88183" y="54499"/>
                  </a:lnTo>
                  <a:lnTo>
                    <a:pt x="88183" y="54499"/>
                  </a:lnTo>
                  <a:lnTo>
                    <a:pt x="37196" y="58511"/>
                  </a:lnTo>
                  <a:lnTo>
                    <a:pt x="37196" y="58511"/>
                  </a:lnTo>
                  <a:lnTo>
                    <a:pt x="29757" y="59138"/>
                  </a:lnTo>
                  <a:lnTo>
                    <a:pt x="29757" y="59138"/>
                  </a:lnTo>
                  <a:lnTo>
                    <a:pt x="29339" y="59180"/>
                  </a:lnTo>
                  <a:lnTo>
                    <a:pt x="29004" y="59347"/>
                  </a:lnTo>
                  <a:lnTo>
                    <a:pt x="28712" y="59514"/>
                  </a:lnTo>
                  <a:lnTo>
                    <a:pt x="28503" y="59765"/>
                  </a:lnTo>
                  <a:lnTo>
                    <a:pt x="28336" y="60057"/>
                  </a:lnTo>
                  <a:lnTo>
                    <a:pt x="28252" y="60392"/>
                  </a:lnTo>
                  <a:lnTo>
                    <a:pt x="28210" y="60684"/>
                  </a:lnTo>
                  <a:lnTo>
                    <a:pt x="28210" y="61060"/>
                  </a:lnTo>
                  <a:lnTo>
                    <a:pt x="28294" y="61395"/>
                  </a:lnTo>
                  <a:lnTo>
                    <a:pt x="28419" y="61687"/>
                  </a:lnTo>
                  <a:lnTo>
                    <a:pt x="28586" y="62022"/>
                  </a:lnTo>
                  <a:lnTo>
                    <a:pt x="28795" y="62272"/>
                  </a:lnTo>
                  <a:lnTo>
                    <a:pt x="29088" y="62481"/>
                  </a:lnTo>
                  <a:lnTo>
                    <a:pt x="29380" y="62690"/>
                  </a:lnTo>
                  <a:lnTo>
                    <a:pt x="29757" y="62774"/>
                  </a:lnTo>
                  <a:lnTo>
                    <a:pt x="30133" y="62816"/>
                  </a:lnTo>
                  <a:lnTo>
                    <a:pt x="30133" y="62816"/>
                  </a:lnTo>
                  <a:lnTo>
                    <a:pt x="30342" y="62816"/>
                  </a:lnTo>
                  <a:lnTo>
                    <a:pt x="30342" y="62816"/>
                  </a:lnTo>
                  <a:lnTo>
                    <a:pt x="81872" y="58762"/>
                  </a:lnTo>
                  <a:lnTo>
                    <a:pt x="81872" y="58762"/>
                  </a:lnTo>
                  <a:lnTo>
                    <a:pt x="84254" y="58553"/>
                  </a:lnTo>
                  <a:lnTo>
                    <a:pt x="84254" y="58553"/>
                  </a:lnTo>
                  <a:lnTo>
                    <a:pt x="48605" y="95623"/>
                  </a:lnTo>
                  <a:lnTo>
                    <a:pt x="48605" y="95623"/>
                  </a:lnTo>
                  <a:lnTo>
                    <a:pt x="18807" y="101391"/>
                  </a:lnTo>
                  <a:lnTo>
                    <a:pt x="18807" y="101391"/>
                  </a:lnTo>
                  <a:lnTo>
                    <a:pt x="14460" y="102226"/>
                  </a:lnTo>
                  <a:lnTo>
                    <a:pt x="14460" y="102226"/>
                  </a:lnTo>
                  <a:lnTo>
                    <a:pt x="14084" y="102352"/>
                  </a:lnTo>
                  <a:lnTo>
                    <a:pt x="13750" y="102519"/>
                  </a:lnTo>
                  <a:lnTo>
                    <a:pt x="13457" y="102728"/>
                  </a:lnTo>
                  <a:lnTo>
                    <a:pt x="13248" y="103021"/>
                  </a:lnTo>
                  <a:lnTo>
                    <a:pt x="13123" y="103313"/>
                  </a:lnTo>
                  <a:lnTo>
                    <a:pt x="12998" y="103606"/>
                  </a:lnTo>
                  <a:lnTo>
                    <a:pt x="12956" y="103940"/>
                  </a:lnTo>
                  <a:lnTo>
                    <a:pt x="12956" y="104274"/>
                  </a:lnTo>
                  <a:lnTo>
                    <a:pt x="12998" y="104609"/>
                  </a:lnTo>
                  <a:lnTo>
                    <a:pt x="13123" y="104901"/>
                  </a:lnTo>
                  <a:lnTo>
                    <a:pt x="13248" y="105194"/>
                  </a:lnTo>
                  <a:lnTo>
                    <a:pt x="13457" y="105445"/>
                  </a:lnTo>
                  <a:lnTo>
                    <a:pt x="13666" y="105653"/>
                  </a:lnTo>
                  <a:lnTo>
                    <a:pt x="13959" y="105821"/>
                  </a:lnTo>
                  <a:lnTo>
                    <a:pt x="14293" y="105946"/>
                  </a:lnTo>
                  <a:lnTo>
                    <a:pt x="14628" y="105988"/>
                  </a:lnTo>
                  <a:lnTo>
                    <a:pt x="14628" y="105988"/>
                  </a:lnTo>
                  <a:lnTo>
                    <a:pt x="15046" y="105946"/>
                  </a:lnTo>
                  <a:lnTo>
                    <a:pt x="15046" y="105946"/>
                  </a:lnTo>
                  <a:lnTo>
                    <a:pt x="44133" y="100304"/>
                  </a:lnTo>
                  <a:lnTo>
                    <a:pt x="44133" y="100304"/>
                  </a:lnTo>
                  <a:lnTo>
                    <a:pt x="17720" y="127762"/>
                  </a:lnTo>
                  <a:lnTo>
                    <a:pt x="17720" y="127762"/>
                  </a:lnTo>
                  <a:lnTo>
                    <a:pt x="460" y="145733"/>
                  </a:lnTo>
                  <a:lnTo>
                    <a:pt x="460" y="145733"/>
                  </a:lnTo>
                  <a:lnTo>
                    <a:pt x="251" y="145942"/>
                  </a:lnTo>
                  <a:lnTo>
                    <a:pt x="125" y="146193"/>
                  </a:lnTo>
                  <a:lnTo>
                    <a:pt x="42" y="146443"/>
                  </a:lnTo>
                  <a:lnTo>
                    <a:pt x="0" y="146694"/>
                  </a:lnTo>
                  <a:lnTo>
                    <a:pt x="0" y="146945"/>
                  </a:lnTo>
                  <a:lnTo>
                    <a:pt x="42" y="147196"/>
                  </a:lnTo>
                  <a:lnTo>
                    <a:pt x="125" y="147405"/>
                  </a:lnTo>
                  <a:lnTo>
                    <a:pt x="251" y="147614"/>
                  </a:lnTo>
                  <a:lnTo>
                    <a:pt x="418" y="147823"/>
                  </a:lnTo>
                  <a:lnTo>
                    <a:pt x="585" y="148032"/>
                  </a:lnTo>
                  <a:lnTo>
                    <a:pt x="794" y="148157"/>
                  </a:lnTo>
                  <a:lnTo>
                    <a:pt x="1003" y="148324"/>
                  </a:lnTo>
                  <a:lnTo>
                    <a:pt x="1254" y="148408"/>
                  </a:lnTo>
                  <a:lnTo>
                    <a:pt x="1505" y="148491"/>
                  </a:lnTo>
                  <a:lnTo>
                    <a:pt x="1755" y="148575"/>
                  </a:lnTo>
                  <a:lnTo>
                    <a:pt x="2048" y="148575"/>
                  </a:lnTo>
                  <a:lnTo>
                    <a:pt x="2048" y="148575"/>
                  </a:lnTo>
                  <a:lnTo>
                    <a:pt x="2424" y="148533"/>
                  </a:lnTo>
                  <a:lnTo>
                    <a:pt x="2800" y="148449"/>
                  </a:lnTo>
                  <a:lnTo>
                    <a:pt x="3135" y="148241"/>
                  </a:lnTo>
                  <a:lnTo>
                    <a:pt x="3469" y="147948"/>
                  </a:lnTo>
                  <a:lnTo>
                    <a:pt x="3469" y="147948"/>
                  </a:lnTo>
                  <a:lnTo>
                    <a:pt x="47728" y="101934"/>
                  </a:lnTo>
                  <a:lnTo>
                    <a:pt x="47728" y="101934"/>
                  </a:lnTo>
                  <a:lnTo>
                    <a:pt x="48020" y="128055"/>
                  </a:lnTo>
                  <a:lnTo>
                    <a:pt x="48020" y="128055"/>
                  </a:lnTo>
                  <a:lnTo>
                    <a:pt x="48062" y="132568"/>
                  </a:lnTo>
                  <a:lnTo>
                    <a:pt x="48062" y="132568"/>
                  </a:lnTo>
                  <a:lnTo>
                    <a:pt x="48062" y="132777"/>
                  </a:lnTo>
                  <a:lnTo>
                    <a:pt x="48104" y="133028"/>
                  </a:lnTo>
                  <a:lnTo>
                    <a:pt x="48271" y="133404"/>
                  </a:lnTo>
                  <a:lnTo>
                    <a:pt x="48480" y="133738"/>
                  </a:lnTo>
                  <a:lnTo>
                    <a:pt x="48772" y="134031"/>
                  </a:lnTo>
                  <a:lnTo>
                    <a:pt x="49107" y="134282"/>
                  </a:lnTo>
                  <a:lnTo>
                    <a:pt x="49441" y="134449"/>
                  </a:lnTo>
                  <a:lnTo>
                    <a:pt x="49817" y="134532"/>
                  </a:lnTo>
                  <a:lnTo>
                    <a:pt x="50193" y="134574"/>
                  </a:lnTo>
                  <a:lnTo>
                    <a:pt x="50193" y="134574"/>
                  </a:lnTo>
                  <a:lnTo>
                    <a:pt x="50528" y="134532"/>
                  </a:lnTo>
                  <a:lnTo>
                    <a:pt x="50820" y="134491"/>
                  </a:lnTo>
                  <a:lnTo>
                    <a:pt x="51071" y="134365"/>
                  </a:lnTo>
                  <a:lnTo>
                    <a:pt x="51322" y="134198"/>
                  </a:lnTo>
                  <a:lnTo>
                    <a:pt x="51531" y="133947"/>
                  </a:lnTo>
                  <a:lnTo>
                    <a:pt x="51656" y="133697"/>
                  </a:lnTo>
                  <a:lnTo>
                    <a:pt x="51740" y="133362"/>
                  </a:lnTo>
                  <a:lnTo>
                    <a:pt x="51781" y="132986"/>
                  </a:lnTo>
                  <a:lnTo>
                    <a:pt x="51781" y="132986"/>
                  </a:lnTo>
                  <a:lnTo>
                    <a:pt x="51447" y="102059"/>
                  </a:lnTo>
                  <a:lnTo>
                    <a:pt x="51447" y="102059"/>
                  </a:lnTo>
                  <a:lnTo>
                    <a:pt x="51405" y="98089"/>
                  </a:lnTo>
                  <a:lnTo>
                    <a:pt x="51405" y="98089"/>
                  </a:lnTo>
                  <a:lnTo>
                    <a:pt x="86929" y="61144"/>
                  </a:lnTo>
                  <a:lnTo>
                    <a:pt x="86929" y="61144"/>
                  </a:lnTo>
                  <a:lnTo>
                    <a:pt x="85090" y="106197"/>
                  </a:lnTo>
                  <a:lnTo>
                    <a:pt x="85090" y="106197"/>
                  </a:lnTo>
                  <a:lnTo>
                    <a:pt x="85090" y="106448"/>
                  </a:lnTo>
                  <a:lnTo>
                    <a:pt x="85132" y="106698"/>
                  </a:lnTo>
                  <a:lnTo>
                    <a:pt x="85258" y="107074"/>
                  </a:lnTo>
                  <a:lnTo>
                    <a:pt x="85466" y="107451"/>
                  </a:lnTo>
                  <a:lnTo>
                    <a:pt x="85717" y="107701"/>
                  </a:lnTo>
                  <a:lnTo>
                    <a:pt x="86052" y="107952"/>
                  </a:lnTo>
                  <a:lnTo>
                    <a:pt x="86386" y="108119"/>
                  </a:lnTo>
                  <a:lnTo>
                    <a:pt x="86762" y="108203"/>
                  </a:lnTo>
                  <a:lnTo>
                    <a:pt x="87138" y="108245"/>
                  </a:lnTo>
                  <a:lnTo>
                    <a:pt x="87138" y="108245"/>
                  </a:lnTo>
                  <a:lnTo>
                    <a:pt x="87431" y="108203"/>
                  </a:lnTo>
                  <a:lnTo>
                    <a:pt x="87765" y="108161"/>
                  </a:lnTo>
                  <a:lnTo>
                    <a:pt x="88016" y="108036"/>
                  </a:lnTo>
                  <a:lnTo>
                    <a:pt x="88267" y="107869"/>
                  </a:lnTo>
                  <a:lnTo>
                    <a:pt x="88476" y="107618"/>
                  </a:lnTo>
                  <a:lnTo>
                    <a:pt x="88643" y="107367"/>
                  </a:lnTo>
                  <a:lnTo>
                    <a:pt x="88768" y="107033"/>
                  </a:lnTo>
                  <a:lnTo>
                    <a:pt x="88810" y="106657"/>
                  </a:lnTo>
                  <a:lnTo>
                    <a:pt x="88810" y="106657"/>
                  </a:lnTo>
                  <a:lnTo>
                    <a:pt x="90858" y="57090"/>
                  </a:lnTo>
                  <a:lnTo>
                    <a:pt x="90858" y="57090"/>
                  </a:lnTo>
                  <a:lnTo>
                    <a:pt x="123707" y="22903"/>
                  </a:lnTo>
                  <a:lnTo>
                    <a:pt x="123707" y="22903"/>
                  </a:lnTo>
                  <a:lnTo>
                    <a:pt x="118692" y="66661"/>
                  </a:lnTo>
                  <a:lnTo>
                    <a:pt x="118692" y="66661"/>
                  </a:lnTo>
                  <a:lnTo>
                    <a:pt x="118692" y="66911"/>
                  </a:lnTo>
                  <a:lnTo>
                    <a:pt x="118692" y="67120"/>
                  </a:lnTo>
                  <a:lnTo>
                    <a:pt x="118734" y="67329"/>
                  </a:lnTo>
                  <a:lnTo>
                    <a:pt x="118817" y="67538"/>
                  </a:lnTo>
                  <a:lnTo>
                    <a:pt x="118984" y="67873"/>
                  </a:lnTo>
                  <a:lnTo>
                    <a:pt x="119235" y="68165"/>
                  </a:lnTo>
                  <a:lnTo>
                    <a:pt x="119528" y="68416"/>
                  </a:lnTo>
                  <a:lnTo>
                    <a:pt x="119862" y="68583"/>
                  </a:lnTo>
                  <a:lnTo>
                    <a:pt x="120238" y="68667"/>
                  </a:lnTo>
                  <a:lnTo>
                    <a:pt x="120614" y="68708"/>
                  </a:lnTo>
                  <a:lnTo>
                    <a:pt x="120614" y="68708"/>
                  </a:lnTo>
                  <a:lnTo>
                    <a:pt x="120949" y="68667"/>
                  </a:lnTo>
                  <a:lnTo>
                    <a:pt x="121241" y="68583"/>
                  </a:lnTo>
                  <a:lnTo>
                    <a:pt x="121534" y="68458"/>
                  </a:lnTo>
                  <a:lnTo>
                    <a:pt x="121784" y="68291"/>
                  </a:lnTo>
                  <a:lnTo>
                    <a:pt x="122035" y="68082"/>
                  </a:lnTo>
                  <a:lnTo>
                    <a:pt x="122202" y="67789"/>
                  </a:lnTo>
                  <a:lnTo>
                    <a:pt x="122370" y="67496"/>
                  </a:lnTo>
                  <a:lnTo>
                    <a:pt x="122411" y="67079"/>
                  </a:lnTo>
                  <a:lnTo>
                    <a:pt x="122411" y="67079"/>
                  </a:lnTo>
                  <a:lnTo>
                    <a:pt x="127719" y="20856"/>
                  </a:lnTo>
                  <a:lnTo>
                    <a:pt x="127719" y="20856"/>
                  </a:lnTo>
                  <a:lnTo>
                    <a:pt x="127719" y="20647"/>
                  </a:lnTo>
                  <a:lnTo>
                    <a:pt x="127719" y="20438"/>
                  </a:lnTo>
                  <a:lnTo>
                    <a:pt x="127677" y="20229"/>
                  </a:lnTo>
                  <a:lnTo>
                    <a:pt x="127594" y="20020"/>
                  </a:lnTo>
                  <a:lnTo>
                    <a:pt x="127427" y="19644"/>
                  </a:lnTo>
                  <a:lnTo>
                    <a:pt x="127176" y="19309"/>
                  </a:lnTo>
                  <a:lnTo>
                    <a:pt x="127176" y="19309"/>
                  </a:lnTo>
                  <a:lnTo>
                    <a:pt x="143015" y="2843"/>
                  </a:lnTo>
                  <a:lnTo>
                    <a:pt x="143015" y="2843"/>
                  </a:lnTo>
                  <a:lnTo>
                    <a:pt x="143182" y="2592"/>
                  </a:lnTo>
                  <a:lnTo>
                    <a:pt x="143350" y="2341"/>
                  </a:lnTo>
                  <a:lnTo>
                    <a:pt x="143433" y="2090"/>
                  </a:lnTo>
                  <a:lnTo>
                    <a:pt x="143475" y="1882"/>
                  </a:lnTo>
                  <a:lnTo>
                    <a:pt x="143475" y="1631"/>
                  </a:lnTo>
                  <a:lnTo>
                    <a:pt x="143433" y="1380"/>
                  </a:lnTo>
                  <a:lnTo>
                    <a:pt x="143350" y="1171"/>
                  </a:lnTo>
                  <a:lnTo>
                    <a:pt x="143224" y="920"/>
                  </a:lnTo>
                  <a:lnTo>
                    <a:pt x="143057" y="753"/>
                  </a:lnTo>
                  <a:lnTo>
                    <a:pt x="142890" y="544"/>
                  </a:lnTo>
                  <a:lnTo>
                    <a:pt x="142681" y="377"/>
                  </a:lnTo>
                  <a:lnTo>
                    <a:pt x="142472" y="252"/>
                  </a:lnTo>
                  <a:lnTo>
                    <a:pt x="142221" y="126"/>
                  </a:lnTo>
                  <a:lnTo>
                    <a:pt x="141970" y="43"/>
                  </a:lnTo>
                  <a:lnTo>
                    <a:pt x="141678" y="1"/>
                  </a:lnTo>
                  <a:lnTo>
                    <a:pt x="14142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1"/>
            <p:cNvSpPr/>
            <p:nvPr/>
          </p:nvSpPr>
          <p:spPr>
            <a:xfrm rot="-3134405" flipH="1">
              <a:off x="4798926" y="1212184"/>
              <a:ext cx="3117651" cy="120512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 rot="-3134405" flipH="1">
              <a:off x="4998754" y="1340105"/>
              <a:ext cx="2679092" cy="993245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0"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3" name="Google Shape;1103;p31"/>
          <p:cNvSpPr txBox="1">
            <a:spLocks noGrp="1"/>
          </p:cNvSpPr>
          <p:nvPr>
            <p:ph type="subTitle" idx="1"/>
          </p:nvPr>
        </p:nvSpPr>
        <p:spPr>
          <a:xfrm>
            <a:off x="1012850" y="2933250"/>
            <a:ext cx="21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sz="2100" b="1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04" name="Google Shape;1104;p31"/>
          <p:cNvSpPr txBox="1">
            <a:spLocks noGrp="1"/>
          </p:cNvSpPr>
          <p:nvPr>
            <p:ph type="subTitle" idx="2"/>
          </p:nvPr>
        </p:nvSpPr>
        <p:spPr>
          <a:xfrm>
            <a:off x="1012850" y="3383475"/>
            <a:ext cx="21489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5" name="Google Shape;1105;p31"/>
          <p:cNvSpPr txBox="1">
            <a:spLocks noGrp="1"/>
          </p:cNvSpPr>
          <p:nvPr>
            <p:ph type="subTitle" idx="3"/>
          </p:nvPr>
        </p:nvSpPr>
        <p:spPr>
          <a:xfrm>
            <a:off x="3497550" y="2933250"/>
            <a:ext cx="21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sz="2100" b="1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06" name="Google Shape;1106;p31"/>
          <p:cNvSpPr txBox="1">
            <a:spLocks noGrp="1"/>
          </p:cNvSpPr>
          <p:nvPr>
            <p:ph type="subTitle" idx="4"/>
          </p:nvPr>
        </p:nvSpPr>
        <p:spPr>
          <a:xfrm>
            <a:off x="3497550" y="3383475"/>
            <a:ext cx="21489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7" name="Google Shape;1107;p31"/>
          <p:cNvSpPr txBox="1">
            <a:spLocks noGrp="1"/>
          </p:cNvSpPr>
          <p:nvPr>
            <p:ph type="subTitle" idx="5"/>
          </p:nvPr>
        </p:nvSpPr>
        <p:spPr>
          <a:xfrm>
            <a:off x="5982250" y="2933250"/>
            <a:ext cx="21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Nunito ExtraBold"/>
              <a:buNone/>
              <a:defRPr sz="2100" b="1">
                <a:solidFill>
                  <a:schemeClr val="lt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800"/>
              <a:buFont typeface="Nunito"/>
              <a:buNone/>
              <a:defRPr sz="1800" b="1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08" name="Google Shape;1108;p31"/>
          <p:cNvSpPr txBox="1">
            <a:spLocks noGrp="1"/>
          </p:cNvSpPr>
          <p:nvPr>
            <p:ph type="subTitle" idx="6"/>
          </p:nvPr>
        </p:nvSpPr>
        <p:spPr>
          <a:xfrm>
            <a:off x="5982250" y="3383475"/>
            <a:ext cx="2148900" cy="7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09" name="Google Shape;1109;p31"/>
          <p:cNvGrpSpPr/>
          <p:nvPr/>
        </p:nvGrpSpPr>
        <p:grpSpPr>
          <a:xfrm>
            <a:off x="8177901" y="380914"/>
            <a:ext cx="616784" cy="318162"/>
            <a:chOff x="5916200" y="1347825"/>
            <a:chExt cx="1171925" cy="604525"/>
          </a:xfrm>
        </p:grpSpPr>
        <p:sp>
          <p:nvSpPr>
            <p:cNvPr id="1110" name="Google Shape;1110;p31"/>
            <p:cNvSpPr/>
            <p:nvPr/>
          </p:nvSpPr>
          <p:spPr>
            <a:xfrm>
              <a:off x="6021200" y="1347825"/>
              <a:ext cx="943900" cy="389225"/>
            </a:xfrm>
            <a:custGeom>
              <a:avLst/>
              <a:gdLst/>
              <a:ahLst/>
              <a:cxnLst/>
              <a:rect l="l" t="t" r="r" b="b"/>
              <a:pathLst>
                <a:path w="37756" h="15569" extrusionOk="0">
                  <a:moveTo>
                    <a:pt x="17605" y="0"/>
                  </a:moveTo>
                  <a:lnTo>
                    <a:pt x="16969" y="42"/>
                  </a:lnTo>
                  <a:lnTo>
                    <a:pt x="16290" y="127"/>
                  </a:lnTo>
                  <a:lnTo>
                    <a:pt x="15654" y="255"/>
                  </a:lnTo>
                  <a:lnTo>
                    <a:pt x="14975" y="424"/>
                  </a:lnTo>
                  <a:lnTo>
                    <a:pt x="14339" y="636"/>
                  </a:lnTo>
                  <a:lnTo>
                    <a:pt x="13703" y="848"/>
                  </a:lnTo>
                  <a:lnTo>
                    <a:pt x="13066" y="1145"/>
                  </a:lnTo>
                  <a:lnTo>
                    <a:pt x="12472" y="1485"/>
                  </a:lnTo>
                  <a:lnTo>
                    <a:pt x="11878" y="1824"/>
                  </a:lnTo>
                  <a:lnTo>
                    <a:pt x="11285" y="2248"/>
                  </a:lnTo>
                  <a:lnTo>
                    <a:pt x="10691" y="2715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188" y="9205"/>
                  </a:lnTo>
                  <a:lnTo>
                    <a:pt x="2249" y="9630"/>
                  </a:lnTo>
                  <a:lnTo>
                    <a:pt x="3352" y="10054"/>
                  </a:lnTo>
                  <a:lnTo>
                    <a:pt x="4412" y="10436"/>
                  </a:lnTo>
                  <a:lnTo>
                    <a:pt x="5515" y="10817"/>
                  </a:lnTo>
                  <a:lnTo>
                    <a:pt x="6618" y="11157"/>
                  </a:lnTo>
                  <a:lnTo>
                    <a:pt x="8824" y="11751"/>
                  </a:lnTo>
                  <a:lnTo>
                    <a:pt x="11115" y="12260"/>
                  </a:lnTo>
                  <a:lnTo>
                    <a:pt x="13363" y="12726"/>
                  </a:lnTo>
                  <a:lnTo>
                    <a:pt x="15612" y="13151"/>
                  </a:lnTo>
                  <a:lnTo>
                    <a:pt x="17902" y="13490"/>
                  </a:lnTo>
                  <a:lnTo>
                    <a:pt x="22611" y="14211"/>
                  </a:lnTo>
                  <a:lnTo>
                    <a:pt x="24987" y="14550"/>
                  </a:lnTo>
                  <a:lnTo>
                    <a:pt x="27405" y="14847"/>
                  </a:lnTo>
                  <a:lnTo>
                    <a:pt x="29780" y="15102"/>
                  </a:lnTo>
                  <a:lnTo>
                    <a:pt x="32156" y="15272"/>
                  </a:lnTo>
                  <a:lnTo>
                    <a:pt x="34574" y="15441"/>
                  </a:lnTo>
                  <a:lnTo>
                    <a:pt x="36949" y="15569"/>
                  </a:lnTo>
                  <a:lnTo>
                    <a:pt x="37162" y="15526"/>
                  </a:lnTo>
                  <a:lnTo>
                    <a:pt x="37374" y="15441"/>
                  </a:lnTo>
                  <a:lnTo>
                    <a:pt x="37543" y="15314"/>
                  </a:lnTo>
                  <a:lnTo>
                    <a:pt x="37628" y="15187"/>
                  </a:lnTo>
                  <a:lnTo>
                    <a:pt x="37713" y="15017"/>
                  </a:lnTo>
                  <a:lnTo>
                    <a:pt x="37755" y="14805"/>
                  </a:lnTo>
                  <a:lnTo>
                    <a:pt x="37755" y="14635"/>
                  </a:lnTo>
                  <a:lnTo>
                    <a:pt x="37671" y="14466"/>
                  </a:lnTo>
                  <a:lnTo>
                    <a:pt x="37755" y="13999"/>
                  </a:lnTo>
                  <a:lnTo>
                    <a:pt x="37755" y="13575"/>
                  </a:lnTo>
                  <a:lnTo>
                    <a:pt x="37755" y="13151"/>
                  </a:lnTo>
                  <a:lnTo>
                    <a:pt x="37671" y="12726"/>
                  </a:lnTo>
                  <a:lnTo>
                    <a:pt x="37543" y="12302"/>
                  </a:lnTo>
                  <a:lnTo>
                    <a:pt x="37416" y="11878"/>
                  </a:lnTo>
                  <a:lnTo>
                    <a:pt x="37204" y="11496"/>
                  </a:lnTo>
                  <a:lnTo>
                    <a:pt x="36949" y="11114"/>
                  </a:lnTo>
                  <a:lnTo>
                    <a:pt x="36610" y="10775"/>
                  </a:lnTo>
                  <a:lnTo>
                    <a:pt x="36313" y="10478"/>
                  </a:lnTo>
                  <a:lnTo>
                    <a:pt x="35974" y="10266"/>
                  </a:lnTo>
                  <a:lnTo>
                    <a:pt x="35592" y="10054"/>
                  </a:lnTo>
                  <a:lnTo>
                    <a:pt x="35210" y="9927"/>
                  </a:lnTo>
                  <a:lnTo>
                    <a:pt x="34828" y="9799"/>
                  </a:lnTo>
                  <a:lnTo>
                    <a:pt x="33980" y="9545"/>
                  </a:lnTo>
                  <a:lnTo>
                    <a:pt x="33725" y="9460"/>
                  </a:lnTo>
                  <a:lnTo>
                    <a:pt x="33513" y="9333"/>
                  </a:lnTo>
                  <a:lnTo>
                    <a:pt x="33089" y="9078"/>
                  </a:lnTo>
                  <a:lnTo>
                    <a:pt x="32750" y="8739"/>
                  </a:lnTo>
                  <a:lnTo>
                    <a:pt x="32410" y="8357"/>
                  </a:lnTo>
                  <a:lnTo>
                    <a:pt x="32113" y="8018"/>
                  </a:lnTo>
                  <a:lnTo>
                    <a:pt x="31774" y="7636"/>
                  </a:lnTo>
                  <a:lnTo>
                    <a:pt x="31392" y="7296"/>
                  </a:lnTo>
                  <a:lnTo>
                    <a:pt x="30926" y="7042"/>
                  </a:lnTo>
                  <a:lnTo>
                    <a:pt x="30629" y="6872"/>
                  </a:lnTo>
                  <a:lnTo>
                    <a:pt x="30332" y="6787"/>
                  </a:lnTo>
                  <a:lnTo>
                    <a:pt x="30035" y="6703"/>
                  </a:lnTo>
                  <a:lnTo>
                    <a:pt x="29695" y="6660"/>
                  </a:lnTo>
                  <a:lnTo>
                    <a:pt x="29398" y="6618"/>
                  </a:lnTo>
                  <a:lnTo>
                    <a:pt x="29101" y="6618"/>
                  </a:lnTo>
                  <a:lnTo>
                    <a:pt x="28465" y="6703"/>
                  </a:lnTo>
                  <a:lnTo>
                    <a:pt x="28168" y="6066"/>
                  </a:lnTo>
                  <a:lnTo>
                    <a:pt x="27786" y="5430"/>
                  </a:lnTo>
                  <a:lnTo>
                    <a:pt x="27405" y="4836"/>
                  </a:lnTo>
                  <a:lnTo>
                    <a:pt x="26980" y="4285"/>
                  </a:lnTo>
                  <a:lnTo>
                    <a:pt x="26514" y="3733"/>
                  </a:lnTo>
                  <a:lnTo>
                    <a:pt x="26047" y="3266"/>
                  </a:lnTo>
                  <a:lnTo>
                    <a:pt x="25538" y="2800"/>
                  </a:lnTo>
                  <a:lnTo>
                    <a:pt x="25029" y="2376"/>
                  </a:lnTo>
                  <a:lnTo>
                    <a:pt x="24478" y="1951"/>
                  </a:lnTo>
                  <a:lnTo>
                    <a:pt x="23926" y="1612"/>
                  </a:lnTo>
                  <a:lnTo>
                    <a:pt x="23332" y="1273"/>
                  </a:lnTo>
                  <a:lnTo>
                    <a:pt x="22738" y="1018"/>
                  </a:lnTo>
                  <a:lnTo>
                    <a:pt x="22144" y="764"/>
                  </a:lnTo>
                  <a:lnTo>
                    <a:pt x="21508" y="509"/>
                  </a:lnTo>
                  <a:lnTo>
                    <a:pt x="20872" y="339"/>
                  </a:lnTo>
                  <a:lnTo>
                    <a:pt x="20235" y="212"/>
                  </a:lnTo>
                  <a:lnTo>
                    <a:pt x="19599" y="85"/>
                  </a:lnTo>
                  <a:lnTo>
                    <a:pt x="18920" y="42"/>
                  </a:lnTo>
                  <a:lnTo>
                    <a:pt x="1828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1"/>
            <p:cNvSpPr/>
            <p:nvPr/>
          </p:nvSpPr>
          <p:spPr>
            <a:xfrm>
              <a:off x="6021200" y="1347825"/>
              <a:ext cx="631050" cy="246050"/>
            </a:xfrm>
            <a:custGeom>
              <a:avLst/>
              <a:gdLst/>
              <a:ahLst/>
              <a:cxnLst/>
              <a:rect l="l" t="t" r="r" b="b"/>
              <a:pathLst>
                <a:path w="25242" h="9842" extrusionOk="0">
                  <a:moveTo>
                    <a:pt x="17775" y="0"/>
                  </a:moveTo>
                  <a:lnTo>
                    <a:pt x="16757" y="85"/>
                  </a:lnTo>
                  <a:lnTo>
                    <a:pt x="15739" y="255"/>
                  </a:lnTo>
                  <a:lnTo>
                    <a:pt x="14763" y="509"/>
                  </a:lnTo>
                  <a:lnTo>
                    <a:pt x="13787" y="848"/>
                  </a:lnTo>
                  <a:lnTo>
                    <a:pt x="12812" y="1273"/>
                  </a:lnTo>
                  <a:lnTo>
                    <a:pt x="11878" y="1824"/>
                  </a:lnTo>
                  <a:lnTo>
                    <a:pt x="11454" y="2121"/>
                  </a:lnTo>
                  <a:lnTo>
                    <a:pt x="10988" y="2460"/>
                  </a:lnTo>
                  <a:lnTo>
                    <a:pt x="10563" y="2800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485" y="9290"/>
                  </a:lnTo>
                  <a:lnTo>
                    <a:pt x="2800" y="9842"/>
                  </a:lnTo>
                  <a:lnTo>
                    <a:pt x="3012" y="9587"/>
                  </a:lnTo>
                  <a:lnTo>
                    <a:pt x="3267" y="9375"/>
                  </a:lnTo>
                  <a:lnTo>
                    <a:pt x="3776" y="8951"/>
                  </a:lnTo>
                  <a:lnTo>
                    <a:pt x="4370" y="8569"/>
                  </a:lnTo>
                  <a:lnTo>
                    <a:pt x="5006" y="8272"/>
                  </a:lnTo>
                  <a:lnTo>
                    <a:pt x="5685" y="8060"/>
                  </a:lnTo>
                  <a:lnTo>
                    <a:pt x="6406" y="7933"/>
                  </a:lnTo>
                  <a:lnTo>
                    <a:pt x="7127" y="7848"/>
                  </a:lnTo>
                  <a:lnTo>
                    <a:pt x="7848" y="7848"/>
                  </a:lnTo>
                  <a:lnTo>
                    <a:pt x="7933" y="7212"/>
                  </a:lnTo>
                  <a:lnTo>
                    <a:pt x="8145" y="6660"/>
                  </a:lnTo>
                  <a:lnTo>
                    <a:pt x="8357" y="6151"/>
                  </a:lnTo>
                  <a:lnTo>
                    <a:pt x="8654" y="5684"/>
                  </a:lnTo>
                  <a:lnTo>
                    <a:pt x="8994" y="5303"/>
                  </a:lnTo>
                  <a:lnTo>
                    <a:pt x="9376" y="4963"/>
                  </a:lnTo>
                  <a:lnTo>
                    <a:pt x="9800" y="4666"/>
                  </a:lnTo>
                  <a:lnTo>
                    <a:pt x="10266" y="4412"/>
                  </a:lnTo>
                  <a:lnTo>
                    <a:pt x="10775" y="4242"/>
                  </a:lnTo>
                  <a:lnTo>
                    <a:pt x="11327" y="4072"/>
                  </a:lnTo>
                  <a:lnTo>
                    <a:pt x="11878" y="4030"/>
                  </a:lnTo>
                  <a:lnTo>
                    <a:pt x="12430" y="3988"/>
                  </a:lnTo>
                  <a:lnTo>
                    <a:pt x="13024" y="3988"/>
                  </a:lnTo>
                  <a:lnTo>
                    <a:pt x="13618" y="4072"/>
                  </a:lnTo>
                  <a:lnTo>
                    <a:pt x="14212" y="4200"/>
                  </a:lnTo>
                  <a:lnTo>
                    <a:pt x="14805" y="4369"/>
                  </a:lnTo>
                  <a:lnTo>
                    <a:pt x="15272" y="3860"/>
                  </a:lnTo>
                  <a:lnTo>
                    <a:pt x="15781" y="3394"/>
                  </a:lnTo>
                  <a:lnTo>
                    <a:pt x="16290" y="3012"/>
                  </a:lnTo>
                  <a:lnTo>
                    <a:pt x="16884" y="2673"/>
                  </a:lnTo>
                  <a:lnTo>
                    <a:pt x="17478" y="2418"/>
                  </a:lnTo>
                  <a:lnTo>
                    <a:pt x="18114" y="2206"/>
                  </a:lnTo>
                  <a:lnTo>
                    <a:pt x="18793" y="2036"/>
                  </a:lnTo>
                  <a:lnTo>
                    <a:pt x="19472" y="1951"/>
                  </a:lnTo>
                  <a:lnTo>
                    <a:pt x="20151" y="1867"/>
                  </a:lnTo>
                  <a:lnTo>
                    <a:pt x="20872" y="1867"/>
                  </a:lnTo>
                  <a:lnTo>
                    <a:pt x="21593" y="1909"/>
                  </a:lnTo>
                  <a:lnTo>
                    <a:pt x="22356" y="1951"/>
                  </a:lnTo>
                  <a:lnTo>
                    <a:pt x="23078" y="2079"/>
                  </a:lnTo>
                  <a:lnTo>
                    <a:pt x="23799" y="2206"/>
                  </a:lnTo>
                  <a:lnTo>
                    <a:pt x="24520" y="2376"/>
                  </a:lnTo>
                  <a:lnTo>
                    <a:pt x="25241" y="2545"/>
                  </a:lnTo>
                  <a:lnTo>
                    <a:pt x="24435" y="1951"/>
                  </a:lnTo>
                  <a:lnTo>
                    <a:pt x="23587" y="1400"/>
                  </a:lnTo>
                  <a:lnTo>
                    <a:pt x="22653" y="976"/>
                  </a:lnTo>
                  <a:lnTo>
                    <a:pt x="21720" y="594"/>
                  </a:lnTo>
                  <a:lnTo>
                    <a:pt x="20744" y="339"/>
                  </a:lnTo>
                  <a:lnTo>
                    <a:pt x="19769" y="127"/>
                  </a:lnTo>
                  <a:lnTo>
                    <a:pt x="18751" y="42"/>
                  </a:lnTo>
                  <a:lnTo>
                    <a:pt x="17775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1"/>
            <p:cNvSpPr/>
            <p:nvPr/>
          </p:nvSpPr>
          <p:spPr>
            <a:xfrm>
              <a:off x="6606625" y="1605525"/>
              <a:ext cx="29700" cy="56225"/>
            </a:xfrm>
            <a:custGeom>
              <a:avLst/>
              <a:gdLst/>
              <a:ahLst/>
              <a:cxnLst/>
              <a:rect l="l" t="t" r="r" b="b"/>
              <a:pathLst>
                <a:path w="1188" h="2249" extrusionOk="0">
                  <a:moveTo>
                    <a:pt x="509" y="0"/>
                  </a:moveTo>
                  <a:lnTo>
                    <a:pt x="382" y="43"/>
                  </a:lnTo>
                  <a:lnTo>
                    <a:pt x="297" y="85"/>
                  </a:lnTo>
                  <a:lnTo>
                    <a:pt x="127" y="340"/>
                  </a:lnTo>
                  <a:lnTo>
                    <a:pt x="42" y="637"/>
                  </a:lnTo>
                  <a:lnTo>
                    <a:pt x="0" y="934"/>
                  </a:lnTo>
                  <a:lnTo>
                    <a:pt x="42" y="1273"/>
                  </a:lnTo>
                  <a:lnTo>
                    <a:pt x="127" y="1570"/>
                  </a:lnTo>
                  <a:lnTo>
                    <a:pt x="255" y="1824"/>
                  </a:lnTo>
                  <a:lnTo>
                    <a:pt x="467" y="2037"/>
                  </a:lnTo>
                  <a:lnTo>
                    <a:pt x="721" y="2206"/>
                  </a:lnTo>
                  <a:lnTo>
                    <a:pt x="891" y="2249"/>
                  </a:lnTo>
                  <a:lnTo>
                    <a:pt x="976" y="2206"/>
                  </a:lnTo>
                  <a:lnTo>
                    <a:pt x="1103" y="2164"/>
                  </a:lnTo>
                  <a:lnTo>
                    <a:pt x="1145" y="2079"/>
                  </a:lnTo>
                  <a:lnTo>
                    <a:pt x="1188" y="1952"/>
                  </a:lnTo>
                  <a:lnTo>
                    <a:pt x="1188" y="1824"/>
                  </a:lnTo>
                  <a:lnTo>
                    <a:pt x="1103" y="1740"/>
                  </a:lnTo>
                  <a:lnTo>
                    <a:pt x="1018" y="1612"/>
                  </a:lnTo>
                  <a:lnTo>
                    <a:pt x="848" y="1528"/>
                  </a:lnTo>
                  <a:lnTo>
                    <a:pt x="721" y="1400"/>
                  </a:lnTo>
                  <a:lnTo>
                    <a:pt x="636" y="1231"/>
                  </a:lnTo>
                  <a:lnTo>
                    <a:pt x="594" y="1103"/>
                  </a:lnTo>
                  <a:lnTo>
                    <a:pt x="552" y="934"/>
                  </a:lnTo>
                  <a:lnTo>
                    <a:pt x="552" y="764"/>
                  </a:lnTo>
                  <a:lnTo>
                    <a:pt x="594" y="594"/>
                  </a:lnTo>
                  <a:lnTo>
                    <a:pt x="721" y="425"/>
                  </a:lnTo>
                  <a:lnTo>
                    <a:pt x="764" y="340"/>
                  </a:lnTo>
                  <a:lnTo>
                    <a:pt x="764" y="212"/>
                  </a:lnTo>
                  <a:lnTo>
                    <a:pt x="721" y="128"/>
                  </a:lnTo>
                  <a:lnTo>
                    <a:pt x="679" y="85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1"/>
            <p:cNvSpPr/>
            <p:nvPr/>
          </p:nvSpPr>
          <p:spPr>
            <a:xfrm>
              <a:off x="6644800" y="1616125"/>
              <a:ext cx="57275" cy="45625"/>
            </a:xfrm>
            <a:custGeom>
              <a:avLst/>
              <a:gdLst/>
              <a:ahLst/>
              <a:cxnLst/>
              <a:rect l="l" t="t" r="r" b="b"/>
              <a:pathLst>
                <a:path w="2291" h="1825" extrusionOk="0">
                  <a:moveTo>
                    <a:pt x="721" y="1"/>
                  </a:moveTo>
                  <a:lnTo>
                    <a:pt x="552" y="43"/>
                  </a:lnTo>
                  <a:lnTo>
                    <a:pt x="340" y="85"/>
                  </a:lnTo>
                  <a:lnTo>
                    <a:pt x="170" y="128"/>
                  </a:lnTo>
                  <a:lnTo>
                    <a:pt x="85" y="213"/>
                  </a:lnTo>
                  <a:lnTo>
                    <a:pt x="0" y="340"/>
                  </a:lnTo>
                  <a:lnTo>
                    <a:pt x="0" y="425"/>
                  </a:lnTo>
                  <a:lnTo>
                    <a:pt x="0" y="552"/>
                  </a:lnTo>
                  <a:lnTo>
                    <a:pt x="85" y="637"/>
                  </a:lnTo>
                  <a:lnTo>
                    <a:pt x="170" y="679"/>
                  </a:lnTo>
                  <a:lnTo>
                    <a:pt x="255" y="722"/>
                  </a:lnTo>
                  <a:lnTo>
                    <a:pt x="382" y="722"/>
                  </a:lnTo>
                  <a:lnTo>
                    <a:pt x="594" y="679"/>
                  </a:lnTo>
                  <a:lnTo>
                    <a:pt x="806" y="722"/>
                  </a:lnTo>
                  <a:lnTo>
                    <a:pt x="1018" y="764"/>
                  </a:lnTo>
                  <a:lnTo>
                    <a:pt x="1188" y="891"/>
                  </a:lnTo>
                  <a:lnTo>
                    <a:pt x="1358" y="1061"/>
                  </a:lnTo>
                  <a:lnTo>
                    <a:pt x="1443" y="1231"/>
                  </a:lnTo>
                  <a:lnTo>
                    <a:pt x="1485" y="1400"/>
                  </a:lnTo>
                  <a:lnTo>
                    <a:pt x="1570" y="1613"/>
                  </a:lnTo>
                  <a:lnTo>
                    <a:pt x="1655" y="1697"/>
                  </a:lnTo>
                  <a:lnTo>
                    <a:pt x="1739" y="1782"/>
                  </a:lnTo>
                  <a:lnTo>
                    <a:pt x="1909" y="1825"/>
                  </a:lnTo>
                  <a:lnTo>
                    <a:pt x="2036" y="1825"/>
                  </a:lnTo>
                  <a:lnTo>
                    <a:pt x="2121" y="1782"/>
                  </a:lnTo>
                  <a:lnTo>
                    <a:pt x="2206" y="1740"/>
                  </a:lnTo>
                  <a:lnTo>
                    <a:pt x="2249" y="1613"/>
                  </a:lnTo>
                  <a:lnTo>
                    <a:pt x="2291" y="1443"/>
                  </a:lnTo>
                  <a:lnTo>
                    <a:pt x="2291" y="1231"/>
                  </a:lnTo>
                  <a:lnTo>
                    <a:pt x="2249" y="1061"/>
                  </a:lnTo>
                  <a:lnTo>
                    <a:pt x="2164" y="891"/>
                  </a:lnTo>
                  <a:lnTo>
                    <a:pt x="2036" y="722"/>
                  </a:lnTo>
                  <a:lnTo>
                    <a:pt x="1909" y="552"/>
                  </a:lnTo>
                  <a:lnTo>
                    <a:pt x="1612" y="297"/>
                  </a:lnTo>
                  <a:lnTo>
                    <a:pt x="1273" y="128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1"/>
            <p:cNvSpPr/>
            <p:nvPr/>
          </p:nvSpPr>
          <p:spPr>
            <a:xfrm>
              <a:off x="6736000" y="1592800"/>
              <a:ext cx="40325" cy="51975"/>
            </a:xfrm>
            <a:custGeom>
              <a:avLst/>
              <a:gdLst/>
              <a:ahLst/>
              <a:cxnLst/>
              <a:rect l="l" t="t" r="r" b="b"/>
              <a:pathLst>
                <a:path w="1613" h="2079" extrusionOk="0">
                  <a:moveTo>
                    <a:pt x="213" y="0"/>
                  </a:moveTo>
                  <a:lnTo>
                    <a:pt x="128" y="43"/>
                  </a:lnTo>
                  <a:lnTo>
                    <a:pt x="85" y="128"/>
                  </a:lnTo>
                  <a:lnTo>
                    <a:pt x="0" y="467"/>
                  </a:lnTo>
                  <a:lnTo>
                    <a:pt x="43" y="806"/>
                  </a:lnTo>
                  <a:lnTo>
                    <a:pt x="85" y="1146"/>
                  </a:lnTo>
                  <a:lnTo>
                    <a:pt x="255" y="1443"/>
                  </a:lnTo>
                  <a:lnTo>
                    <a:pt x="467" y="1697"/>
                  </a:lnTo>
                  <a:lnTo>
                    <a:pt x="722" y="1909"/>
                  </a:lnTo>
                  <a:lnTo>
                    <a:pt x="1019" y="2037"/>
                  </a:lnTo>
                  <a:lnTo>
                    <a:pt x="1188" y="2079"/>
                  </a:lnTo>
                  <a:lnTo>
                    <a:pt x="1358" y="2079"/>
                  </a:lnTo>
                  <a:lnTo>
                    <a:pt x="1443" y="2037"/>
                  </a:lnTo>
                  <a:lnTo>
                    <a:pt x="1528" y="1994"/>
                  </a:lnTo>
                  <a:lnTo>
                    <a:pt x="1570" y="1909"/>
                  </a:lnTo>
                  <a:lnTo>
                    <a:pt x="1612" y="1824"/>
                  </a:lnTo>
                  <a:lnTo>
                    <a:pt x="1612" y="1740"/>
                  </a:lnTo>
                  <a:lnTo>
                    <a:pt x="1570" y="1655"/>
                  </a:lnTo>
                  <a:lnTo>
                    <a:pt x="1528" y="1570"/>
                  </a:lnTo>
                  <a:lnTo>
                    <a:pt x="1443" y="1527"/>
                  </a:lnTo>
                  <a:lnTo>
                    <a:pt x="1061" y="1400"/>
                  </a:lnTo>
                  <a:lnTo>
                    <a:pt x="891" y="1273"/>
                  </a:lnTo>
                  <a:lnTo>
                    <a:pt x="722" y="1103"/>
                  </a:lnTo>
                  <a:lnTo>
                    <a:pt x="637" y="934"/>
                  </a:lnTo>
                  <a:lnTo>
                    <a:pt x="552" y="721"/>
                  </a:lnTo>
                  <a:lnTo>
                    <a:pt x="552" y="509"/>
                  </a:lnTo>
                  <a:lnTo>
                    <a:pt x="594" y="297"/>
                  </a:lnTo>
                  <a:lnTo>
                    <a:pt x="594" y="212"/>
                  </a:lnTo>
                  <a:lnTo>
                    <a:pt x="552" y="128"/>
                  </a:lnTo>
                  <a:lnTo>
                    <a:pt x="467" y="43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1"/>
            <p:cNvSpPr/>
            <p:nvPr/>
          </p:nvSpPr>
          <p:spPr>
            <a:xfrm>
              <a:off x="6868575" y="1656425"/>
              <a:ext cx="36075" cy="26550"/>
            </a:xfrm>
            <a:custGeom>
              <a:avLst/>
              <a:gdLst/>
              <a:ahLst/>
              <a:cxnLst/>
              <a:rect l="l" t="t" r="r" b="b"/>
              <a:pathLst>
                <a:path w="1443" h="1062" extrusionOk="0">
                  <a:moveTo>
                    <a:pt x="764" y="1"/>
                  </a:moveTo>
                  <a:lnTo>
                    <a:pt x="297" y="43"/>
                  </a:lnTo>
                  <a:lnTo>
                    <a:pt x="212" y="85"/>
                  </a:lnTo>
                  <a:lnTo>
                    <a:pt x="127" y="128"/>
                  </a:lnTo>
                  <a:lnTo>
                    <a:pt x="85" y="213"/>
                  </a:lnTo>
                  <a:lnTo>
                    <a:pt x="43" y="298"/>
                  </a:lnTo>
                  <a:lnTo>
                    <a:pt x="0" y="807"/>
                  </a:lnTo>
                  <a:lnTo>
                    <a:pt x="0" y="891"/>
                  </a:lnTo>
                  <a:lnTo>
                    <a:pt x="43" y="976"/>
                  </a:lnTo>
                  <a:lnTo>
                    <a:pt x="85" y="1019"/>
                  </a:lnTo>
                  <a:lnTo>
                    <a:pt x="170" y="1061"/>
                  </a:lnTo>
                  <a:lnTo>
                    <a:pt x="255" y="1061"/>
                  </a:lnTo>
                  <a:lnTo>
                    <a:pt x="339" y="1019"/>
                  </a:lnTo>
                  <a:lnTo>
                    <a:pt x="382" y="976"/>
                  </a:lnTo>
                  <a:lnTo>
                    <a:pt x="424" y="891"/>
                  </a:lnTo>
                  <a:lnTo>
                    <a:pt x="509" y="594"/>
                  </a:lnTo>
                  <a:lnTo>
                    <a:pt x="891" y="552"/>
                  </a:lnTo>
                  <a:lnTo>
                    <a:pt x="1230" y="510"/>
                  </a:lnTo>
                  <a:lnTo>
                    <a:pt x="1315" y="467"/>
                  </a:lnTo>
                  <a:lnTo>
                    <a:pt x="1400" y="425"/>
                  </a:lnTo>
                  <a:lnTo>
                    <a:pt x="1442" y="340"/>
                  </a:lnTo>
                  <a:lnTo>
                    <a:pt x="1442" y="255"/>
                  </a:lnTo>
                  <a:lnTo>
                    <a:pt x="1442" y="170"/>
                  </a:lnTo>
                  <a:lnTo>
                    <a:pt x="1400" y="85"/>
                  </a:lnTo>
                  <a:lnTo>
                    <a:pt x="1358" y="43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31"/>
            <p:cNvSpPr/>
            <p:nvPr/>
          </p:nvSpPr>
          <p:spPr>
            <a:xfrm>
              <a:off x="6266175" y="1541900"/>
              <a:ext cx="45625" cy="36075"/>
            </a:xfrm>
            <a:custGeom>
              <a:avLst/>
              <a:gdLst/>
              <a:ahLst/>
              <a:cxnLst/>
              <a:rect l="l" t="t" r="r" b="b"/>
              <a:pathLst>
                <a:path w="1825" h="1443" extrusionOk="0">
                  <a:moveTo>
                    <a:pt x="213" y="0"/>
                  </a:moveTo>
                  <a:lnTo>
                    <a:pt x="128" y="42"/>
                  </a:lnTo>
                  <a:lnTo>
                    <a:pt x="86" y="85"/>
                  </a:lnTo>
                  <a:lnTo>
                    <a:pt x="43" y="170"/>
                  </a:lnTo>
                  <a:lnTo>
                    <a:pt x="1" y="212"/>
                  </a:lnTo>
                  <a:lnTo>
                    <a:pt x="43" y="339"/>
                  </a:lnTo>
                  <a:lnTo>
                    <a:pt x="128" y="552"/>
                  </a:lnTo>
                  <a:lnTo>
                    <a:pt x="255" y="721"/>
                  </a:lnTo>
                  <a:lnTo>
                    <a:pt x="425" y="933"/>
                  </a:lnTo>
                  <a:lnTo>
                    <a:pt x="595" y="1061"/>
                  </a:lnTo>
                  <a:lnTo>
                    <a:pt x="807" y="1188"/>
                  </a:lnTo>
                  <a:lnTo>
                    <a:pt x="1019" y="1315"/>
                  </a:lnTo>
                  <a:lnTo>
                    <a:pt x="1231" y="1358"/>
                  </a:lnTo>
                  <a:lnTo>
                    <a:pt x="1443" y="1442"/>
                  </a:lnTo>
                  <a:lnTo>
                    <a:pt x="1613" y="1442"/>
                  </a:lnTo>
                  <a:lnTo>
                    <a:pt x="1698" y="1358"/>
                  </a:lnTo>
                  <a:lnTo>
                    <a:pt x="1782" y="1273"/>
                  </a:lnTo>
                  <a:lnTo>
                    <a:pt x="1825" y="1188"/>
                  </a:lnTo>
                  <a:lnTo>
                    <a:pt x="1825" y="1061"/>
                  </a:lnTo>
                  <a:lnTo>
                    <a:pt x="1782" y="933"/>
                  </a:lnTo>
                  <a:lnTo>
                    <a:pt x="1698" y="848"/>
                  </a:lnTo>
                  <a:lnTo>
                    <a:pt x="1570" y="806"/>
                  </a:lnTo>
                  <a:lnTo>
                    <a:pt x="1231" y="721"/>
                  </a:lnTo>
                  <a:lnTo>
                    <a:pt x="934" y="552"/>
                  </a:lnTo>
                  <a:lnTo>
                    <a:pt x="680" y="339"/>
                  </a:lnTo>
                  <a:lnTo>
                    <a:pt x="467" y="85"/>
                  </a:lnTo>
                  <a:lnTo>
                    <a:pt x="383" y="4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31"/>
            <p:cNvSpPr/>
            <p:nvPr/>
          </p:nvSpPr>
          <p:spPr>
            <a:xfrm>
              <a:off x="6305425" y="1525975"/>
              <a:ext cx="43500" cy="36100"/>
            </a:xfrm>
            <a:custGeom>
              <a:avLst/>
              <a:gdLst/>
              <a:ahLst/>
              <a:cxnLst/>
              <a:rect l="l" t="t" r="r" b="b"/>
              <a:pathLst>
                <a:path w="1740" h="1444" extrusionOk="0">
                  <a:moveTo>
                    <a:pt x="382" y="1"/>
                  </a:moveTo>
                  <a:lnTo>
                    <a:pt x="128" y="43"/>
                  </a:lnTo>
                  <a:lnTo>
                    <a:pt x="43" y="86"/>
                  </a:lnTo>
                  <a:lnTo>
                    <a:pt x="0" y="128"/>
                  </a:lnTo>
                  <a:lnTo>
                    <a:pt x="0" y="298"/>
                  </a:lnTo>
                  <a:lnTo>
                    <a:pt x="85" y="383"/>
                  </a:lnTo>
                  <a:lnTo>
                    <a:pt x="128" y="425"/>
                  </a:lnTo>
                  <a:lnTo>
                    <a:pt x="382" y="425"/>
                  </a:lnTo>
                  <a:lnTo>
                    <a:pt x="552" y="467"/>
                  </a:lnTo>
                  <a:lnTo>
                    <a:pt x="679" y="510"/>
                  </a:lnTo>
                  <a:lnTo>
                    <a:pt x="806" y="595"/>
                  </a:lnTo>
                  <a:lnTo>
                    <a:pt x="934" y="722"/>
                  </a:lnTo>
                  <a:lnTo>
                    <a:pt x="1018" y="849"/>
                  </a:lnTo>
                  <a:lnTo>
                    <a:pt x="1061" y="976"/>
                  </a:lnTo>
                  <a:lnTo>
                    <a:pt x="1103" y="1146"/>
                  </a:lnTo>
                  <a:lnTo>
                    <a:pt x="1146" y="1316"/>
                  </a:lnTo>
                  <a:lnTo>
                    <a:pt x="1231" y="1401"/>
                  </a:lnTo>
                  <a:lnTo>
                    <a:pt x="1315" y="1443"/>
                  </a:lnTo>
                  <a:lnTo>
                    <a:pt x="1443" y="1443"/>
                  </a:lnTo>
                  <a:lnTo>
                    <a:pt x="1570" y="1401"/>
                  </a:lnTo>
                  <a:lnTo>
                    <a:pt x="1655" y="1316"/>
                  </a:lnTo>
                  <a:lnTo>
                    <a:pt x="1740" y="1231"/>
                  </a:lnTo>
                  <a:lnTo>
                    <a:pt x="1740" y="1104"/>
                  </a:lnTo>
                  <a:lnTo>
                    <a:pt x="1697" y="807"/>
                  </a:lnTo>
                  <a:lnTo>
                    <a:pt x="1570" y="552"/>
                  </a:lnTo>
                  <a:lnTo>
                    <a:pt x="1400" y="340"/>
                  </a:lnTo>
                  <a:lnTo>
                    <a:pt x="1188" y="170"/>
                  </a:lnTo>
                  <a:lnTo>
                    <a:pt x="934" y="86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1"/>
            <p:cNvSpPr/>
            <p:nvPr/>
          </p:nvSpPr>
          <p:spPr>
            <a:xfrm>
              <a:off x="5965000" y="1541900"/>
              <a:ext cx="1060550" cy="188800"/>
            </a:xfrm>
            <a:custGeom>
              <a:avLst/>
              <a:gdLst/>
              <a:ahLst/>
              <a:cxnLst/>
              <a:rect l="l" t="t" r="r" b="b"/>
              <a:pathLst>
                <a:path w="42422" h="7552" extrusionOk="0">
                  <a:moveTo>
                    <a:pt x="85" y="0"/>
                  </a:moveTo>
                  <a:lnTo>
                    <a:pt x="0" y="42"/>
                  </a:lnTo>
                  <a:lnTo>
                    <a:pt x="0" y="170"/>
                  </a:lnTo>
                  <a:lnTo>
                    <a:pt x="85" y="255"/>
                  </a:lnTo>
                  <a:lnTo>
                    <a:pt x="1273" y="933"/>
                  </a:lnTo>
                  <a:lnTo>
                    <a:pt x="2503" y="1527"/>
                  </a:lnTo>
                  <a:lnTo>
                    <a:pt x="3776" y="2121"/>
                  </a:lnTo>
                  <a:lnTo>
                    <a:pt x="5048" y="2630"/>
                  </a:lnTo>
                  <a:lnTo>
                    <a:pt x="6363" y="3097"/>
                  </a:lnTo>
                  <a:lnTo>
                    <a:pt x="7721" y="3521"/>
                  </a:lnTo>
                  <a:lnTo>
                    <a:pt x="9078" y="3945"/>
                  </a:lnTo>
                  <a:lnTo>
                    <a:pt x="10436" y="4285"/>
                  </a:lnTo>
                  <a:lnTo>
                    <a:pt x="11793" y="4624"/>
                  </a:lnTo>
                  <a:lnTo>
                    <a:pt x="13193" y="4921"/>
                  </a:lnTo>
                  <a:lnTo>
                    <a:pt x="14551" y="5218"/>
                  </a:lnTo>
                  <a:lnTo>
                    <a:pt x="15951" y="5472"/>
                  </a:lnTo>
                  <a:lnTo>
                    <a:pt x="18708" y="5897"/>
                  </a:lnTo>
                  <a:lnTo>
                    <a:pt x="21423" y="6236"/>
                  </a:lnTo>
                  <a:lnTo>
                    <a:pt x="24180" y="6575"/>
                  </a:lnTo>
                  <a:lnTo>
                    <a:pt x="26980" y="6872"/>
                  </a:lnTo>
                  <a:lnTo>
                    <a:pt x="29780" y="7084"/>
                  </a:lnTo>
                  <a:lnTo>
                    <a:pt x="32580" y="7339"/>
                  </a:lnTo>
                  <a:lnTo>
                    <a:pt x="34998" y="7509"/>
                  </a:lnTo>
                  <a:lnTo>
                    <a:pt x="36228" y="7551"/>
                  </a:lnTo>
                  <a:lnTo>
                    <a:pt x="37458" y="7509"/>
                  </a:lnTo>
                  <a:lnTo>
                    <a:pt x="38646" y="7466"/>
                  </a:lnTo>
                  <a:lnTo>
                    <a:pt x="39876" y="7297"/>
                  </a:lnTo>
                  <a:lnTo>
                    <a:pt x="40470" y="7169"/>
                  </a:lnTo>
                  <a:lnTo>
                    <a:pt x="41064" y="7000"/>
                  </a:lnTo>
                  <a:lnTo>
                    <a:pt x="41658" y="6830"/>
                  </a:lnTo>
                  <a:lnTo>
                    <a:pt x="42209" y="6618"/>
                  </a:lnTo>
                  <a:lnTo>
                    <a:pt x="42337" y="6533"/>
                  </a:lnTo>
                  <a:lnTo>
                    <a:pt x="42379" y="6448"/>
                  </a:lnTo>
                  <a:lnTo>
                    <a:pt x="42421" y="6363"/>
                  </a:lnTo>
                  <a:lnTo>
                    <a:pt x="42379" y="6236"/>
                  </a:lnTo>
                  <a:lnTo>
                    <a:pt x="42337" y="6151"/>
                  </a:lnTo>
                  <a:lnTo>
                    <a:pt x="42252" y="6066"/>
                  </a:lnTo>
                  <a:lnTo>
                    <a:pt x="42125" y="6024"/>
                  </a:lnTo>
                  <a:lnTo>
                    <a:pt x="41997" y="6066"/>
                  </a:lnTo>
                  <a:lnTo>
                    <a:pt x="41361" y="6278"/>
                  </a:lnTo>
                  <a:lnTo>
                    <a:pt x="40682" y="6491"/>
                  </a:lnTo>
                  <a:lnTo>
                    <a:pt x="40003" y="6660"/>
                  </a:lnTo>
                  <a:lnTo>
                    <a:pt x="39325" y="6787"/>
                  </a:lnTo>
                  <a:lnTo>
                    <a:pt x="38646" y="6872"/>
                  </a:lnTo>
                  <a:lnTo>
                    <a:pt x="37967" y="6915"/>
                  </a:lnTo>
                  <a:lnTo>
                    <a:pt x="36610" y="6957"/>
                  </a:lnTo>
                  <a:lnTo>
                    <a:pt x="35210" y="6915"/>
                  </a:lnTo>
                  <a:lnTo>
                    <a:pt x="33810" y="6830"/>
                  </a:lnTo>
                  <a:lnTo>
                    <a:pt x="31053" y="6618"/>
                  </a:lnTo>
                  <a:lnTo>
                    <a:pt x="28465" y="6406"/>
                  </a:lnTo>
                  <a:lnTo>
                    <a:pt x="25877" y="6194"/>
                  </a:lnTo>
                  <a:lnTo>
                    <a:pt x="23289" y="5939"/>
                  </a:lnTo>
                  <a:lnTo>
                    <a:pt x="20702" y="5600"/>
                  </a:lnTo>
                  <a:lnTo>
                    <a:pt x="18029" y="5218"/>
                  </a:lnTo>
                  <a:lnTo>
                    <a:pt x="15399" y="4709"/>
                  </a:lnTo>
                  <a:lnTo>
                    <a:pt x="12811" y="4115"/>
                  </a:lnTo>
                  <a:lnTo>
                    <a:pt x="10266" y="3479"/>
                  </a:lnTo>
                  <a:lnTo>
                    <a:pt x="7721" y="2715"/>
                  </a:lnTo>
                  <a:lnTo>
                    <a:pt x="5218" y="1909"/>
                  </a:lnTo>
                  <a:lnTo>
                    <a:pt x="2715" y="976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5916200" y="1492050"/>
              <a:ext cx="1171925" cy="460300"/>
            </a:xfrm>
            <a:custGeom>
              <a:avLst/>
              <a:gdLst/>
              <a:ahLst/>
              <a:cxnLst/>
              <a:rect l="l" t="t" r="r" b="b"/>
              <a:pathLst>
                <a:path w="46877" h="18412" extrusionOk="0">
                  <a:moveTo>
                    <a:pt x="2970" y="0"/>
                  </a:moveTo>
                  <a:lnTo>
                    <a:pt x="2207" y="85"/>
                  </a:lnTo>
                  <a:lnTo>
                    <a:pt x="1867" y="170"/>
                  </a:lnTo>
                  <a:lnTo>
                    <a:pt x="1528" y="255"/>
                  </a:lnTo>
                  <a:lnTo>
                    <a:pt x="1189" y="382"/>
                  </a:lnTo>
                  <a:lnTo>
                    <a:pt x="892" y="552"/>
                  </a:lnTo>
                  <a:lnTo>
                    <a:pt x="637" y="721"/>
                  </a:lnTo>
                  <a:lnTo>
                    <a:pt x="383" y="934"/>
                  </a:lnTo>
                  <a:lnTo>
                    <a:pt x="213" y="1188"/>
                  </a:lnTo>
                  <a:lnTo>
                    <a:pt x="86" y="1400"/>
                  </a:lnTo>
                  <a:lnTo>
                    <a:pt x="43" y="1612"/>
                  </a:lnTo>
                  <a:lnTo>
                    <a:pt x="1" y="1824"/>
                  </a:lnTo>
                  <a:lnTo>
                    <a:pt x="43" y="2036"/>
                  </a:lnTo>
                  <a:lnTo>
                    <a:pt x="128" y="2249"/>
                  </a:lnTo>
                  <a:lnTo>
                    <a:pt x="255" y="2418"/>
                  </a:lnTo>
                  <a:lnTo>
                    <a:pt x="383" y="2588"/>
                  </a:lnTo>
                  <a:lnTo>
                    <a:pt x="679" y="4158"/>
                  </a:lnTo>
                  <a:lnTo>
                    <a:pt x="1019" y="5770"/>
                  </a:lnTo>
                  <a:lnTo>
                    <a:pt x="1189" y="6576"/>
                  </a:lnTo>
                  <a:lnTo>
                    <a:pt x="1401" y="7339"/>
                  </a:lnTo>
                  <a:lnTo>
                    <a:pt x="1655" y="8145"/>
                  </a:lnTo>
                  <a:lnTo>
                    <a:pt x="1910" y="8866"/>
                  </a:lnTo>
                  <a:lnTo>
                    <a:pt x="2249" y="9630"/>
                  </a:lnTo>
                  <a:lnTo>
                    <a:pt x="2588" y="10309"/>
                  </a:lnTo>
                  <a:lnTo>
                    <a:pt x="3013" y="10945"/>
                  </a:lnTo>
                  <a:lnTo>
                    <a:pt x="3479" y="11581"/>
                  </a:lnTo>
                  <a:lnTo>
                    <a:pt x="3988" y="12133"/>
                  </a:lnTo>
                  <a:lnTo>
                    <a:pt x="4582" y="12642"/>
                  </a:lnTo>
                  <a:lnTo>
                    <a:pt x="5261" y="13066"/>
                  </a:lnTo>
                  <a:lnTo>
                    <a:pt x="5600" y="13236"/>
                  </a:lnTo>
                  <a:lnTo>
                    <a:pt x="5982" y="13405"/>
                  </a:lnTo>
                  <a:lnTo>
                    <a:pt x="6958" y="13830"/>
                  </a:lnTo>
                  <a:lnTo>
                    <a:pt x="7976" y="14211"/>
                  </a:lnTo>
                  <a:lnTo>
                    <a:pt x="10012" y="14890"/>
                  </a:lnTo>
                  <a:lnTo>
                    <a:pt x="12133" y="15484"/>
                  </a:lnTo>
                  <a:lnTo>
                    <a:pt x="14254" y="15993"/>
                  </a:lnTo>
                  <a:lnTo>
                    <a:pt x="16375" y="16460"/>
                  </a:lnTo>
                  <a:lnTo>
                    <a:pt x="18539" y="16841"/>
                  </a:lnTo>
                  <a:lnTo>
                    <a:pt x="20660" y="17181"/>
                  </a:lnTo>
                  <a:lnTo>
                    <a:pt x="22781" y="17478"/>
                  </a:lnTo>
                  <a:lnTo>
                    <a:pt x="26599" y="17987"/>
                  </a:lnTo>
                  <a:lnTo>
                    <a:pt x="28593" y="18199"/>
                  </a:lnTo>
                  <a:lnTo>
                    <a:pt x="30629" y="18369"/>
                  </a:lnTo>
                  <a:lnTo>
                    <a:pt x="31605" y="18411"/>
                  </a:lnTo>
                  <a:lnTo>
                    <a:pt x="33641" y="18411"/>
                  </a:lnTo>
                  <a:lnTo>
                    <a:pt x="34617" y="18369"/>
                  </a:lnTo>
                  <a:lnTo>
                    <a:pt x="35592" y="18284"/>
                  </a:lnTo>
                  <a:lnTo>
                    <a:pt x="36568" y="18199"/>
                  </a:lnTo>
                  <a:lnTo>
                    <a:pt x="37501" y="18029"/>
                  </a:lnTo>
                  <a:lnTo>
                    <a:pt x="38434" y="17817"/>
                  </a:lnTo>
                  <a:lnTo>
                    <a:pt x="39198" y="17605"/>
                  </a:lnTo>
                  <a:lnTo>
                    <a:pt x="39962" y="17308"/>
                  </a:lnTo>
                  <a:lnTo>
                    <a:pt x="40640" y="16969"/>
                  </a:lnTo>
                  <a:lnTo>
                    <a:pt x="41277" y="16587"/>
                  </a:lnTo>
                  <a:lnTo>
                    <a:pt x="41871" y="16120"/>
                  </a:lnTo>
                  <a:lnTo>
                    <a:pt x="42464" y="15611"/>
                  </a:lnTo>
                  <a:lnTo>
                    <a:pt x="42974" y="15102"/>
                  </a:lnTo>
                  <a:lnTo>
                    <a:pt x="43440" y="14508"/>
                  </a:lnTo>
                  <a:lnTo>
                    <a:pt x="43907" y="13914"/>
                  </a:lnTo>
                  <a:lnTo>
                    <a:pt x="44331" y="13278"/>
                  </a:lnTo>
                  <a:lnTo>
                    <a:pt x="44713" y="12599"/>
                  </a:lnTo>
                  <a:lnTo>
                    <a:pt x="45095" y="11921"/>
                  </a:lnTo>
                  <a:lnTo>
                    <a:pt x="45434" y="11242"/>
                  </a:lnTo>
                  <a:lnTo>
                    <a:pt x="45731" y="10521"/>
                  </a:lnTo>
                  <a:lnTo>
                    <a:pt x="46325" y="9078"/>
                  </a:lnTo>
                  <a:lnTo>
                    <a:pt x="46367" y="8909"/>
                  </a:lnTo>
                  <a:lnTo>
                    <a:pt x="46282" y="8824"/>
                  </a:lnTo>
                  <a:lnTo>
                    <a:pt x="46537" y="8442"/>
                  </a:lnTo>
                  <a:lnTo>
                    <a:pt x="46749" y="7975"/>
                  </a:lnTo>
                  <a:lnTo>
                    <a:pt x="46834" y="7466"/>
                  </a:lnTo>
                  <a:lnTo>
                    <a:pt x="46876" y="6873"/>
                  </a:lnTo>
                  <a:lnTo>
                    <a:pt x="46834" y="6788"/>
                  </a:lnTo>
                  <a:lnTo>
                    <a:pt x="46834" y="6745"/>
                  </a:lnTo>
                  <a:lnTo>
                    <a:pt x="46791" y="6660"/>
                  </a:lnTo>
                  <a:lnTo>
                    <a:pt x="46749" y="6576"/>
                  </a:lnTo>
                  <a:lnTo>
                    <a:pt x="46240" y="6236"/>
                  </a:lnTo>
                  <a:lnTo>
                    <a:pt x="45689" y="5897"/>
                  </a:lnTo>
                  <a:lnTo>
                    <a:pt x="45095" y="5600"/>
                  </a:lnTo>
                  <a:lnTo>
                    <a:pt x="44501" y="5388"/>
                  </a:lnTo>
                  <a:lnTo>
                    <a:pt x="43907" y="5218"/>
                  </a:lnTo>
                  <a:lnTo>
                    <a:pt x="43270" y="5133"/>
                  </a:lnTo>
                  <a:lnTo>
                    <a:pt x="42634" y="5091"/>
                  </a:lnTo>
                  <a:lnTo>
                    <a:pt x="41998" y="5133"/>
                  </a:lnTo>
                  <a:lnTo>
                    <a:pt x="41955" y="5176"/>
                  </a:lnTo>
                  <a:lnTo>
                    <a:pt x="41913" y="5260"/>
                  </a:lnTo>
                  <a:lnTo>
                    <a:pt x="41955" y="5303"/>
                  </a:lnTo>
                  <a:lnTo>
                    <a:pt x="41998" y="5345"/>
                  </a:lnTo>
                  <a:lnTo>
                    <a:pt x="42634" y="5430"/>
                  </a:lnTo>
                  <a:lnTo>
                    <a:pt x="43228" y="5515"/>
                  </a:lnTo>
                  <a:lnTo>
                    <a:pt x="43780" y="5642"/>
                  </a:lnTo>
                  <a:lnTo>
                    <a:pt x="44331" y="5770"/>
                  </a:lnTo>
                  <a:lnTo>
                    <a:pt x="44883" y="5982"/>
                  </a:lnTo>
                  <a:lnTo>
                    <a:pt x="45434" y="6194"/>
                  </a:lnTo>
                  <a:lnTo>
                    <a:pt x="45943" y="6491"/>
                  </a:lnTo>
                  <a:lnTo>
                    <a:pt x="46452" y="6830"/>
                  </a:lnTo>
                  <a:lnTo>
                    <a:pt x="46452" y="6915"/>
                  </a:lnTo>
                  <a:lnTo>
                    <a:pt x="46452" y="7297"/>
                  </a:lnTo>
                  <a:lnTo>
                    <a:pt x="46367" y="7636"/>
                  </a:lnTo>
                  <a:lnTo>
                    <a:pt x="46240" y="7975"/>
                  </a:lnTo>
                  <a:lnTo>
                    <a:pt x="46070" y="8272"/>
                  </a:lnTo>
                  <a:lnTo>
                    <a:pt x="45858" y="8527"/>
                  </a:lnTo>
                  <a:lnTo>
                    <a:pt x="45604" y="8781"/>
                  </a:lnTo>
                  <a:lnTo>
                    <a:pt x="45307" y="8994"/>
                  </a:lnTo>
                  <a:lnTo>
                    <a:pt x="44967" y="9163"/>
                  </a:lnTo>
                  <a:lnTo>
                    <a:pt x="44586" y="9333"/>
                  </a:lnTo>
                  <a:lnTo>
                    <a:pt x="44204" y="9503"/>
                  </a:lnTo>
                  <a:lnTo>
                    <a:pt x="43355" y="9715"/>
                  </a:lnTo>
                  <a:lnTo>
                    <a:pt x="42380" y="9884"/>
                  </a:lnTo>
                  <a:lnTo>
                    <a:pt x="41362" y="10012"/>
                  </a:lnTo>
                  <a:lnTo>
                    <a:pt x="40343" y="10054"/>
                  </a:lnTo>
                  <a:lnTo>
                    <a:pt x="38265" y="10054"/>
                  </a:lnTo>
                  <a:lnTo>
                    <a:pt x="37332" y="10012"/>
                  </a:lnTo>
                  <a:lnTo>
                    <a:pt x="34404" y="9842"/>
                  </a:lnTo>
                  <a:lnTo>
                    <a:pt x="31817" y="9715"/>
                  </a:lnTo>
                  <a:lnTo>
                    <a:pt x="29271" y="9503"/>
                  </a:lnTo>
                  <a:lnTo>
                    <a:pt x="26684" y="9291"/>
                  </a:lnTo>
                  <a:lnTo>
                    <a:pt x="24138" y="8951"/>
                  </a:lnTo>
                  <a:lnTo>
                    <a:pt x="21508" y="8569"/>
                  </a:lnTo>
                  <a:lnTo>
                    <a:pt x="18878" y="8103"/>
                  </a:lnTo>
                  <a:lnTo>
                    <a:pt x="16248" y="7594"/>
                  </a:lnTo>
                  <a:lnTo>
                    <a:pt x="13660" y="7000"/>
                  </a:lnTo>
                  <a:lnTo>
                    <a:pt x="11073" y="6363"/>
                  </a:lnTo>
                  <a:lnTo>
                    <a:pt x="8527" y="5642"/>
                  </a:lnTo>
                  <a:lnTo>
                    <a:pt x="5940" y="4921"/>
                  </a:lnTo>
                  <a:lnTo>
                    <a:pt x="3394" y="4158"/>
                  </a:lnTo>
                  <a:lnTo>
                    <a:pt x="3310" y="4158"/>
                  </a:lnTo>
                  <a:lnTo>
                    <a:pt x="3267" y="4200"/>
                  </a:lnTo>
                  <a:lnTo>
                    <a:pt x="3267" y="4285"/>
                  </a:lnTo>
                  <a:lnTo>
                    <a:pt x="3310" y="4327"/>
                  </a:lnTo>
                  <a:lnTo>
                    <a:pt x="4837" y="4921"/>
                  </a:lnTo>
                  <a:lnTo>
                    <a:pt x="6406" y="5430"/>
                  </a:lnTo>
                  <a:lnTo>
                    <a:pt x="7976" y="5939"/>
                  </a:lnTo>
                  <a:lnTo>
                    <a:pt x="9546" y="6406"/>
                  </a:lnTo>
                  <a:lnTo>
                    <a:pt x="11158" y="6830"/>
                  </a:lnTo>
                  <a:lnTo>
                    <a:pt x="12727" y="7254"/>
                  </a:lnTo>
                  <a:lnTo>
                    <a:pt x="14339" y="7636"/>
                  </a:lnTo>
                  <a:lnTo>
                    <a:pt x="15951" y="8018"/>
                  </a:lnTo>
                  <a:lnTo>
                    <a:pt x="17563" y="8315"/>
                  </a:lnTo>
                  <a:lnTo>
                    <a:pt x="19218" y="8654"/>
                  </a:lnTo>
                  <a:lnTo>
                    <a:pt x="20830" y="8909"/>
                  </a:lnTo>
                  <a:lnTo>
                    <a:pt x="22442" y="9163"/>
                  </a:lnTo>
                  <a:lnTo>
                    <a:pt x="25708" y="9587"/>
                  </a:lnTo>
                  <a:lnTo>
                    <a:pt x="28975" y="9927"/>
                  </a:lnTo>
                  <a:lnTo>
                    <a:pt x="32071" y="10181"/>
                  </a:lnTo>
                  <a:lnTo>
                    <a:pt x="35168" y="10309"/>
                  </a:lnTo>
                  <a:lnTo>
                    <a:pt x="38265" y="10351"/>
                  </a:lnTo>
                  <a:lnTo>
                    <a:pt x="41362" y="10309"/>
                  </a:lnTo>
                  <a:lnTo>
                    <a:pt x="42464" y="10224"/>
                  </a:lnTo>
                  <a:lnTo>
                    <a:pt x="43058" y="10181"/>
                  </a:lnTo>
                  <a:lnTo>
                    <a:pt x="43610" y="10097"/>
                  </a:lnTo>
                  <a:lnTo>
                    <a:pt x="44204" y="9969"/>
                  </a:lnTo>
                  <a:lnTo>
                    <a:pt x="44713" y="9842"/>
                  </a:lnTo>
                  <a:lnTo>
                    <a:pt x="45222" y="9630"/>
                  </a:lnTo>
                  <a:lnTo>
                    <a:pt x="45689" y="9375"/>
                  </a:lnTo>
                  <a:lnTo>
                    <a:pt x="44967" y="10818"/>
                  </a:lnTo>
                  <a:lnTo>
                    <a:pt x="44586" y="11539"/>
                  </a:lnTo>
                  <a:lnTo>
                    <a:pt x="44204" y="12218"/>
                  </a:lnTo>
                  <a:lnTo>
                    <a:pt x="43822" y="12896"/>
                  </a:lnTo>
                  <a:lnTo>
                    <a:pt x="43355" y="13533"/>
                  </a:lnTo>
                  <a:lnTo>
                    <a:pt x="42931" y="14127"/>
                  </a:lnTo>
                  <a:lnTo>
                    <a:pt x="42422" y="14678"/>
                  </a:lnTo>
                  <a:lnTo>
                    <a:pt x="41913" y="15187"/>
                  </a:lnTo>
                  <a:lnTo>
                    <a:pt x="41362" y="15696"/>
                  </a:lnTo>
                  <a:lnTo>
                    <a:pt x="40768" y="16120"/>
                  </a:lnTo>
                  <a:lnTo>
                    <a:pt x="40089" y="16502"/>
                  </a:lnTo>
                  <a:lnTo>
                    <a:pt x="39410" y="16841"/>
                  </a:lnTo>
                  <a:lnTo>
                    <a:pt x="38647" y="17138"/>
                  </a:lnTo>
                  <a:lnTo>
                    <a:pt x="37841" y="17351"/>
                  </a:lnTo>
                  <a:lnTo>
                    <a:pt x="36992" y="17520"/>
                  </a:lnTo>
                  <a:lnTo>
                    <a:pt x="36101" y="17605"/>
                  </a:lnTo>
                  <a:lnTo>
                    <a:pt x="35210" y="17690"/>
                  </a:lnTo>
                  <a:lnTo>
                    <a:pt x="34277" y="17732"/>
                  </a:lnTo>
                  <a:lnTo>
                    <a:pt x="33386" y="17775"/>
                  </a:lnTo>
                  <a:lnTo>
                    <a:pt x="31562" y="17775"/>
                  </a:lnTo>
                  <a:lnTo>
                    <a:pt x="29696" y="17647"/>
                  </a:lnTo>
                  <a:lnTo>
                    <a:pt x="27872" y="17520"/>
                  </a:lnTo>
                  <a:lnTo>
                    <a:pt x="26047" y="17308"/>
                  </a:lnTo>
                  <a:lnTo>
                    <a:pt x="22442" y="16841"/>
                  </a:lnTo>
                  <a:lnTo>
                    <a:pt x="20618" y="16587"/>
                  </a:lnTo>
                  <a:lnTo>
                    <a:pt x="18751" y="16248"/>
                  </a:lnTo>
                  <a:lnTo>
                    <a:pt x="16927" y="15908"/>
                  </a:lnTo>
                  <a:lnTo>
                    <a:pt x="15103" y="15484"/>
                  </a:lnTo>
                  <a:lnTo>
                    <a:pt x="13279" y="15060"/>
                  </a:lnTo>
                  <a:lnTo>
                    <a:pt x="11455" y="14593"/>
                  </a:lnTo>
                  <a:lnTo>
                    <a:pt x="9630" y="14084"/>
                  </a:lnTo>
                  <a:lnTo>
                    <a:pt x="7849" y="13533"/>
                  </a:lnTo>
                  <a:lnTo>
                    <a:pt x="6915" y="13193"/>
                  </a:lnTo>
                  <a:lnTo>
                    <a:pt x="6067" y="12811"/>
                  </a:lnTo>
                  <a:lnTo>
                    <a:pt x="5261" y="12387"/>
                  </a:lnTo>
                  <a:lnTo>
                    <a:pt x="4922" y="12133"/>
                  </a:lnTo>
                  <a:lnTo>
                    <a:pt x="4582" y="11878"/>
                  </a:lnTo>
                  <a:lnTo>
                    <a:pt x="4243" y="11581"/>
                  </a:lnTo>
                  <a:lnTo>
                    <a:pt x="3904" y="11284"/>
                  </a:lnTo>
                  <a:lnTo>
                    <a:pt x="3607" y="10945"/>
                  </a:lnTo>
                  <a:lnTo>
                    <a:pt x="3352" y="10606"/>
                  </a:lnTo>
                  <a:lnTo>
                    <a:pt x="3098" y="10181"/>
                  </a:lnTo>
                  <a:lnTo>
                    <a:pt x="2885" y="9800"/>
                  </a:lnTo>
                  <a:lnTo>
                    <a:pt x="2673" y="9333"/>
                  </a:lnTo>
                  <a:lnTo>
                    <a:pt x="2504" y="8866"/>
                  </a:lnTo>
                  <a:lnTo>
                    <a:pt x="2037" y="7382"/>
                  </a:lnTo>
                  <a:lnTo>
                    <a:pt x="1570" y="5854"/>
                  </a:lnTo>
                  <a:lnTo>
                    <a:pt x="1146" y="4370"/>
                  </a:lnTo>
                  <a:lnTo>
                    <a:pt x="722" y="2885"/>
                  </a:lnTo>
                  <a:lnTo>
                    <a:pt x="722" y="2885"/>
                  </a:lnTo>
                  <a:lnTo>
                    <a:pt x="1104" y="3139"/>
                  </a:lnTo>
                  <a:lnTo>
                    <a:pt x="1570" y="3352"/>
                  </a:lnTo>
                  <a:lnTo>
                    <a:pt x="1995" y="3479"/>
                  </a:lnTo>
                  <a:lnTo>
                    <a:pt x="2419" y="3564"/>
                  </a:lnTo>
                  <a:lnTo>
                    <a:pt x="2504" y="3521"/>
                  </a:lnTo>
                  <a:lnTo>
                    <a:pt x="2546" y="3479"/>
                  </a:lnTo>
                  <a:lnTo>
                    <a:pt x="2546" y="3352"/>
                  </a:lnTo>
                  <a:lnTo>
                    <a:pt x="2461" y="3309"/>
                  </a:lnTo>
                  <a:lnTo>
                    <a:pt x="1485" y="3012"/>
                  </a:lnTo>
                  <a:lnTo>
                    <a:pt x="1231" y="2885"/>
                  </a:lnTo>
                  <a:lnTo>
                    <a:pt x="976" y="2758"/>
                  </a:lnTo>
                  <a:lnTo>
                    <a:pt x="849" y="2546"/>
                  </a:lnTo>
                  <a:lnTo>
                    <a:pt x="722" y="2333"/>
                  </a:lnTo>
                  <a:lnTo>
                    <a:pt x="679" y="2079"/>
                  </a:lnTo>
                  <a:lnTo>
                    <a:pt x="679" y="1782"/>
                  </a:lnTo>
                  <a:lnTo>
                    <a:pt x="764" y="1443"/>
                  </a:lnTo>
                  <a:lnTo>
                    <a:pt x="892" y="1103"/>
                  </a:lnTo>
                  <a:lnTo>
                    <a:pt x="1061" y="976"/>
                  </a:lnTo>
                  <a:lnTo>
                    <a:pt x="1273" y="849"/>
                  </a:lnTo>
                  <a:lnTo>
                    <a:pt x="1698" y="679"/>
                  </a:lnTo>
                  <a:lnTo>
                    <a:pt x="2207" y="594"/>
                  </a:lnTo>
                  <a:lnTo>
                    <a:pt x="2631" y="509"/>
                  </a:lnTo>
                  <a:lnTo>
                    <a:pt x="3013" y="467"/>
                  </a:lnTo>
                  <a:lnTo>
                    <a:pt x="3394" y="467"/>
                  </a:lnTo>
                  <a:lnTo>
                    <a:pt x="4116" y="509"/>
                  </a:lnTo>
                  <a:lnTo>
                    <a:pt x="4879" y="637"/>
                  </a:lnTo>
                  <a:lnTo>
                    <a:pt x="5600" y="764"/>
                  </a:lnTo>
                  <a:lnTo>
                    <a:pt x="5685" y="764"/>
                  </a:lnTo>
                  <a:lnTo>
                    <a:pt x="5728" y="679"/>
                  </a:lnTo>
                  <a:lnTo>
                    <a:pt x="5728" y="594"/>
                  </a:lnTo>
                  <a:lnTo>
                    <a:pt x="5685" y="552"/>
                  </a:lnTo>
                  <a:lnTo>
                    <a:pt x="5091" y="297"/>
                  </a:lnTo>
                  <a:lnTo>
                    <a:pt x="4455" y="128"/>
                  </a:lnTo>
                  <a:lnTo>
                    <a:pt x="3734" y="43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6008475" y="1741275"/>
              <a:ext cx="48800" cy="50925"/>
            </a:xfrm>
            <a:custGeom>
              <a:avLst/>
              <a:gdLst/>
              <a:ahLst/>
              <a:cxnLst/>
              <a:rect l="l" t="t" r="r" b="b"/>
              <a:pathLst>
                <a:path w="1952" h="2037" extrusionOk="0">
                  <a:moveTo>
                    <a:pt x="43" y="0"/>
                  </a:moveTo>
                  <a:lnTo>
                    <a:pt x="0" y="43"/>
                  </a:lnTo>
                  <a:lnTo>
                    <a:pt x="0" y="85"/>
                  </a:lnTo>
                  <a:lnTo>
                    <a:pt x="128" y="382"/>
                  </a:lnTo>
                  <a:lnTo>
                    <a:pt x="255" y="721"/>
                  </a:lnTo>
                  <a:lnTo>
                    <a:pt x="467" y="1018"/>
                  </a:lnTo>
                  <a:lnTo>
                    <a:pt x="679" y="1315"/>
                  </a:lnTo>
                  <a:lnTo>
                    <a:pt x="934" y="1570"/>
                  </a:lnTo>
                  <a:lnTo>
                    <a:pt x="1231" y="1782"/>
                  </a:lnTo>
                  <a:lnTo>
                    <a:pt x="1528" y="1952"/>
                  </a:lnTo>
                  <a:lnTo>
                    <a:pt x="1867" y="2036"/>
                  </a:lnTo>
                  <a:lnTo>
                    <a:pt x="1909" y="2036"/>
                  </a:lnTo>
                  <a:lnTo>
                    <a:pt x="1952" y="1994"/>
                  </a:lnTo>
                  <a:lnTo>
                    <a:pt x="1952" y="1952"/>
                  </a:lnTo>
                  <a:lnTo>
                    <a:pt x="1909" y="1909"/>
                  </a:lnTo>
                  <a:lnTo>
                    <a:pt x="1358" y="1570"/>
                  </a:lnTo>
                  <a:lnTo>
                    <a:pt x="1061" y="1358"/>
                  </a:lnTo>
                  <a:lnTo>
                    <a:pt x="849" y="1146"/>
                  </a:lnTo>
                  <a:lnTo>
                    <a:pt x="594" y="891"/>
                  </a:lnTo>
                  <a:lnTo>
                    <a:pt x="425" y="637"/>
                  </a:lnTo>
                  <a:lnTo>
                    <a:pt x="255" y="340"/>
                  </a:lnTo>
                  <a:lnTo>
                    <a:pt x="85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6041350" y="1755050"/>
              <a:ext cx="61525" cy="43500"/>
            </a:xfrm>
            <a:custGeom>
              <a:avLst/>
              <a:gdLst/>
              <a:ahLst/>
              <a:cxnLst/>
              <a:rect l="l" t="t" r="r" b="b"/>
              <a:pathLst>
                <a:path w="2461" h="1740" extrusionOk="0">
                  <a:moveTo>
                    <a:pt x="85" y="1"/>
                  </a:moveTo>
                  <a:lnTo>
                    <a:pt x="43" y="43"/>
                  </a:lnTo>
                  <a:lnTo>
                    <a:pt x="0" y="43"/>
                  </a:lnTo>
                  <a:lnTo>
                    <a:pt x="0" y="86"/>
                  </a:lnTo>
                  <a:lnTo>
                    <a:pt x="510" y="637"/>
                  </a:lnTo>
                  <a:lnTo>
                    <a:pt x="1019" y="1104"/>
                  </a:lnTo>
                  <a:lnTo>
                    <a:pt x="1316" y="1273"/>
                  </a:lnTo>
                  <a:lnTo>
                    <a:pt x="1612" y="1443"/>
                  </a:lnTo>
                  <a:lnTo>
                    <a:pt x="1952" y="1613"/>
                  </a:lnTo>
                  <a:lnTo>
                    <a:pt x="2291" y="1740"/>
                  </a:lnTo>
                  <a:lnTo>
                    <a:pt x="2376" y="1740"/>
                  </a:lnTo>
                  <a:lnTo>
                    <a:pt x="2418" y="1655"/>
                  </a:lnTo>
                  <a:lnTo>
                    <a:pt x="2461" y="1570"/>
                  </a:lnTo>
                  <a:lnTo>
                    <a:pt x="2376" y="1528"/>
                  </a:lnTo>
                  <a:lnTo>
                    <a:pt x="1740" y="1231"/>
                  </a:lnTo>
                  <a:lnTo>
                    <a:pt x="1146" y="934"/>
                  </a:lnTo>
                  <a:lnTo>
                    <a:pt x="594" y="510"/>
                  </a:lnTo>
                  <a:lnTo>
                    <a:pt x="128" y="4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1"/>
            <p:cNvSpPr/>
            <p:nvPr/>
          </p:nvSpPr>
          <p:spPr>
            <a:xfrm>
              <a:off x="6852650" y="1763550"/>
              <a:ext cx="85925" cy="14850"/>
            </a:xfrm>
            <a:custGeom>
              <a:avLst/>
              <a:gdLst/>
              <a:ahLst/>
              <a:cxnLst/>
              <a:rect l="l" t="t" r="r" b="b"/>
              <a:pathLst>
                <a:path w="3437" h="594" extrusionOk="0">
                  <a:moveTo>
                    <a:pt x="3267" y="0"/>
                  </a:moveTo>
                  <a:lnTo>
                    <a:pt x="2461" y="170"/>
                  </a:lnTo>
                  <a:lnTo>
                    <a:pt x="1698" y="297"/>
                  </a:lnTo>
                  <a:lnTo>
                    <a:pt x="934" y="339"/>
                  </a:lnTo>
                  <a:lnTo>
                    <a:pt x="86" y="255"/>
                  </a:lnTo>
                  <a:lnTo>
                    <a:pt x="43" y="255"/>
                  </a:lnTo>
                  <a:lnTo>
                    <a:pt x="1" y="339"/>
                  </a:lnTo>
                  <a:lnTo>
                    <a:pt x="1" y="424"/>
                  </a:lnTo>
                  <a:lnTo>
                    <a:pt x="86" y="467"/>
                  </a:lnTo>
                  <a:lnTo>
                    <a:pt x="467" y="509"/>
                  </a:lnTo>
                  <a:lnTo>
                    <a:pt x="892" y="552"/>
                  </a:lnTo>
                  <a:lnTo>
                    <a:pt x="1316" y="594"/>
                  </a:lnTo>
                  <a:lnTo>
                    <a:pt x="1740" y="594"/>
                  </a:lnTo>
                  <a:lnTo>
                    <a:pt x="2164" y="552"/>
                  </a:lnTo>
                  <a:lnTo>
                    <a:pt x="2588" y="509"/>
                  </a:lnTo>
                  <a:lnTo>
                    <a:pt x="2970" y="382"/>
                  </a:lnTo>
                  <a:lnTo>
                    <a:pt x="3394" y="255"/>
                  </a:lnTo>
                  <a:lnTo>
                    <a:pt x="3437" y="255"/>
                  </a:lnTo>
                  <a:lnTo>
                    <a:pt x="3437" y="212"/>
                  </a:lnTo>
                  <a:lnTo>
                    <a:pt x="3437" y="85"/>
                  </a:lnTo>
                  <a:lnTo>
                    <a:pt x="3394" y="43"/>
                  </a:lnTo>
                  <a:lnTo>
                    <a:pt x="326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1"/>
            <p:cNvSpPr/>
            <p:nvPr/>
          </p:nvSpPr>
          <p:spPr>
            <a:xfrm>
              <a:off x="6873875" y="1785800"/>
              <a:ext cx="71075" cy="18075"/>
            </a:xfrm>
            <a:custGeom>
              <a:avLst/>
              <a:gdLst/>
              <a:ahLst/>
              <a:cxnLst/>
              <a:rect l="l" t="t" r="r" b="b"/>
              <a:pathLst>
                <a:path w="2843" h="723" extrusionOk="0">
                  <a:moveTo>
                    <a:pt x="2673" y="1"/>
                  </a:moveTo>
                  <a:lnTo>
                    <a:pt x="2079" y="171"/>
                  </a:lnTo>
                  <a:lnTo>
                    <a:pt x="1782" y="255"/>
                  </a:lnTo>
                  <a:lnTo>
                    <a:pt x="1485" y="298"/>
                  </a:lnTo>
                  <a:lnTo>
                    <a:pt x="849" y="383"/>
                  </a:lnTo>
                  <a:lnTo>
                    <a:pt x="170" y="383"/>
                  </a:lnTo>
                  <a:lnTo>
                    <a:pt x="43" y="425"/>
                  </a:lnTo>
                  <a:lnTo>
                    <a:pt x="0" y="510"/>
                  </a:lnTo>
                  <a:lnTo>
                    <a:pt x="43" y="595"/>
                  </a:lnTo>
                  <a:lnTo>
                    <a:pt x="127" y="637"/>
                  </a:lnTo>
                  <a:lnTo>
                    <a:pt x="764" y="722"/>
                  </a:lnTo>
                  <a:lnTo>
                    <a:pt x="1146" y="722"/>
                  </a:lnTo>
                  <a:lnTo>
                    <a:pt x="1485" y="680"/>
                  </a:lnTo>
                  <a:lnTo>
                    <a:pt x="1824" y="637"/>
                  </a:lnTo>
                  <a:lnTo>
                    <a:pt x="2164" y="552"/>
                  </a:lnTo>
                  <a:lnTo>
                    <a:pt x="2503" y="468"/>
                  </a:lnTo>
                  <a:lnTo>
                    <a:pt x="2800" y="298"/>
                  </a:lnTo>
                  <a:lnTo>
                    <a:pt x="2842" y="213"/>
                  </a:lnTo>
                  <a:lnTo>
                    <a:pt x="2842" y="128"/>
                  </a:lnTo>
                  <a:lnTo>
                    <a:pt x="2758" y="43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4" name="Google Shape;1124;p31"/>
          <p:cNvGrpSpPr/>
          <p:nvPr/>
        </p:nvGrpSpPr>
        <p:grpSpPr>
          <a:xfrm>
            <a:off x="207142" y="4423299"/>
            <a:ext cx="563194" cy="355003"/>
            <a:chOff x="4551300" y="1957625"/>
            <a:chExt cx="1070100" cy="674525"/>
          </a:xfrm>
        </p:grpSpPr>
        <p:sp>
          <p:nvSpPr>
            <p:cNvPr id="1125" name="Google Shape;1125;p31"/>
            <p:cNvSpPr/>
            <p:nvPr/>
          </p:nvSpPr>
          <p:spPr>
            <a:xfrm>
              <a:off x="5120800" y="2137900"/>
              <a:ext cx="448625" cy="434850"/>
            </a:xfrm>
            <a:custGeom>
              <a:avLst/>
              <a:gdLst/>
              <a:ahLst/>
              <a:cxnLst/>
              <a:rect l="l" t="t" r="r" b="b"/>
              <a:pathLst>
                <a:path w="17945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5120800" y="2137900"/>
              <a:ext cx="351075" cy="434850"/>
            </a:xfrm>
            <a:custGeom>
              <a:avLst/>
              <a:gdLst/>
              <a:ahLst/>
              <a:cxnLst/>
              <a:rect l="l" t="t" r="r" b="b"/>
              <a:pathLst>
                <a:path w="14043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5377450" y="2418950"/>
              <a:ext cx="53050" cy="25475"/>
            </a:xfrm>
            <a:custGeom>
              <a:avLst/>
              <a:gdLst/>
              <a:ahLst/>
              <a:cxnLst/>
              <a:rect l="l" t="t" r="r" b="b"/>
              <a:pathLst>
                <a:path w="2122" h="1019" extrusionOk="0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1"/>
            <p:cNvSpPr/>
            <p:nvPr/>
          </p:nvSpPr>
          <p:spPr>
            <a:xfrm>
              <a:off x="5401850" y="2365925"/>
              <a:ext cx="49875" cy="26525"/>
            </a:xfrm>
            <a:custGeom>
              <a:avLst/>
              <a:gdLst/>
              <a:ahLst/>
              <a:cxnLst/>
              <a:rect l="l" t="t" r="r" b="b"/>
              <a:pathLst>
                <a:path w="1995" h="1061" extrusionOk="0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1"/>
            <p:cNvSpPr/>
            <p:nvPr/>
          </p:nvSpPr>
          <p:spPr>
            <a:xfrm>
              <a:off x="5473975" y="2296975"/>
              <a:ext cx="26525" cy="54125"/>
            </a:xfrm>
            <a:custGeom>
              <a:avLst/>
              <a:gdLst/>
              <a:ahLst/>
              <a:cxnLst/>
              <a:rect l="l" t="t" r="r" b="b"/>
              <a:pathLst>
                <a:path w="1061" h="2165" extrusionOk="0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1"/>
            <p:cNvSpPr/>
            <p:nvPr/>
          </p:nvSpPr>
          <p:spPr>
            <a:xfrm>
              <a:off x="5183375" y="2358500"/>
              <a:ext cx="56225" cy="50925"/>
            </a:xfrm>
            <a:custGeom>
              <a:avLst/>
              <a:gdLst/>
              <a:ahLst/>
              <a:cxnLst/>
              <a:rect l="l" t="t" r="r" b="b"/>
              <a:pathLst>
                <a:path w="2249" h="2037" extrusionOk="0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4551300" y="1957625"/>
              <a:ext cx="1070100" cy="674525"/>
            </a:xfrm>
            <a:custGeom>
              <a:avLst/>
              <a:gdLst/>
              <a:ahLst/>
              <a:cxnLst/>
              <a:rect l="l" t="t" r="r" b="b"/>
              <a:pathLst>
                <a:path w="42804" h="26981" extrusionOk="0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4597975" y="2280025"/>
              <a:ext cx="57275" cy="22300"/>
            </a:xfrm>
            <a:custGeom>
              <a:avLst/>
              <a:gdLst/>
              <a:ahLst/>
              <a:cxnLst/>
              <a:rect l="l" t="t" r="r" b="b"/>
              <a:pathLst>
                <a:path w="2291" h="892" extrusionOk="0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4623425" y="2269400"/>
              <a:ext cx="39250" cy="14875"/>
            </a:xfrm>
            <a:custGeom>
              <a:avLst/>
              <a:gdLst/>
              <a:ahLst/>
              <a:cxnLst/>
              <a:rect l="l" t="t" r="r" b="b"/>
              <a:pathLst>
                <a:path w="1570" h="595" extrusionOk="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1"/>
            <p:cNvSpPr/>
            <p:nvPr/>
          </p:nvSpPr>
          <p:spPr>
            <a:xfrm>
              <a:off x="5298975" y="2109275"/>
              <a:ext cx="46700" cy="19100"/>
            </a:xfrm>
            <a:custGeom>
              <a:avLst/>
              <a:gdLst/>
              <a:ahLst/>
              <a:cxnLst/>
              <a:rect l="l" t="t" r="r" b="b"/>
              <a:pathLst>
                <a:path w="1868" h="764" extrusionOk="0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1"/>
            <p:cNvSpPr/>
            <p:nvPr/>
          </p:nvSpPr>
          <p:spPr>
            <a:xfrm>
              <a:off x="5304275" y="2080650"/>
              <a:ext cx="41400" cy="16975"/>
            </a:xfrm>
            <a:custGeom>
              <a:avLst/>
              <a:gdLst/>
              <a:ahLst/>
              <a:cxnLst/>
              <a:rect l="l" t="t" r="r" b="b"/>
              <a:pathLst>
                <a:path w="1656" h="679" extrusionOk="0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6" name="Google Shape;1136;p31"/>
          <p:cNvGrpSpPr/>
          <p:nvPr/>
        </p:nvGrpSpPr>
        <p:grpSpPr>
          <a:xfrm>
            <a:off x="2217704" y="4308286"/>
            <a:ext cx="4465181" cy="1968055"/>
            <a:chOff x="1406961" y="-1212504"/>
            <a:chExt cx="6086670" cy="2682735"/>
          </a:xfrm>
        </p:grpSpPr>
        <p:sp>
          <p:nvSpPr>
            <p:cNvPr id="1137" name="Google Shape;1137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31"/>
          <p:cNvGrpSpPr/>
          <p:nvPr/>
        </p:nvGrpSpPr>
        <p:grpSpPr>
          <a:xfrm rot="-2898405">
            <a:off x="956559" y="4595956"/>
            <a:ext cx="387999" cy="171013"/>
            <a:chOff x="1406961" y="-1212504"/>
            <a:chExt cx="6086670" cy="2682735"/>
          </a:xfrm>
        </p:grpSpPr>
        <p:sp>
          <p:nvSpPr>
            <p:cNvPr id="1142" name="Google Shape;1142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1"/>
          <p:cNvGrpSpPr/>
          <p:nvPr/>
        </p:nvGrpSpPr>
        <p:grpSpPr>
          <a:xfrm rot="2555258">
            <a:off x="255809" y="297720"/>
            <a:ext cx="388558" cy="171259"/>
            <a:chOff x="1406961" y="-1212504"/>
            <a:chExt cx="6086670" cy="2682735"/>
          </a:xfrm>
        </p:grpSpPr>
        <p:sp>
          <p:nvSpPr>
            <p:cNvPr id="1147" name="Google Shape;1147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1" name="Google Shape;1151;p31"/>
          <p:cNvGrpSpPr/>
          <p:nvPr/>
        </p:nvGrpSpPr>
        <p:grpSpPr>
          <a:xfrm rot="2898405" flipH="1">
            <a:off x="8430999" y="4595956"/>
            <a:ext cx="387999" cy="171013"/>
            <a:chOff x="1406961" y="-1212504"/>
            <a:chExt cx="6086670" cy="2682735"/>
          </a:xfrm>
        </p:grpSpPr>
        <p:sp>
          <p:nvSpPr>
            <p:cNvPr id="1152" name="Google Shape;1152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6" name="Google Shape;1156;p31"/>
          <p:cNvGrpSpPr/>
          <p:nvPr/>
        </p:nvGrpSpPr>
        <p:grpSpPr>
          <a:xfrm rot="-2555258" flipH="1">
            <a:off x="8478027" y="922445"/>
            <a:ext cx="388558" cy="171259"/>
            <a:chOff x="1406961" y="-1212504"/>
            <a:chExt cx="6086670" cy="2682735"/>
          </a:xfrm>
        </p:grpSpPr>
        <p:sp>
          <p:nvSpPr>
            <p:cNvPr id="1157" name="Google Shape;1157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31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31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3" name="Google Shape;843;p27"/>
          <p:cNvGrpSpPr/>
          <p:nvPr/>
        </p:nvGrpSpPr>
        <p:grpSpPr>
          <a:xfrm>
            <a:off x="5229156" y="2798104"/>
            <a:ext cx="1879134" cy="1619277"/>
            <a:chOff x="4610450" y="3544650"/>
            <a:chExt cx="1365650" cy="1176800"/>
          </a:xfrm>
        </p:grpSpPr>
        <p:sp>
          <p:nvSpPr>
            <p:cNvPr id="844" name="Google Shape;844;p27"/>
            <p:cNvSpPr/>
            <p:nvPr/>
          </p:nvSpPr>
          <p:spPr>
            <a:xfrm>
              <a:off x="5490850" y="3544650"/>
              <a:ext cx="223750" cy="296400"/>
            </a:xfrm>
            <a:custGeom>
              <a:avLst/>
              <a:gdLst/>
              <a:ahLst/>
              <a:cxnLst/>
              <a:rect l="l" t="t" r="r" b="b"/>
              <a:pathLst>
                <a:path w="8950" h="11856" extrusionOk="0">
                  <a:moveTo>
                    <a:pt x="8949" y="1"/>
                  </a:moveTo>
                  <a:lnTo>
                    <a:pt x="7322" y="466"/>
                  </a:lnTo>
                  <a:lnTo>
                    <a:pt x="5811" y="1163"/>
                  </a:lnTo>
                  <a:lnTo>
                    <a:pt x="4649" y="1977"/>
                  </a:lnTo>
                  <a:lnTo>
                    <a:pt x="3603" y="2790"/>
                  </a:lnTo>
                  <a:lnTo>
                    <a:pt x="2673" y="3720"/>
                  </a:lnTo>
                  <a:lnTo>
                    <a:pt x="1976" y="4766"/>
                  </a:lnTo>
                  <a:lnTo>
                    <a:pt x="1395" y="5696"/>
                  </a:lnTo>
                  <a:lnTo>
                    <a:pt x="930" y="6742"/>
                  </a:lnTo>
                  <a:lnTo>
                    <a:pt x="581" y="7788"/>
                  </a:lnTo>
                  <a:lnTo>
                    <a:pt x="349" y="8717"/>
                  </a:lnTo>
                  <a:lnTo>
                    <a:pt x="117" y="10345"/>
                  </a:lnTo>
                  <a:lnTo>
                    <a:pt x="0" y="11507"/>
                  </a:lnTo>
                  <a:lnTo>
                    <a:pt x="0" y="11855"/>
                  </a:lnTo>
                  <a:lnTo>
                    <a:pt x="1860" y="11274"/>
                  </a:lnTo>
                  <a:lnTo>
                    <a:pt x="3371" y="10577"/>
                  </a:lnTo>
                  <a:lnTo>
                    <a:pt x="4649" y="9763"/>
                  </a:lnTo>
                  <a:lnTo>
                    <a:pt x="5695" y="8950"/>
                  </a:lnTo>
                  <a:lnTo>
                    <a:pt x="6625" y="7904"/>
                  </a:lnTo>
                  <a:lnTo>
                    <a:pt x="7322" y="6974"/>
                  </a:lnTo>
                  <a:lnTo>
                    <a:pt x="7903" y="5928"/>
                  </a:lnTo>
                  <a:lnTo>
                    <a:pt x="8252" y="4998"/>
                  </a:lnTo>
                  <a:lnTo>
                    <a:pt x="8601" y="3952"/>
                  </a:lnTo>
                  <a:lnTo>
                    <a:pt x="8717" y="3023"/>
                  </a:lnTo>
                  <a:lnTo>
                    <a:pt x="8949" y="1512"/>
                  </a:lnTo>
                  <a:lnTo>
                    <a:pt x="8949" y="466"/>
                  </a:lnTo>
                  <a:lnTo>
                    <a:pt x="8949" y="1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5490850" y="3544650"/>
              <a:ext cx="223750" cy="296400"/>
            </a:xfrm>
            <a:custGeom>
              <a:avLst/>
              <a:gdLst/>
              <a:ahLst/>
              <a:cxnLst/>
              <a:rect l="l" t="t" r="r" b="b"/>
              <a:pathLst>
                <a:path w="8950" h="11856" fill="none" extrusionOk="0">
                  <a:moveTo>
                    <a:pt x="0" y="11855"/>
                  </a:moveTo>
                  <a:lnTo>
                    <a:pt x="0" y="11855"/>
                  </a:lnTo>
                  <a:lnTo>
                    <a:pt x="0" y="11507"/>
                  </a:lnTo>
                  <a:lnTo>
                    <a:pt x="117" y="10345"/>
                  </a:lnTo>
                  <a:lnTo>
                    <a:pt x="349" y="8717"/>
                  </a:lnTo>
                  <a:lnTo>
                    <a:pt x="581" y="7788"/>
                  </a:lnTo>
                  <a:lnTo>
                    <a:pt x="930" y="6742"/>
                  </a:lnTo>
                  <a:lnTo>
                    <a:pt x="1395" y="5696"/>
                  </a:lnTo>
                  <a:lnTo>
                    <a:pt x="1976" y="4766"/>
                  </a:lnTo>
                  <a:lnTo>
                    <a:pt x="2673" y="3720"/>
                  </a:lnTo>
                  <a:lnTo>
                    <a:pt x="3603" y="2790"/>
                  </a:lnTo>
                  <a:lnTo>
                    <a:pt x="4649" y="1977"/>
                  </a:lnTo>
                  <a:lnTo>
                    <a:pt x="5811" y="1163"/>
                  </a:lnTo>
                  <a:lnTo>
                    <a:pt x="7322" y="466"/>
                  </a:lnTo>
                  <a:lnTo>
                    <a:pt x="8949" y="1"/>
                  </a:lnTo>
                  <a:lnTo>
                    <a:pt x="8949" y="1"/>
                  </a:lnTo>
                  <a:lnTo>
                    <a:pt x="8949" y="466"/>
                  </a:lnTo>
                  <a:lnTo>
                    <a:pt x="8949" y="1512"/>
                  </a:lnTo>
                  <a:lnTo>
                    <a:pt x="8717" y="3023"/>
                  </a:lnTo>
                  <a:lnTo>
                    <a:pt x="8601" y="3952"/>
                  </a:lnTo>
                  <a:lnTo>
                    <a:pt x="8252" y="4998"/>
                  </a:lnTo>
                  <a:lnTo>
                    <a:pt x="7903" y="5928"/>
                  </a:lnTo>
                  <a:lnTo>
                    <a:pt x="7322" y="6974"/>
                  </a:lnTo>
                  <a:lnTo>
                    <a:pt x="6625" y="7904"/>
                  </a:lnTo>
                  <a:lnTo>
                    <a:pt x="5695" y="8950"/>
                  </a:lnTo>
                  <a:lnTo>
                    <a:pt x="4649" y="9763"/>
                  </a:lnTo>
                  <a:lnTo>
                    <a:pt x="3371" y="10577"/>
                  </a:lnTo>
                  <a:lnTo>
                    <a:pt x="1860" y="11274"/>
                  </a:lnTo>
                  <a:lnTo>
                    <a:pt x="0" y="118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5522800" y="3567900"/>
              <a:ext cx="174375" cy="229575"/>
            </a:xfrm>
            <a:custGeom>
              <a:avLst/>
              <a:gdLst/>
              <a:ahLst/>
              <a:cxnLst/>
              <a:rect l="l" t="t" r="r" b="b"/>
              <a:pathLst>
                <a:path w="6975" h="9183" extrusionOk="0">
                  <a:moveTo>
                    <a:pt x="6858" y="1"/>
                  </a:moveTo>
                  <a:lnTo>
                    <a:pt x="6742" y="117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5522800" y="3567900"/>
              <a:ext cx="174375" cy="229575"/>
            </a:xfrm>
            <a:custGeom>
              <a:avLst/>
              <a:gdLst/>
              <a:ahLst/>
              <a:cxnLst/>
              <a:rect l="l" t="t" r="r" b="b"/>
              <a:pathLst>
                <a:path w="6975" h="9183" fill="none" extrusionOk="0">
                  <a:moveTo>
                    <a:pt x="6858" y="1"/>
                  </a:moveTo>
                  <a:lnTo>
                    <a:pt x="6858" y="1"/>
                  </a:lnTo>
                  <a:lnTo>
                    <a:pt x="6742" y="117"/>
                  </a:lnTo>
                  <a:lnTo>
                    <a:pt x="6742" y="117"/>
                  </a:lnTo>
                  <a:lnTo>
                    <a:pt x="4301" y="3255"/>
                  </a:lnTo>
                  <a:lnTo>
                    <a:pt x="4301" y="3255"/>
                  </a:lnTo>
                  <a:lnTo>
                    <a:pt x="4185" y="1628"/>
                  </a:lnTo>
                  <a:lnTo>
                    <a:pt x="4185" y="1628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4069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952" y="1279"/>
                  </a:lnTo>
                  <a:lnTo>
                    <a:pt x="3836" y="1279"/>
                  </a:lnTo>
                  <a:lnTo>
                    <a:pt x="3836" y="1279"/>
                  </a:lnTo>
                  <a:lnTo>
                    <a:pt x="4069" y="3255"/>
                  </a:lnTo>
                  <a:lnTo>
                    <a:pt x="4069" y="3255"/>
                  </a:lnTo>
                  <a:lnTo>
                    <a:pt x="4185" y="3487"/>
                  </a:lnTo>
                  <a:lnTo>
                    <a:pt x="4185" y="3487"/>
                  </a:lnTo>
                  <a:lnTo>
                    <a:pt x="2209" y="6044"/>
                  </a:lnTo>
                  <a:lnTo>
                    <a:pt x="2209" y="6044"/>
                  </a:lnTo>
                  <a:lnTo>
                    <a:pt x="1977" y="3255"/>
                  </a:lnTo>
                  <a:lnTo>
                    <a:pt x="1977" y="3255"/>
                  </a:lnTo>
                  <a:lnTo>
                    <a:pt x="1977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860" y="3139"/>
                  </a:lnTo>
                  <a:lnTo>
                    <a:pt x="1744" y="3255"/>
                  </a:lnTo>
                  <a:lnTo>
                    <a:pt x="1744" y="3255"/>
                  </a:lnTo>
                  <a:lnTo>
                    <a:pt x="1977" y="6277"/>
                  </a:lnTo>
                  <a:lnTo>
                    <a:pt x="1977" y="6277"/>
                  </a:lnTo>
                  <a:lnTo>
                    <a:pt x="233" y="8601"/>
                  </a:lnTo>
                  <a:lnTo>
                    <a:pt x="233" y="8601"/>
                  </a:lnTo>
                  <a:lnTo>
                    <a:pt x="233" y="5928"/>
                  </a:lnTo>
                  <a:lnTo>
                    <a:pt x="233" y="5928"/>
                  </a:lnTo>
                  <a:lnTo>
                    <a:pt x="233" y="5812"/>
                  </a:lnTo>
                  <a:lnTo>
                    <a:pt x="117" y="5812"/>
                  </a:lnTo>
                  <a:lnTo>
                    <a:pt x="117" y="5812"/>
                  </a:lnTo>
                  <a:lnTo>
                    <a:pt x="1" y="5812"/>
                  </a:lnTo>
                  <a:lnTo>
                    <a:pt x="1" y="5928"/>
                  </a:lnTo>
                  <a:lnTo>
                    <a:pt x="1" y="5928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833"/>
                  </a:lnTo>
                  <a:lnTo>
                    <a:pt x="1" y="8950"/>
                  </a:lnTo>
                  <a:lnTo>
                    <a:pt x="1" y="8950"/>
                  </a:lnTo>
                  <a:lnTo>
                    <a:pt x="117" y="9182"/>
                  </a:lnTo>
                  <a:lnTo>
                    <a:pt x="117" y="9182"/>
                  </a:lnTo>
                  <a:lnTo>
                    <a:pt x="349" y="8833"/>
                  </a:lnTo>
                  <a:lnTo>
                    <a:pt x="349" y="8833"/>
                  </a:lnTo>
                  <a:lnTo>
                    <a:pt x="1744" y="8485"/>
                  </a:lnTo>
                  <a:lnTo>
                    <a:pt x="1744" y="8485"/>
                  </a:lnTo>
                  <a:lnTo>
                    <a:pt x="2441" y="8136"/>
                  </a:lnTo>
                  <a:lnTo>
                    <a:pt x="2441" y="8136"/>
                  </a:lnTo>
                  <a:lnTo>
                    <a:pt x="582" y="8601"/>
                  </a:lnTo>
                  <a:lnTo>
                    <a:pt x="582" y="8601"/>
                  </a:lnTo>
                  <a:lnTo>
                    <a:pt x="1977" y="6741"/>
                  </a:lnTo>
                  <a:lnTo>
                    <a:pt x="1977" y="6741"/>
                  </a:lnTo>
                  <a:lnTo>
                    <a:pt x="2209" y="6393"/>
                  </a:lnTo>
                  <a:lnTo>
                    <a:pt x="2209" y="6393"/>
                  </a:lnTo>
                  <a:lnTo>
                    <a:pt x="5347" y="5812"/>
                  </a:lnTo>
                  <a:lnTo>
                    <a:pt x="5347" y="5812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695"/>
                  </a:lnTo>
                  <a:lnTo>
                    <a:pt x="5812" y="5579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5696" y="5463"/>
                  </a:lnTo>
                  <a:lnTo>
                    <a:pt x="2558" y="6160"/>
                  </a:lnTo>
                  <a:lnTo>
                    <a:pt x="2558" y="6160"/>
                  </a:lnTo>
                  <a:lnTo>
                    <a:pt x="2441" y="6160"/>
                  </a:lnTo>
                  <a:lnTo>
                    <a:pt x="2441" y="6160"/>
                  </a:lnTo>
                  <a:lnTo>
                    <a:pt x="4301" y="3603"/>
                  </a:lnTo>
                  <a:lnTo>
                    <a:pt x="4301" y="3603"/>
                  </a:lnTo>
                  <a:lnTo>
                    <a:pt x="6161" y="3022"/>
                  </a:lnTo>
                  <a:lnTo>
                    <a:pt x="6161" y="3022"/>
                  </a:lnTo>
                  <a:lnTo>
                    <a:pt x="6393" y="3022"/>
                  </a:lnTo>
                  <a:lnTo>
                    <a:pt x="6393" y="3022"/>
                  </a:lnTo>
                  <a:lnTo>
                    <a:pt x="6509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6393" y="2790"/>
                  </a:lnTo>
                  <a:lnTo>
                    <a:pt x="4533" y="3255"/>
                  </a:lnTo>
                  <a:lnTo>
                    <a:pt x="4533" y="3255"/>
                  </a:lnTo>
                  <a:lnTo>
                    <a:pt x="6044" y="1395"/>
                  </a:lnTo>
                  <a:lnTo>
                    <a:pt x="6044" y="1395"/>
                  </a:lnTo>
                  <a:lnTo>
                    <a:pt x="6974" y="233"/>
                  </a:lnTo>
                  <a:lnTo>
                    <a:pt x="6974" y="233"/>
                  </a:lnTo>
                  <a:lnTo>
                    <a:pt x="6974" y="117"/>
                  </a:lnTo>
                  <a:lnTo>
                    <a:pt x="685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5502475" y="3727700"/>
              <a:ext cx="363225" cy="151125"/>
            </a:xfrm>
            <a:custGeom>
              <a:avLst/>
              <a:gdLst/>
              <a:ahLst/>
              <a:cxnLst/>
              <a:rect l="l" t="t" r="r" b="b"/>
              <a:pathLst>
                <a:path w="14529" h="6045" extrusionOk="0">
                  <a:moveTo>
                    <a:pt x="8717" y="1"/>
                  </a:moveTo>
                  <a:lnTo>
                    <a:pt x="7438" y="117"/>
                  </a:lnTo>
                  <a:lnTo>
                    <a:pt x="6276" y="466"/>
                  </a:lnTo>
                  <a:lnTo>
                    <a:pt x="5114" y="814"/>
                  </a:lnTo>
                  <a:lnTo>
                    <a:pt x="4068" y="1279"/>
                  </a:lnTo>
                  <a:lnTo>
                    <a:pt x="3138" y="1744"/>
                  </a:lnTo>
                  <a:lnTo>
                    <a:pt x="2325" y="2209"/>
                  </a:lnTo>
                  <a:lnTo>
                    <a:pt x="1046" y="3255"/>
                  </a:lnTo>
                  <a:lnTo>
                    <a:pt x="233" y="4069"/>
                  </a:lnTo>
                  <a:lnTo>
                    <a:pt x="0" y="4417"/>
                  </a:lnTo>
                  <a:lnTo>
                    <a:pt x="1627" y="5115"/>
                  </a:lnTo>
                  <a:lnTo>
                    <a:pt x="3254" y="5696"/>
                  </a:lnTo>
                  <a:lnTo>
                    <a:pt x="4765" y="5928"/>
                  </a:lnTo>
                  <a:lnTo>
                    <a:pt x="6160" y="6044"/>
                  </a:lnTo>
                  <a:lnTo>
                    <a:pt x="7438" y="5928"/>
                  </a:lnTo>
                  <a:lnTo>
                    <a:pt x="8601" y="5579"/>
                  </a:lnTo>
                  <a:lnTo>
                    <a:pt x="9763" y="5231"/>
                  </a:lnTo>
                  <a:lnTo>
                    <a:pt x="10693" y="4766"/>
                  </a:lnTo>
                  <a:lnTo>
                    <a:pt x="11622" y="4301"/>
                  </a:lnTo>
                  <a:lnTo>
                    <a:pt x="12320" y="3720"/>
                  </a:lnTo>
                  <a:lnTo>
                    <a:pt x="13598" y="2674"/>
                  </a:lnTo>
                  <a:lnTo>
                    <a:pt x="14296" y="1860"/>
                  </a:lnTo>
                  <a:lnTo>
                    <a:pt x="14528" y="1628"/>
                  </a:lnTo>
                  <a:lnTo>
                    <a:pt x="13017" y="814"/>
                  </a:lnTo>
                  <a:lnTo>
                    <a:pt x="11506" y="349"/>
                  </a:lnTo>
                  <a:lnTo>
                    <a:pt x="10112" y="117"/>
                  </a:lnTo>
                  <a:lnTo>
                    <a:pt x="8717" y="1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5502475" y="3727700"/>
              <a:ext cx="363225" cy="151125"/>
            </a:xfrm>
            <a:custGeom>
              <a:avLst/>
              <a:gdLst/>
              <a:ahLst/>
              <a:cxnLst/>
              <a:rect l="l" t="t" r="r" b="b"/>
              <a:pathLst>
                <a:path w="14529" h="6045" fill="none" extrusionOk="0">
                  <a:moveTo>
                    <a:pt x="0" y="4417"/>
                  </a:moveTo>
                  <a:lnTo>
                    <a:pt x="0" y="4417"/>
                  </a:lnTo>
                  <a:lnTo>
                    <a:pt x="233" y="4069"/>
                  </a:lnTo>
                  <a:lnTo>
                    <a:pt x="1046" y="3255"/>
                  </a:lnTo>
                  <a:lnTo>
                    <a:pt x="2325" y="2209"/>
                  </a:lnTo>
                  <a:lnTo>
                    <a:pt x="3138" y="1744"/>
                  </a:lnTo>
                  <a:lnTo>
                    <a:pt x="4068" y="1279"/>
                  </a:lnTo>
                  <a:lnTo>
                    <a:pt x="5114" y="814"/>
                  </a:lnTo>
                  <a:lnTo>
                    <a:pt x="6276" y="466"/>
                  </a:lnTo>
                  <a:lnTo>
                    <a:pt x="7438" y="117"/>
                  </a:lnTo>
                  <a:lnTo>
                    <a:pt x="8717" y="1"/>
                  </a:lnTo>
                  <a:lnTo>
                    <a:pt x="10112" y="117"/>
                  </a:lnTo>
                  <a:lnTo>
                    <a:pt x="11506" y="349"/>
                  </a:lnTo>
                  <a:lnTo>
                    <a:pt x="13017" y="814"/>
                  </a:lnTo>
                  <a:lnTo>
                    <a:pt x="14528" y="1628"/>
                  </a:lnTo>
                  <a:lnTo>
                    <a:pt x="14528" y="1628"/>
                  </a:lnTo>
                  <a:lnTo>
                    <a:pt x="14296" y="1860"/>
                  </a:lnTo>
                  <a:lnTo>
                    <a:pt x="13598" y="2674"/>
                  </a:lnTo>
                  <a:lnTo>
                    <a:pt x="12320" y="3720"/>
                  </a:lnTo>
                  <a:lnTo>
                    <a:pt x="11622" y="4301"/>
                  </a:lnTo>
                  <a:lnTo>
                    <a:pt x="10693" y="4766"/>
                  </a:lnTo>
                  <a:lnTo>
                    <a:pt x="9763" y="5231"/>
                  </a:lnTo>
                  <a:lnTo>
                    <a:pt x="8601" y="5579"/>
                  </a:lnTo>
                  <a:lnTo>
                    <a:pt x="7438" y="5928"/>
                  </a:lnTo>
                  <a:lnTo>
                    <a:pt x="6160" y="6044"/>
                  </a:lnTo>
                  <a:lnTo>
                    <a:pt x="4765" y="5928"/>
                  </a:lnTo>
                  <a:lnTo>
                    <a:pt x="3254" y="5696"/>
                  </a:lnTo>
                  <a:lnTo>
                    <a:pt x="1627" y="5115"/>
                  </a:lnTo>
                  <a:lnTo>
                    <a:pt x="0" y="441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5543150" y="3745150"/>
              <a:ext cx="293475" cy="122050"/>
            </a:xfrm>
            <a:custGeom>
              <a:avLst/>
              <a:gdLst/>
              <a:ahLst/>
              <a:cxnLst/>
              <a:rect l="l" t="t" r="r" b="b"/>
              <a:pathLst>
                <a:path w="11739" h="4882" extrusionOk="0">
                  <a:moveTo>
                    <a:pt x="5811" y="0"/>
                  </a:moveTo>
                  <a:lnTo>
                    <a:pt x="3836" y="2441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0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5543150" y="3745150"/>
              <a:ext cx="293475" cy="122050"/>
            </a:xfrm>
            <a:custGeom>
              <a:avLst/>
              <a:gdLst/>
              <a:ahLst/>
              <a:cxnLst/>
              <a:rect l="l" t="t" r="r" b="b"/>
              <a:pathLst>
                <a:path w="11739" h="4882" fill="none" extrusionOk="0">
                  <a:moveTo>
                    <a:pt x="5811" y="0"/>
                  </a:moveTo>
                  <a:lnTo>
                    <a:pt x="5811" y="0"/>
                  </a:lnTo>
                  <a:lnTo>
                    <a:pt x="5811" y="0"/>
                  </a:lnTo>
                  <a:lnTo>
                    <a:pt x="5811" y="0"/>
                  </a:lnTo>
                  <a:lnTo>
                    <a:pt x="3836" y="2441"/>
                  </a:lnTo>
                  <a:lnTo>
                    <a:pt x="3836" y="2441"/>
                  </a:lnTo>
                  <a:lnTo>
                    <a:pt x="1046" y="2906"/>
                  </a:lnTo>
                  <a:lnTo>
                    <a:pt x="1046" y="2906"/>
                  </a:lnTo>
                  <a:lnTo>
                    <a:pt x="2790" y="930"/>
                  </a:lnTo>
                  <a:lnTo>
                    <a:pt x="2790" y="930"/>
                  </a:lnTo>
                  <a:lnTo>
                    <a:pt x="2790" y="814"/>
                  </a:lnTo>
                  <a:lnTo>
                    <a:pt x="2790" y="697"/>
                  </a:lnTo>
                  <a:lnTo>
                    <a:pt x="2790" y="697"/>
                  </a:lnTo>
                  <a:lnTo>
                    <a:pt x="2673" y="814"/>
                  </a:lnTo>
                  <a:lnTo>
                    <a:pt x="2673" y="814"/>
                  </a:lnTo>
                  <a:lnTo>
                    <a:pt x="698" y="2906"/>
                  </a:lnTo>
                  <a:lnTo>
                    <a:pt x="698" y="3022"/>
                  </a:lnTo>
                  <a:lnTo>
                    <a:pt x="698" y="3022"/>
                  </a:lnTo>
                  <a:lnTo>
                    <a:pt x="0" y="3138"/>
                  </a:lnTo>
                  <a:lnTo>
                    <a:pt x="0" y="3138"/>
                  </a:lnTo>
                  <a:lnTo>
                    <a:pt x="233" y="3371"/>
                  </a:lnTo>
                  <a:lnTo>
                    <a:pt x="233" y="3371"/>
                  </a:lnTo>
                  <a:lnTo>
                    <a:pt x="930" y="3138"/>
                  </a:lnTo>
                  <a:lnTo>
                    <a:pt x="930" y="3138"/>
                  </a:lnTo>
                  <a:lnTo>
                    <a:pt x="3603" y="4649"/>
                  </a:lnTo>
                  <a:lnTo>
                    <a:pt x="3603" y="4649"/>
                  </a:lnTo>
                  <a:lnTo>
                    <a:pt x="3952" y="4881"/>
                  </a:lnTo>
                  <a:lnTo>
                    <a:pt x="3952" y="4881"/>
                  </a:lnTo>
                  <a:lnTo>
                    <a:pt x="4068" y="4881"/>
                  </a:lnTo>
                  <a:lnTo>
                    <a:pt x="4068" y="4881"/>
                  </a:lnTo>
                  <a:lnTo>
                    <a:pt x="4184" y="4765"/>
                  </a:lnTo>
                  <a:lnTo>
                    <a:pt x="4068" y="4649"/>
                  </a:lnTo>
                  <a:lnTo>
                    <a:pt x="4068" y="4649"/>
                  </a:lnTo>
                  <a:lnTo>
                    <a:pt x="1279" y="3138"/>
                  </a:lnTo>
                  <a:lnTo>
                    <a:pt x="1279" y="3138"/>
                  </a:lnTo>
                  <a:lnTo>
                    <a:pt x="3487" y="2673"/>
                  </a:lnTo>
                  <a:lnTo>
                    <a:pt x="3487" y="2673"/>
                  </a:lnTo>
                  <a:lnTo>
                    <a:pt x="3952" y="2673"/>
                  </a:lnTo>
                  <a:lnTo>
                    <a:pt x="3952" y="2673"/>
                  </a:lnTo>
                  <a:lnTo>
                    <a:pt x="6625" y="4300"/>
                  </a:lnTo>
                  <a:lnTo>
                    <a:pt x="6625" y="4300"/>
                  </a:lnTo>
                  <a:lnTo>
                    <a:pt x="6974" y="4533"/>
                  </a:lnTo>
                  <a:lnTo>
                    <a:pt x="6974" y="4533"/>
                  </a:lnTo>
                  <a:lnTo>
                    <a:pt x="7090" y="4533"/>
                  </a:lnTo>
                  <a:lnTo>
                    <a:pt x="7090" y="4533"/>
                  </a:lnTo>
                  <a:lnTo>
                    <a:pt x="7206" y="4417"/>
                  </a:lnTo>
                  <a:lnTo>
                    <a:pt x="7090" y="4300"/>
                  </a:lnTo>
                  <a:lnTo>
                    <a:pt x="7090" y="4300"/>
                  </a:lnTo>
                  <a:lnTo>
                    <a:pt x="4417" y="2673"/>
                  </a:lnTo>
                  <a:lnTo>
                    <a:pt x="4417" y="2673"/>
                  </a:lnTo>
                  <a:lnTo>
                    <a:pt x="4301" y="2557"/>
                  </a:lnTo>
                  <a:lnTo>
                    <a:pt x="4301" y="2557"/>
                  </a:lnTo>
                  <a:lnTo>
                    <a:pt x="7439" y="1976"/>
                  </a:lnTo>
                  <a:lnTo>
                    <a:pt x="7439" y="1976"/>
                  </a:lnTo>
                  <a:lnTo>
                    <a:pt x="9066" y="2789"/>
                  </a:lnTo>
                  <a:lnTo>
                    <a:pt x="9066" y="2789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414" y="2906"/>
                  </a:lnTo>
                  <a:lnTo>
                    <a:pt x="9531" y="2789"/>
                  </a:lnTo>
                  <a:lnTo>
                    <a:pt x="9414" y="2673"/>
                  </a:lnTo>
                  <a:lnTo>
                    <a:pt x="9414" y="2673"/>
                  </a:lnTo>
                  <a:lnTo>
                    <a:pt x="7787" y="1976"/>
                  </a:lnTo>
                  <a:lnTo>
                    <a:pt x="7787" y="1976"/>
                  </a:lnTo>
                  <a:lnTo>
                    <a:pt x="10112" y="1511"/>
                  </a:lnTo>
                  <a:lnTo>
                    <a:pt x="10112" y="1511"/>
                  </a:lnTo>
                  <a:lnTo>
                    <a:pt x="11623" y="1279"/>
                  </a:lnTo>
                  <a:lnTo>
                    <a:pt x="11623" y="1279"/>
                  </a:lnTo>
                  <a:lnTo>
                    <a:pt x="11739" y="1162"/>
                  </a:lnTo>
                  <a:lnTo>
                    <a:pt x="11739" y="1162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11623" y="1046"/>
                  </a:lnTo>
                  <a:lnTo>
                    <a:pt x="7671" y="1743"/>
                  </a:lnTo>
                  <a:lnTo>
                    <a:pt x="7671" y="1743"/>
                  </a:lnTo>
                  <a:lnTo>
                    <a:pt x="8601" y="349"/>
                  </a:lnTo>
                  <a:lnTo>
                    <a:pt x="8601" y="349"/>
                  </a:lnTo>
                  <a:lnTo>
                    <a:pt x="8717" y="233"/>
                  </a:lnTo>
                  <a:lnTo>
                    <a:pt x="8717" y="233"/>
                  </a:lnTo>
                  <a:lnTo>
                    <a:pt x="8833" y="0"/>
                  </a:lnTo>
                  <a:lnTo>
                    <a:pt x="8717" y="0"/>
                  </a:lnTo>
                  <a:lnTo>
                    <a:pt x="8717" y="0"/>
                  </a:lnTo>
                  <a:lnTo>
                    <a:pt x="8601" y="0"/>
                  </a:lnTo>
                  <a:lnTo>
                    <a:pt x="8601" y="0"/>
                  </a:lnTo>
                  <a:lnTo>
                    <a:pt x="7555" y="1627"/>
                  </a:lnTo>
                  <a:lnTo>
                    <a:pt x="7555" y="1627"/>
                  </a:lnTo>
                  <a:lnTo>
                    <a:pt x="7322" y="1743"/>
                  </a:lnTo>
                  <a:lnTo>
                    <a:pt x="7322" y="1743"/>
                  </a:lnTo>
                  <a:lnTo>
                    <a:pt x="4184" y="2325"/>
                  </a:lnTo>
                  <a:lnTo>
                    <a:pt x="4184" y="2325"/>
                  </a:lnTo>
                  <a:lnTo>
                    <a:pt x="5928" y="116"/>
                  </a:lnTo>
                  <a:lnTo>
                    <a:pt x="5928" y="116"/>
                  </a:lnTo>
                  <a:lnTo>
                    <a:pt x="5928" y="0"/>
                  </a:lnTo>
                  <a:lnTo>
                    <a:pt x="581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4610450" y="4047325"/>
              <a:ext cx="1365650" cy="369025"/>
            </a:xfrm>
            <a:custGeom>
              <a:avLst/>
              <a:gdLst/>
              <a:ahLst/>
              <a:cxnLst/>
              <a:rect l="l" t="t" r="r" b="b"/>
              <a:pathLst>
                <a:path w="54626" h="14761" extrusionOk="0">
                  <a:moveTo>
                    <a:pt x="24524" y="0"/>
                  </a:move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4610450" y="4047325"/>
              <a:ext cx="1365650" cy="369025"/>
            </a:xfrm>
            <a:custGeom>
              <a:avLst/>
              <a:gdLst/>
              <a:ahLst/>
              <a:cxnLst/>
              <a:rect l="l" t="t" r="r" b="b"/>
              <a:pathLst>
                <a:path w="54626" h="14761" fill="none" extrusionOk="0">
                  <a:moveTo>
                    <a:pt x="27313" y="0"/>
                  </a:moveTo>
                  <a:lnTo>
                    <a:pt x="27313" y="0"/>
                  </a:lnTo>
                  <a:lnTo>
                    <a:pt x="24524" y="0"/>
                  </a:lnTo>
                  <a:lnTo>
                    <a:pt x="21734" y="117"/>
                  </a:lnTo>
                  <a:lnTo>
                    <a:pt x="19178" y="349"/>
                  </a:lnTo>
                  <a:lnTo>
                    <a:pt x="16621" y="581"/>
                  </a:lnTo>
                  <a:lnTo>
                    <a:pt x="14296" y="930"/>
                  </a:lnTo>
                  <a:lnTo>
                    <a:pt x="11972" y="1279"/>
                  </a:lnTo>
                  <a:lnTo>
                    <a:pt x="9880" y="1627"/>
                  </a:lnTo>
                  <a:lnTo>
                    <a:pt x="7904" y="2209"/>
                  </a:lnTo>
                  <a:lnTo>
                    <a:pt x="6161" y="2673"/>
                  </a:lnTo>
                  <a:lnTo>
                    <a:pt x="4650" y="3255"/>
                  </a:lnTo>
                  <a:lnTo>
                    <a:pt x="3255" y="3836"/>
                  </a:lnTo>
                  <a:lnTo>
                    <a:pt x="2093" y="4533"/>
                  </a:lnTo>
                  <a:lnTo>
                    <a:pt x="1163" y="5230"/>
                  </a:lnTo>
                  <a:lnTo>
                    <a:pt x="466" y="5928"/>
                  </a:lnTo>
                  <a:lnTo>
                    <a:pt x="117" y="6625"/>
                  </a:lnTo>
                  <a:lnTo>
                    <a:pt x="1" y="6974"/>
                  </a:lnTo>
                  <a:lnTo>
                    <a:pt x="1" y="7322"/>
                  </a:lnTo>
                  <a:lnTo>
                    <a:pt x="1" y="7322"/>
                  </a:lnTo>
                  <a:lnTo>
                    <a:pt x="233" y="8368"/>
                  </a:lnTo>
                  <a:lnTo>
                    <a:pt x="233" y="8368"/>
                  </a:lnTo>
                  <a:lnTo>
                    <a:pt x="698" y="9066"/>
                  </a:lnTo>
                  <a:lnTo>
                    <a:pt x="1279" y="9647"/>
                  </a:lnTo>
                  <a:lnTo>
                    <a:pt x="2209" y="10228"/>
                  </a:lnTo>
                  <a:lnTo>
                    <a:pt x="3255" y="10925"/>
                  </a:lnTo>
                  <a:lnTo>
                    <a:pt x="4534" y="11390"/>
                  </a:lnTo>
                  <a:lnTo>
                    <a:pt x="5928" y="11971"/>
                  </a:lnTo>
                  <a:lnTo>
                    <a:pt x="7439" y="12436"/>
                  </a:lnTo>
                  <a:lnTo>
                    <a:pt x="9182" y="12901"/>
                  </a:lnTo>
                  <a:lnTo>
                    <a:pt x="11042" y="13250"/>
                  </a:lnTo>
                  <a:lnTo>
                    <a:pt x="13134" y="13715"/>
                  </a:lnTo>
                  <a:lnTo>
                    <a:pt x="17434" y="14296"/>
                  </a:lnTo>
                  <a:lnTo>
                    <a:pt x="22199" y="14644"/>
                  </a:lnTo>
                  <a:lnTo>
                    <a:pt x="27313" y="14761"/>
                  </a:lnTo>
                  <a:lnTo>
                    <a:pt x="27313" y="14761"/>
                  </a:lnTo>
                  <a:lnTo>
                    <a:pt x="29986" y="14761"/>
                  </a:lnTo>
                  <a:lnTo>
                    <a:pt x="32543" y="14644"/>
                  </a:lnTo>
                  <a:lnTo>
                    <a:pt x="37425" y="14180"/>
                  </a:lnTo>
                  <a:lnTo>
                    <a:pt x="39749" y="13947"/>
                  </a:lnTo>
                  <a:lnTo>
                    <a:pt x="41957" y="13598"/>
                  </a:lnTo>
                  <a:lnTo>
                    <a:pt x="43933" y="13250"/>
                  </a:lnTo>
                  <a:lnTo>
                    <a:pt x="45909" y="12785"/>
                  </a:lnTo>
                  <a:lnTo>
                    <a:pt x="47652" y="12320"/>
                  </a:lnTo>
                  <a:lnTo>
                    <a:pt x="49163" y="11739"/>
                  </a:lnTo>
                  <a:lnTo>
                    <a:pt x="50558" y="11158"/>
                  </a:lnTo>
                  <a:lnTo>
                    <a:pt x="51836" y="10577"/>
                  </a:lnTo>
                  <a:lnTo>
                    <a:pt x="52766" y="9995"/>
                  </a:lnTo>
                  <a:lnTo>
                    <a:pt x="53579" y="9298"/>
                  </a:lnTo>
                  <a:lnTo>
                    <a:pt x="54161" y="8601"/>
                  </a:lnTo>
                  <a:lnTo>
                    <a:pt x="54509" y="7903"/>
                  </a:lnTo>
                  <a:lnTo>
                    <a:pt x="54509" y="7903"/>
                  </a:lnTo>
                  <a:lnTo>
                    <a:pt x="54625" y="7322"/>
                  </a:lnTo>
                  <a:lnTo>
                    <a:pt x="54625" y="7322"/>
                  </a:lnTo>
                  <a:lnTo>
                    <a:pt x="54509" y="6974"/>
                  </a:lnTo>
                  <a:lnTo>
                    <a:pt x="54393" y="6625"/>
                  </a:lnTo>
                  <a:lnTo>
                    <a:pt x="54044" y="5928"/>
                  </a:lnTo>
                  <a:lnTo>
                    <a:pt x="53347" y="5230"/>
                  </a:lnTo>
                  <a:lnTo>
                    <a:pt x="52417" y="4533"/>
                  </a:lnTo>
                  <a:lnTo>
                    <a:pt x="51255" y="3836"/>
                  </a:lnTo>
                  <a:lnTo>
                    <a:pt x="49860" y="3255"/>
                  </a:lnTo>
                  <a:lnTo>
                    <a:pt x="48349" y="2673"/>
                  </a:lnTo>
                  <a:lnTo>
                    <a:pt x="46606" y="2209"/>
                  </a:lnTo>
                  <a:lnTo>
                    <a:pt x="44630" y="1627"/>
                  </a:lnTo>
                  <a:lnTo>
                    <a:pt x="42538" y="1279"/>
                  </a:lnTo>
                  <a:lnTo>
                    <a:pt x="40330" y="930"/>
                  </a:lnTo>
                  <a:lnTo>
                    <a:pt x="37889" y="581"/>
                  </a:lnTo>
                  <a:lnTo>
                    <a:pt x="35333" y="349"/>
                  </a:lnTo>
                  <a:lnTo>
                    <a:pt x="32776" y="117"/>
                  </a:lnTo>
                  <a:lnTo>
                    <a:pt x="30103" y="0"/>
                  </a:lnTo>
                  <a:lnTo>
                    <a:pt x="2731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4616275" y="4244900"/>
              <a:ext cx="1356925" cy="476550"/>
            </a:xfrm>
            <a:custGeom>
              <a:avLst/>
              <a:gdLst/>
              <a:ahLst/>
              <a:cxnLst/>
              <a:rect l="l" t="t" r="r" b="b"/>
              <a:pathLst>
                <a:path w="54277" h="19062" extrusionOk="0">
                  <a:moveTo>
                    <a:pt x="54276" y="0"/>
                  </a:move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4616275" y="4244900"/>
              <a:ext cx="1356925" cy="476550"/>
            </a:xfrm>
            <a:custGeom>
              <a:avLst/>
              <a:gdLst/>
              <a:ahLst/>
              <a:cxnLst/>
              <a:rect l="l" t="t" r="r" b="b"/>
              <a:pathLst>
                <a:path w="54277" h="19062" fill="none" extrusionOk="0">
                  <a:moveTo>
                    <a:pt x="27080" y="6858"/>
                  </a:moveTo>
                  <a:lnTo>
                    <a:pt x="27080" y="6858"/>
                  </a:lnTo>
                  <a:lnTo>
                    <a:pt x="21966" y="6741"/>
                  </a:lnTo>
                  <a:lnTo>
                    <a:pt x="17201" y="6393"/>
                  </a:lnTo>
                  <a:lnTo>
                    <a:pt x="12901" y="5812"/>
                  </a:lnTo>
                  <a:lnTo>
                    <a:pt x="10809" y="5347"/>
                  </a:lnTo>
                  <a:lnTo>
                    <a:pt x="8949" y="4998"/>
                  </a:lnTo>
                  <a:lnTo>
                    <a:pt x="7206" y="4533"/>
                  </a:lnTo>
                  <a:lnTo>
                    <a:pt x="5695" y="4068"/>
                  </a:lnTo>
                  <a:lnTo>
                    <a:pt x="4301" y="3487"/>
                  </a:lnTo>
                  <a:lnTo>
                    <a:pt x="3022" y="3022"/>
                  </a:lnTo>
                  <a:lnTo>
                    <a:pt x="1976" y="2325"/>
                  </a:lnTo>
                  <a:lnTo>
                    <a:pt x="1046" y="1744"/>
                  </a:lnTo>
                  <a:lnTo>
                    <a:pt x="465" y="1163"/>
                  </a:lnTo>
                  <a:lnTo>
                    <a:pt x="0" y="465"/>
                  </a:lnTo>
                  <a:lnTo>
                    <a:pt x="0" y="465"/>
                  </a:lnTo>
                  <a:lnTo>
                    <a:pt x="349" y="1744"/>
                  </a:lnTo>
                  <a:lnTo>
                    <a:pt x="930" y="3371"/>
                  </a:lnTo>
                  <a:lnTo>
                    <a:pt x="1744" y="5231"/>
                  </a:lnTo>
                  <a:lnTo>
                    <a:pt x="2790" y="7206"/>
                  </a:lnTo>
                  <a:lnTo>
                    <a:pt x="4068" y="9298"/>
                  </a:lnTo>
                  <a:lnTo>
                    <a:pt x="4882" y="10344"/>
                  </a:lnTo>
                  <a:lnTo>
                    <a:pt x="5695" y="11274"/>
                  </a:lnTo>
                  <a:lnTo>
                    <a:pt x="6625" y="12204"/>
                  </a:lnTo>
                  <a:lnTo>
                    <a:pt x="7555" y="13017"/>
                  </a:lnTo>
                  <a:lnTo>
                    <a:pt x="8601" y="13831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763" y="14528"/>
                  </a:lnTo>
                  <a:lnTo>
                    <a:pt x="9879" y="14993"/>
                  </a:lnTo>
                  <a:lnTo>
                    <a:pt x="10112" y="15458"/>
                  </a:lnTo>
                  <a:lnTo>
                    <a:pt x="10577" y="15923"/>
                  </a:lnTo>
                  <a:lnTo>
                    <a:pt x="11158" y="16272"/>
                  </a:lnTo>
                  <a:lnTo>
                    <a:pt x="11971" y="16737"/>
                  </a:lnTo>
                  <a:lnTo>
                    <a:pt x="12785" y="17085"/>
                  </a:lnTo>
                  <a:lnTo>
                    <a:pt x="14993" y="17783"/>
                  </a:lnTo>
                  <a:lnTo>
                    <a:pt x="17666" y="18247"/>
                  </a:lnTo>
                  <a:lnTo>
                    <a:pt x="20688" y="18712"/>
                  </a:lnTo>
                  <a:lnTo>
                    <a:pt x="24058" y="18945"/>
                  </a:lnTo>
                  <a:lnTo>
                    <a:pt x="27661" y="19061"/>
                  </a:lnTo>
                  <a:lnTo>
                    <a:pt x="27661" y="19061"/>
                  </a:lnTo>
                  <a:lnTo>
                    <a:pt x="31264" y="18945"/>
                  </a:lnTo>
                  <a:lnTo>
                    <a:pt x="34635" y="18712"/>
                  </a:lnTo>
                  <a:lnTo>
                    <a:pt x="37656" y="18247"/>
                  </a:lnTo>
                  <a:lnTo>
                    <a:pt x="40213" y="17783"/>
                  </a:lnTo>
                  <a:lnTo>
                    <a:pt x="42422" y="17085"/>
                  </a:lnTo>
                  <a:lnTo>
                    <a:pt x="43351" y="16737"/>
                  </a:lnTo>
                  <a:lnTo>
                    <a:pt x="44049" y="16272"/>
                  </a:lnTo>
                  <a:lnTo>
                    <a:pt x="44746" y="15923"/>
                  </a:lnTo>
                  <a:lnTo>
                    <a:pt x="45095" y="15458"/>
                  </a:lnTo>
                  <a:lnTo>
                    <a:pt x="45443" y="14993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5560" y="14528"/>
                  </a:lnTo>
                  <a:lnTo>
                    <a:pt x="46722" y="13599"/>
                  </a:lnTo>
                  <a:lnTo>
                    <a:pt x="47884" y="12436"/>
                  </a:lnTo>
                  <a:lnTo>
                    <a:pt x="49279" y="10925"/>
                  </a:lnTo>
                  <a:lnTo>
                    <a:pt x="50092" y="9879"/>
                  </a:lnTo>
                  <a:lnTo>
                    <a:pt x="50790" y="8833"/>
                  </a:lnTo>
                  <a:lnTo>
                    <a:pt x="51603" y="7671"/>
                  </a:lnTo>
                  <a:lnTo>
                    <a:pt x="52300" y="6393"/>
                  </a:lnTo>
                  <a:lnTo>
                    <a:pt x="52882" y="4882"/>
                  </a:lnTo>
                  <a:lnTo>
                    <a:pt x="53463" y="3371"/>
                  </a:lnTo>
                  <a:lnTo>
                    <a:pt x="53928" y="1744"/>
                  </a:lnTo>
                  <a:lnTo>
                    <a:pt x="54276" y="0"/>
                  </a:lnTo>
                  <a:lnTo>
                    <a:pt x="54276" y="0"/>
                  </a:lnTo>
                  <a:lnTo>
                    <a:pt x="53928" y="698"/>
                  </a:lnTo>
                  <a:lnTo>
                    <a:pt x="53346" y="1395"/>
                  </a:lnTo>
                  <a:lnTo>
                    <a:pt x="52533" y="2092"/>
                  </a:lnTo>
                  <a:lnTo>
                    <a:pt x="51603" y="2674"/>
                  </a:lnTo>
                  <a:lnTo>
                    <a:pt x="50325" y="3255"/>
                  </a:lnTo>
                  <a:lnTo>
                    <a:pt x="48930" y="3836"/>
                  </a:lnTo>
                  <a:lnTo>
                    <a:pt x="47419" y="4417"/>
                  </a:lnTo>
                  <a:lnTo>
                    <a:pt x="45676" y="4882"/>
                  </a:lnTo>
                  <a:lnTo>
                    <a:pt x="43700" y="5347"/>
                  </a:lnTo>
                  <a:lnTo>
                    <a:pt x="41724" y="5695"/>
                  </a:lnTo>
                  <a:lnTo>
                    <a:pt x="39516" y="6044"/>
                  </a:lnTo>
                  <a:lnTo>
                    <a:pt x="37192" y="6277"/>
                  </a:lnTo>
                  <a:lnTo>
                    <a:pt x="32310" y="6741"/>
                  </a:lnTo>
                  <a:lnTo>
                    <a:pt x="29753" y="6858"/>
                  </a:lnTo>
                  <a:lnTo>
                    <a:pt x="27080" y="685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4784800" y="4404700"/>
              <a:ext cx="293475" cy="171450"/>
            </a:xfrm>
            <a:custGeom>
              <a:avLst/>
              <a:gdLst/>
              <a:ahLst/>
              <a:cxnLst/>
              <a:rect l="l" t="t" r="r" b="b"/>
              <a:pathLst>
                <a:path w="11739" h="6858" extrusionOk="0">
                  <a:moveTo>
                    <a:pt x="0" y="1"/>
                  </a:move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  <a:close/>
                  <a:moveTo>
                    <a:pt x="1627" y="2325"/>
                  </a:moveTo>
                  <a:lnTo>
                    <a:pt x="4649" y="6742"/>
                  </a:lnTo>
                  <a:lnTo>
                    <a:pt x="5114" y="6858"/>
                  </a:lnTo>
                  <a:lnTo>
                    <a:pt x="9879" y="3720"/>
                  </a:lnTo>
                  <a:lnTo>
                    <a:pt x="5346" y="3023"/>
                  </a:lnTo>
                  <a:lnTo>
                    <a:pt x="1627" y="2325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4825475" y="4462825"/>
              <a:ext cx="206325" cy="113325"/>
            </a:xfrm>
            <a:custGeom>
              <a:avLst/>
              <a:gdLst/>
              <a:ahLst/>
              <a:cxnLst/>
              <a:rect l="l" t="t" r="r" b="b"/>
              <a:pathLst>
                <a:path w="8253" h="4533" fill="none" extrusionOk="0">
                  <a:moveTo>
                    <a:pt x="0" y="0"/>
                  </a:moveTo>
                  <a:lnTo>
                    <a:pt x="3022" y="4417"/>
                  </a:lnTo>
                  <a:lnTo>
                    <a:pt x="3022" y="4417"/>
                  </a:lnTo>
                  <a:lnTo>
                    <a:pt x="3487" y="4533"/>
                  </a:lnTo>
                  <a:lnTo>
                    <a:pt x="8252" y="1395"/>
                  </a:lnTo>
                  <a:lnTo>
                    <a:pt x="8252" y="1395"/>
                  </a:lnTo>
                  <a:lnTo>
                    <a:pt x="3719" y="69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4784800" y="4404700"/>
              <a:ext cx="293475" cy="84300"/>
            </a:xfrm>
            <a:custGeom>
              <a:avLst/>
              <a:gdLst/>
              <a:ahLst/>
              <a:cxnLst/>
              <a:rect l="l" t="t" r="r" b="b"/>
              <a:pathLst>
                <a:path w="11739" h="3372" fill="none" extrusionOk="0">
                  <a:moveTo>
                    <a:pt x="0" y="1"/>
                  </a:moveTo>
                  <a:lnTo>
                    <a:pt x="1162" y="1744"/>
                  </a:lnTo>
                  <a:lnTo>
                    <a:pt x="1162" y="1744"/>
                  </a:lnTo>
                  <a:lnTo>
                    <a:pt x="5346" y="2558"/>
                  </a:lnTo>
                  <a:lnTo>
                    <a:pt x="7787" y="3023"/>
                  </a:lnTo>
                  <a:lnTo>
                    <a:pt x="10460" y="3371"/>
                  </a:lnTo>
                  <a:lnTo>
                    <a:pt x="11739" y="2558"/>
                  </a:lnTo>
                  <a:lnTo>
                    <a:pt x="11739" y="2558"/>
                  </a:lnTo>
                  <a:lnTo>
                    <a:pt x="10112" y="2674"/>
                  </a:lnTo>
                  <a:lnTo>
                    <a:pt x="10112" y="2674"/>
                  </a:lnTo>
                  <a:lnTo>
                    <a:pt x="8136" y="2558"/>
                  </a:lnTo>
                  <a:lnTo>
                    <a:pt x="6276" y="2209"/>
                  </a:lnTo>
                  <a:lnTo>
                    <a:pt x="4533" y="1744"/>
                  </a:lnTo>
                  <a:lnTo>
                    <a:pt x="3022" y="1279"/>
                  </a:lnTo>
                  <a:lnTo>
                    <a:pt x="1744" y="814"/>
                  </a:lnTo>
                  <a:lnTo>
                    <a:pt x="814" y="46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5755250" y="4308825"/>
              <a:ext cx="203425" cy="299300"/>
            </a:xfrm>
            <a:custGeom>
              <a:avLst/>
              <a:gdLst/>
              <a:ahLst/>
              <a:cxnLst/>
              <a:rect l="l" t="t" r="r" b="b"/>
              <a:pathLst>
                <a:path w="8137" h="11972" extrusionOk="0"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1" y="11971"/>
                  </a:move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lnTo>
                    <a:pt x="1" y="11971"/>
                  </a:lnTo>
                  <a:close/>
                  <a:moveTo>
                    <a:pt x="6509" y="4184"/>
                  </a:move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6509" y="4184"/>
                  </a:lnTo>
                  <a:close/>
                  <a:moveTo>
                    <a:pt x="8136" y="0"/>
                  </a:moveTo>
                  <a:lnTo>
                    <a:pt x="8136" y="0"/>
                  </a:lnTo>
                  <a:lnTo>
                    <a:pt x="8136" y="0"/>
                  </a:lnTo>
                  <a:lnTo>
                    <a:pt x="8136" y="0"/>
                  </a:lnTo>
                  <a:lnTo>
                    <a:pt x="7439" y="2209"/>
                  </a:lnTo>
                  <a:lnTo>
                    <a:pt x="6509" y="4184"/>
                  </a:lnTo>
                  <a:lnTo>
                    <a:pt x="6509" y="4184"/>
                  </a:lnTo>
                  <a:lnTo>
                    <a:pt x="7439" y="2209"/>
                  </a:lnTo>
                  <a:lnTo>
                    <a:pt x="8136" y="0"/>
                  </a:lnTo>
                  <a:close/>
                </a:path>
              </a:pathLst>
            </a:custGeom>
            <a:solidFill>
              <a:srgbClr val="AC7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5755250" y="460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5755250" y="460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5755250" y="460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5755250" y="46081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5917975" y="44134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5917975" y="4308825"/>
              <a:ext cx="40700" cy="104625"/>
            </a:xfrm>
            <a:custGeom>
              <a:avLst/>
              <a:gdLst/>
              <a:ahLst/>
              <a:cxnLst/>
              <a:rect l="l" t="t" r="r" b="b"/>
              <a:pathLst>
                <a:path w="1628" h="4185" fill="none" extrusionOk="0">
                  <a:moveTo>
                    <a:pt x="1627" y="0"/>
                  </a:moveTo>
                  <a:lnTo>
                    <a:pt x="1627" y="0"/>
                  </a:lnTo>
                  <a:lnTo>
                    <a:pt x="1627" y="0"/>
                  </a:lnTo>
                  <a:lnTo>
                    <a:pt x="1627" y="0"/>
                  </a:lnTo>
                  <a:lnTo>
                    <a:pt x="930" y="2209"/>
                  </a:lnTo>
                  <a:lnTo>
                    <a:pt x="0" y="4184"/>
                  </a:lnTo>
                  <a:lnTo>
                    <a:pt x="0" y="4184"/>
                  </a:lnTo>
                  <a:lnTo>
                    <a:pt x="930" y="2209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4816750" y="4308825"/>
              <a:ext cx="1141925" cy="412625"/>
            </a:xfrm>
            <a:custGeom>
              <a:avLst/>
              <a:gdLst/>
              <a:ahLst/>
              <a:cxnLst/>
              <a:rect l="l" t="t" r="r" b="b"/>
              <a:pathLst>
                <a:path w="45677" h="16505" extrusionOk="0">
                  <a:moveTo>
                    <a:pt x="45676" y="0"/>
                  </a:moveTo>
                  <a:lnTo>
                    <a:pt x="44049" y="1046"/>
                  </a:lnTo>
                  <a:lnTo>
                    <a:pt x="42422" y="2092"/>
                  </a:lnTo>
                  <a:lnTo>
                    <a:pt x="39633" y="3952"/>
                  </a:lnTo>
                  <a:lnTo>
                    <a:pt x="38238" y="4882"/>
                  </a:lnTo>
                  <a:lnTo>
                    <a:pt x="36727" y="5812"/>
                  </a:lnTo>
                  <a:lnTo>
                    <a:pt x="36030" y="6160"/>
                  </a:lnTo>
                  <a:lnTo>
                    <a:pt x="39865" y="5230"/>
                  </a:lnTo>
                  <a:lnTo>
                    <a:pt x="43933" y="4068"/>
                  </a:lnTo>
                  <a:lnTo>
                    <a:pt x="43933" y="4301"/>
                  </a:lnTo>
                  <a:lnTo>
                    <a:pt x="44049" y="4184"/>
                  </a:lnTo>
                  <a:lnTo>
                    <a:pt x="44979" y="2209"/>
                  </a:lnTo>
                  <a:lnTo>
                    <a:pt x="45676" y="0"/>
                  </a:lnTo>
                  <a:close/>
                  <a:moveTo>
                    <a:pt x="43817" y="4533"/>
                  </a:moveTo>
                  <a:lnTo>
                    <a:pt x="41492" y="5347"/>
                  </a:lnTo>
                  <a:lnTo>
                    <a:pt x="39051" y="5928"/>
                  </a:lnTo>
                  <a:lnTo>
                    <a:pt x="36727" y="6509"/>
                  </a:lnTo>
                  <a:lnTo>
                    <a:pt x="34403" y="6974"/>
                  </a:lnTo>
                  <a:lnTo>
                    <a:pt x="31497" y="8136"/>
                  </a:lnTo>
                  <a:lnTo>
                    <a:pt x="28708" y="8950"/>
                  </a:lnTo>
                  <a:lnTo>
                    <a:pt x="25686" y="9647"/>
                  </a:lnTo>
                  <a:lnTo>
                    <a:pt x="22664" y="10112"/>
                  </a:lnTo>
                  <a:lnTo>
                    <a:pt x="20688" y="10344"/>
                  </a:lnTo>
                  <a:lnTo>
                    <a:pt x="18596" y="10460"/>
                  </a:lnTo>
                  <a:lnTo>
                    <a:pt x="14528" y="10693"/>
                  </a:lnTo>
                  <a:lnTo>
                    <a:pt x="6277" y="10693"/>
                  </a:lnTo>
                  <a:lnTo>
                    <a:pt x="4533" y="10809"/>
                  </a:lnTo>
                  <a:lnTo>
                    <a:pt x="7439" y="11158"/>
                  </a:lnTo>
                  <a:lnTo>
                    <a:pt x="10926" y="11623"/>
                  </a:lnTo>
                  <a:lnTo>
                    <a:pt x="14877" y="11855"/>
                  </a:lnTo>
                  <a:lnTo>
                    <a:pt x="19294" y="11971"/>
                  </a:lnTo>
                  <a:lnTo>
                    <a:pt x="24059" y="11855"/>
                  </a:lnTo>
                  <a:lnTo>
                    <a:pt x="26499" y="11623"/>
                  </a:lnTo>
                  <a:lnTo>
                    <a:pt x="29056" y="11390"/>
                  </a:lnTo>
                  <a:lnTo>
                    <a:pt x="31729" y="11042"/>
                  </a:lnTo>
                  <a:lnTo>
                    <a:pt x="34403" y="10693"/>
                  </a:lnTo>
                  <a:lnTo>
                    <a:pt x="37192" y="10228"/>
                  </a:lnTo>
                  <a:lnTo>
                    <a:pt x="39981" y="9531"/>
                  </a:lnTo>
                  <a:lnTo>
                    <a:pt x="39981" y="9763"/>
                  </a:lnTo>
                  <a:lnTo>
                    <a:pt x="40911" y="8717"/>
                  </a:lnTo>
                  <a:lnTo>
                    <a:pt x="41957" y="7555"/>
                  </a:lnTo>
                  <a:lnTo>
                    <a:pt x="42887" y="6160"/>
                  </a:lnTo>
                  <a:lnTo>
                    <a:pt x="43817" y="4533"/>
                  </a:lnTo>
                  <a:close/>
                  <a:moveTo>
                    <a:pt x="39749" y="10112"/>
                  </a:moveTo>
                  <a:lnTo>
                    <a:pt x="36959" y="10693"/>
                  </a:lnTo>
                  <a:lnTo>
                    <a:pt x="34286" y="11158"/>
                  </a:lnTo>
                  <a:lnTo>
                    <a:pt x="31613" y="11623"/>
                  </a:lnTo>
                  <a:lnTo>
                    <a:pt x="28940" y="11855"/>
                  </a:lnTo>
                  <a:lnTo>
                    <a:pt x="26383" y="12088"/>
                  </a:lnTo>
                  <a:lnTo>
                    <a:pt x="23943" y="12320"/>
                  </a:lnTo>
                  <a:lnTo>
                    <a:pt x="19294" y="12436"/>
                  </a:lnTo>
                  <a:lnTo>
                    <a:pt x="16504" y="12320"/>
                  </a:lnTo>
                  <a:lnTo>
                    <a:pt x="13947" y="12204"/>
                  </a:lnTo>
                  <a:lnTo>
                    <a:pt x="9298" y="11855"/>
                  </a:lnTo>
                  <a:lnTo>
                    <a:pt x="5347" y="11390"/>
                  </a:lnTo>
                  <a:lnTo>
                    <a:pt x="2209" y="10809"/>
                  </a:lnTo>
                  <a:lnTo>
                    <a:pt x="1" y="10809"/>
                  </a:lnTo>
                  <a:lnTo>
                    <a:pt x="814" y="11390"/>
                  </a:lnTo>
                  <a:lnTo>
                    <a:pt x="1744" y="11971"/>
                  </a:lnTo>
                  <a:lnTo>
                    <a:pt x="1860" y="12436"/>
                  </a:lnTo>
                  <a:lnTo>
                    <a:pt x="2093" y="12901"/>
                  </a:lnTo>
                  <a:lnTo>
                    <a:pt x="2558" y="13366"/>
                  </a:lnTo>
                  <a:lnTo>
                    <a:pt x="3139" y="13715"/>
                  </a:lnTo>
                  <a:lnTo>
                    <a:pt x="3952" y="14180"/>
                  </a:lnTo>
                  <a:lnTo>
                    <a:pt x="4766" y="14528"/>
                  </a:lnTo>
                  <a:lnTo>
                    <a:pt x="6974" y="15226"/>
                  </a:lnTo>
                  <a:lnTo>
                    <a:pt x="9647" y="15690"/>
                  </a:lnTo>
                  <a:lnTo>
                    <a:pt x="12669" y="16155"/>
                  </a:lnTo>
                  <a:lnTo>
                    <a:pt x="16039" y="16388"/>
                  </a:lnTo>
                  <a:lnTo>
                    <a:pt x="19642" y="16504"/>
                  </a:lnTo>
                  <a:lnTo>
                    <a:pt x="23245" y="16388"/>
                  </a:lnTo>
                  <a:lnTo>
                    <a:pt x="26616" y="16155"/>
                  </a:lnTo>
                  <a:lnTo>
                    <a:pt x="29637" y="15690"/>
                  </a:lnTo>
                  <a:lnTo>
                    <a:pt x="32194" y="15226"/>
                  </a:lnTo>
                  <a:lnTo>
                    <a:pt x="34403" y="14528"/>
                  </a:lnTo>
                  <a:lnTo>
                    <a:pt x="35332" y="14180"/>
                  </a:lnTo>
                  <a:lnTo>
                    <a:pt x="36030" y="13715"/>
                  </a:lnTo>
                  <a:lnTo>
                    <a:pt x="36727" y="13366"/>
                  </a:lnTo>
                  <a:lnTo>
                    <a:pt x="37076" y="12901"/>
                  </a:lnTo>
                  <a:lnTo>
                    <a:pt x="37424" y="12436"/>
                  </a:lnTo>
                  <a:lnTo>
                    <a:pt x="37541" y="11971"/>
                  </a:lnTo>
                  <a:lnTo>
                    <a:pt x="38122" y="11506"/>
                  </a:lnTo>
                  <a:lnTo>
                    <a:pt x="39749" y="10112"/>
                  </a:lnTo>
                  <a:close/>
                </a:path>
              </a:pathLst>
            </a:custGeom>
            <a:solidFill>
              <a:srgbClr val="7F2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4816750" y="4561600"/>
              <a:ext cx="993725" cy="159850"/>
            </a:xfrm>
            <a:custGeom>
              <a:avLst/>
              <a:gdLst/>
              <a:ahLst/>
              <a:cxnLst/>
              <a:rect l="l" t="t" r="r" b="b"/>
              <a:pathLst>
                <a:path w="39749" h="6394" fill="none" extrusionOk="0">
                  <a:moveTo>
                    <a:pt x="39749" y="1"/>
                  </a:moveTo>
                  <a:lnTo>
                    <a:pt x="39749" y="1"/>
                  </a:lnTo>
                  <a:lnTo>
                    <a:pt x="36959" y="582"/>
                  </a:lnTo>
                  <a:lnTo>
                    <a:pt x="34286" y="1047"/>
                  </a:lnTo>
                  <a:lnTo>
                    <a:pt x="31613" y="1512"/>
                  </a:lnTo>
                  <a:lnTo>
                    <a:pt x="28940" y="1744"/>
                  </a:lnTo>
                  <a:lnTo>
                    <a:pt x="26383" y="1977"/>
                  </a:lnTo>
                  <a:lnTo>
                    <a:pt x="23943" y="2209"/>
                  </a:lnTo>
                  <a:lnTo>
                    <a:pt x="19294" y="2325"/>
                  </a:lnTo>
                  <a:lnTo>
                    <a:pt x="19294" y="2325"/>
                  </a:lnTo>
                  <a:lnTo>
                    <a:pt x="16504" y="2209"/>
                  </a:lnTo>
                  <a:lnTo>
                    <a:pt x="13947" y="2093"/>
                  </a:lnTo>
                  <a:lnTo>
                    <a:pt x="9298" y="1744"/>
                  </a:lnTo>
                  <a:lnTo>
                    <a:pt x="5347" y="1279"/>
                  </a:lnTo>
                  <a:lnTo>
                    <a:pt x="2209" y="698"/>
                  </a:lnTo>
                  <a:lnTo>
                    <a:pt x="2209" y="698"/>
                  </a:lnTo>
                  <a:lnTo>
                    <a:pt x="1" y="698"/>
                  </a:lnTo>
                  <a:lnTo>
                    <a:pt x="1" y="698"/>
                  </a:lnTo>
                  <a:lnTo>
                    <a:pt x="814" y="1279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1860" y="2325"/>
                  </a:lnTo>
                  <a:lnTo>
                    <a:pt x="2093" y="2790"/>
                  </a:lnTo>
                  <a:lnTo>
                    <a:pt x="2558" y="3255"/>
                  </a:lnTo>
                  <a:lnTo>
                    <a:pt x="3139" y="3604"/>
                  </a:lnTo>
                  <a:lnTo>
                    <a:pt x="3952" y="4069"/>
                  </a:lnTo>
                  <a:lnTo>
                    <a:pt x="4766" y="4417"/>
                  </a:lnTo>
                  <a:lnTo>
                    <a:pt x="6974" y="5115"/>
                  </a:lnTo>
                  <a:lnTo>
                    <a:pt x="9647" y="5579"/>
                  </a:lnTo>
                  <a:lnTo>
                    <a:pt x="12669" y="6044"/>
                  </a:lnTo>
                  <a:lnTo>
                    <a:pt x="16039" y="6277"/>
                  </a:lnTo>
                  <a:lnTo>
                    <a:pt x="19642" y="6393"/>
                  </a:lnTo>
                  <a:lnTo>
                    <a:pt x="19642" y="6393"/>
                  </a:lnTo>
                  <a:lnTo>
                    <a:pt x="23245" y="6277"/>
                  </a:lnTo>
                  <a:lnTo>
                    <a:pt x="26616" y="6044"/>
                  </a:lnTo>
                  <a:lnTo>
                    <a:pt x="29637" y="5579"/>
                  </a:lnTo>
                  <a:lnTo>
                    <a:pt x="32194" y="5115"/>
                  </a:lnTo>
                  <a:lnTo>
                    <a:pt x="34403" y="4417"/>
                  </a:lnTo>
                  <a:lnTo>
                    <a:pt x="35332" y="4069"/>
                  </a:lnTo>
                  <a:lnTo>
                    <a:pt x="36030" y="3604"/>
                  </a:lnTo>
                  <a:lnTo>
                    <a:pt x="36727" y="3255"/>
                  </a:lnTo>
                  <a:lnTo>
                    <a:pt x="37076" y="2790"/>
                  </a:lnTo>
                  <a:lnTo>
                    <a:pt x="37424" y="2325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7541" y="1860"/>
                  </a:lnTo>
                  <a:lnTo>
                    <a:pt x="38122" y="1395"/>
                  </a:lnTo>
                  <a:lnTo>
                    <a:pt x="397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4930075" y="4422150"/>
              <a:ext cx="982100" cy="185975"/>
            </a:xfrm>
            <a:custGeom>
              <a:avLst/>
              <a:gdLst/>
              <a:ahLst/>
              <a:cxnLst/>
              <a:rect l="l" t="t" r="r" b="b"/>
              <a:pathLst>
                <a:path w="39284" h="7439" fill="none" extrusionOk="0">
                  <a:moveTo>
                    <a:pt x="39284" y="0"/>
                  </a:moveTo>
                  <a:lnTo>
                    <a:pt x="39284" y="0"/>
                  </a:lnTo>
                  <a:lnTo>
                    <a:pt x="36959" y="814"/>
                  </a:lnTo>
                  <a:lnTo>
                    <a:pt x="34518" y="1395"/>
                  </a:lnTo>
                  <a:lnTo>
                    <a:pt x="32194" y="1976"/>
                  </a:lnTo>
                  <a:lnTo>
                    <a:pt x="29870" y="2441"/>
                  </a:lnTo>
                  <a:lnTo>
                    <a:pt x="29870" y="2441"/>
                  </a:lnTo>
                  <a:lnTo>
                    <a:pt x="26964" y="3603"/>
                  </a:lnTo>
                  <a:lnTo>
                    <a:pt x="24175" y="4417"/>
                  </a:lnTo>
                  <a:lnTo>
                    <a:pt x="21153" y="5114"/>
                  </a:lnTo>
                  <a:lnTo>
                    <a:pt x="18131" y="5579"/>
                  </a:lnTo>
                  <a:lnTo>
                    <a:pt x="18131" y="5579"/>
                  </a:lnTo>
                  <a:lnTo>
                    <a:pt x="16155" y="5811"/>
                  </a:lnTo>
                  <a:lnTo>
                    <a:pt x="14063" y="5927"/>
                  </a:lnTo>
                  <a:lnTo>
                    <a:pt x="9995" y="6160"/>
                  </a:lnTo>
                  <a:lnTo>
                    <a:pt x="1744" y="6160"/>
                  </a:lnTo>
                  <a:lnTo>
                    <a:pt x="1744" y="6160"/>
                  </a:lnTo>
                  <a:lnTo>
                    <a:pt x="0" y="6276"/>
                  </a:lnTo>
                  <a:lnTo>
                    <a:pt x="0" y="6276"/>
                  </a:lnTo>
                  <a:lnTo>
                    <a:pt x="2906" y="6625"/>
                  </a:lnTo>
                  <a:lnTo>
                    <a:pt x="6393" y="7090"/>
                  </a:lnTo>
                  <a:lnTo>
                    <a:pt x="10344" y="7322"/>
                  </a:lnTo>
                  <a:lnTo>
                    <a:pt x="14761" y="7438"/>
                  </a:lnTo>
                  <a:lnTo>
                    <a:pt x="14761" y="7438"/>
                  </a:lnTo>
                  <a:lnTo>
                    <a:pt x="19526" y="7322"/>
                  </a:lnTo>
                  <a:lnTo>
                    <a:pt x="21966" y="7090"/>
                  </a:lnTo>
                  <a:lnTo>
                    <a:pt x="24523" y="6857"/>
                  </a:lnTo>
                  <a:lnTo>
                    <a:pt x="27196" y="6509"/>
                  </a:lnTo>
                  <a:lnTo>
                    <a:pt x="29870" y="6160"/>
                  </a:lnTo>
                  <a:lnTo>
                    <a:pt x="32659" y="5695"/>
                  </a:lnTo>
                  <a:lnTo>
                    <a:pt x="35448" y="4998"/>
                  </a:lnTo>
                  <a:lnTo>
                    <a:pt x="35448" y="5230"/>
                  </a:lnTo>
                  <a:lnTo>
                    <a:pt x="35448" y="5230"/>
                  </a:lnTo>
                  <a:lnTo>
                    <a:pt x="36378" y="4184"/>
                  </a:lnTo>
                  <a:lnTo>
                    <a:pt x="37424" y="3022"/>
                  </a:lnTo>
                  <a:lnTo>
                    <a:pt x="38354" y="1627"/>
                  </a:lnTo>
                  <a:lnTo>
                    <a:pt x="392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5717475" y="4308825"/>
              <a:ext cx="241200" cy="154025"/>
            </a:xfrm>
            <a:custGeom>
              <a:avLst/>
              <a:gdLst/>
              <a:ahLst/>
              <a:cxnLst/>
              <a:rect l="l" t="t" r="r" b="b"/>
              <a:pathLst>
                <a:path w="9648" h="6161" fill="none" extrusionOk="0">
                  <a:moveTo>
                    <a:pt x="9647" y="0"/>
                  </a:moveTo>
                  <a:lnTo>
                    <a:pt x="9647" y="0"/>
                  </a:lnTo>
                  <a:lnTo>
                    <a:pt x="8020" y="1046"/>
                  </a:lnTo>
                  <a:lnTo>
                    <a:pt x="6393" y="2092"/>
                  </a:lnTo>
                  <a:lnTo>
                    <a:pt x="6393" y="2092"/>
                  </a:lnTo>
                  <a:lnTo>
                    <a:pt x="3604" y="3952"/>
                  </a:lnTo>
                  <a:lnTo>
                    <a:pt x="2209" y="4882"/>
                  </a:lnTo>
                  <a:lnTo>
                    <a:pt x="698" y="5812"/>
                  </a:lnTo>
                  <a:lnTo>
                    <a:pt x="698" y="5812"/>
                  </a:lnTo>
                  <a:lnTo>
                    <a:pt x="1" y="6160"/>
                  </a:lnTo>
                  <a:lnTo>
                    <a:pt x="1" y="6160"/>
                  </a:lnTo>
                  <a:lnTo>
                    <a:pt x="3836" y="5230"/>
                  </a:lnTo>
                  <a:lnTo>
                    <a:pt x="7904" y="4068"/>
                  </a:lnTo>
                  <a:lnTo>
                    <a:pt x="7904" y="4301"/>
                  </a:lnTo>
                  <a:lnTo>
                    <a:pt x="7904" y="4301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020" y="4184"/>
                  </a:lnTo>
                  <a:lnTo>
                    <a:pt x="8950" y="2209"/>
                  </a:lnTo>
                  <a:lnTo>
                    <a:pt x="964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4677275" y="4416325"/>
              <a:ext cx="1240725" cy="5850"/>
            </a:xfrm>
            <a:custGeom>
              <a:avLst/>
              <a:gdLst/>
              <a:ahLst/>
              <a:cxnLst/>
              <a:rect l="l" t="t" r="r" b="b"/>
              <a:pathLst>
                <a:path w="49629" h="234" extrusionOk="0">
                  <a:moveTo>
                    <a:pt x="117" y="1"/>
                  </a:move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  <a:close/>
                  <a:moveTo>
                    <a:pt x="49512" y="1"/>
                  </a:moveTo>
                  <a:lnTo>
                    <a:pt x="49396" y="233"/>
                  </a:lnTo>
                  <a:lnTo>
                    <a:pt x="49628" y="233"/>
                  </a:lnTo>
                  <a:lnTo>
                    <a:pt x="495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5912150" y="4416325"/>
              <a:ext cx="5850" cy="5850"/>
            </a:xfrm>
            <a:custGeom>
              <a:avLst/>
              <a:gdLst/>
              <a:ahLst/>
              <a:cxnLst/>
              <a:rect l="l" t="t" r="r" b="b"/>
              <a:pathLst>
                <a:path w="234" h="234" fill="none" extrusionOk="0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233" y="233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4680200" y="4410525"/>
              <a:ext cx="1037300" cy="104625"/>
            </a:xfrm>
            <a:custGeom>
              <a:avLst/>
              <a:gdLst/>
              <a:ahLst/>
              <a:cxnLst/>
              <a:rect l="l" t="t" r="r" b="b"/>
              <a:pathLst>
                <a:path w="41492" h="4185" extrusionOk="0">
                  <a:moveTo>
                    <a:pt x="116" y="0"/>
                  </a:moveTo>
                  <a:lnTo>
                    <a:pt x="0" y="233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  <a:close/>
                  <a:moveTo>
                    <a:pt x="41492" y="2092"/>
                  </a:moveTo>
                  <a:lnTo>
                    <a:pt x="37191" y="2906"/>
                  </a:lnTo>
                  <a:lnTo>
                    <a:pt x="33007" y="3371"/>
                  </a:lnTo>
                  <a:lnTo>
                    <a:pt x="28940" y="3719"/>
                  </a:lnTo>
                  <a:lnTo>
                    <a:pt x="25104" y="3836"/>
                  </a:lnTo>
                  <a:lnTo>
                    <a:pt x="22315" y="3719"/>
                  </a:lnTo>
                  <a:lnTo>
                    <a:pt x="19642" y="3603"/>
                  </a:lnTo>
                  <a:lnTo>
                    <a:pt x="17085" y="3371"/>
                  </a:lnTo>
                  <a:lnTo>
                    <a:pt x="14644" y="3138"/>
                  </a:lnTo>
                  <a:lnTo>
                    <a:pt x="14063" y="3487"/>
                  </a:lnTo>
                  <a:lnTo>
                    <a:pt x="16620" y="3836"/>
                  </a:lnTo>
                  <a:lnTo>
                    <a:pt x="19293" y="4068"/>
                  </a:lnTo>
                  <a:lnTo>
                    <a:pt x="22082" y="4184"/>
                  </a:lnTo>
                  <a:lnTo>
                    <a:pt x="28591" y="4184"/>
                  </a:lnTo>
                  <a:lnTo>
                    <a:pt x="32194" y="3952"/>
                  </a:lnTo>
                  <a:lnTo>
                    <a:pt x="36029" y="3487"/>
                  </a:lnTo>
                  <a:lnTo>
                    <a:pt x="39865" y="2906"/>
                  </a:lnTo>
                  <a:lnTo>
                    <a:pt x="41492" y="2092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5031775" y="4462825"/>
              <a:ext cx="685725" cy="52325"/>
            </a:xfrm>
            <a:custGeom>
              <a:avLst/>
              <a:gdLst/>
              <a:ahLst/>
              <a:cxnLst/>
              <a:rect l="l" t="t" r="r" b="b"/>
              <a:pathLst>
                <a:path w="27429" h="2093" fill="none" extrusionOk="0">
                  <a:moveTo>
                    <a:pt x="27429" y="0"/>
                  </a:moveTo>
                  <a:lnTo>
                    <a:pt x="27429" y="0"/>
                  </a:lnTo>
                  <a:lnTo>
                    <a:pt x="23128" y="814"/>
                  </a:lnTo>
                  <a:lnTo>
                    <a:pt x="18944" y="1279"/>
                  </a:lnTo>
                  <a:lnTo>
                    <a:pt x="14877" y="1627"/>
                  </a:lnTo>
                  <a:lnTo>
                    <a:pt x="11041" y="1744"/>
                  </a:lnTo>
                  <a:lnTo>
                    <a:pt x="11041" y="1744"/>
                  </a:lnTo>
                  <a:lnTo>
                    <a:pt x="8252" y="1627"/>
                  </a:lnTo>
                  <a:lnTo>
                    <a:pt x="5579" y="1511"/>
                  </a:lnTo>
                  <a:lnTo>
                    <a:pt x="3022" y="1279"/>
                  </a:lnTo>
                  <a:lnTo>
                    <a:pt x="581" y="1046"/>
                  </a:lnTo>
                  <a:lnTo>
                    <a:pt x="0" y="1395"/>
                  </a:lnTo>
                  <a:lnTo>
                    <a:pt x="0" y="1395"/>
                  </a:lnTo>
                  <a:lnTo>
                    <a:pt x="2557" y="1744"/>
                  </a:lnTo>
                  <a:lnTo>
                    <a:pt x="5230" y="1976"/>
                  </a:lnTo>
                  <a:lnTo>
                    <a:pt x="8019" y="2092"/>
                  </a:lnTo>
                  <a:lnTo>
                    <a:pt x="11041" y="2092"/>
                  </a:lnTo>
                  <a:lnTo>
                    <a:pt x="11041" y="2092"/>
                  </a:lnTo>
                  <a:lnTo>
                    <a:pt x="14528" y="2092"/>
                  </a:lnTo>
                  <a:lnTo>
                    <a:pt x="18131" y="1860"/>
                  </a:lnTo>
                  <a:lnTo>
                    <a:pt x="21966" y="1395"/>
                  </a:lnTo>
                  <a:lnTo>
                    <a:pt x="25802" y="814"/>
                  </a:lnTo>
                  <a:lnTo>
                    <a:pt x="25802" y="814"/>
                  </a:lnTo>
                  <a:lnTo>
                    <a:pt x="2742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5912150" y="4416325"/>
              <a:ext cx="2925" cy="5850"/>
            </a:xfrm>
            <a:custGeom>
              <a:avLst/>
              <a:gdLst/>
              <a:ahLst/>
              <a:cxnLst/>
              <a:rect l="l" t="t" r="r" b="b"/>
              <a:pathLst>
                <a:path w="117" h="234" fill="none" extrusionOk="0">
                  <a:moveTo>
                    <a:pt x="117" y="1"/>
                  </a:moveTo>
                  <a:lnTo>
                    <a:pt x="117" y="1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" y="233"/>
                  </a:lnTo>
                  <a:lnTo>
                    <a:pt x="117" y="1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4680200" y="4410525"/>
              <a:ext cx="145300" cy="52325"/>
            </a:xfrm>
            <a:custGeom>
              <a:avLst/>
              <a:gdLst/>
              <a:ahLst/>
              <a:cxnLst/>
              <a:rect l="l" t="t" r="r" b="b"/>
              <a:pathLst>
                <a:path w="5812" h="2093" fill="none" extrusionOk="0">
                  <a:moveTo>
                    <a:pt x="116" y="0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116" y="465"/>
                  </a:lnTo>
                  <a:lnTo>
                    <a:pt x="116" y="465"/>
                  </a:lnTo>
                  <a:lnTo>
                    <a:pt x="2092" y="1162"/>
                  </a:lnTo>
                  <a:lnTo>
                    <a:pt x="5811" y="2092"/>
                  </a:lnTo>
                  <a:lnTo>
                    <a:pt x="5346" y="1511"/>
                  </a:lnTo>
                  <a:lnTo>
                    <a:pt x="5346" y="1511"/>
                  </a:lnTo>
                  <a:lnTo>
                    <a:pt x="3138" y="930"/>
                  </a:lnTo>
                  <a:lnTo>
                    <a:pt x="1511" y="465"/>
                  </a:lnTo>
                  <a:lnTo>
                    <a:pt x="1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4813850" y="4448300"/>
              <a:ext cx="232475" cy="49400"/>
            </a:xfrm>
            <a:custGeom>
              <a:avLst/>
              <a:gdLst/>
              <a:ahLst/>
              <a:cxnLst/>
              <a:rect l="l" t="t" r="r" b="b"/>
              <a:pathLst>
                <a:path w="9299" h="1976" extrusionOk="0">
                  <a:moveTo>
                    <a:pt x="0" y="0"/>
                  </a:move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4813850" y="4448300"/>
              <a:ext cx="232475" cy="49400"/>
            </a:xfrm>
            <a:custGeom>
              <a:avLst/>
              <a:gdLst/>
              <a:ahLst/>
              <a:cxnLst/>
              <a:rect l="l" t="t" r="r" b="b"/>
              <a:pathLst>
                <a:path w="9299" h="1976" fill="none" extrusionOk="0">
                  <a:moveTo>
                    <a:pt x="0" y="0"/>
                  </a:moveTo>
                  <a:lnTo>
                    <a:pt x="465" y="581"/>
                  </a:lnTo>
                  <a:lnTo>
                    <a:pt x="465" y="581"/>
                  </a:lnTo>
                  <a:lnTo>
                    <a:pt x="4184" y="1279"/>
                  </a:lnTo>
                  <a:lnTo>
                    <a:pt x="8717" y="1976"/>
                  </a:lnTo>
                  <a:lnTo>
                    <a:pt x="9298" y="1627"/>
                  </a:lnTo>
                  <a:lnTo>
                    <a:pt x="9298" y="1627"/>
                  </a:lnTo>
                  <a:lnTo>
                    <a:pt x="6625" y="1279"/>
                  </a:lnTo>
                  <a:lnTo>
                    <a:pt x="4184" y="8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5676800" y="4410525"/>
              <a:ext cx="238275" cy="72650"/>
            </a:xfrm>
            <a:custGeom>
              <a:avLst/>
              <a:gdLst/>
              <a:ahLst/>
              <a:cxnLst/>
              <a:rect l="l" t="t" r="r" b="b"/>
              <a:pathLst>
                <a:path w="9531" h="2906" extrusionOk="0">
                  <a:moveTo>
                    <a:pt x="9531" y="0"/>
                  </a:moveTo>
                  <a:lnTo>
                    <a:pt x="5463" y="116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5676800" y="4410525"/>
              <a:ext cx="238275" cy="72650"/>
            </a:xfrm>
            <a:custGeom>
              <a:avLst/>
              <a:gdLst/>
              <a:ahLst/>
              <a:cxnLst/>
              <a:rect l="l" t="t" r="r" b="b"/>
              <a:pathLst>
                <a:path w="9531" h="2906" fill="none" extrusionOk="0">
                  <a:moveTo>
                    <a:pt x="9531" y="0"/>
                  </a:moveTo>
                  <a:lnTo>
                    <a:pt x="9531" y="0"/>
                  </a:lnTo>
                  <a:lnTo>
                    <a:pt x="5463" y="1162"/>
                  </a:lnTo>
                  <a:lnTo>
                    <a:pt x="1628" y="2092"/>
                  </a:lnTo>
                  <a:lnTo>
                    <a:pt x="1628" y="2092"/>
                  </a:lnTo>
                  <a:lnTo>
                    <a:pt x="1" y="2906"/>
                  </a:lnTo>
                  <a:lnTo>
                    <a:pt x="1" y="2906"/>
                  </a:lnTo>
                  <a:lnTo>
                    <a:pt x="2325" y="2441"/>
                  </a:lnTo>
                  <a:lnTo>
                    <a:pt x="4649" y="1860"/>
                  </a:lnTo>
                  <a:lnTo>
                    <a:pt x="7090" y="1279"/>
                  </a:lnTo>
                  <a:lnTo>
                    <a:pt x="9415" y="465"/>
                  </a:lnTo>
                  <a:lnTo>
                    <a:pt x="9415" y="465"/>
                  </a:lnTo>
                  <a:lnTo>
                    <a:pt x="9531" y="233"/>
                  </a:lnTo>
                  <a:lnTo>
                    <a:pt x="95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4781875" y="4552900"/>
              <a:ext cx="1037325" cy="8725"/>
            </a:xfrm>
            <a:custGeom>
              <a:avLst/>
              <a:gdLst/>
              <a:ahLst/>
              <a:cxnLst/>
              <a:rect l="l" t="t" r="r" b="b"/>
              <a:pathLst>
                <a:path w="41493" h="349" extrusionOk="0">
                  <a:moveTo>
                    <a:pt x="117" y="0"/>
                  </a:moveTo>
                  <a:lnTo>
                    <a:pt x="1" y="233"/>
                  </a:lnTo>
                  <a:lnTo>
                    <a:pt x="466" y="349"/>
                  </a:lnTo>
                  <a:lnTo>
                    <a:pt x="117" y="0"/>
                  </a:lnTo>
                  <a:close/>
                  <a:moveTo>
                    <a:pt x="41376" y="0"/>
                  </a:moveTo>
                  <a:lnTo>
                    <a:pt x="41144" y="349"/>
                  </a:lnTo>
                  <a:lnTo>
                    <a:pt x="41492" y="233"/>
                  </a:lnTo>
                  <a:lnTo>
                    <a:pt x="41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4781875" y="4552900"/>
              <a:ext cx="11650" cy="8725"/>
            </a:xfrm>
            <a:custGeom>
              <a:avLst/>
              <a:gdLst/>
              <a:ahLst/>
              <a:cxnLst/>
              <a:rect l="l" t="t" r="r" b="b"/>
              <a:pathLst>
                <a:path w="466" h="349" fill="none" extrusionOk="0">
                  <a:moveTo>
                    <a:pt x="117" y="0"/>
                  </a:moveTo>
                  <a:lnTo>
                    <a:pt x="1" y="233"/>
                  </a:lnTo>
                  <a:lnTo>
                    <a:pt x="1" y="233"/>
                  </a:lnTo>
                  <a:lnTo>
                    <a:pt x="466" y="349"/>
                  </a:lnTo>
                  <a:lnTo>
                    <a:pt x="466" y="349"/>
                  </a:lnTo>
                  <a:lnTo>
                    <a:pt x="1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5810450" y="4552900"/>
              <a:ext cx="8750" cy="8725"/>
            </a:xfrm>
            <a:custGeom>
              <a:avLst/>
              <a:gdLst/>
              <a:ahLst/>
              <a:cxnLst/>
              <a:rect l="l" t="t" r="r" b="b"/>
              <a:pathLst>
                <a:path w="350" h="349" fill="none" extrusionOk="0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349" y="233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4784800" y="4547075"/>
              <a:ext cx="145300" cy="32000"/>
            </a:xfrm>
            <a:custGeom>
              <a:avLst/>
              <a:gdLst/>
              <a:ahLst/>
              <a:cxnLst/>
              <a:rect l="l" t="t" r="r" b="b"/>
              <a:pathLst>
                <a:path w="5812" h="1280" extrusionOk="0">
                  <a:moveTo>
                    <a:pt x="0" y="1"/>
                  </a:moveTo>
                  <a:lnTo>
                    <a:pt x="0" y="233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  <a:close/>
                  <a:moveTo>
                    <a:pt x="5114" y="1163"/>
                  </a:moveTo>
                  <a:lnTo>
                    <a:pt x="4882" y="1279"/>
                  </a:lnTo>
                  <a:lnTo>
                    <a:pt x="5811" y="1279"/>
                  </a:lnTo>
                  <a:lnTo>
                    <a:pt x="5114" y="1163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5810450" y="4552900"/>
              <a:ext cx="5850" cy="8725"/>
            </a:xfrm>
            <a:custGeom>
              <a:avLst/>
              <a:gdLst/>
              <a:ahLst/>
              <a:cxnLst/>
              <a:rect l="l" t="t" r="r" b="b"/>
              <a:pathLst>
                <a:path w="234" h="349" fill="none" extrusionOk="0">
                  <a:moveTo>
                    <a:pt x="233" y="0"/>
                  </a:moveTo>
                  <a:lnTo>
                    <a:pt x="233" y="0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1" y="349"/>
                  </a:lnTo>
                  <a:lnTo>
                    <a:pt x="233" y="0"/>
                  </a:lnTo>
                  <a:lnTo>
                    <a:pt x="23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4784800" y="4547075"/>
              <a:ext cx="145300" cy="32000"/>
            </a:xfrm>
            <a:custGeom>
              <a:avLst/>
              <a:gdLst/>
              <a:ahLst/>
              <a:cxnLst/>
              <a:rect l="l" t="t" r="r" b="b"/>
              <a:pathLst>
                <a:path w="5812" h="1280" fill="none" extrusionOk="0">
                  <a:moveTo>
                    <a:pt x="0" y="1"/>
                  </a:moveTo>
                  <a:lnTo>
                    <a:pt x="0" y="233"/>
                  </a:lnTo>
                  <a:lnTo>
                    <a:pt x="0" y="233"/>
                  </a:lnTo>
                  <a:lnTo>
                    <a:pt x="349" y="582"/>
                  </a:lnTo>
                  <a:lnTo>
                    <a:pt x="349" y="582"/>
                  </a:lnTo>
                  <a:lnTo>
                    <a:pt x="3487" y="1279"/>
                  </a:lnTo>
                  <a:lnTo>
                    <a:pt x="3487" y="1279"/>
                  </a:lnTo>
                  <a:lnTo>
                    <a:pt x="5811" y="1279"/>
                  </a:lnTo>
                  <a:lnTo>
                    <a:pt x="5811" y="1279"/>
                  </a:lnTo>
                  <a:lnTo>
                    <a:pt x="5114" y="1163"/>
                  </a:lnTo>
                  <a:lnTo>
                    <a:pt x="4882" y="1279"/>
                  </a:lnTo>
                  <a:lnTo>
                    <a:pt x="4649" y="1047"/>
                  </a:lnTo>
                  <a:lnTo>
                    <a:pt x="4649" y="1047"/>
                  </a:lnTo>
                  <a:lnTo>
                    <a:pt x="1279" y="349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4901025" y="4573225"/>
              <a:ext cx="11625" cy="5850"/>
            </a:xfrm>
            <a:custGeom>
              <a:avLst/>
              <a:gdLst/>
              <a:ahLst/>
              <a:cxnLst/>
              <a:rect l="l" t="t" r="r" b="b"/>
              <a:pathLst>
                <a:path w="465" h="234" extrusionOk="0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4901025" y="4573225"/>
              <a:ext cx="11625" cy="5850"/>
            </a:xfrm>
            <a:custGeom>
              <a:avLst/>
              <a:gdLst/>
              <a:ahLst/>
              <a:cxnLst/>
              <a:rect l="l" t="t" r="r" b="b"/>
              <a:pathLst>
                <a:path w="465" h="234" fill="none" extrusionOk="0">
                  <a:moveTo>
                    <a:pt x="0" y="1"/>
                  </a:moveTo>
                  <a:lnTo>
                    <a:pt x="233" y="233"/>
                  </a:lnTo>
                  <a:lnTo>
                    <a:pt x="465" y="117"/>
                  </a:lnTo>
                  <a:lnTo>
                    <a:pt x="465" y="117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4871950" y="4547075"/>
              <a:ext cx="944350" cy="72675"/>
            </a:xfrm>
            <a:custGeom>
              <a:avLst/>
              <a:gdLst/>
              <a:ahLst/>
              <a:cxnLst/>
              <a:rect l="l" t="t" r="r" b="b"/>
              <a:pathLst>
                <a:path w="37774" h="2907" extrusionOk="0">
                  <a:moveTo>
                    <a:pt x="37773" y="1"/>
                  </a:move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4871950" y="4547075"/>
              <a:ext cx="944350" cy="72675"/>
            </a:xfrm>
            <a:custGeom>
              <a:avLst/>
              <a:gdLst/>
              <a:ahLst/>
              <a:cxnLst/>
              <a:rect l="l" t="t" r="r" b="b"/>
              <a:pathLst>
                <a:path w="37774" h="2907" fill="none" extrusionOk="0">
                  <a:moveTo>
                    <a:pt x="37773" y="1"/>
                  </a:moveTo>
                  <a:lnTo>
                    <a:pt x="37773" y="1"/>
                  </a:lnTo>
                  <a:lnTo>
                    <a:pt x="34984" y="698"/>
                  </a:lnTo>
                  <a:lnTo>
                    <a:pt x="32195" y="1163"/>
                  </a:lnTo>
                  <a:lnTo>
                    <a:pt x="29521" y="1512"/>
                  </a:lnTo>
                  <a:lnTo>
                    <a:pt x="26848" y="1860"/>
                  </a:lnTo>
                  <a:lnTo>
                    <a:pt x="24291" y="2093"/>
                  </a:lnTo>
                  <a:lnTo>
                    <a:pt x="21851" y="2325"/>
                  </a:lnTo>
                  <a:lnTo>
                    <a:pt x="17086" y="2441"/>
                  </a:lnTo>
                  <a:lnTo>
                    <a:pt x="17086" y="2441"/>
                  </a:lnTo>
                  <a:lnTo>
                    <a:pt x="12669" y="2325"/>
                  </a:lnTo>
                  <a:lnTo>
                    <a:pt x="8718" y="2093"/>
                  </a:lnTo>
                  <a:lnTo>
                    <a:pt x="5231" y="1628"/>
                  </a:lnTo>
                  <a:lnTo>
                    <a:pt x="2325" y="1279"/>
                  </a:lnTo>
                  <a:lnTo>
                    <a:pt x="2325" y="1279"/>
                  </a:lnTo>
                  <a:lnTo>
                    <a:pt x="1" y="1279"/>
                  </a:lnTo>
                  <a:lnTo>
                    <a:pt x="1" y="1279"/>
                  </a:lnTo>
                  <a:lnTo>
                    <a:pt x="3139" y="1860"/>
                  </a:lnTo>
                  <a:lnTo>
                    <a:pt x="7090" y="2325"/>
                  </a:lnTo>
                  <a:lnTo>
                    <a:pt x="11739" y="2674"/>
                  </a:lnTo>
                  <a:lnTo>
                    <a:pt x="14296" y="2790"/>
                  </a:lnTo>
                  <a:lnTo>
                    <a:pt x="17086" y="2906"/>
                  </a:lnTo>
                  <a:lnTo>
                    <a:pt x="17086" y="2906"/>
                  </a:lnTo>
                  <a:lnTo>
                    <a:pt x="21735" y="2790"/>
                  </a:lnTo>
                  <a:lnTo>
                    <a:pt x="24175" y="2558"/>
                  </a:lnTo>
                  <a:lnTo>
                    <a:pt x="26732" y="2325"/>
                  </a:lnTo>
                  <a:lnTo>
                    <a:pt x="29405" y="2093"/>
                  </a:lnTo>
                  <a:lnTo>
                    <a:pt x="32078" y="1628"/>
                  </a:lnTo>
                  <a:lnTo>
                    <a:pt x="34751" y="1163"/>
                  </a:lnTo>
                  <a:lnTo>
                    <a:pt x="37541" y="582"/>
                  </a:lnTo>
                  <a:lnTo>
                    <a:pt x="37541" y="582"/>
                  </a:lnTo>
                  <a:lnTo>
                    <a:pt x="37773" y="233"/>
                  </a:lnTo>
                  <a:lnTo>
                    <a:pt x="3777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4709250" y="3707375"/>
              <a:ext cx="1188400" cy="735125"/>
            </a:xfrm>
            <a:custGeom>
              <a:avLst/>
              <a:gdLst/>
              <a:ahLst/>
              <a:cxnLst/>
              <a:rect l="l" t="t" r="r" b="b"/>
              <a:pathLst>
                <a:path w="47536" h="29405" extrusionOk="0">
                  <a:moveTo>
                    <a:pt x="25686" y="0"/>
                  </a:move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4709250" y="3707375"/>
              <a:ext cx="1188400" cy="735125"/>
            </a:xfrm>
            <a:custGeom>
              <a:avLst/>
              <a:gdLst/>
              <a:ahLst/>
              <a:cxnLst/>
              <a:rect l="l" t="t" r="r" b="b"/>
              <a:pathLst>
                <a:path w="47536" h="29405" fill="none" extrusionOk="0">
                  <a:moveTo>
                    <a:pt x="42887" y="25918"/>
                  </a:moveTo>
                  <a:lnTo>
                    <a:pt x="42887" y="25918"/>
                  </a:lnTo>
                  <a:lnTo>
                    <a:pt x="44165" y="25453"/>
                  </a:lnTo>
                  <a:lnTo>
                    <a:pt x="45443" y="24756"/>
                  </a:lnTo>
                  <a:lnTo>
                    <a:pt x="45908" y="24407"/>
                  </a:lnTo>
                  <a:lnTo>
                    <a:pt x="46489" y="23942"/>
                  </a:lnTo>
                  <a:lnTo>
                    <a:pt x="46838" y="23361"/>
                  </a:lnTo>
                  <a:lnTo>
                    <a:pt x="47187" y="22780"/>
                  </a:lnTo>
                  <a:lnTo>
                    <a:pt x="47187" y="22780"/>
                  </a:lnTo>
                  <a:lnTo>
                    <a:pt x="47419" y="22083"/>
                  </a:lnTo>
                  <a:lnTo>
                    <a:pt x="47535" y="21385"/>
                  </a:lnTo>
                  <a:lnTo>
                    <a:pt x="47535" y="20688"/>
                  </a:lnTo>
                  <a:lnTo>
                    <a:pt x="47535" y="19991"/>
                  </a:lnTo>
                  <a:lnTo>
                    <a:pt x="47419" y="19293"/>
                  </a:lnTo>
                  <a:lnTo>
                    <a:pt x="47187" y="18596"/>
                  </a:lnTo>
                  <a:lnTo>
                    <a:pt x="46838" y="18015"/>
                  </a:lnTo>
                  <a:lnTo>
                    <a:pt x="46489" y="17434"/>
                  </a:lnTo>
                  <a:lnTo>
                    <a:pt x="46489" y="17434"/>
                  </a:lnTo>
                  <a:lnTo>
                    <a:pt x="46025" y="16853"/>
                  </a:lnTo>
                  <a:lnTo>
                    <a:pt x="45443" y="16388"/>
                  </a:lnTo>
                  <a:lnTo>
                    <a:pt x="44281" y="15458"/>
                  </a:lnTo>
                  <a:lnTo>
                    <a:pt x="43235" y="14412"/>
                  </a:lnTo>
                  <a:lnTo>
                    <a:pt x="42770" y="13947"/>
                  </a:lnTo>
                  <a:lnTo>
                    <a:pt x="42305" y="13250"/>
                  </a:lnTo>
                  <a:lnTo>
                    <a:pt x="42305" y="13250"/>
                  </a:lnTo>
                  <a:lnTo>
                    <a:pt x="42073" y="12669"/>
                  </a:lnTo>
                  <a:lnTo>
                    <a:pt x="41841" y="11971"/>
                  </a:lnTo>
                  <a:lnTo>
                    <a:pt x="41608" y="11274"/>
                  </a:lnTo>
                  <a:lnTo>
                    <a:pt x="41376" y="10693"/>
                  </a:lnTo>
                  <a:lnTo>
                    <a:pt x="41376" y="10693"/>
                  </a:lnTo>
                  <a:lnTo>
                    <a:pt x="40795" y="9879"/>
                  </a:lnTo>
                  <a:lnTo>
                    <a:pt x="39981" y="9182"/>
                  </a:lnTo>
                  <a:lnTo>
                    <a:pt x="39167" y="8601"/>
                  </a:lnTo>
                  <a:lnTo>
                    <a:pt x="38238" y="8020"/>
                  </a:lnTo>
                  <a:lnTo>
                    <a:pt x="36378" y="7090"/>
                  </a:lnTo>
                  <a:lnTo>
                    <a:pt x="35448" y="6625"/>
                  </a:lnTo>
                  <a:lnTo>
                    <a:pt x="34635" y="5928"/>
                  </a:lnTo>
                  <a:lnTo>
                    <a:pt x="34635" y="5928"/>
                  </a:lnTo>
                  <a:lnTo>
                    <a:pt x="34054" y="5463"/>
                  </a:lnTo>
                  <a:lnTo>
                    <a:pt x="33589" y="4882"/>
                  </a:lnTo>
                  <a:lnTo>
                    <a:pt x="32659" y="3603"/>
                  </a:lnTo>
                  <a:lnTo>
                    <a:pt x="31729" y="2441"/>
                  </a:lnTo>
                  <a:lnTo>
                    <a:pt x="31264" y="1860"/>
                  </a:lnTo>
                  <a:lnTo>
                    <a:pt x="30683" y="1279"/>
                  </a:lnTo>
                  <a:lnTo>
                    <a:pt x="30683" y="1279"/>
                  </a:lnTo>
                  <a:lnTo>
                    <a:pt x="30102" y="930"/>
                  </a:lnTo>
                  <a:lnTo>
                    <a:pt x="29405" y="581"/>
                  </a:lnTo>
                  <a:lnTo>
                    <a:pt x="28707" y="349"/>
                  </a:lnTo>
                  <a:lnTo>
                    <a:pt x="28010" y="116"/>
                  </a:lnTo>
                  <a:lnTo>
                    <a:pt x="27197" y="0"/>
                  </a:lnTo>
                  <a:lnTo>
                    <a:pt x="26499" y="0"/>
                  </a:lnTo>
                  <a:lnTo>
                    <a:pt x="25686" y="0"/>
                  </a:lnTo>
                  <a:lnTo>
                    <a:pt x="24988" y="116"/>
                  </a:lnTo>
                  <a:lnTo>
                    <a:pt x="24988" y="116"/>
                  </a:lnTo>
                  <a:lnTo>
                    <a:pt x="23594" y="581"/>
                  </a:lnTo>
                  <a:lnTo>
                    <a:pt x="22199" y="1279"/>
                  </a:lnTo>
                  <a:lnTo>
                    <a:pt x="20920" y="2092"/>
                  </a:lnTo>
                  <a:lnTo>
                    <a:pt x="19758" y="3022"/>
                  </a:lnTo>
                  <a:lnTo>
                    <a:pt x="19758" y="3022"/>
                  </a:lnTo>
                  <a:lnTo>
                    <a:pt x="17666" y="5230"/>
                  </a:lnTo>
                  <a:lnTo>
                    <a:pt x="16620" y="6160"/>
                  </a:lnTo>
                  <a:lnTo>
                    <a:pt x="15923" y="6625"/>
                  </a:lnTo>
                  <a:lnTo>
                    <a:pt x="15342" y="6974"/>
                  </a:lnTo>
                  <a:lnTo>
                    <a:pt x="15342" y="6974"/>
                  </a:lnTo>
                  <a:lnTo>
                    <a:pt x="14063" y="7322"/>
                  </a:lnTo>
                  <a:lnTo>
                    <a:pt x="12901" y="7555"/>
                  </a:lnTo>
                  <a:lnTo>
                    <a:pt x="11623" y="7903"/>
                  </a:lnTo>
                  <a:lnTo>
                    <a:pt x="10460" y="8368"/>
                  </a:lnTo>
                  <a:lnTo>
                    <a:pt x="10460" y="8368"/>
                  </a:lnTo>
                  <a:lnTo>
                    <a:pt x="9647" y="8833"/>
                  </a:lnTo>
                  <a:lnTo>
                    <a:pt x="8950" y="9414"/>
                  </a:lnTo>
                  <a:lnTo>
                    <a:pt x="8368" y="10112"/>
                  </a:lnTo>
                  <a:lnTo>
                    <a:pt x="7787" y="10925"/>
                  </a:lnTo>
                  <a:lnTo>
                    <a:pt x="6625" y="12552"/>
                  </a:lnTo>
                  <a:lnTo>
                    <a:pt x="5463" y="14063"/>
                  </a:lnTo>
                  <a:lnTo>
                    <a:pt x="5463" y="14063"/>
                  </a:lnTo>
                  <a:lnTo>
                    <a:pt x="4417" y="15342"/>
                  </a:lnTo>
                  <a:lnTo>
                    <a:pt x="3138" y="16504"/>
                  </a:lnTo>
                  <a:lnTo>
                    <a:pt x="2092" y="17666"/>
                  </a:lnTo>
                  <a:lnTo>
                    <a:pt x="1046" y="18945"/>
                  </a:lnTo>
                  <a:lnTo>
                    <a:pt x="1046" y="18945"/>
                  </a:lnTo>
                  <a:lnTo>
                    <a:pt x="582" y="19758"/>
                  </a:lnTo>
                  <a:lnTo>
                    <a:pt x="233" y="20572"/>
                  </a:lnTo>
                  <a:lnTo>
                    <a:pt x="117" y="21385"/>
                  </a:lnTo>
                  <a:lnTo>
                    <a:pt x="0" y="22199"/>
                  </a:lnTo>
                  <a:lnTo>
                    <a:pt x="0" y="23012"/>
                  </a:lnTo>
                  <a:lnTo>
                    <a:pt x="233" y="23710"/>
                  </a:lnTo>
                  <a:lnTo>
                    <a:pt x="582" y="24523"/>
                  </a:lnTo>
                  <a:lnTo>
                    <a:pt x="1046" y="25104"/>
                  </a:lnTo>
                  <a:lnTo>
                    <a:pt x="1046" y="25104"/>
                  </a:lnTo>
                  <a:lnTo>
                    <a:pt x="1860" y="25453"/>
                  </a:lnTo>
                  <a:lnTo>
                    <a:pt x="4184" y="26383"/>
                  </a:lnTo>
                  <a:lnTo>
                    <a:pt x="5812" y="26964"/>
                  </a:lnTo>
                  <a:lnTo>
                    <a:pt x="7904" y="27545"/>
                  </a:lnTo>
                  <a:lnTo>
                    <a:pt x="10228" y="28126"/>
                  </a:lnTo>
                  <a:lnTo>
                    <a:pt x="12785" y="28591"/>
                  </a:lnTo>
                  <a:lnTo>
                    <a:pt x="15690" y="29056"/>
                  </a:lnTo>
                  <a:lnTo>
                    <a:pt x="18945" y="29288"/>
                  </a:lnTo>
                  <a:lnTo>
                    <a:pt x="22315" y="29405"/>
                  </a:lnTo>
                  <a:lnTo>
                    <a:pt x="26034" y="29288"/>
                  </a:lnTo>
                  <a:lnTo>
                    <a:pt x="29986" y="28940"/>
                  </a:lnTo>
                  <a:lnTo>
                    <a:pt x="31962" y="28707"/>
                  </a:lnTo>
                  <a:lnTo>
                    <a:pt x="34054" y="28242"/>
                  </a:lnTo>
                  <a:lnTo>
                    <a:pt x="36146" y="27894"/>
                  </a:lnTo>
                  <a:lnTo>
                    <a:pt x="38354" y="27313"/>
                  </a:lnTo>
                  <a:lnTo>
                    <a:pt x="40562" y="26732"/>
                  </a:lnTo>
                  <a:lnTo>
                    <a:pt x="42887" y="259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5575100" y="385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08F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5575100" y="385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5575100" y="3855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4712150" y="3756775"/>
              <a:ext cx="1185500" cy="685725"/>
            </a:xfrm>
            <a:custGeom>
              <a:avLst/>
              <a:gdLst/>
              <a:ahLst/>
              <a:cxnLst/>
              <a:rect l="l" t="t" r="r" b="b"/>
              <a:pathLst>
                <a:path w="47420" h="27429" extrusionOk="0">
                  <a:moveTo>
                    <a:pt x="31265" y="0"/>
                  </a:move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4712150" y="3756775"/>
              <a:ext cx="1185500" cy="685725"/>
            </a:xfrm>
            <a:custGeom>
              <a:avLst/>
              <a:gdLst/>
              <a:ahLst/>
              <a:cxnLst/>
              <a:rect l="l" t="t" r="r" b="b"/>
              <a:pathLst>
                <a:path w="47420" h="27429" fill="none" extrusionOk="0">
                  <a:moveTo>
                    <a:pt x="31265" y="0"/>
                  </a:moveTo>
                  <a:lnTo>
                    <a:pt x="31265" y="0"/>
                  </a:lnTo>
                  <a:lnTo>
                    <a:pt x="31032" y="697"/>
                  </a:lnTo>
                  <a:lnTo>
                    <a:pt x="30916" y="1395"/>
                  </a:lnTo>
                  <a:lnTo>
                    <a:pt x="30916" y="2208"/>
                  </a:lnTo>
                  <a:lnTo>
                    <a:pt x="30916" y="2906"/>
                  </a:lnTo>
                  <a:lnTo>
                    <a:pt x="31265" y="4416"/>
                  </a:lnTo>
                  <a:lnTo>
                    <a:pt x="31613" y="5927"/>
                  </a:lnTo>
                  <a:lnTo>
                    <a:pt x="31962" y="7438"/>
                  </a:lnTo>
                  <a:lnTo>
                    <a:pt x="32078" y="8949"/>
                  </a:lnTo>
                  <a:lnTo>
                    <a:pt x="32194" y="9763"/>
                  </a:lnTo>
                  <a:lnTo>
                    <a:pt x="32078" y="10460"/>
                  </a:lnTo>
                  <a:lnTo>
                    <a:pt x="31846" y="11274"/>
                  </a:lnTo>
                  <a:lnTo>
                    <a:pt x="31613" y="11971"/>
                  </a:lnTo>
                  <a:lnTo>
                    <a:pt x="31613" y="11971"/>
                  </a:lnTo>
                  <a:lnTo>
                    <a:pt x="31265" y="12668"/>
                  </a:lnTo>
                  <a:lnTo>
                    <a:pt x="30800" y="13249"/>
                  </a:lnTo>
                  <a:lnTo>
                    <a:pt x="29870" y="14295"/>
                  </a:lnTo>
                  <a:lnTo>
                    <a:pt x="28824" y="15341"/>
                  </a:lnTo>
                  <a:lnTo>
                    <a:pt x="27662" y="16271"/>
                  </a:lnTo>
                  <a:lnTo>
                    <a:pt x="27662" y="16271"/>
                  </a:lnTo>
                  <a:lnTo>
                    <a:pt x="24872" y="18479"/>
                  </a:lnTo>
                  <a:lnTo>
                    <a:pt x="23478" y="19525"/>
                  </a:lnTo>
                  <a:lnTo>
                    <a:pt x="21967" y="20455"/>
                  </a:lnTo>
                  <a:lnTo>
                    <a:pt x="21967" y="20455"/>
                  </a:lnTo>
                  <a:lnTo>
                    <a:pt x="20223" y="21269"/>
                  </a:lnTo>
                  <a:lnTo>
                    <a:pt x="18364" y="21850"/>
                  </a:lnTo>
                  <a:lnTo>
                    <a:pt x="16504" y="22315"/>
                  </a:lnTo>
                  <a:lnTo>
                    <a:pt x="14528" y="22663"/>
                  </a:lnTo>
                  <a:lnTo>
                    <a:pt x="12553" y="22896"/>
                  </a:lnTo>
                  <a:lnTo>
                    <a:pt x="10693" y="23012"/>
                  </a:lnTo>
                  <a:lnTo>
                    <a:pt x="6742" y="23245"/>
                  </a:lnTo>
                  <a:lnTo>
                    <a:pt x="6742" y="23245"/>
                  </a:lnTo>
                  <a:lnTo>
                    <a:pt x="5812" y="23361"/>
                  </a:lnTo>
                  <a:lnTo>
                    <a:pt x="5812" y="23361"/>
                  </a:lnTo>
                  <a:lnTo>
                    <a:pt x="4301" y="23245"/>
                  </a:lnTo>
                  <a:lnTo>
                    <a:pt x="2790" y="22896"/>
                  </a:lnTo>
                  <a:lnTo>
                    <a:pt x="1279" y="22315"/>
                  </a:lnTo>
                  <a:lnTo>
                    <a:pt x="1" y="21501"/>
                  </a:lnTo>
                  <a:lnTo>
                    <a:pt x="1" y="21501"/>
                  </a:lnTo>
                  <a:lnTo>
                    <a:pt x="349" y="22431"/>
                  </a:lnTo>
                  <a:lnTo>
                    <a:pt x="582" y="22780"/>
                  </a:lnTo>
                  <a:lnTo>
                    <a:pt x="930" y="23128"/>
                  </a:lnTo>
                  <a:lnTo>
                    <a:pt x="930" y="23128"/>
                  </a:lnTo>
                  <a:lnTo>
                    <a:pt x="2441" y="23826"/>
                  </a:lnTo>
                  <a:lnTo>
                    <a:pt x="4301" y="24523"/>
                  </a:lnTo>
                  <a:lnTo>
                    <a:pt x="6742" y="25220"/>
                  </a:lnTo>
                  <a:lnTo>
                    <a:pt x="9763" y="26034"/>
                  </a:lnTo>
                  <a:lnTo>
                    <a:pt x="13482" y="26731"/>
                  </a:lnTo>
                  <a:lnTo>
                    <a:pt x="15458" y="27080"/>
                  </a:lnTo>
                  <a:lnTo>
                    <a:pt x="17666" y="27196"/>
                  </a:lnTo>
                  <a:lnTo>
                    <a:pt x="19875" y="27429"/>
                  </a:lnTo>
                  <a:lnTo>
                    <a:pt x="22315" y="27429"/>
                  </a:lnTo>
                  <a:lnTo>
                    <a:pt x="22315" y="27429"/>
                  </a:lnTo>
                  <a:lnTo>
                    <a:pt x="24524" y="27429"/>
                  </a:lnTo>
                  <a:lnTo>
                    <a:pt x="26964" y="27312"/>
                  </a:lnTo>
                  <a:lnTo>
                    <a:pt x="29405" y="26964"/>
                  </a:lnTo>
                  <a:lnTo>
                    <a:pt x="31846" y="26615"/>
                  </a:lnTo>
                  <a:lnTo>
                    <a:pt x="34519" y="26150"/>
                  </a:lnTo>
                  <a:lnTo>
                    <a:pt x="37192" y="25569"/>
                  </a:lnTo>
                  <a:lnTo>
                    <a:pt x="39865" y="24872"/>
                  </a:lnTo>
                  <a:lnTo>
                    <a:pt x="42771" y="23942"/>
                  </a:lnTo>
                  <a:lnTo>
                    <a:pt x="42771" y="23942"/>
                  </a:lnTo>
                  <a:lnTo>
                    <a:pt x="44049" y="23477"/>
                  </a:lnTo>
                  <a:lnTo>
                    <a:pt x="45327" y="22780"/>
                  </a:lnTo>
                  <a:lnTo>
                    <a:pt x="45792" y="22431"/>
                  </a:lnTo>
                  <a:lnTo>
                    <a:pt x="46373" y="21966"/>
                  </a:lnTo>
                  <a:lnTo>
                    <a:pt x="46722" y="21385"/>
                  </a:lnTo>
                  <a:lnTo>
                    <a:pt x="47071" y="20804"/>
                  </a:lnTo>
                  <a:lnTo>
                    <a:pt x="47071" y="20804"/>
                  </a:lnTo>
                  <a:lnTo>
                    <a:pt x="47419" y="19758"/>
                  </a:lnTo>
                  <a:lnTo>
                    <a:pt x="47419" y="18712"/>
                  </a:lnTo>
                  <a:lnTo>
                    <a:pt x="47419" y="18712"/>
                  </a:lnTo>
                  <a:lnTo>
                    <a:pt x="47419" y="17898"/>
                  </a:lnTo>
                  <a:lnTo>
                    <a:pt x="47187" y="16969"/>
                  </a:lnTo>
                  <a:lnTo>
                    <a:pt x="46838" y="16155"/>
                  </a:lnTo>
                  <a:lnTo>
                    <a:pt x="46373" y="15458"/>
                  </a:lnTo>
                  <a:lnTo>
                    <a:pt x="46373" y="15458"/>
                  </a:lnTo>
                  <a:lnTo>
                    <a:pt x="45909" y="14877"/>
                  </a:lnTo>
                  <a:lnTo>
                    <a:pt x="45327" y="14412"/>
                  </a:lnTo>
                  <a:lnTo>
                    <a:pt x="44165" y="13482"/>
                  </a:lnTo>
                  <a:lnTo>
                    <a:pt x="43119" y="12436"/>
                  </a:lnTo>
                  <a:lnTo>
                    <a:pt x="42654" y="11971"/>
                  </a:lnTo>
                  <a:lnTo>
                    <a:pt x="42189" y="11274"/>
                  </a:lnTo>
                  <a:lnTo>
                    <a:pt x="42189" y="11274"/>
                  </a:lnTo>
                  <a:lnTo>
                    <a:pt x="41957" y="10693"/>
                  </a:lnTo>
                  <a:lnTo>
                    <a:pt x="41725" y="9995"/>
                  </a:lnTo>
                  <a:lnTo>
                    <a:pt x="41492" y="9298"/>
                  </a:lnTo>
                  <a:lnTo>
                    <a:pt x="41260" y="8717"/>
                  </a:lnTo>
                  <a:lnTo>
                    <a:pt x="41260" y="8717"/>
                  </a:lnTo>
                  <a:lnTo>
                    <a:pt x="40679" y="7903"/>
                  </a:lnTo>
                  <a:lnTo>
                    <a:pt x="39865" y="7206"/>
                  </a:lnTo>
                  <a:lnTo>
                    <a:pt x="39051" y="6625"/>
                  </a:lnTo>
                  <a:lnTo>
                    <a:pt x="38122" y="6044"/>
                  </a:lnTo>
                  <a:lnTo>
                    <a:pt x="36262" y="5114"/>
                  </a:lnTo>
                  <a:lnTo>
                    <a:pt x="35332" y="4649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4519" y="3952"/>
                  </a:lnTo>
                  <a:lnTo>
                    <a:pt x="33589" y="3022"/>
                  </a:lnTo>
                  <a:lnTo>
                    <a:pt x="32775" y="1976"/>
                  </a:lnTo>
                  <a:lnTo>
                    <a:pt x="32078" y="1046"/>
                  </a:lnTo>
                  <a:lnTo>
                    <a:pt x="3126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4901025" y="4175175"/>
              <a:ext cx="40700" cy="40700"/>
            </a:xfrm>
            <a:custGeom>
              <a:avLst/>
              <a:gdLst/>
              <a:ahLst/>
              <a:cxnLst/>
              <a:rect l="l" t="t" r="r" b="b"/>
              <a:pathLst>
                <a:path w="1628" h="1628" extrusionOk="0">
                  <a:moveTo>
                    <a:pt x="581" y="0"/>
                  </a:move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4901025" y="4175175"/>
              <a:ext cx="40700" cy="40700"/>
            </a:xfrm>
            <a:custGeom>
              <a:avLst/>
              <a:gdLst/>
              <a:ahLst/>
              <a:cxnLst/>
              <a:rect l="l" t="t" r="r" b="b"/>
              <a:pathLst>
                <a:path w="1628" h="1628" fill="none" extrusionOk="0">
                  <a:moveTo>
                    <a:pt x="930" y="0"/>
                  </a:moveTo>
                  <a:lnTo>
                    <a:pt x="930" y="0"/>
                  </a:lnTo>
                  <a:lnTo>
                    <a:pt x="581" y="0"/>
                  </a:lnTo>
                  <a:lnTo>
                    <a:pt x="349" y="116"/>
                  </a:lnTo>
                  <a:lnTo>
                    <a:pt x="349" y="116"/>
                  </a:lnTo>
                  <a:lnTo>
                    <a:pt x="116" y="465"/>
                  </a:lnTo>
                  <a:lnTo>
                    <a:pt x="0" y="697"/>
                  </a:lnTo>
                  <a:lnTo>
                    <a:pt x="0" y="1046"/>
                  </a:lnTo>
                  <a:lnTo>
                    <a:pt x="116" y="1279"/>
                  </a:lnTo>
                  <a:lnTo>
                    <a:pt x="116" y="1279"/>
                  </a:lnTo>
                  <a:lnTo>
                    <a:pt x="349" y="1627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6" y="1627"/>
                  </a:lnTo>
                  <a:lnTo>
                    <a:pt x="1279" y="1511"/>
                  </a:lnTo>
                  <a:lnTo>
                    <a:pt x="1279" y="1511"/>
                  </a:lnTo>
                  <a:lnTo>
                    <a:pt x="1511" y="1162"/>
                  </a:lnTo>
                  <a:lnTo>
                    <a:pt x="1627" y="930"/>
                  </a:lnTo>
                  <a:lnTo>
                    <a:pt x="1627" y="581"/>
                  </a:lnTo>
                  <a:lnTo>
                    <a:pt x="1511" y="349"/>
                  </a:lnTo>
                  <a:lnTo>
                    <a:pt x="1511" y="349"/>
                  </a:lnTo>
                  <a:lnTo>
                    <a:pt x="1279" y="116"/>
                  </a:lnTo>
                  <a:lnTo>
                    <a:pt x="9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5008525" y="4032800"/>
              <a:ext cx="75575" cy="75550"/>
            </a:xfrm>
            <a:custGeom>
              <a:avLst/>
              <a:gdLst/>
              <a:ahLst/>
              <a:cxnLst/>
              <a:rect l="l" t="t" r="r" b="b"/>
              <a:pathLst>
                <a:path w="3023" h="3022" extrusionOk="0">
                  <a:moveTo>
                    <a:pt x="1627" y="0"/>
                  </a:moveTo>
                  <a:lnTo>
                    <a:pt x="1046" y="116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5008525" y="4032800"/>
              <a:ext cx="75575" cy="75550"/>
            </a:xfrm>
            <a:custGeom>
              <a:avLst/>
              <a:gdLst/>
              <a:ahLst/>
              <a:cxnLst/>
              <a:rect l="l" t="t" r="r" b="b"/>
              <a:pathLst>
                <a:path w="3023" h="3022" fill="none" extrusionOk="0">
                  <a:moveTo>
                    <a:pt x="1627" y="0"/>
                  </a:moveTo>
                  <a:lnTo>
                    <a:pt x="1627" y="0"/>
                  </a:lnTo>
                  <a:lnTo>
                    <a:pt x="1046" y="116"/>
                  </a:lnTo>
                  <a:lnTo>
                    <a:pt x="581" y="349"/>
                  </a:lnTo>
                  <a:lnTo>
                    <a:pt x="581" y="349"/>
                  </a:lnTo>
                  <a:lnTo>
                    <a:pt x="233" y="814"/>
                  </a:lnTo>
                  <a:lnTo>
                    <a:pt x="0" y="1279"/>
                  </a:lnTo>
                  <a:lnTo>
                    <a:pt x="0" y="1860"/>
                  </a:lnTo>
                  <a:lnTo>
                    <a:pt x="233" y="2441"/>
                  </a:lnTo>
                  <a:lnTo>
                    <a:pt x="233" y="2441"/>
                  </a:lnTo>
                  <a:lnTo>
                    <a:pt x="465" y="2673"/>
                  </a:lnTo>
                  <a:lnTo>
                    <a:pt x="698" y="2906"/>
                  </a:lnTo>
                  <a:lnTo>
                    <a:pt x="1046" y="2906"/>
                  </a:lnTo>
                  <a:lnTo>
                    <a:pt x="1395" y="3022"/>
                  </a:lnTo>
                  <a:lnTo>
                    <a:pt x="1395" y="3022"/>
                  </a:lnTo>
                  <a:lnTo>
                    <a:pt x="1860" y="2906"/>
                  </a:lnTo>
                  <a:lnTo>
                    <a:pt x="2325" y="2673"/>
                  </a:lnTo>
                  <a:lnTo>
                    <a:pt x="2325" y="2673"/>
                  </a:lnTo>
                  <a:lnTo>
                    <a:pt x="2790" y="2208"/>
                  </a:lnTo>
                  <a:lnTo>
                    <a:pt x="3022" y="1627"/>
                  </a:lnTo>
                  <a:lnTo>
                    <a:pt x="3022" y="1046"/>
                  </a:lnTo>
                  <a:lnTo>
                    <a:pt x="2790" y="581"/>
                  </a:lnTo>
                  <a:lnTo>
                    <a:pt x="2790" y="581"/>
                  </a:lnTo>
                  <a:lnTo>
                    <a:pt x="2557" y="349"/>
                  </a:lnTo>
                  <a:lnTo>
                    <a:pt x="2209" y="116"/>
                  </a:lnTo>
                  <a:lnTo>
                    <a:pt x="1976" y="0"/>
                  </a:lnTo>
                  <a:lnTo>
                    <a:pt x="162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5017250" y="4151925"/>
              <a:ext cx="26175" cy="29075"/>
            </a:xfrm>
            <a:custGeom>
              <a:avLst/>
              <a:gdLst/>
              <a:ahLst/>
              <a:cxnLst/>
              <a:rect l="l" t="t" r="r" b="b"/>
              <a:pathLst>
                <a:path w="1047" h="1163" extrusionOk="0">
                  <a:moveTo>
                    <a:pt x="581" y="0"/>
                  </a:move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5017250" y="4151925"/>
              <a:ext cx="26175" cy="29075"/>
            </a:xfrm>
            <a:custGeom>
              <a:avLst/>
              <a:gdLst/>
              <a:ahLst/>
              <a:cxnLst/>
              <a:rect l="l" t="t" r="r" b="b"/>
              <a:pathLst>
                <a:path w="1047" h="1163" fill="none" extrusionOk="0">
                  <a:moveTo>
                    <a:pt x="581" y="0"/>
                  </a:moveTo>
                  <a:lnTo>
                    <a:pt x="581" y="0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116" y="349"/>
                  </a:lnTo>
                  <a:lnTo>
                    <a:pt x="0" y="465"/>
                  </a:lnTo>
                  <a:lnTo>
                    <a:pt x="0" y="698"/>
                  </a:lnTo>
                  <a:lnTo>
                    <a:pt x="116" y="930"/>
                  </a:lnTo>
                  <a:lnTo>
                    <a:pt x="116" y="930"/>
                  </a:lnTo>
                  <a:lnTo>
                    <a:pt x="232" y="1046"/>
                  </a:lnTo>
                  <a:lnTo>
                    <a:pt x="465" y="1163"/>
                  </a:lnTo>
                  <a:lnTo>
                    <a:pt x="465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6" y="814"/>
                  </a:lnTo>
                  <a:lnTo>
                    <a:pt x="1046" y="581"/>
                  </a:lnTo>
                  <a:lnTo>
                    <a:pt x="1046" y="465"/>
                  </a:lnTo>
                  <a:lnTo>
                    <a:pt x="1046" y="233"/>
                  </a:lnTo>
                  <a:lnTo>
                    <a:pt x="1046" y="233"/>
                  </a:lnTo>
                  <a:lnTo>
                    <a:pt x="814" y="117"/>
                  </a:lnTo>
                  <a:lnTo>
                    <a:pt x="58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5185750" y="3965975"/>
              <a:ext cx="40725" cy="40700"/>
            </a:xfrm>
            <a:custGeom>
              <a:avLst/>
              <a:gdLst/>
              <a:ahLst/>
              <a:cxnLst/>
              <a:rect l="l" t="t" r="r" b="b"/>
              <a:pathLst>
                <a:path w="1629" h="1628" extrusionOk="0">
                  <a:moveTo>
                    <a:pt x="582" y="0"/>
                  </a:move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5185750" y="3965975"/>
              <a:ext cx="40725" cy="40700"/>
            </a:xfrm>
            <a:custGeom>
              <a:avLst/>
              <a:gdLst/>
              <a:ahLst/>
              <a:cxnLst/>
              <a:rect l="l" t="t" r="r" b="b"/>
              <a:pathLst>
                <a:path w="1629" h="1628" fill="none" extrusionOk="0">
                  <a:moveTo>
                    <a:pt x="931" y="0"/>
                  </a:moveTo>
                  <a:lnTo>
                    <a:pt x="931" y="0"/>
                  </a:lnTo>
                  <a:lnTo>
                    <a:pt x="582" y="0"/>
                  </a:lnTo>
                  <a:lnTo>
                    <a:pt x="350" y="116"/>
                  </a:lnTo>
                  <a:lnTo>
                    <a:pt x="350" y="116"/>
                  </a:lnTo>
                  <a:lnTo>
                    <a:pt x="117" y="349"/>
                  </a:lnTo>
                  <a:lnTo>
                    <a:pt x="1" y="697"/>
                  </a:lnTo>
                  <a:lnTo>
                    <a:pt x="1" y="1046"/>
                  </a:lnTo>
                  <a:lnTo>
                    <a:pt x="117" y="1279"/>
                  </a:lnTo>
                  <a:lnTo>
                    <a:pt x="117" y="1279"/>
                  </a:lnTo>
                  <a:lnTo>
                    <a:pt x="466" y="1511"/>
                  </a:lnTo>
                  <a:lnTo>
                    <a:pt x="814" y="1627"/>
                  </a:lnTo>
                  <a:lnTo>
                    <a:pt x="814" y="1627"/>
                  </a:lnTo>
                  <a:lnTo>
                    <a:pt x="1047" y="1627"/>
                  </a:lnTo>
                  <a:lnTo>
                    <a:pt x="1279" y="1395"/>
                  </a:lnTo>
                  <a:lnTo>
                    <a:pt x="1279" y="1395"/>
                  </a:lnTo>
                  <a:lnTo>
                    <a:pt x="1512" y="1162"/>
                  </a:lnTo>
                  <a:lnTo>
                    <a:pt x="1628" y="930"/>
                  </a:lnTo>
                  <a:lnTo>
                    <a:pt x="1628" y="581"/>
                  </a:lnTo>
                  <a:lnTo>
                    <a:pt x="1512" y="233"/>
                  </a:lnTo>
                  <a:lnTo>
                    <a:pt x="1512" y="233"/>
                  </a:lnTo>
                  <a:lnTo>
                    <a:pt x="1279" y="0"/>
                  </a:lnTo>
                  <a:lnTo>
                    <a:pt x="9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5145075" y="3904950"/>
              <a:ext cx="26175" cy="29075"/>
            </a:xfrm>
            <a:custGeom>
              <a:avLst/>
              <a:gdLst/>
              <a:ahLst/>
              <a:cxnLst/>
              <a:rect l="l" t="t" r="r" b="b"/>
              <a:pathLst>
                <a:path w="1047" h="1163" extrusionOk="0">
                  <a:moveTo>
                    <a:pt x="582" y="0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5145075" y="3904950"/>
              <a:ext cx="26175" cy="29075"/>
            </a:xfrm>
            <a:custGeom>
              <a:avLst/>
              <a:gdLst/>
              <a:ahLst/>
              <a:cxnLst/>
              <a:rect l="l" t="t" r="r" b="b"/>
              <a:pathLst>
                <a:path w="1047" h="1163" fill="none" extrusionOk="0">
                  <a:moveTo>
                    <a:pt x="582" y="0"/>
                  </a:moveTo>
                  <a:lnTo>
                    <a:pt x="582" y="0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698"/>
                  </a:lnTo>
                  <a:lnTo>
                    <a:pt x="1" y="930"/>
                  </a:lnTo>
                  <a:lnTo>
                    <a:pt x="1" y="930"/>
                  </a:lnTo>
                  <a:lnTo>
                    <a:pt x="233" y="1163"/>
                  </a:lnTo>
                  <a:lnTo>
                    <a:pt x="466" y="1163"/>
                  </a:lnTo>
                  <a:lnTo>
                    <a:pt x="466" y="1163"/>
                  </a:lnTo>
                  <a:lnTo>
                    <a:pt x="814" y="1046"/>
                  </a:lnTo>
                  <a:lnTo>
                    <a:pt x="814" y="1046"/>
                  </a:lnTo>
                  <a:lnTo>
                    <a:pt x="1047" y="814"/>
                  </a:lnTo>
                  <a:lnTo>
                    <a:pt x="1047" y="698"/>
                  </a:lnTo>
                  <a:lnTo>
                    <a:pt x="1047" y="465"/>
                  </a:lnTo>
                  <a:lnTo>
                    <a:pt x="1047" y="233"/>
                  </a:lnTo>
                  <a:lnTo>
                    <a:pt x="1047" y="233"/>
                  </a:lnTo>
                  <a:lnTo>
                    <a:pt x="814" y="117"/>
                  </a:lnTo>
                  <a:lnTo>
                    <a:pt x="58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5116025" y="4076375"/>
              <a:ext cx="20375" cy="20375"/>
            </a:xfrm>
            <a:custGeom>
              <a:avLst/>
              <a:gdLst/>
              <a:ahLst/>
              <a:cxnLst/>
              <a:rect l="l" t="t" r="r" b="b"/>
              <a:pathLst>
                <a:path w="815" h="815" extrusionOk="0">
                  <a:moveTo>
                    <a:pt x="465" y="1"/>
                  </a:move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58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5116025" y="4076375"/>
              <a:ext cx="20375" cy="20375"/>
            </a:xfrm>
            <a:custGeom>
              <a:avLst/>
              <a:gdLst/>
              <a:ahLst/>
              <a:cxnLst/>
              <a:rect l="l" t="t" r="r" b="b"/>
              <a:pathLst>
                <a:path w="815" h="815" fill="none" extrusionOk="0">
                  <a:moveTo>
                    <a:pt x="465" y="1"/>
                  </a:moveTo>
                  <a:lnTo>
                    <a:pt x="465" y="1"/>
                  </a:lnTo>
                  <a:lnTo>
                    <a:pt x="233" y="117"/>
                  </a:lnTo>
                  <a:lnTo>
                    <a:pt x="233" y="117"/>
                  </a:lnTo>
                  <a:lnTo>
                    <a:pt x="1" y="349"/>
                  </a:lnTo>
                  <a:lnTo>
                    <a:pt x="117" y="698"/>
                  </a:lnTo>
                  <a:lnTo>
                    <a:pt x="117" y="698"/>
                  </a:lnTo>
                  <a:lnTo>
                    <a:pt x="233" y="814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698" y="698"/>
                  </a:lnTo>
                  <a:lnTo>
                    <a:pt x="698" y="698"/>
                  </a:lnTo>
                  <a:lnTo>
                    <a:pt x="814" y="465"/>
                  </a:lnTo>
                  <a:lnTo>
                    <a:pt x="814" y="117"/>
                  </a:lnTo>
                  <a:lnTo>
                    <a:pt x="814" y="117"/>
                  </a:lnTo>
                  <a:lnTo>
                    <a:pt x="582" y="1"/>
                  </a:lnTo>
                  <a:lnTo>
                    <a:pt x="4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5307800" y="3887525"/>
              <a:ext cx="55225" cy="52325"/>
            </a:xfrm>
            <a:custGeom>
              <a:avLst/>
              <a:gdLst/>
              <a:ahLst/>
              <a:cxnLst/>
              <a:rect l="l" t="t" r="r" b="b"/>
              <a:pathLst>
                <a:path w="2209" h="2093" extrusionOk="0">
                  <a:moveTo>
                    <a:pt x="814" y="0"/>
                  </a:move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1627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5307800" y="3887525"/>
              <a:ext cx="55225" cy="52325"/>
            </a:xfrm>
            <a:custGeom>
              <a:avLst/>
              <a:gdLst/>
              <a:ahLst/>
              <a:cxnLst/>
              <a:rect l="l" t="t" r="r" b="b"/>
              <a:pathLst>
                <a:path w="2209" h="2093" fill="none" extrusionOk="0">
                  <a:moveTo>
                    <a:pt x="1163" y="0"/>
                  </a:moveTo>
                  <a:lnTo>
                    <a:pt x="1163" y="0"/>
                  </a:lnTo>
                  <a:lnTo>
                    <a:pt x="814" y="0"/>
                  </a:lnTo>
                  <a:lnTo>
                    <a:pt x="465" y="232"/>
                  </a:lnTo>
                  <a:lnTo>
                    <a:pt x="465" y="232"/>
                  </a:lnTo>
                  <a:lnTo>
                    <a:pt x="233" y="465"/>
                  </a:lnTo>
                  <a:lnTo>
                    <a:pt x="0" y="930"/>
                  </a:lnTo>
                  <a:lnTo>
                    <a:pt x="0" y="1395"/>
                  </a:lnTo>
                  <a:lnTo>
                    <a:pt x="233" y="1743"/>
                  </a:lnTo>
                  <a:lnTo>
                    <a:pt x="233" y="1743"/>
                  </a:lnTo>
                  <a:lnTo>
                    <a:pt x="581" y="2092"/>
                  </a:lnTo>
                  <a:lnTo>
                    <a:pt x="1046" y="2092"/>
                  </a:lnTo>
                  <a:lnTo>
                    <a:pt x="1046" y="2092"/>
                  </a:lnTo>
                  <a:lnTo>
                    <a:pt x="1395" y="2092"/>
                  </a:lnTo>
                  <a:lnTo>
                    <a:pt x="1744" y="1860"/>
                  </a:lnTo>
                  <a:lnTo>
                    <a:pt x="1744" y="1860"/>
                  </a:lnTo>
                  <a:lnTo>
                    <a:pt x="2092" y="1627"/>
                  </a:lnTo>
                  <a:lnTo>
                    <a:pt x="2209" y="1162"/>
                  </a:lnTo>
                  <a:lnTo>
                    <a:pt x="2209" y="697"/>
                  </a:lnTo>
                  <a:lnTo>
                    <a:pt x="2092" y="349"/>
                  </a:lnTo>
                  <a:lnTo>
                    <a:pt x="2092" y="349"/>
                  </a:lnTo>
                  <a:lnTo>
                    <a:pt x="1627" y="0"/>
                  </a:lnTo>
                  <a:lnTo>
                    <a:pt x="116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5255500" y="4021175"/>
              <a:ext cx="31975" cy="31975"/>
            </a:xfrm>
            <a:custGeom>
              <a:avLst/>
              <a:gdLst/>
              <a:ahLst/>
              <a:cxnLst/>
              <a:rect l="l" t="t" r="r" b="b"/>
              <a:pathLst>
                <a:path w="1279" h="1279" extrusionOk="0">
                  <a:moveTo>
                    <a:pt x="698" y="0"/>
                  </a:moveTo>
                  <a:lnTo>
                    <a:pt x="465" y="117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5255500" y="4021175"/>
              <a:ext cx="31975" cy="31975"/>
            </a:xfrm>
            <a:custGeom>
              <a:avLst/>
              <a:gdLst/>
              <a:ahLst/>
              <a:cxnLst/>
              <a:rect l="l" t="t" r="r" b="b"/>
              <a:pathLst>
                <a:path w="1279" h="1279" fill="none" extrusionOk="0">
                  <a:moveTo>
                    <a:pt x="698" y="0"/>
                  </a:moveTo>
                  <a:lnTo>
                    <a:pt x="698" y="0"/>
                  </a:lnTo>
                  <a:lnTo>
                    <a:pt x="465" y="117"/>
                  </a:lnTo>
                  <a:lnTo>
                    <a:pt x="349" y="233"/>
                  </a:lnTo>
                  <a:lnTo>
                    <a:pt x="349" y="233"/>
                  </a:lnTo>
                  <a:lnTo>
                    <a:pt x="116" y="349"/>
                  </a:lnTo>
                  <a:lnTo>
                    <a:pt x="0" y="581"/>
                  </a:lnTo>
                  <a:lnTo>
                    <a:pt x="0" y="814"/>
                  </a:lnTo>
                  <a:lnTo>
                    <a:pt x="116" y="1046"/>
                  </a:lnTo>
                  <a:lnTo>
                    <a:pt x="116" y="1046"/>
                  </a:lnTo>
                  <a:lnTo>
                    <a:pt x="349" y="1279"/>
                  </a:lnTo>
                  <a:lnTo>
                    <a:pt x="581" y="1279"/>
                  </a:lnTo>
                  <a:lnTo>
                    <a:pt x="581" y="1279"/>
                  </a:lnTo>
                  <a:lnTo>
                    <a:pt x="814" y="1279"/>
                  </a:lnTo>
                  <a:lnTo>
                    <a:pt x="1046" y="1163"/>
                  </a:lnTo>
                  <a:lnTo>
                    <a:pt x="1046" y="1163"/>
                  </a:lnTo>
                  <a:lnTo>
                    <a:pt x="1163" y="930"/>
                  </a:lnTo>
                  <a:lnTo>
                    <a:pt x="1279" y="698"/>
                  </a:lnTo>
                  <a:lnTo>
                    <a:pt x="1279" y="465"/>
                  </a:lnTo>
                  <a:lnTo>
                    <a:pt x="1163" y="233"/>
                  </a:lnTo>
                  <a:lnTo>
                    <a:pt x="1163" y="233"/>
                  </a:lnTo>
                  <a:lnTo>
                    <a:pt x="930" y="117"/>
                  </a:lnTo>
                  <a:lnTo>
                    <a:pt x="69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5168325" y="4105425"/>
              <a:ext cx="17450" cy="20375"/>
            </a:xfrm>
            <a:custGeom>
              <a:avLst/>
              <a:gdLst/>
              <a:ahLst/>
              <a:cxnLst/>
              <a:rect l="l" t="t" r="r" b="b"/>
              <a:pathLst>
                <a:path w="698" h="815" extrusionOk="0">
                  <a:moveTo>
                    <a:pt x="349" y="1"/>
                  </a:move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5168325" y="4105425"/>
              <a:ext cx="17450" cy="20375"/>
            </a:xfrm>
            <a:custGeom>
              <a:avLst/>
              <a:gdLst/>
              <a:ahLst/>
              <a:cxnLst/>
              <a:rect l="l" t="t" r="r" b="b"/>
              <a:pathLst>
                <a:path w="698" h="815" fill="none" extrusionOk="0">
                  <a:moveTo>
                    <a:pt x="349" y="1"/>
                  </a:moveTo>
                  <a:lnTo>
                    <a:pt x="349" y="1"/>
                  </a:lnTo>
                  <a:lnTo>
                    <a:pt x="117" y="117"/>
                  </a:lnTo>
                  <a:lnTo>
                    <a:pt x="117" y="117"/>
                  </a:lnTo>
                  <a:lnTo>
                    <a:pt x="1" y="349"/>
                  </a:lnTo>
                  <a:lnTo>
                    <a:pt x="1" y="582"/>
                  </a:lnTo>
                  <a:lnTo>
                    <a:pt x="1" y="582"/>
                  </a:lnTo>
                  <a:lnTo>
                    <a:pt x="117" y="698"/>
                  </a:lnTo>
                  <a:lnTo>
                    <a:pt x="349" y="814"/>
                  </a:lnTo>
                  <a:lnTo>
                    <a:pt x="349" y="814"/>
                  </a:lnTo>
                  <a:lnTo>
                    <a:pt x="582" y="698"/>
                  </a:lnTo>
                  <a:lnTo>
                    <a:pt x="582" y="698"/>
                  </a:lnTo>
                  <a:lnTo>
                    <a:pt x="698" y="466"/>
                  </a:lnTo>
                  <a:lnTo>
                    <a:pt x="698" y="117"/>
                  </a:lnTo>
                  <a:lnTo>
                    <a:pt x="698" y="117"/>
                  </a:lnTo>
                  <a:lnTo>
                    <a:pt x="582" y="117"/>
                  </a:lnTo>
                  <a:lnTo>
                    <a:pt x="34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5" name="Google Shape;915;p27"/>
          <p:cNvSpPr txBox="1">
            <a:spLocks noGrp="1"/>
          </p:cNvSpPr>
          <p:nvPr>
            <p:ph type="title"/>
          </p:nvPr>
        </p:nvSpPr>
        <p:spPr>
          <a:xfrm>
            <a:off x="855250" y="1954551"/>
            <a:ext cx="1658400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916" name="Google Shape;916;p27"/>
          <p:cNvSpPr txBox="1">
            <a:spLocks noGrp="1"/>
          </p:cNvSpPr>
          <p:nvPr>
            <p:ph type="subTitle" idx="1"/>
          </p:nvPr>
        </p:nvSpPr>
        <p:spPr>
          <a:xfrm>
            <a:off x="855250" y="2727899"/>
            <a:ext cx="2845500" cy="11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17" name="Google Shape;917;p27"/>
          <p:cNvGrpSpPr/>
          <p:nvPr/>
        </p:nvGrpSpPr>
        <p:grpSpPr>
          <a:xfrm>
            <a:off x="5566784" y="1224538"/>
            <a:ext cx="3577208" cy="3376312"/>
            <a:chOff x="4771653" y="498668"/>
            <a:chExt cx="4392985" cy="4146276"/>
          </a:xfrm>
        </p:grpSpPr>
        <p:sp>
          <p:nvSpPr>
            <p:cNvPr id="918" name="Google Shape;918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27"/>
          <p:cNvGrpSpPr/>
          <p:nvPr/>
        </p:nvGrpSpPr>
        <p:grpSpPr>
          <a:xfrm flipH="1">
            <a:off x="3161934" y="1148813"/>
            <a:ext cx="3577208" cy="3376312"/>
            <a:chOff x="4771653" y="498668"/>
            <a:chExt cx="4392985" cy="4146276"/>
          </a:xfrm>
        </p:grpSpPr>
        <p:sp>
          <p:nvSpPr>
            <p:cNvPr id="923" name="Google Shape;923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7"/>
            <p:cNvSpPr/>
            <p:nvPr/>
          </p:nvSpPr>
          <p:spPr>
            <a:xfrm rot="8324171">
              <a:off x="4786100" y="1728335"/>
              <a:ext cx="4364090" cy="1686940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7"/>
            <p:cNvSpPr/>
            <p:nvPr/>
          </p:nvSpPr>
          <p:spPr>
            <a:xfrm rot="8324171">
              <a:off x="5063991" y="1905681"/>
              <a:ext cx="3750195" cy="1390345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7" name="Google Shape;927;p27"/>
          <p:cNvGrpSpPr/>
          <p:nvPr/>
        </p:nvGrpSpPr>
        <p:grpSpPr>
          <a:xfrm rot="-2898405">
            <a:off x="256084" y="4595956"/>
            <a:ext cx="387999" cy="171013"/>
            <a:chOff x="1406961" y="-1212504"/>
            <a:chExt cx="6086670" cy="2682735"/>
          </a:xfrm>
        </p:grpSpPr>
        <p:sp>
          <p:nvSpPr>
            <p:cNvPr id="928" name="Google Shape;928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2" name="Google Shape;932;p27"/>
          <p:cNvGrpSpPr/>
          <p:nvPr/>
        </p:nvGrpSpPr>
        <p:grpSpPr>
          <a:xfrm rot="2555258">
            <a:off x="255809" y="297720"/>
            <a:ext cx="388558" cy="171259"/>
            <a:chOff x="1406961" y="-1212504"/>
            <a:chExt cx="6086670" cy="2682735"/>
          </a:xfrm>
        </p:grpSpPr>
        <p:sp>
          <p:nvSpPr>
            <p:cNvPr id="933" name="Google Shape;933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7" name="Google Shape;937;p27"/>
          <p:cNvGrpSpPr/>
          <p:nvPr/>
        </p:nvGrpSpPr>
        <p:grpSpPr>
          <a:xfrm rot="2898405" flipH="1">
            <a:off x="3537174" y="4037456"/>
            <a:ext cx="387999" cy="171013"/>
            <a:chOff x="1406961" y="-1212504"/>
            <a:chExt cx="6086670" cy="2682735"/>
          </a:xfrm>
        </p:grpSpPr>
        <p:sp>
          <p:nvSpPr>
            <p:cNvPr id="938" name="Google Shape;938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2" name="Google Shape;942;p27"/>
          <p:cNvGrpSpPr/>
          <p:nvPr/>
        </p:nvGrpSpPr>
        <p:grpSpPr>
          <a:xfrm rot="-2555258" flipH="1">
            <a:off x="8430702" y="392370"/>
            <a:ext cx="388558" cy="171259"/>
            <a:chOff x="1406961" y="-1212504"/>
            <a:chExt cx="6086670" cy="2682735"/>
          </a:xfrm>
        </p:grpSpPr>
        <p:sp>
          <p:nvSpPr>
            <p:cNvPr id="943" name="Google Shape;943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7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8425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 txBox="1">
            <a:spLocks noGrp="1"/>
          </p:cNvSpPr>
          <p:nvPr>
            <p:ph type="title"/>
          </p:nvPr>
        </p:nvSpPr>
        <p:spPr>
          <a:xfrm>
            <a:off x="3035700" y="3138500"/>
            <a:ext cx="3072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347" name="Google Shape;347;p13"/>
          <p:cNvSpPr txBox="1">
            <a:spLocks noGrp="1"/>
          </p:cNvSpPr>
          <p:nvPr>
            <p:ph type="subTitle" idx="1"/>
          </p:nvPr>
        </p:nvSpPr>
        <p:spPr>
          <a:xfrm>
            <a:off x="2523550" y="2281525"/>
            <a:ext cx="40968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48" name="Google Shape;348;p13"/>
          <p:cNvGrpSpPr/>
          <p:nvPr/>
        </p:nvGrpSpPr>
        <p:grpSpPr>
          <a:xfrm flipH="1">
            <a:off x="209499" y="4207153"/>
            <a:ext cx="620110" cy="787296"/>
            <a:chOff x="2965800" y="1494175"/>
            <a:chExt cx="999050" cy="1268400"/>
          </a:xfrm>
        </p:grpSpPr>
        <p:sp>
          <p:nvSpPr>
            <p:cNvPr id="349" name="Google Shape;349;p13"/>
            <p:cNvSpPr/>
            <p:nvPr/>
          </p:nvSpPr>
          <p:spPr>
            <a:xfrm>
              <a:off x="2965800" y="1494175"/>
              <a:ext cx="999050" cy="1268400"/>
            </a:xfrm>
            <a:custGeom>
              <a:avLst/>
              <a:gdLst/>
              <a:ahLst/>
              <a:cxnLst/>
              <a:rect l="l" t="t" r="r" b="b"/>
              <a:pathLst>
                <a:path w="39962" h="50736" extrusionOk="0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2965800" y="1494175"/>
              <a:ext cx="985275" cy="1268400"/>
            </a:xfrm>
            <a:custGeom>
              <a:avLst/>
              <a:gdLst/>
              <a:ahLst/>
              <a:cxnLst/>
              <a:rect l="l" t="t" r="r" b="b"/>
              <a:pathLst>
                <a:path w="39411" h="50736" extrusionOk="0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3325325" y="1662800"/>
              <a:ext cx="194100" cy="353175"/>
            </a:xfrm>
            <a:custGeom>
              <a:avLst/>
              <a:gdLst/>
              <a:ahLst/>
              <a:cxnLst/>
              <a:rect l="l" t="t" r="r" b="b"/>
              <a:pathLst>
                <a:path w="7764" h="14127" extrusionOk="0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3667875" y="1550375"/>
              <a:ext cx="267275" cy="261975"/>
            </a:xfrm>
            <a:custGeom>
              <a:avLst/>
              <a:gdLst/>
              <a:ahLst/>
              <a:cxnLst/>
              <a:rect l="l" t="t" r="r" b="b"/>
              <a:pathLst>
                <a:path w="10691" h="10479" extrusionOk="0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3569250" y="1983075"/>
              <a:ext cx="362725" cy="167575"/>
            </a:xfrm>
            <a:custGeom>
              <a:avLst/>
              <a:gdLst/>
              <a:ahLst/>
              <a:cxnLst/>
              <a:rect l="l" t="t" r="r" b="b"/>
              <a:pathLst>
                <a:path w="14509" h="6703" extrusionOk="0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3065500" y="1990500"/>
              <a:ext cx="146375" cy="307575"/>
            </a:xfrm>
            <a:custGeom>
              <a:avLst/>
              <a:gdLst/>
              <a:ahLst/>
              <a:cxnLst/>
              <a:rect l="l" t="t" r="r" b="b"/>
              <a:pathLst>
                <a:path w="5855" h="12303" extrusionOk="0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3286075" y="2309700"/>
              <a:ext cx="374400" cy="171850"/>
            </a:xfrm>
            <a:custGeom>
              <a:avLst/>
              <a:gdLst/>
              <a:ahLst/>
              <a:cxnLst/>
              <a:rect l="l" t="t" r="r" b="b"/>
              <a:pathLst>
                <a:path w="14976" h="6874" extrusionOk="0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13"/>
          <p:cNvGrpSpPr/>
          <p:nvPr/>
        </p:nvGrpSpPr>
        <p:grpSpPr>
          <a:xfrm>
            <a:off x="2217704" y="-1006614"/>
            <a:ext cx="4465181" cy="1968055"/>
            <a:chOff x="1406961" y="-1212504"/>
            <a:chExt cx="6086670" cy="2682735"/>
          </a:xfrm>
        </p:grpSpPr>
        <p:sp>
          <p:nvSpPr>
            <p:cNvPr id="357" name="Google Shape;357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13"/>
          <p:cNvGrpSpPr/>
          <p:nvPr/>
        </p:nvGrpSpPr>
        <p:grpSpPr>
          <a:xfrm rot="-5162547">
            <a:off x="965900" y="4558033"/>
            <a:ext cx="388038" cy="171030"/>
            <a:chOff x="1406961" y="-1212504"/>
            <a:chExt cx="6086670" cy="2682735"/>
          </a:xfrm>
        </p:grpSpPr>
        <p:sp>
          <p:nvSpPr>
            <p:cNvPr id="362" name="Google Shape;362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6" name="Google Shape;366;p13"/>
          <p:cNvGrpSpPr/>
          <p:nvPr/>
        </p:nvGrpSpPr>
        <p:grpSpPr>
          <a:xfrm rot="2555258">
            <a:off x="255809" y="297720"/>
            <a:ext cx="388558" cy="171259"/>
            <a:chOff x="1406961" y="-1212504"/>
            <a:chExt cx="6086670" cy="2682735"/>
          </a:xfrm>
        </p:grpSpPr>
        <p:sp>
          <p:nvSpPr>
            <p:cNvPr id="367" name="Google Shape;367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1" name="Google Shape;371;p13"/>
          <p:cNvGrpSpPr/>
          <p:nvPr/>
        </p:nvGrpSpPr>
        <p:grpSpPr>
          <a:xfrm rot="2898405" flipH="1">
            <a:off x="8430999" y="4595956"/>
            <a:ext cx="387999" cy="171013"/>
            <a:chOff x="1406961" y="-1212504"/>
            <a:chExt cx="6086670" cy="2682735"/>
          </a:xfrm>
        </p:grpSpPr>
        <p:sp>
          <p:nvSpPr>
            <p:cNvPr id="372" name="Google Shape;372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3"/>
          <p:cNvGrpSpPr/>
          <p:nvPr/>
        </p:nvGrpSpPr>
        <p:grpSpPr>
          <a:xfrm rot="-2555258" flipH="1">
            <a:off x="8430702" y="392370"/>
            <a:ext cx="388558" cy="171259"/>
            <a:chOff x="1406961" y="-1212504"/>
            <a:chExt cx="6086670" cy="2682735"/>
          </a:xfrm>
        </p:grpSpPr>
        <p:sp>
          <p:nvSpPr>
            <p:cNvPr id="377" name="Google Shape;377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3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3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1714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Patrick Hand"/>
              <a:buNone/>
              <a:defRPr sz="28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●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○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■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●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○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■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●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emiBold"/>
              <a:buChar char="○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 SemiBold"/>
              <a:buChar char="■"/>
              <a:defRPr>
                <a:solidFill>
                  <a:schemeClr val="dk1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57" r:id="rId5"/>
    <p:sldLayoutId id="2147483658" r:id="rId6"/>
    <p:sldLayoutId id="2147483677" r:id="rId7"/>
    <p:sldLayoutId id="2147483683" r:id="rId8"/>
    <p:sldLayoutId id="214748368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3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163" name="Google Shape;1163;p3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trab-iot-73mr-niltonguerra.vercel.app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trab-iot-73mr-niltonguerra.vercel.app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6"/>
          <p:cNvSpPr/>
          <p:nvPr/>
        </p:nvSpPr>
        <p:spPr>
          <a:xfrm>
            <a:off x="2490025" y="1669225"/>
            <a:ext cx="3936206" cy="1657618"/>
          </a:xfrm>
          <a:custGeom>
            <a:avLst/>
            <a:gdLst/>
            <a:ahLst/>
            <a:cxnLst/>
            <a:rect l="l" t="t" r="r" b="b"/>
            <a:pathLst>
              <a:path w="285750" h="160195" extrusionOk="0">
                <a:moveTo>
                  <a:pt x="121555" y="0"/>
                </a:moveTo>
                <a:lnTo>
                  <a:pt x="121555" y="0"/>
                </a:lnTo>
                <a:lnTo>
                  <a:pt x="117894" y="225"/>
                </a:lnTo>
                <a:lnTo>
                  <a:pt x="114120" y="507"/>
                </a:lnTo>
                <a:lnTo>
                  <a:pt x="110289" y="1014"/>
                </a:lnTo>
                <a:lnTo>
                  <a:pt x="106403" y="1577"/>
                </a:lnTo>
                <a:lnTo>
                  <a:pt x="102404" y="2309"/>
                </a:lnTo>
                <a:lnTo>
                  <a:pt x="98404" y="3154"/>
                </a:lnTo>
                <a:lnTo>
                  <a:pt x="94292" y="4112"/>
                </a:lnTo>
                <a:lnTo>
                  <a:pt x="90237" y="5182"/>
                </a:lnTo>
                <a:lnTo>
                  <a:pt x="86069" y="6365"/>
                </a:lnTo>
                <a:lnTo>
                  <a:pt x="81957" y="7661"/>
                </a:lnTo>
                <a:lnTo>
                  <a:pt x="77788" y="9125"/>
                </a:lnTo>
                <a:lnTo>
                  <a:pt x="73677" y="10646"/>
                </a:lnTo>
                <a:lnTo>
                  <a:pt x="69508" y="12279"/>
                </a:lnTo>
                <a:lnTo>
                  <a:pt x="65396" y="14026"/>
                </a:lnTo>
                <a:lnTo>
                  <a:pt x="61341" y="15828"/>
                </a:lnTo>
                <a:lnTo>
                  <a:pt x="57342" y="17799"/>
                </a:lnTo>
                <a:lnTo>
                  <a:pt x="53342" y="19827"/>
                </a:lnTo>
                <a:lnTo>
                  <a:pt x="49456" y="21968"/>
                </a:lnTo>
                <a:lnTo>
                  <a:pt x="45625" y="24164"/>
                </a:lnTo>
                <a:lnTo>
                  <a:pt x="41851" y="26530"/>
                </a:lnTo>
                <a:lnTo>
                  <a:pt x="38190" y="28896"/>
                </a:lnTo>
                <a:lnTo>
                  <a:pt x="34641" y="31374"/>
                </a:lnTo>
                <a:lnTo>
                  <a:pt x="31206" y="33965"/>
                </a:lnTo>
                <a:lnTo>
                  <a:pt x="29516" y="35261"/>
                </a:lnTo>
                <a:lnTo>
                  <a:pt x="27882" y="36613"/>
                </a:lnTo>
                <a:lnTo>
                  <a:pt x="26249" y="37965"/>
                </a:lnTo>
                <a:lnTo>
                  <a:pt x="24671" y="39316"/>
                </a:lnTo>
                <a:lnTo>
                  <a:pt x="23094" y="40725"/>
                </a:lnTo>
                <a:lnTo>
                  <a:pt x="21630" y="42133"/>
                </a:lnTo>
                <a:lnTo>
                  <a:pt x="20109" y="43597"/>
                </a:lnTo>
                <a:lnTo>
                  <a:pt x="18701" y="45006"/>
                </a:lnTo>
                <a:lnTo>
                  <a:pt x="17293" y="46470"/>
                </a:lnTo>
                <a:lnTo>
                  <a:pt x="15941" y="47991"/>
                </a:lnTo>
                <a:lnTo>
                  <a:pt x="14645" y="49455"/>
                </a:lnTo>
                <a:lnTo>
                  <a:pt x="13406" y="50976"/>
                </a:lnTo>
                <a:lnTo>
                  <a:pt x="12167" y="52497"/>
                </a:lnTo>
                <a:lnTo>
                  <a:pt x="10984" y="54074"/>
                </a:lnTo>
                <a:lnTo>
                  <a:pt x="9857" y="55595"/>
                </a:lnTo>
                <a:lnTo>
                  <a:pt x="8787" y="57172"/>
                </a:lnTo>
                <a:lnTo>
                  <a:pt x="7717" y="58806"/>
                </a:lnTo>
                <a:lnTo>
                  <a:pt x="6759" y="60383"/>
                </a:lnTo>
                <a:lnTo>
                  <a:pt x="6759" y="60383"/>
                </a:lnTo>
                <a:lnTo>
                  <a:pt x="5802" y="62129"/>
                </a:lnTo>
                <a:lnTo>
                  <a:pt x="4901" y="63819"/>
                </a:lnTo>
                <a:lnTo>
                  <a:pt x="4056" y="65509"/>
                </a:lnTo>
                <a:lnTo>
                  <a:pt x="3323" y="67199"/>
                </a:lnTo>
                <a:lnTo>
                  <a:pt x="2704" y="68888"/>
                </a:lnTo>
                <a:lnTo>
                  <a:pt x="2084" y="70578"/>
                </a:lnTo>
                <a:lnTo>
                  <a:pt x="1577" y="72268"/>
                </a:lnTo>
                <a:lnTo>
                  <a:pt x="1127" y="73901"/>
                </a:lnTo>
                <a:lnTo>
                  <a:pt x="789" y="75535"/>
                </a:lnTo>
                <a:lnTo>
                  <a:pt x="507" y="77168"/>
                </a:lnTo>
                <a:lnTo>
                  <a:pt x="282" y="78802"/>
                </a:lnTo>
                <a:lnTo>
                  <a:pt x="113" y="80379"/>
                </a:lnTo>
                <a:lnTo>
                  <a:pt x="56" y="82013"/>
                </a:lnTo>
                <a:lnTo>
                  <a:pt x="0" y="83590"/>
                </a:lnTo>
                <a:lnTo>
                  <a:pt x="56" y="85167"/>
                </a:lnTo>
                <a:lnTo>
                  <a:pt x="169" y="86688"/>
                </a:lnTo>
                <a:lnTo>
                  <a:pt x="338" y="88265"/>
                </a:lnTo>
                <a:lnTo>
                  <a:pt x="563" y="89786"/>
                </a:lnTo>
                <a:lnTo>
                  <a:pt x="845" y="91307"/>
                </a:lnTo>
                <a:lnTo>
                  <a:pt x="1183" y="92827"/>
                </a:lnTo>
                <a:lnTo>
                  <a:pt x="1577" y="94292"/>
                </a:lnTo>
                <a:lnTo>
                  <a:pt x="2028" y="95757"/>
                </a:lnTo>
                <a:lnTo>
                  <a:pt x="2535" y="97221"/>
                </a:lnTo>
                <a:lnTo>
                  <a:pt x="3098" y="98686"/>
                </a:lnTo>
                <a:lnTo>
                  <a:pt x="3718" y="100094"/>
                </a:lnTo>
                <a:lnTo>
                  <a:pt x="4394" y="101502"/>
                </a:lnTo>
                <a:lnTo>
                  <a:pt x="5069" y="102910"/>
                </a:lnTo>
                <a:lnTo>
                  <a:pt x="5858" y="104318"/>
                </a:lnTo>
                <a:lnTo>
                  <a:pt x="6647" y="105670"/>
                </a:lnTo>
                <a:lnTo>
                  <a:pt x="7492" y="107022"/>
                </a:lnTo>
                <a:lnTo>
                  <a:pt x="8393" y="108374"/>
                </a:lnTo>
                <a:lnTo>
                  <a:pt x="9294" y="109669"/>
                </a:lnTo>
                <a:lnTo>
                  <a:pt x="10252" y="110965"/>
                </a:lnTo>
                <a:lnTo>
                  <a:pt x="11266" y="112260"/>
                </a:lnTo>
                <a:lnTo>
                  <a:pt x="12279" y="113500"/>
                </a:lnTo>
                <a:lnTo>
                  <a:pt x="13350" y="114739"/>
                </a:lnTo>
                <a:lnTo>
                  <a:pt x="14476" y="115978"/>
                </a:lnTo>
                <a:lnTo>
                  <a:pt x="15603" y="117161"/>
                </a:lnTo>
                <a:lnTo>
                  <a:pt x="16786" y="118344"/>
                </a:lnTo>
                <a:lnTo>
                  <a:pt x="17969" y="119527"/>
                </a:lnTo>
                <a:lnTo>
                  <a:pt x="20447" y="121780"/>
                </a:lnTo>
                <a:lnTo>
                  <a:pt x="23038" y="123977"/>
                </a:lnTo>
                <a:lnTo>
                  <a:pt x="25742" y="126117"/>
                </a:lnTo>
                <a:lnTo>
                  <a:pt x="28502" y="128145"/>
                </a:lnTo>
                <a:lnTo>
                  <a:pt x="31318" y="130060"/>
                </a:lnTo>
                <a:lnTo>
                  <a:pt x="34247" y="131919"/>
                </a:lnTo>
                <a:lnTo>
                  <a:pt x="37176" y="133665"/>
                </a:lnTo>
                <a:lnTo>
                  <a:pt x="40162" y="135355"/>
                </a:lnTo>
                <a:lnTo>
                  <a:pt x="43147" y="136875"/>
                </a:lnTo>
                <a:lnTo>
                  <a:pt x="46132" y="138340"/>
                </a:lnTo>
                <a:lnTo>
                  <a:pt x="49174" y="139748"/>
                </a:lnTo>
                <a:lnTo>
                  <a:pt x="52216" y="140987"/>
                </a:lnTo>
                <a:lnTo>
                  <a:pt x="52216" y="140987"/>
                </a:lnTo>
                <a:lnTo>
                  <a:pt x="56666" y="142734"/>
                </a:lnTo>
                <a:lnTo>
                  <a:pt x="61284" y="144423"/>
                </a:lnTo>
                <a:lnTo>
                  <a:pt x="65903" y="146057"/>
                </a:lnTo>
                <a:lnTo>
                  <a:pt x="70635" y="147578"/>
                </a:lnTo>
                <a:lnTo>
                  <a:pt x="75366" y="149042"/>
                </a:lnTo>
                <a:lnTo>
                  <a:pt x="80211" y="150450"/>
                </a:lnTo>
                <a:lnTo>
                  <a:pt x="85111" y="151746"/>
                </a:lnTo>
                <a:lnTo>
                  <a:pt x="90068" y="152929"/>
                </a:lnTo>
                <a:lnTo>
                  <a:pt x="95025" y="154112"/>
                </a:lnTo>
                <a:lnTo>
                  <a:pt x="100038" y="155126"/>
                </a:lnTo>
                <a:lnTo>
                  <a:pt x="105107" y="156083"/>
                </a:lnTo>
                <a:lnTo>
                  <a:pt x="110177" y="156928"/>
                </a:lnTo>
                <a:lnTo>
                  <a:pt x="115246" y="157717"/>
                </a:lnTo>
                <a:lnTo>
                  <a:pt x="120372" y="158393"/>
                </a:lnTo>
                <a:lnTo>
                  <a:pt x="125498" y="158956"/>
                </a:lnTo>
                <a:lnTo>
                  <a:pt x="130680" y="159406"/>
                </a:lnTo>
                <a:lnTo>
                  <a:pt x="135806" y="159744"/>
                </a:lnTo>
                <a:lnTo>
                  <a:pt x="140932" y="160026"/>
                </a:lnTo>
                <a:lnTo>
                  <a:pt x="146114" y="160139"/>
                </a:lnTo>
                <a:lnTo>
                  <a:pt x="151240" y="160195"/>
                </a:lnTo>
                <a:lnTo>
                  <a:pt x="156365" y="160082"/>
                </a:lnTo>
                <a:lnTo>
                  <a:pt x="161435" y="159913"/>
                </a:lnTo>
                <a:lnTo>
                  <a:pt x="166504" y="159575"/>
                </a:lnTo>
                <a:lnTo>
                  <a:pt x="171574" y="159181"/>
                </a:lnTo>
                <a:lnTo>
                  <a:pt x="176587" y="158618"/>
                </a:lnTo>
                <a:lnTo>
                  <a:pt x="181544" y="157886"/>
                </a:lnTo>
                <a:lnTo>
                  <a:pt x="184022" y="157491"/>
                </a:lnTo>
                <a:lnTo>
                  <a:pt x="186501" y="157097"/>
                </a:lnTo>
                <a:lnTo>
                  <a:pt x="188923" y="156646"/>
                </a:lnTo>
                <a:lnTo>
                  <a:pt x="191345" y="156139"/>
                </a:lnTo>
                <a:lnTo>
                  <a:pt x="193767" y="155632"/>
                </a:lnTo>
                <a:lnTo>
                  <a:pt x="196189" y="155069"/>
                </a:lnTo>
                <a:lnTo>
                  <a:pt x="198555" y="154506"/>
                </a:lnTo>
                <a:lnTo>
                  <a:pt x="200977" y="153830"/>
                </a:lnTo>
                <a:lnTo>
                  <a:pt x="203343" y="153210"/>
                </a:lnTo>
                <a:lnTo>
                  <a:pt x="205652" y="152478"/>
                </a:lnTo>
                <a:lnTo>
                  <a:pt x="208018" y="151802"/>
                </a:lnTo>
                <a:lnTo>
                  <a:pt x="210327" y="151014"/>
                </a:lnTo>
                <a:lnTo>
                  <a:pt x="210327" y="151014"/>
                </a:lnTo>
                <a:lnTo>
                  <a:pt x="213651" y="149831"/>
                </a:lnTo>
                <a:lnTo>
                  <a:pt x="217143" y="148592"/>
                </a:lnTo>
                <a:lnTo>
                  <a:pt x="220748" y="147296"/>
                </a:lnTo>
                <a:lnTo>
                  <a:pt x="224409" y="145888"/>
                </a:lnTo>
                <a:lnTo>
                  <a:pt x="228127" y="144423"/>
                </a:lnTo>
                <a:lnTo>
                  <a:pt x="231844" y="142903"/>
                </a:lnTo>
                <a:lnTo>
                  <a:pt x="235618" y="141269"/>
                </a:lnTo>
                <a:lnTo>
                  <a:pt x="239392" y="139523"/>
                </a:lnTo>
                <a:lnTo>
                  <a:pt x="243110" y="137720"/>
                </a:lnTo>
                <a:lnTo>
                  <a:pt x="246828" y="135862"/>
                </a:lnTo>
                <a:lnTo>
                  <a:pt x="250489" y="133890"/>
                </a:lnTo>
                <a:lnTo>
                  <a:pt x="254038" y="131806"/>
                </a:lnTo>
                <a:lnTo>
                  <a:pt x="257530" y="129666"/>
                </a:lnTo>
                <a:lnTo>
                  <a:pt x="259220" y="128539"/>
                </a:lnTo>
                <a:lnTo>
                  <a:pt x="260853" y="127412"/>
                </a:lnTo>
                <a:lnTo>
                  <a:pt x="262487" y="126230"/>
                </a:lnTo>
                <a:lnTo>
                  <a:pt x="264120" y="125047"/>
                </a:lnTo>
                <a:lnTo>
                  <a:pt x="265641" y="123864"/>
                </a:lnTo>
                <a:lnTo>
                  <a:pt x="267162" y="122625"/>
                </a:lnTo>
                <a:lnTo>
                  <a:pt x="268683" y="121385"/>
                </a:lnTo>
                <a:lnTo>
                  <a:pt x="270091" y="120090"/>
                </a:lnTo>
                <a:lnTo>
                  <a:pt x="271499" y="118794"/>
                </a:lnTo>
                <a:lnTo>
                  <a:pt x="272795" y="117443"/>
                </a:lnTo>
                <a:lnTo>
                  <a:pt x="274090" y="116091"/>
                </a:lnTo>
                <a:lnTo>
                  <a:pt x="275329" y="114739"/>
                </a:lnTo>
                <a:lnTo>
                  <a:pt x="276512" y="113331"/>
                </a:lnTo>
                <a:lnTo>
                  <a:pt x="277639" y="111866"/>
                </a:lnTo>
                <a:lnTo>
                  <a:pt x="278653" y="110402"/>
                </a:lnTo>
                <a:lnTo>
                  <a:pt x="279667" y="108937"/>
                </a:lnTo>
                <a:lnTo>
                  <a:pt x="280624" y="107416"/>
                </a:lnTo>
                <a:lnTo>
                  <a:pt x="281469" y="105895"/>
                </a:lnTo>
                <a:lnTo>
                  <a:pt x="282258" y="104318"/>
                </a:lnTo>
                <a:lnTo>
                  <a:pt x="282934" y="102741"/>
                </a:lnTo>
                <a:lnTo>
                  <a:pt x="283610" y="101164"/>
                </a:lnTo>
                <a:lnTo>
                  <a:pt x="284173" y="99474"/>
                </a:lnTo>
                <a:lnTo>
                  <a:pt x="284623" y="97841"/>
                </a:lnTo>
                <a:lnTo>
                  <a:pt x="285018" y="96151"/>
                </a:lnTo>
                <a:lnTo>
                  <a:pt x="285356" y="94405"/>
                </a:lnTo>
                <a:lnTo>
                  <a:pt x="285581" y="92659"/>
                </a:lnTo>
                <a:lnTo>
                  <a:pt x="285750" y="90856"/>
                </a:lnTo>
                <a:lnTo>
                  <a:pt x="285750" y="89054"/>
                </a:lnTo>
                <a:lnTo>
                  <a:pt x="285750" y="87251"/>
                </a:lnTo>
                <a:lnTo>
                  <a:pt x="285581" y="85392"/>
                </a:lnTo>
                <a:lnTo>
                  <a:pt x="285356" y="83477"/>
                </a:lnTo>
                <a:lnTo>
                  <a:pt x="285018" y="81562"/>
                </a:lnTo>
                <a:lnTo>
                  <a:pt x="284567" y="79591"/>
                </a:lnTo>
                <a:lnTo>
                  <a:pt x="284004" y="77619"/>
                </a:lnTo>
                <a:lnTo>
                  <a:pt x="283384" y="75648"/>
                </a:lnTo>
                <a:lnTo>
                  <a:pt x="282596" y="73620"/>
                </a:lnTo>
                <a:lnTo>
                  <a:pt x="281751" y="71536"/>
                </a:lnTo>
                <a:lnTo>
                  <a:pt x="280737" y="69452"/>
                </a:lnTo>
                <a:lnTo>
                  <a:pt x="280737" y="69452"/>
                </a:lnTo>
                <a:lnTo>
                  <a:pt x="279554" y="67142"/>
                </a:lnTo>
                <a:lnTo>
                  <a:pt x="278258" y="64889"/>
                </a:lnTo>
                <a:lnTo>
                  <a:pt x="276907" y="62692"/>
                </a:lnTo>
                <a:lnTo>
                  <a:pt x="275442" y="60496"/>
                </a:lnTo>
                <a:lnTo>
                  <a:pt x="273921" y="58355"/>
                </a:lnTo>
                <a:lnTo>
                  <a:pt x="272288" y="56271"/>
                </a:lnTo>
                <a:lnTo>
                  <a:pt x="270654" y="54243"/>
                </a:lnTo>
                <a:lnTo>
                  <a:pt x="268908" y="52215"/>
                </a:lnTo>
                <a:lnTo>
                  <a:pt x="267049" y="50244"/>
                </a:lnTo>
                <a:lnTo>
                  <a:pt x="265190" y="48329"/>
                </a:lnTo>
                <a:lnTo>
                  <a:pt x="263219" y="46470"/>
                </a:lnTo>
                <a:lnTo>
                  <a:pt x="261191" y="44611"/>
                </a:lnTo>
                <a:lnTo>
                  <a:pt x="259107" y="42809"/>
                </a:lnTo>
                <a:lnTo>
                  <a:pt x="256967" y="41063"/>
                </a:lnTo>
                <a:lnTo>
                  <a:pt x="254770" y="39316"/>
                </a:lnTo>
                <a:lnTo>
                  <a:pt x="252517" y="37627"/>
                </a:lnTo>
                <a:lnTo>
                  <a:pt x="250207" y="35993"/>
                </a:lnTo>
                <a:lnTo>
                  <a:pt x="247842" y="34416"/>
                </a:lnTo>
                <a:lnTo>
                  <a:pt x="245476" y="32839"/>
                </a:lnTo>
                <a:lnTo>
                  <a:pt x="242997" y="31318"/>
                </a:lnTo>
                <a:lnTo>
                  <a:pt x="240519" y="29797"/>
                </a:lnTo>
                <a:lnTo>
                  <a:pt x="237984" y="28389"/>
                </a:lnTo>
                <a:lnTo>
                  <a:pt x="235393" y="26981"/>
                </a:lnTo>
                <a:lnTo>
                  <a:pt x="232746" y="25573"/>
                </a:lnTo>
                <a:lnTo>
                  <a:pt x="230098" y="24221"/>
                </a:lnTo>
                <a:lnTo>
                  <a:pt x="227395" y="22925"/>
                </a:lnTo>
                <a:lnTo>
                  <a:pt x="224691" y="21686"/>
                </a:lnTo>
                <a:lnTo>
                  <a:pt x="221931" y="20447"/>
                </a:lnTo>
                <a:lnTo>
                  <a:pt x="219171" y="19264"/>
                </a:lnTo>
                <a:lnTo>
                  <a:pt x="216354" y="18137"/>
                </a:lnTo>
                <a:lnTo>
                  <a:pt x="213538" y="17011"/>
                </a:lnTo>
                <a:lnTo>
                  <a:pt x="210722" y="15941"/>
                </a:lnTo>
                <a:lnTo>
                  <a:pt x="207849" y="14927"/>
                </a:lnTo>
                <a:lnTo>
                  <a:pt x="204920" y="13913"/>
                </a:lnTo>
                <a:lnTo>
                  <a:pt x="202047" y="12955"/>
                </a:lnTo>
                <a:lnTo>
                  <a:pt x="199118" y="11998"/>
                </a:lnTo>
                <a:lnTo>
                  <a:pt x="196245" y="11096"/>
                </a:lnTo>
                <a:lnTo>
                  <a:pt x="193316" y="10252"/>
                </a:lnTo>
                <a:lnTo>
                  <a:pt x="190387" y="9463"/>
                </a:lnTo>
                <a:lnTo>
                  <a:pt x="187458" y="8674"/>
                </a:lnTo>
                <a:lnTo>
                  <a:pt x="184473" y="7886"/>
                </a:lnTo>
                <a:lnTo>
                  <a:pt x="181544" y="7210"/>
                </a:lnTo>
                <a:lnTo>
                  <a:pt x="175686" y="5858"/>
                </a:lnTo>
                <a:lnTo>
                  <a:pt x="169884" y="4675"/>
                </a:lnTo>
                <a:lnTo>
                  <a:pt x="164082" y="3605"/>
                </a:lnTo>
                <a:lnTo>
                  <a:pt x="158393" y="2704"/>
                </a:lnTo>
                <a:lnTo>
                  <a:pt x="152704" y="1915"/>
                </a:lnTo>
                <a:lnTo>
                  <a:pt x="147184" y="1296"/>
                </a:lnTo>
                <a:lnTo>
                  <a:pt x="141777" y="789"/>
                </a:lnTo>
                <a:lnTo>
                  <a:pt x="136482" y="394"/>
                </a:lnTo>
                <a:lnTo>
                  <a:pt x="131300" y="113"/>
                </a:lnTo>
                <a:lnTo>
                  <a:pt x="126343" y="0"/>
                </a:lnTo>
                <a:lnTo>
                  <a:pt x="121555" y="0"/>
                </a:lnTo>
                <a:lnTo>
                  <a:pt x="1215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p36"/>
          <p:cNvSpPr txBox="1">
            <a:spLocks noGrp="1"/>
          </p:cNvSpPr>
          <p:nvPr>
            <p:ph type="ctrTitle"/>
          </p:nvPr>
        </p:nvSpPr>
        <p:spPr>
          <a:xfrm>
            <a:off x="1748925" y="2411975"/>
            <a:ext cx="5646300" cy="137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Hort </a:t>
            </a:r>
            <a:r>
              <a:rPr lang="en" dirty="0">
                <a:solidFill>
                  <a:schemeClr val="dk1"/>
                </a:solidFill>
              </a:rPr>
              <a:t>Conect!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175" name="Google Shape;1175;p36"/>
          <p:cNvSpPr txBox="1">
            <a:spLocks noGrp="1"/>
          </p:cNvSpPr>
          <p:nvPr>
            <p:ph type="subTitle" idx="1"/>
          </p:nvPr>
        </p:nvSpPr>
        <p:spPr>
          <a:xfrm>
            <a:off x="1748925" y="3697975"/>
            <a:ext cx="564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Transformando o mundo pela educação</a:t>
            </a:r>
            <a:endParaRPr dirty="0"/>
          </a:p>
        </p:txBody>
      </p:sp>
      <p:grpSp>
        <p:nvGrpSpPr>
          <p:cNvPr id="1176" name="Google Shape;1176;p36"/>
          <p:cNvGrpSpPr/>
          <p:nvPr/>
        </p:nvGrpSpPr>
        <p:grpSpPr>
          <a:xfrm>
            <a:off x="3822297" y="1118629"/>
            <a:ext cx="1437311" cy="1377383"/>
            <a:chOff x="2096150" y="3477525"/>
            <a:chExt cx="1828175" cy="1751950"/>
          </a:xfrm>
        </p:grpSpPr>
        <p:sp>
          <p:nvSpPr>
            <p:cNvPr id="1177" name="Google Shape;1177;p36"/>
            <p:cNvSpPr/>
            <p:nvPr/>
          </p:nvSpPr>
          <p:spPr>
            <a:xfrm>
              <a:off x="2096150" y="3877150"/>
              <a:ext cx="1828175" cy="1352325"/>
            </a:xfrm>
            <a:custGeom>
              <a:avLst/>
              <a:gdLst/>
              <a:ahLst/>
              <a:cxnLst/>
              <a:rect l="l" t="t" r="r" b="b"/>
              <a:pathLst>
                <a:path w="73127" h="54093" extrusionOk="0">
                  <a:moveTo>
                    <a:pt x="0" y="0"/>
                  </a:moveTo>
                  <a:lnTo>
                    <a:pt x="206" y="1483"/>
                  </a:lnTo>
                  <a:lnTo>
                    <a:pt x="412" y="3172"/>
                  </a:lnTo>
                  <a:lnTo>
                    <a:pt x="783" y="5479"/>
                  </a:lnTo>
                  <a:lnTo>
                    <a:pt x="1319" y="8281"/>
                  </a:lnTo>
                  <a:lnTo>
                    <a:pt x="1978" y="11453"/>
                  </a:lnTo>
                  <a:lnTo>
                    <a:pt x="2390" y="13225"/>
                  </a:lnTo>
                  <a:lnTo>
                    <a:pt x="2802" y="15037"/>
                  </a:lnTo>
                  <a:lnTo>
                    <a:pt x="3296" y="16932"/>
                  </a:lnTo>
                  <a:lnTo>
                    <a:pt x="3832" y="18869"/>
                  </a:lnTo>
                  <a:lnTo>
                    <a:pt x="4450" y="20887"/>
                  </a:lnTo>
                  <a:lnTo>
                    <a:pt x="5109" y="22906"/>
                  </a:lnTo>
                  <a:lnTo>
                    <a:pt x="5809" y="25007"/>
                  </a:lnTo>
                  <a:lnTo>
                    <a:pt x="6551" y="27108"/>
                  </a:lnTo>
                  <a:lnTo>
                    <a:pt x="7375" y="29251"/>
                  </a:lnTo>
                  <a:lnTo>
                    <a:pt x="8281" y="31393"/>
                  </a:lnTo>
                  <a:lnTo>
                    <a:pt x="9229" y="33535"/>
                  </a:lnTo>
                  <a:lnTo>
                    <a:pt x="10259" y="35636"/>
                  </a:lnTo>
                  <a:lnTo>
                    <a:pt x="11330" y="37737"/>
                  </a:lnTo>
                  <a:lnTo>
                    <a:pt x="12525" y="39838"/>
                  </a:lnTo>
                  <a:lnTo>
                    <a:pt x="13761" y="41898"/>
                  </a:lnTo>
                  <a:lnTo>
                    <a:pt x="15038" y="43876"/>
                  </a:lnTo>
                  <a:lnTo>
                    <a:pt x="16438" y="45853"/>
                  </a:lnTo>
                  <a:lnTo>
                    <a:pt x="17180" y="46801"/>
                  </a:lnTo>
                  <a:lnTo>
                    <a:pt x="17922" y="47707"/>
                  </a:lnTo>
                  <a:lnTo>
                    <a:pt x="18663" y="48655"/>
                  </a:lnTo>
                  <a:lnTo>
                    <a:pt x="19446" y="49520"/>
                  </a:lnTo>
                  <a:lnTo>
                    <a:pt x="20270" y="50426"/>
                  </a:lnTo>
                  <a:lnTo>
                    <a:pt x="21094" y="51250"/>
                  </a:lnTo>
                  <a:lnTo>
                    <a:pt x="21217" y="51415"/>
                  </a:lnTo>
                  <a:lnTo>
                    <a:pt x="21341" y="51580"/>
                  </a:lnTo>
                  <a:lnTo>
                    <a:pt x="21753" y="51827"/>
                  </a:lnTo>
                  <a:lnTo>
                    <a:pt x="22247" y="52116"/>
                  </a:lnTo>
                  <a:lnTo>
                    <a:pt x="22907" y="52363"/>
                  </a:lnTo>
                  <a:lnTo>
                    <a:pt x="23689" y="52610"/>
                  </a:lnTo>
                  <a:lnTo>
                    <a:pt x="24554" y="52857"/>
                  </a:lnTo>
                  <a:lnTo>
                    <a:pt x="25543" y="53063"/>
                  </a:lnTo>
                  <a:lnTo>
                    <a:pt x="26614" y="53269"/>
                  </a:lnTo>
                  <a:lnTo>
                    <a:pt x="27809" y="53434"/>
                  </a:lnTo>
                  <a:lnTo>
                    <a:pt x="29045" y="53599"/>
                  </a:lnTo>
                  <a:lnTo>
                    <a:pt x="30405" y="53763"/>
                  </a:lnTo>
                  <a:lnTo>
                    <a:pt x="31805" y="53846"/>
                  </a:lnTo>
                  <a:lnTo>
                    <a:pt x="33247" y="53969"/>
                  </a:lnTo>
                  <a:lnTo>
                    <a:pt x="34772" y="54011"/>
                  </a:lnTo>
                  <a:lnTo>
                    <a:pt x="36337" y="54052"/>
                  </a:lnTo>
                  <a:lnTo>
                    <a:pt x="37985" y="54093"/>
                  </a:lnTo>
                  <a:lnTo>
                    <a:pt x="39509" y="54052"/>
                  </a:lnTo>
                  <a:lnTo>
                    <a:pt x="41034" y="54011"/>
                  </a:lnTo>
                  <a:lnTo>
                    <a:pt x="42517" y="53969"/>
                  </a:lnTo>
                  <a:lnTo>
                    <a:pt x="43959" y="53887"/>
                  </a:lnTo>
                  <a:lnTo>
                    <a:pt x="45318" y="53763"/>
                  </a:lnTo>
                  <a:lnTo>
                    <a:pt x="46595" y="53640"/>
                  </a:lnTo>
                  <a:lnTo>
                    <a:pt x="47831" y="53475"/>
                  </a:lnTo>
                  <a:lnTo>
                    <a:pt x="48985" y="53310"/>
                  </a:lnTo>
                  <a:lnTo>
                    <a:pt x="50056" y="53145"/>
                  </a:lnTo>
                  <a:lnTo>
                    <a:pt x="51045" y="52939"/>
                  </a:lnTo>
                  <a:lnTo>
                    <a:pt x="51910" y="52733"/>
                  </a:lnTo>
                  <a:lnTo>
                    <a:pt x="52693" y="52486"/>
                  </a:lnTo>
                  <a:lnTo>
                    <a:pt x="53393" y="52239"/>
                  </a:lnTo>
                  <a:lnTo>
                    <a:pt x="53929" y="51992"/>
                  </a:lnTo>
                  <a:lnTo>
                    <a:pt x="54382" y="51704"/>
                  </a:lnTo>
                  <a:lnTo>
                    <a:pt x="54711" y="51456"/>
                  </a:lnTo>
                  <a:lnTo>
                    <a:pt x="55371" y="50715"/>
                  </a:lnTo>
                  <a:lnTo>
                    <a:pt x="56153" y="49808"/>
                  </a:lnTo>
                  <a:lnTo>
                    <a:pt x="57183" y="48490"/>
                  </a:lnTo>
                  <a:lnTo>
                    <a:pt x="58419" y="46801"/>
                  </a:lnTo>
                  <a:lnTo>
                    <a:pt x="59078" y="45812"/>
                  </a:lnTo>
                  <a:lnTo>
                    <a:pt x="59779" y="44700"/>
                  </a:lnTo>
                  <a:lnTo>
                    <a:pt x="60520" y="43505"/>
                  </a:lnTo>
                  <a:lnTo>
                    <a:pt x="61262" y="42187"/>
                  </a:lnTo>
                  <a:lnTo>
                    <a:pt x="62045" y="40786"/>
                  </a:lnTo>
                  <a:lnTo>
                    <a:pt x="62827" y="39303"/>
                  </a:lnTo>
                  <a:lnTo>
                    <a:pt x="63610" y="37655"/>
                  </a:lnTo>
                  <a:lnTo>
                    <a:pt x="64434" y="35966"/>
                  </a:lnTo>
                  <a:lnTo>
                    <a:pt x="65217" y="34112"/>
                  </a:lnTo>
                  <a:lnTo>
                    <a:pt x="66041" y="32176"/>
                  </a:lnTo>
                  <a:lnTo>
                    <a:pt x="66824" y="30116"/>
                  </a:lnTo>
                  <a:lnTo>
                    <a:pt x="67565" y="27973"/>
                  </a:lnTo>
                  <a:lnTo>
                    <a:pt x="68307" y="25708"/>
                  </a:lnTo>
                  <a:lnTo>
                    <a:pt x="69007" y="23318"/>
                  </a:lnTo>
                  <a:lnTo>
                    <a:pt x="69708" y="20805"/>
                  </a:lnTo>
                  <a:lnTo>
                    <a:pt x="70367" y="18168"/>
                  </a:lnTo>
                  <a:lnTo>
                    <a:pt x="70943" y="15449"/>
                  </a:lnTo>
                  <a:lnTo>
                    <a:pt x="71520" y="12607"/>
                  </a:lnTo>
                  <a:lnTo>
                    <a:pt x="72015" y="9640"/>
                  </a:lnTo>
                  <a:lnTo>
                    <a:pt x="72427" y="6551"/>
                  </a:lnTo>
                  <a:lnTo>
                    <a:pt x="72839" y="3337"/>
                  </a:lnTo>
                  <a:lnTo>
                    <a:pt x="73127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6"/>
            <p:cNvSpPr/>
            <p:nvPr/>
          </p:nvSpPr>
          <p:spPr>
            <a:xfrm>
              <a:off x="2096150" y="3877150"/>
              <a:ext cx="1828175" cy="1352325"/>
            </a:xfrm>
            <a:custGeom>
              <a:avLst/>
              <a:gdLst/>
              <a:ahLst/>
              <a:cxnLst/>
              <a:rect l="l" t="t" r="r" b="b"/>
              <a:pathLst>
                <a:path w="73127" h="54093" fill="none" extrusionOk="0">
                  <a:moveTo>
                    <a:pt x="73127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06" y="1483"/>
                  </a:lnTo>
                  <a:lnTo>
                    <a:pt x="412" y="3172"/>
                  </a:lnTo>
                  <a:lnTo>
                    <a:pt x="783" y="5479"/>
                  </a:lnTo>
                  <a:lnTo>
                    <a:pt x="1319" y="8281"/>
                  </a:lnTo>
                  <a:lnTo>
                    <a:pt x="1978" y="11453"/>
                  </a:lnTo>
                  <a:lnTo>
                    <a:pt x="2390" y="13225"/>
                  </a:lnTo>
                  <a:lnTo>
                    <a:pt x="2802" y="15037"/>
                  </a:lnTo>
                  <a:lnTo>
                    <a:pt x="3296" y="16932"/>
                  </a:lnTo>
                  <a:lnTo>
                    <a:pt x="3832" y="18869"/>
                  </a:lnTo>
                  <a:lnTo>
                    <a:pt x="4450" y="20887"/>
                  </a:lnTo>
                  <a:lnTo>
                    <a:pt x="5109" y="22906"/>
                  </a:lnTo>
                  <a:lnTo>
                    <a:pt x="5809" y="25007"/>
                  </a:lnTo>
                  <a:lnTo>
                    <a:pt x="6551" y="27108"/>
                  </a:lnTo>
                  <a:lnTo>
                    <a:pt x="7375" y="29251"/>
                  </a:lnTo>
                  <a:lnTo>
                    <a:pt x="8281" y="31393"/>
                  </a:lnTo>
                  <a:lnTo>
                    <a:pt x="9229" y="33535"/>
                  </a:lnTo>
                  <a:lnTo>
                    <a:pt x="10259" y="35636"/>
                  </a:lnTo>
                  <a:lnTo>
                    <a:pt x="11330" y="37737"/>
                  </a:lnTo>
                  <a:lnTo>
                    <a:pt x="12525" y="39838"/>
                  </a:lnTo>
                  <a:lnTo>
                    <a:pt x="13761" y="41898"/>
                  </a:lnTo>
                  <a:lnTo>
                    <a:pt x="15038" y="43876"/>
                  </a:lnTo>
                  <a:lnTo>
                    <a:pt x="16438" y="45853"/>
                  </a:lnTo>
                  <a:lnTo>
                    <a:pt x="17180" y="46801"/>
                  </a:lnTo>
                  <a:lnTo>
                    <a:pt x="17922" y="47707"/>
                  </a:lnTo>
                  <a:lnTo>
                    <a:pt x="18663" y="48655"/>
                  </a:lnTo>
                  <a:lnTo>
                    <a:pt x="19446" y="49520"/>
                  </a:lnTo>
                  <a:lnTo>
                    <a:pt x="20270" y="50426"/>
                  </a:lnTo>
                  <a:lnTo>
                    <a:pt x="21094" y="51250"/>
                  </a:lnTo>
                  <a:lnTo>
                    <a:pt x="21094" y="51250"/>
                  </a:lnTo>
                  <a:lnTo>
                    <a:pt x="21217" y="51415"/>
                  </a:lnTo>
                  <a:lnTo>
                    <a:pt x="21341" y="51580"/>
                  </a:lnTo>
                  <a:lnTo>
                    <a:pt x="21753" y="51827"/>
                  </a:lnTo>
                  <a:lnTo>
                    <a:pt x="22247" y="52116"/>
                  </a:lnTo>
                  <a:lnTo>
                    <a:pt x="22907" y="52363"/>
                  </a:lnTo>
                  <a:lnTo>
                    <a:pt x="23689" y="52610"/>
                  </a:lnTo>
                  <a:lnTo>
                    <a:pt x="24554" y="52857"/>
                  </a:lnTo>
                  <a:lnTo>
                    <a:pt x="25543" y="53063"/>
                  </a:lnTo>
                  <a:lnTo>
                    <a:pt x="26614" y="53269"/>
                  </a:lnTo>
                  <a:lnTo>
                    <a:pt x="27809" y="53434"/>
                  </a:lnTo>
                  <a:lnTo>
                    <a:pt x="29045" y="53599"/>
                  </a:lnTo>
                  <a:lnTo>
                    <a:pt x="30405" y="53763"/>
                  </a:lnTo>
                  <a:lnTo>
                    <a:pt x="31805" y="53846"/>
                  </a:lnTo>
                  <a:lnTo>
                    <a:pt x="33247" y="53969"/>
                  </a:lnTo>
                  <a:lnTo>
                    <a:pt x="34772" y="54011"/>
                  </a:lnTo>
                  <a:lnTo>
                    <a:pt x="36337" y="54052"/>
                  </a:lnTo>
                  <a:lnTo>
                    <a:pt x="37985" y="54093"/>
                  </a:lnTo>
                  <a:lnTo>
                    <a:pt x="37985" y="54093"/>
                  </a:lnTo>
                  <a:lnTo>
                    <a:pt x="39509" y="54052"/>
                  </a:lnTo>
                  <a:lnTo>
                    <a:pt x="41034" y="54011"/>
                  </a:lnTo>
                  <a:lnTo>
                    <a:pt x="42517" y="53969"/>
                  </a:lnTo>
                  <a:lnTo>
                    <a:pt x="43959" y="53887"/>
                  </a:lnTo>
                  <a:lnTo>
                    <a:pt x="45318" y="53763"/>
                  </a:lnTo>
                  <a:lnTo>
                    <a:pt x="46595" y="53640"/>
                  </a:lnTo>
                  <a:lnTo>
                    <a:pt x="47831" y="53475"/>
                  </a:lnTo>
                  <a:lnTo>
                    <a:pt x="48985" y="53310"/>
                  </a:lnTo>
                  <a:lnTo>
                    <a:pt x="50056" y="53145"/>
                  </a:lnTo>
                  <a:lnTo>
                    <a:pt x="51045" y="52939"/>
                  </a:lnTo>
                  <a:lnTo>
                    <a:pt x="51910" y="52733"/>
                  </a:lnTo>
                  <a:lnTo>
                    <a:pt x="52693" y="52486"/>
                  </a:lnTo>
                  <a:lnTo>
                    <a:pt x="53393" y="52239"/>
                  </a:lnTo>
                  <a:lnTo>
                    <a:pt x="53929" y="51992"/>
                  </a:lnTo>
                  <a:lnTo>
                    <a:pt x="54382" y="51704"/>
                  </a:lnTo>
                  <a:lnTo>
                    <a:pt x="54711" y="51456"/>
                  </a:lnTo>
                  <a:lnTo>
                    <a:pt x="54711" y="51456"/>
                  </a:lnTo>
                  <a:lnTo>
                    <a:pt x="54711" y="51456"/>
                  </a:lnTo>
                  <a:lnTo>
                    <a:pt x="55371" y="50715"/>
                  </a:lnTo>
                  <a:lnTo>
                    <a:pt x="56153" y="49808"/>
                  </a:lnTo>
                  <a:lnTo>
                    <a:pt x="57183" y="48490"/>
                  </a:lnTo>
                  <a:lnTo>
                    <a:pt x="58419" y="46801"/>
                  </a:lnTo>
                  <a:lnTo>
                    <a:pt x="59078" y="45812"/>
                  </a:lnTo>
                  <a:lnTo>
                    <a:pt x="59779" y="44700"/>
                  </a:lnTo>
                  <a:lnTo>
                    <a:pt x="60520" y="43505"/>
                  </a:lnTo>
                  <a:lnTo>
                    <a:pt x="61262" y="42187"/>
                  </a:lnTo>
                  <a:lnTo>
                    <a:pt x="62045" y="40786"/>
                  </a:lnTo>
                  <a:lnTo>
                    <a:pt x="62827" y="39303"/>
                  </a:lnTo>
                  <a:lnTo>
                    <a:pt x="63610" y="37655"/>
                  </a:lnTo>
                  <a:lnTo>
                    <a:pt x="64434" y="35966"/>
                  </a:lnTo>
                  <a:lnTo>
                    <a:pt x="65217" y="34112"/>
                  </a:lnTo>
                  <a:lnTo>
                    <a:pt x="66041" y="32176"/>
                  </a:lnTo>
                  <a:lnTo>
                    <a:pt x="66824" y="30116"/>
                  </a:lnTo>
                  <a:lnTo>
                    <a:pt x="67565" y="27973"/>
                  </a:lnTo>
                  <a:lnTo>
                    <a:pt x="68307" y="25708"/>
                  </a:lnTo>
                  <a:lnTo>
                    <a:pt x="69007" y="23318"/>
                  </a:lnTo>
                  <a:lnTo>
                    <a:pt x="69708" y="20805"/>
                  </a:lnTo>
                  <a:lnTo>
                    <a:pt x="70367" y="18168"/>
                  </a:lnTo>
                  <a:lnTo>
                    <a:pt x="70943" y="15449"/>
                  </a:lnTo>
                  <a:lnTo>
                    <a:pt x="71520" y="12607"/>
                  </a:lnTo>
                  <a:lnTo>
                    <a:pt x="72015" y="9640"/>
                  </a:lnTo>
                  <a:lnTo>
                    <a:pt x="72427" y="6551"/>
                  </a:lnTo>
                  <a:lnTo>
                    <a:pt x="72839" y="3337"/>
                  </a:lnTo>
                  <a:lnTo>
                    <a:pt x="7312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6"/>
            <p:cNvSpPr/>
            <p:nvPr/>
          </p:nvSpPr>
          <p:spPr>
            <a:xfrm>
              <a:off x="2458700" y="4023400"/>
              <a:ext cx="1450200" cy="1206075"/>
            </a:xfrm>
            <a:custGeom>
              <a:avLst/>
              <a:gdLst/>
              <a:ahLst/>
              <a:cxnLst/>
              <a:rect l="l" t="t" r="r" b="b"/>
              <a:pathLst>
                <a:path w="58008" h="48243" extrusionOk="0">
                  <a:moveTo>
                    <a:pt x="58007" y="0"/>
                  </a:moveTo>
                  <a:lnTo>
                    <a:pt x="57348" y="1112"/>
                  </a:lnTo>
                  <a:lnTo>
                    <a:pt x="56689" y="2184"/>
                  </a:lnTo>
                  <a:lnTo>
                    <a:pt x="55288" y="4326"/>
                  </a:lnTo>
                  <a:lnTo>
                    <a:pt x="53887" y="6427"/>
                  </a:lnTo>
                  <a:lnTo>
                    <a:pt x="52486" y="8569"/>
                  </a:lnTo>
                  <a:lnTo>
                    <a:pt x="50962" y="11000"/>
                  </a:lnTo>
                  <a:lnTo>
                    <a:pt x="49438" y="13431"/>
                  </a:lnTo>
                  <a:lnTo>
                    <a:pt x="48655" y="14625"/>
                  </a:lnTo>
                  <a:lnTo>
                    <a:pt x="47831" y="15820"/>
                  </a:lnTo>
                  <a:lnTo>
                    <a:pt x="47007" y="17015"/>
                  </a:lnTo>
                  <a:lnTo>
                    <a:pt x="46183" y="18168"/>
                  </a:lnTo>
                  <a:lnTo>
                    <a:pt x="45318" y="19240"/>
                  </a:lnTo>
                  <a:lnTo>
                    <a:pt x="44453" y="20270"/>
                  </a:lnTo>
                  <a:lnTo>
                    <a:pt x="43588" y="21300"/>
                  </a:lnTo>
                  <a:lnTo>
                    <a:pt x="42681" y="22288"/>
                  </a:lnTo>
                  <a:lnTo>
                    <a:pt x="41775" y="23236"/>
                  </a:lnTo>
                  <a:lnTo>
                    <a:pt x="40827" y="24183"/>
                  </a:lnTo>
                  <a:lnTo>
                    <a:pt x="39839" y="25090"/>
                  </a:lnTo>
                  <a:lnTo>
                    <a:pt x="38891" y="25996"/>
                  </a:lnTo>
                  <a:lnTo>
                    <a:pt x="36872" y="27726"/>
                  </a:lnTo>
                  <a:lnTo>
                    <a:pt x="34812" y="29416"/>
                  </a:lnTo>
                  <a:lnTo>
                    <a:pt x="32670" y="31063"/>
                  </a:lnTo>
                  <a:lnTo>
                    <a:pt x="30528" y="32670"/>
                  </a:lnTo>
                  <a:lnTo>
                    <a:pt x="29416" y="33412"/>
                  </a:lnTo>
                  <a:lnTo>
                    <a:pt x="28262" y="34112"/>
                  </a:lnTo>
                  <a:lnTo>
                    <a:pt x="27108" y="34730"/>
                  </a:lnTo>
                  <a:lnTo>
                    <a:pt x="25914" y="35266"/>
                  </a:lnTo>
                  <a:lnTo>
                    <a:pt x="24719" y="35801"/>
                  </a:lnTo>
                  <a:lnTo>
                    <a:pt x="23442" y="36213"/>
                  </a:lnTo>
                  <a:lnTo>
                    <a:pt x="22206" y="36625"/>
                  </a:lnTo>
                  <a:lnTo>
                    <a:pt x="20929" y="36955"/>
                  </a:lnTo>
                  <a:lnTo>
                    <a:pt x="19610" y="37284"/>
                  </a:lnTo>
                  <a:lnTo>
                    <a:pt x="18333" y="37532"/>
                  </a:lnTo>
                  <a:lnTo>
                    <a:pt x="17015" y="37779"/>
                  </a:lnTo>
                  <a:lnTo>
                    <a:pt x="15697" y="37944"/>
                  </a:lnTo>
                  <a:lnTo>
                    <a:pt x="14378" y="38108"/>
                  </a:lnTo>
                  <a:lnTo>
                    <a:pt x="13060" y="38232"/>
                  </a:lnTo>
                  <a:lnTo>
                    <a:pt x="10423" y="38438"/>
                  </a:lnTo>
                  <a:lnTo>
                    <a:pt x="9228" y="38479"/>
                  </a:lnTo>
                  <a:lnTo>
                    <a:pt x="7993" y="38479"/>
                  </a:lnTo>
                  <a:lnTo>
                    <a:pt x="6715" y="38438"/>
                  </a:lnTo>
                  <a:lnTo>
                    <a:pt x="5397" y="38314"/>
                  </a:lnTo>
                  <a:lnTo>
                    <a:pt x="4038" y="38108"/>
                  </a:lnTo>
                  <a:lnTo>
                    <a:pt x="2678" y="37902"/>
                  </a:lnTo>
                  <a:lnTo>
                    <a:pt x="1318" y="37573"/>
                  </a:lnTo>
                  <a:lnTo>
                    <a:pt x="0" y="37202"/>
                  </a:lnTo>
                  <a:lnTo>
                    <a:pt x="742" y="38314"/>
                  </a:lnTo>
                  <a:lnTo>
                    <a:pt x="1524" y="39385"/>
                  </a:lnTo>
                  <a:lnTo>
                    <a:pt x="2307" y="40457"/>
                  </a:lnTo>
                  <a:lnTo>
                    <a:pt x="3090" y="41487"/>
                  </a:lnTo>
                  <a:lnTo>
                    <a:pt x="3955" y="42516"/>
                  </a:lnTo>
                  <a:lnTo>
                    <a:pt x="4779" y="43505"/>
                  </a:lnTo>
                  <a:lnTo>
                    <a:pt x="5685" y="44494"/>
                  </a:lnTo>
                  <a:lnTo>
                    <a:pt x="6592" y="45400"/>
                  </a:lnTo>
                  <a:lnTo>
                    <a:pt x="6715" y="45565"/>
                  </a:lnTo>
                  <a:lnTo>
                    <a:pt x="6839" y="45730"/>
                  </a:lnTo>
                  <a:lnTo>
                    <a:pt x="7251" y="45977"/>
                  </a:lnTo>
                  <a:lnTo>
                    <a:pt x="7745" y="46266"/>
                  </a:lnTo>
                  <a:lnTo>
                    <a:pt x="8405" y="46513"/>
                  </a:lnTo>
                  <a:lnTo>
                    <a:pt x="9187" y="46760"/>
                  </a:lnTo>
                  <a:lnTo>
                    <a:pt x="10052" y="47007"/>
                  </a:lnTo>
                  <a:lnTo>
                    <a:pt x="11041" y="47213"/>
                  </a:lnTo>
                  <a:lnTo>
                    <a:pt x="12112" y="47419"/>
                  </a:lnTo>
                  <a:lnTo>
                    <a:pt x="13307" y="47584"/>
                  </a:lnTo>
                  <a:lnTo>
                    <a:pt x="14543" y="47749"/>
                  </a:lnTo>
                  <a:lnTo>
                    <a:pt x="15903" y="47913"/>
                  </a:lnTo>
                  <a:lnTo>
                    <a:pt x="17303" y="47996"/>
                  </a:lnTo>
                  <a:lnTo>
                    <a:pt x="18745" y="48119"/>
                  </a:lnTo>
                  <a:lnTo>
                    <a:pt x="20270" y="48161"/>
                  </a:lnTo>
                  <a:lnTo>
                    <a:pt x="21835" y="48202"/>
                  </a:lnTo>
                  <a:lnTo>
                    <a:pt x="23483" y="48243"/>
                  </a:lnTo>
                  <a:lnTo>
                    <a:pt x="25007" y="48202"/>
                  </a:lnTo>
                  <a:lnTo>
                    <a:pt x="26532" y="48161"/>
                  </a:lnTo>
                  <a:lnTo>
                    <a:pt x="28015" y="48119"/>
                  </a:lnTo>
                  <a:lnTo>
                    <a:pt x="29457" y="48037"/>
                  </a:lnTo>
                  <a:lnTo>
                    <a:pt x="30816" y="47913"/>
                  </a:lnTo>
                  <a:lnTo>
                    <a:pt x="32093" y="47790"/>
                  </a:lnTo>
                  <a:lnTo>
                    <a:pt x="33329" y="47625"/>
                  </a:lnTo>
                  <a:lnTo>
                    <a:pt x="34483" y="47460"/>
                  </a:lnTo>
                  <a:lnTo>
                    <a:pt x="35554" y="47295"/>
                  </a:lnTo>
                  <a:lnTo>
                    <a:pt x="36543" y="47089"/>
                  </a:lnTo>
                  <a:lnTo>
                    <a:pt x="37408" y="46883"/>
                  </a:lnTo>
                  <a:lnTo>
                    <a:pt x="38191" y="46636"/>
                  </a:lnTo>
                  <a:lnTo>
                    <a:pt x="38891" y="46389"/>
                  </a:lnTo>
                  <a:lnTo>
                    <a:pt x="39427" y="46142"/>
                  </a:lnTo>
                  <a:lnTo>
                    <a:pt x="39880" y="45854"/>
                  </a:lnTo>
                  <a:lnTo>
                    <a:pt x="40209" y="45606"/>
                  </a:lnTo>
                  <a:lnTo>
                    <a:pt x="40827" y="44947"/>
                  </a:lnTo>
                  <a:lnTo>
                    <a:pt x="41528" y="44123"/>
                  </a:lnTo>
                  <a:lnTo>
                    <a:pt x="42434" y="42970"/>
                  </a:lnTo>
                  <a:lnTo>
                    <a:pt x="43546" y="41445"/>
                  </a:lnTo>
                  <a:lnTo>
                    <a:pt x="44782" y="39591"/>
                  </a:lnTo>
                  <a:lnTo>
                    <a:pt x="45483" y="38520"/>
                  </a:lnTo>
                  <a:lnTo>
                    <a:pt x="46183" y="37367"/>
                  </a:lnTo>
                  <a:lnTo>
                    <a:pt x="46884" y="36131"/>
                  </a:lnTo>
                  <a:lnTo>
                    <a:pt x="47625" y="34771"/>
                  </a:lnTo>
                  <a:lnTo>
                    <a:pt x="48367" y="33329"/>
                  </a:lnTo>
                  <a:lnTo>
                    <a:pt x="49108" y="31805"/>
                  </a:lnTo>
                  <a:lnTo>
                    <a:pt x="49891" y="30198"/>
                  </a:lnTo>
                  <a:lnTo>
                    <a:pt x="50633" y="28468"/>
                  </a:lnTo>
                  <a:lnTo>
                    <a:pt x="51374" y="26655"/>
                  </a:lnTo>
                  <a:lnTo>
                    <a:pt x="52116" y="24760"/>
                  </a:lnTo>
                  <a:lnTo>
                    <a:pt x="52857" y="22741"/>
                  </a:lnTo>
                  <a:lnTo>
                    <a:pt x="53558" y="20599"/>
                  </a:lnTo>
                  <a:lnTo>
                    <a:pt x="54217" y="18416"/>
                  </a:lnTo>
                  <a:lnTo>
                    <a:pt x="54876" y="16067"/>
                  </a:lnTo>
                  <a:lnTo>
                    <a:pt x="55494" y="13678"/>
                  </a:lnTo>
                  <a:lnTo>
                    <a:pt x="56112" y="11165"/>
                  </a:lnTo>
                  <a:lnTo>
                    <a:pt x="56647" y="8528"/>
                  </a:lnTo>
                  <a:lnTo>
                    <a:pt x="57142" y="5809"/>
                  </a:lnTo>
                  <a:lnTo>
                    <a:pt x="57595" y="2966"/>
                  </a:lnTo>
                  <a:lnTo>
                    <a:pt x="58007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6"/>
            <p:cNvSpPr/>
            <p:nvPr/>
          </p:nvSpPr>
          <p:spPr>
            <a:xfrm>
              <a:off x="2458700" y="4023400"/>
              <a:ext cx="1450200" cy="1206075"/>
            </a:xfrm>
            <a:custGeom>
              <a:avLst/>
              <a:gdLst/>
              <a:ahLst/>
              <a:cxnLst/>
              <a:rect l="l" t="t" r="r" b="b"/>
              <a:pathLst>
                <a:path w="58008" h="48243" fill="none" extrusionOk="0">
                  <a:moveTo>
                    <a:pt x="52486" y="8569"/>
                  </a:moveTo>
                  <a:lnTo>
                    <a:pt x="52486" y="8569"/>
                  </a:lnTo>
                  <a:lnTo>
                    <a:pt x="50962" y="11000"/>
                  </a:lnTo>
                  <a:lnTo>
                    <a:pt x="49438" y="13431"/>
                  </a:lnTo>
                  <a:lnTo>
                    <a:pt x="48655" y="14625"/>
                  </a:lnTo>
                  <a:lnTo>
                    <a:pt x="47831" y="15820"/>
                  </a:lnTo>
                  <a:lnTo>
                    <a:pt x="47007" y="17015"/>
                  </a:lnTo>
                  <a:lnTo>
                    <a:pt x="46183" y="18168"/>
                  </a:lnTo>
                  <a:lnTo>
                    <a:pt x="46183" y="18168"/>
                  </a:lnTo>
                  <a:lnTo>
                    <a:pt x="45318" y="19240"/>
                  </a:lnTo>
                  <a:lnTo>
                    <a:pt x="44453" y="20270"/>
                  </a:lnTo>
                  <a:lnTo>
                    <a:pt x="43588" y="21300"/>
                  </a:lnTo>
                  <a:lnTo>
                    <a:pt x="42681" y="22288"/>
                  </a:lnTo>
                  <a:lnTo>
                    <a:pt x="41775" y="23236"/>
                  </a:lnTo>
                  <a:lnTo>
                    <a:pt x="40827" y="24183"/>
                  </a:lnTo>
                  <a:lnTo>
                    <a:pt x="39839" y="25090"/>
                  </a:lnTo>
                  <a:lnTo>
                    <a:pt x="38891" y="25996"/>
                  </a:lnTo>
                  <a:lnTo>
                    <a:pt x="36872" y="27726"/>
                  </a:lnTo>
                  <a:lnTo>
                    <a:pt x="34812" y="29416"/>
                  </a:lnTo>
                  <a:lnTo>
                    <a:pt x="32670" y="31063"/>
                  </a:lnTo>
                  <a:lnTo>
                    <a:pt x="30528" y="32670"/>
                  </a:lnTo>
                  <a:lnTo>
                    <a:pt x="30528" y="32670"/>
                  </a:lnTo>
                  <a:lnTo>
                    <a:pt x="29416" y="33412"/>
                  </a:lnTo>
                  <a:lnTo>
                    <a:pt x="28262" y="34112"/>
                  </a:lnTo>
                  <a:lnTo>
                    <a:pt x="27108" y="34730"/>
                  </a:lnTo>
                  <a:lnTo>
                    <a:pt x="25914" y="35266"/>
                  </a:lnTo>
                  <a:lnTo>
                    <a:pt x="24719" y="35801"/>
                  </a:lnTo>
                  <a:lnTo>
                    <a:pt x="23442" y="36213"/>
                  </a:lnTo>
                  <a:lnTo>
                    <a:pt x="22206" y="36625"/>
                  </a:lnTo>
                  <a:lnTo>
                    <a:pt x="20929" y="36955"/>
                  </a:lnTo>
                  <a:lnTo>
                    <a:pt x="19610" y="37284"/>
                  </a:lnTo>
                  <a:lnTo>
                    <a:pt x="18333" y="37532"/>
                  </a:lnTo>
                  <a:lnTo>
                    <a:pt x="17015" y="37779"/>
                  </a:lnTo>
                  <a:lnTo>
                    <a:pt x="15697" y="37944"/>
                  </a:lnTo>
                  <a:lnTo>
                    <a:pt x="14378" y="38108"/>
                  </a:lnTo>
                  <a:lnTo>
                    <a:pt x="13060" y="38232"/>
                  </a:lnTo>
                  <a:lnTo>
                    <a:pt x="10423" y="38438"/>
                  </a:lnTo>
                  <a:lnTo>
                    <a:pt x="10423" y="38438"/>
                  </a:lnTo>
                  <a:lnTo>
                    <a:pt x="9228" y="38479"/>
                  </a:lnTo>
                  <a:lnTo>
                    <a:pt x="7993" y="38479"/>
                  </a:lnTo>
                  <a:lnTo>
                    <a:pt x="6715" y="38438"/>
                  </a:lnTo>
                  <a:lnTo>
                    <a:pt x="5397" y="38314"/>
                  </a:lnTo>
                  <a:lnTo>
                    <a:pt x="4038" y="38108"/>
                  </a:lnTo>
                  <a:lnTo>
                    <a:pt x="2678" y="37902"/>
                  </a:lnTo>
                  <a:lnTo>
                    <a:pt x="1318" y="37573"/>
                  </a:lnTo>
                  <a:lnTo>
                    <a:pt x="0" y="37202"/>
                  </a:lnTo>
                  <a:lnTo>
                    <a:pt x="0" y="37202"/>
                  </a:lnTo>
                  <a:lnTo>
                    <a:pt x="742" y="38314"/>
                  </a:lnTo>
                  <a:lnTo>
                    <a:pt x="1524" y="39385"/>
                  </a:lnTo>
                  <a:lnTo>
                    <a:pt x="2307" y="40457"/>
                  </a:lnTo>
                  <a:lnTo>
                    <a:pt x="3090" y="41487"/>
                  </a:lnTo>
                  <a:lnTo>
                    <a:pt x="3955" y="42516"/>
                  </a:lnTo>
                  <a:lnTo>
                    <a:pt x="4779" y="43505"/>
                  </a:lnTo>
                  <a:lnTo>
                    <a:pt x="5685" y="44494"/>
                  </a:lnTo>
                  <a:lnTo>
                    <a:pt x="6592" y="45400"/>
                  </a:lnTo>
                  <a:lnTo>
                    <a:pt x="6592" y="45400"/>
                  </a:lnTo>
                  <a:lnTo>
                    <a:pt x="6715" y="45565"/>
                  </a:lnTo>
                  <a:lnTo>
                    <a:pt x="6839" y="45730"/>
                  </a:lnTo>
                  <a:lnTo>
                    <a:pt x="7251" y="45977"/>
                  </a:lnTo>
                  <a:lnTo>
                    <a:pt x="7745" y="46266"/>
                  </a:lnTo>
                  <a:lnTo>
                    <a:pt x="8405" y="46513"/>
                  </a:lnTo>
                  <a:lnTo>
                    <a:pt x="9187" y="46760"/>
                  </a:lnTo>
                  <a:lnTo>
                    <a:pt x="10052" y="47007"/>
                  </a:lnTo>
                  <a:lnTo>
                    <a:pt x="11041" y="47213"/>
                  </a:lnTo>
                  <a:lnTo>
                    <a:pt x="12112" y="47419"/>
                  </a:lnTo>
                  <a:lnTo>
                    <a:pt x="13307" y="47584"/>
                  </a:lnTo>
                  <a:lnTo>
                    <a:pt x="14543" y="47749"/>
                  </a:lnTo>
                  <a:lnTo>
                    <a:pt x="15903" y="47913"/>
                  </a:lnTo>
                  <a:lnTo>
                    <a:pt x="17303" y="47996"/>
                  </a:lnTo>
                  <a:lnTo>
                    <a:pt x="18745" y="48119"/>
                  </a:lnTo>
                  <a:lnTo>
                    <a:pt x="20270" y="48161"/>
                  </a:lnTo>
                  <a:lnTo>
                    <a:pt x="21835" y="48202"/>
                  </a:lnTo>
                  <a:lnTo>
                    <a:pt x="23483" y="48243"/>
                  </a:lnTo>
                  <a:lnTo>
                    <a:pt x="23483" y="48243"/>
                  </a:lnTo>
                  <a:lnTo>
                    <a:pt x="25007" y="48202"/>
                  </a:lnTo>
                  <a:lnTo>
                    <a:pt x="26532" y="48161"/>
                  </a:lnTo>
                  <a:lnTo>
                    <a:pt x="28015" y="48119"/>
                  </a:lnTo>
                  <a:lnTo>
                    <a:pt x="29457" y="48037"/>
                  </a:lnTo>
                  <a:lnTo>
                    <a:pt x="30816" y="47913"/>
                  </a:lnTo>
                  <a:lnTo>
                    <a:pt x="32093" y="47790"/>
                  </a:lnTo>
                  <a:lnTo>
                    <a:pt x="33329" y="47625"/>
                  </a:lnTo>
                  <a:lnTo>
                    <a:pt x="34483" y="47460"/>
                  </a:lnTo>
                  <a:lnTo>
                    <a:pt x="35554" y="47295"/>
                  </a:lnTo>
                  <a:lnTo>
                    <a:pt x="36543" y="47089"/>
                  </a:lnTo>
                  <a:lnTo>
                    <a:pt x="37408" y="46883"/>
                  </a:lnTo>
                  <a:lnTo>
                    <a:pt x="38191" y="46636"/>
                  </a:lnTo>
                  <a:lnTo>
                    <a:pt x="38891" y="46389"/>
                  </a:lnTo>
                  <a:lnTo>
                    <a:pt x="39427" y="46142"/>
                  </a:lnTo>
                  <a:lnTo>
                    <a:pt x="39880" y="45854"/>
                  </a:lnTo>
                  <a:lnTo>
                    <a:pt x="40209" y="45606"/>
                  </a:lnTo>
                  <a:lnTo>
                    <a:pt x="40209" y="45606"/>
                  </a:lnTo>
                  <a:lnTo>
                    <a:pt x="40209" y="45606"/>
                  </a:lnTo>
                  <a:lnTo>
                    <a:pt x="40827" y="44947"/>
                  </a:lnTo>
                  <a:lnTo>
                    <a:pt x="41528" y="44123"/>
                  </a:lnTo>
                  <a:lnTo>
                    <a:pt x="42434" y="42970"/>
                  </a:lnTo>
                  <a:lnTo>
                    <a:pt x="43546" y="41445"/>
                  </a:lnTo>
                  <a:lnTo>
                    <a:pt x="44782" y="39591"/>
                  </a:lnTo>
                  <a:lnTo>
                    <a:pt x="45483" y="38520"/>
                  </a:lnTo>
                  <a:lnTo>
                    <a:pt x="46183" y="37367"/>
                  </a:lnTo>
                  <a:lnTo>
                    <a:pt x="46884" y="36131"/>
                  </a:lnTo>
                  <a:lnTo>
                    <a:pt x="47625" y="34771"/>
                  </a:lnTo>
                  <a:lnTo>
                    <a:pt x="48367" y="33329"/>
                  </a:lnTo>
                  <a:lnTo>
                    <a:pt x="49108" y="31805"/>
                  </a:lnTo>
                  <a:lnTo>
                    <a:pt x="49891" y="30198"/>
                  </a:lnTo>
                  <a:lnTo>
                    <a:pt x="50633" y="28468"/>
                  </a:lnTo>
                  <a:lnTo>
                    <a:pt x="51374" y="26655"/>
                  </a:lnTo>
                  <a:lnTo>
                    <a:pt x="52116" y="24760"/>
                  </a:lnTo>
                  <a:lnTo>
                    <a:pt x="52857" y="22741"/>
                  </a:lnTo>
                  <a:lnTo>
                    <a:pt x="53558" y="20599"/>
                  </a:lnTo>
                  <a:lnTo>
                    <a:pt x="54217" y="18416"/>
                  </a:lnTo>
                  <a:lnTo>
                    <a:pt x="54876" y="16067"/>
                  </a:lnTo>
                  <a:lnTo>
                    <a:pt x="55494" y="13678"/>
                  </a:lnTo>
                  <a:lnTo>
                    <a:pt x="56112" y="11165"/>
                  </a:lnTo>
                  <a:lnTo>
                    <a:pt x="56647" y="8528"/>
                  </a:lnTo>
                  <a:lnTo>
                    <a:pt x="57142" y="5809"/>
                  </a:lnTo>
                  <a:lnTo>
                    <a:pt x="57595" y="2966"/>
                  </a:lnTo>
                  <a:lnTo>
                    <a:pt x="58007" y="0"/>
                  </a:lnTo>
                  <a:lnTo>
                    <a:pt x="58007" y="0"/>
                  </a:lnTo>
                  <a:lnTo>
                    <a:pt x="57348" y="1112"/>
                  </a:lnTo>
                  <a:lnTo>
                    <a:pt x="56689" y="2184"/>
                  </a:lnTo>
                  <a:lnTo>
                    <a:pt x="55288" y="4326"/>
                  </a:lnTo>
                  <a:lnTo>
                    <a:pt x="53887" y="6427"/>
                  </a:lnTo>
                  <a:lnTo>
                    <a:pt x="52486" y="85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6"/>
            <p:cNvSpPr/>
            <p:nvPr/>
          </p:nvSpPr>
          <p:spPr>
            <a:xfrm>
              <a:off x="2096150" y="3477525"/>
              <a:ext cx="1828175" cy="642700"/>
            </a:xfrm>
            <a:custGeom>
              <a:avLst/>
              <a:gdLst/>
              <a:ahLst/>
              <a:cxnLst/>
              <a:rect l="l" t="t" r="r" b="b"/>
              <a:pathLst>
                <a:path w="73127" h="25708" extrusionOk="0">
                  <a:moveTo>
                    <a:pt x="34689" y="0"/>
                  </a:moveTo>
                  <a:lnTo>
                    <a:pt x="32835" y="83"/>
                  </a:lnTo>
                  <a:lnTo>
                    <a:pt x="31023" y="165"/>
                  </a:lnTo>
                  <a:lnTo>
                    <a:pt x="29210" y="289"/>
                  </a:lnTo>
                  <a:lnTo>
                    <a:pt x="27438" y="495"/>
                  </a:lnTo>
                  <a:lnTo>
                    <a:pt x="25708" y="701"/>
                  </a:lnTo>
                  <a:lnTo>
                    <a:pt x="24019" y="948"/>
                  </a:lnTo>
                  <a:lnTo>
                    <a:pt x="22330" y="1236"/>
                  </a:lnTo>
                  <a:lnTo>
                    <a:pt x="20723" y="1566"/>
                  </a:lnTo>
                  <a:lnTo>
                    <a:pt x="19157" y="1895"/>
                  </a:lnTo>
                  <a:lnTo>
                    <a:pt x="17633" y="2307"/>
                  </a:lnTo>
                  <a:lnTo>
                    <a:pt x="16150" y="2719"/>
                  </a:lnTo>
                  <a:lnTo>
                    <a:pt x="14708" y="3172"/>
                  </a:lnTo>
                  <a:lnTo>
                    <a:pt x="13307" y="3626"/>
                  </a:lnTo>
                  <a:lnTo>
                    <a:pt x="11989" y="4161"/>
                  </a:lnTo>
                  <a:lnTo>
                    <a:pt x="10712" y="4656"/>
                  </a:lnTo>
                  <a:lnTo>
                    <a:pt x="9517" y="5232"/>
                  </a:lnTo>
                  <a:lnTo>
                    <a:pt x="8364" y="5809"/>
                  </a:lnTo>
                  <a:lnTo>
                    <a:pt x="7292" y="6427"/>
                  </a:lnTo>
                  <a:lnTo>
                    <a:pt x="6262" y="7045"/>
                  </a:lnTo>
                  <a:lnTo>
                    <a:pt x="5315" y="7704"/>
                  </a:lnTo>
                  <a:lnTo>
                    <a:pt x="4450" y="8363"/>
                  </a:lnTo>
                  <a:lnTo>
                    <a:pt x="3626" y="9064"/>
                  </a:lnTo>
                  <a:lnTo>
                    <a:pt x="2884" y="9764"/>
                  </a:lnTo>
                  <a:lnTo>
                    <a:pt x="2225" y="10506"/>
                  </a:lnTo>
                  <a:lnTo>
                    <a:pt x="1648" y="11247"/>
                  </a:lnTo>
                  <a:lnTo>
                    <a:pt x="1154" y="11989"/>
                  </a:lnTo>
                  <a:lnTo>
                    <a:pt x="783" y="12772"/>
                  </a:lnTo>
                  <a:lnTo>
                    <a:pt x="454" y="13554"/>
                  </a:lnTo>
                  <a:lnTo>
                    <a:pt x="206" y="14337"/>
                  </a:lnTo>
                  <a:lnTo>
                    <a:pt x="83" y="15161"/>
                  </a:lnTo>
                  <a:lnTo>
                    <a:pt x="0" y="15985"/>
                  </a:lnTo>
                  <a:lnTo>
                    <a:pt x="42" y="16685"/>
                  </a:lnTo>
                  <a:lnTo>
                    <a:pt x="165" y="17345"/>
                  </a:lnTo>
                  <a:lnTo>
                    <a:pt x="330" y="18004"/>
                  </a:lnTo>
                  <a:lnTo>
                    <a:pt x="536" y="18663"/>
                  </a:lnTo>
                  <a:lnTo>
                    <a:pt x="824" y="19322"/>
                  </a:lnTo>
                  <a:lnTo>
                    <a:pt x="1154" y="19981"/>
                  </a:lnTo>
                  <a:lnTo>
                    <a:pt x="1566" y="20599"/>
                  </a:lnTo>
                  <a:lnTo>
                    <a:pt x="2019" y="21217"/>
                  </a:lnTo>
                  <a:lnTo>
                    <a:pt x="2513" y="21835"/>
                  </a:lnTo>
                  <a:lnTo>
                    <a:pt x="3090" y="22412"/>
                  </a:lnTo>
                  <a:lnTo>
                    <a:pt x="3708" y="22989"/>
                  </a:lnTo>
                  <a:lnTo>
                    <a:pt x="4409" y="23565"/>
                  </a:lnTo>
                  <a:lnTo>
                    <a:pt x="5109" y="24142"/>
                  </a:lnTo>
                  <a:lnTo>
                    <a:pt x="5892" y="24678"/>
                  </a:lnTo>
                  <a:lnTo>
                    <a:pt x="6716" y="25213"/>
                  </a:lnTo>
                  <a:lnTo>
                    <a:pt x="7540" y="25708"/>
                  </a:lnTo>
                  <a:lnTo>
                    <a:pt x="7540" y="25708"/>
                  </a:lnTo>
                  <a:lnTo>
                    <a:pt x="7292" y="25255"/>
                  </a:lnTo>
                  <a:lnTo>
                    <a:pt x="7045" y="24801"/>
                  </a:lnTo>
                  <a:lnTo>
                    <a:pt x="6839" y="24348"/>
                  </a:lnTo>
                  <a:lnTo>
                    <a:pt x="6674" y="23895"/>
                  </a:lnTo>
                  <a:lnTo>
                    <a:pt x="6510" y="23401"/>
                  </a:lnTo>
                  <a:lnTo>
                    <a:pt x="6427" y="22947"/>
                  </a:lnTo>
                  <a:lnTo>
                    <a:pt x="6386" y="22453"/>
                  </a:lnTo>
                  <a:lnTo>
                    <a:pt x="6345" y="21959"/>
                  </a:lnTo>
                  <a:lnTo>
                    <a:pt x="6386" y="21300"/>
                  </a:lnTo>
                  <a:lnTo>
                    <a:pt x="6510" y="20599"/>
                  </a:lnTo>
                  <a:lnTo>
                    <a:pt x="6716" y="19899"/>
                  </a:lnTo>
                  <a:lnTo>
                    <a:pt x="6963" y="19240"/>
                  </a:lnTo>
                  <a:lnTo>
                    <a:pt x="7334" y="18581"/>
                  </a:lnTo>
                  <a:lnTo>
                    <a:pt x="7746" y="17963"/>
                  </a:lnTo>
                  <a:lnTo>
                    <a:pt x="8240" y="17345"/>
                  </a:lnTo>
                  <a:lnTo>
                    <a:pt x="8776" y="16727"/>
                  </a:lnTo>
                  <a:lnTo>
                    <a:pt x="9394" y="16109"/>
                  </a:lnTo>
                  <a:lnTo>
                    <a:pt x="10053" y="15532"/>
                  </a:lnTo>
                  <a:lnTo>
                    <a:pt x="10835" y="14955"/>
                  </a:lnTo>
                  <a:lnTo>
                    <a:pt x="11618" y="14420"/>
                  </a:lnTo>
                  <a:lnTo>
                    <a:pt x="12483" y="13884"/>
                  </a:lnTo>
                  <a:lnTo>
                    <a:pt x="13390" y="13390"/>
                  </a:lnTo>
                  <a:lnTo>
                    <a:pt x="14379" y="12895"/>
                  </a:lnTo>
                  <a:lnTo>
                    <a:pt x="15367" y="12442"/>
                  </a:lnTo>
                  <a:lnTo>
                    <a:pt x="16438" y="11989"/>
                  </a:lnTo>
                  <a:lnTo>
                    <a:pt x="17592" y="11536"/>
                  </a:lnTo>
                  <a:lnTo>
                    <a:pt x="18746" y="11165"/>
                  </a:lnTo>
                  <a:lnTo>
                    <a:pt x="19940" y="10753"/>
                  </a:lnTo>
                  <a:lnTo>
                    <a:pt x="21217" y="10423"/>
                  </a:lnTo>
                  <a:lnTo>
                    <a:pt x="22495" y="10094"/>
                  </a:lnTo>
                  <a:lnTo>
                    <a:pt x="23813" y="9805"/>
                  </a:lnTo>
                  <a:lnTo>
                    <a:pt x="25172" y="9517"/>
                  </a:lnTo>
                  <a:lnTo>
                    <a:pt x="26614" y="9270"/>
                  </a:lnTo>
                  <a:lnTo>
                    <a:pt x="28015" y="9064"/>
                  </a:lnTo>
                  <a:lnTo>
                    <a:pt x="29498" y="8899"/>
                  </a:lnTo>
                  <a:lnTo>
                    <a:pt x="30981" y="8734"/>
                  </a:lnTo>
                  <a:lnTo>
                    <a:pt x="32506" y="8611"/>
                  </a:lnTo>
                  <a:lnTo>
                    <a:pt x="34030" y="8528"/>
                  </a:lnTo>
                  <a:lnTo>
                    <a:pt x="35596" y="8487"/>
                  </a:lnTo>
                  <a:lnTo>
                    <a:pt x="37202" y="8446"/>
                  </a:lnTo>
                  <a:lnTo>
                    <a:pt x="38809" y="8487"/>
                  </a:lnTo>
                  <a:lnTo>
                    <a:pt x="40375" y="8528"/>
                  </a:lnTo>
                  <a:lnTo>
                    <a:pt x="41899" y="8611"/>
                  </a:lnTo>
                  <a:lnTo>
                    <a:pt x="43423" y="8734"/>
                  </a:lnTo>
                  <a:lnTo>
                    <a:pt x="44906" y="8899"/>
                  </a:lnTo>
                  <a:lnTo>
                    <a:pt x="46389" y="9064"/>
                  </a:lnTo>
                  <a:lnTo>
                    <a:pt x="47831" y="9270"/>
                  </a:lnTo>
                  <a:lnTo>
                    <a:pt x="49232" y="9517"/>
                  </a:lnTo>
                  <a:lnTo>
                    <a:pt x="50592" y="9805"/>
                  </a:lnTo>
                  <a:lnTo>
                    <a:pt x="51910" y="10094"/>
                  </a:lnTo>
                  <a:lnTo>
                    <a:pt x="53187" y="10423"/>
                  </a:lnTo>
                  <a:lnTo>
                    <a:pt x="54464" y="10753"/>
                  </a:lnTo>
                  <a:lnTo>
                    <a:pt x="55659" y="11165"/>
                  </a:lnTo>
                  <a:lnTo>
                    <a:pt x="56813" y="11536"/>
                  </a:lnTo>
                  <a:lnTo>
                    <a:pt x="57966" y="11989"/>
                  </a:lnTo>
                  <a:lnTo>
                    <a:pt x="59037" y="12442"/>
                  </a:lnTo>
                  <a:lnTo>
                    <a:pt x="60026" y="12895"/>
                  </a:lnTo>
                  <a:lnTo>
                    <a:pt x="61015" y="13390"/>
                  </a:lnTo>
                  <a:lnTo>
                    <a:pt x="61921" y="13884"/>
                  </a:lnTo>
                  <a:lnTo>
                    <a:pt x="62786" y="14420"/>
                  </a:lnTo>
                  <a:lnTo>
                    <a:pt x="63569" y="14955"/>
                  </a:lnTo>
                  <a:lnTo>
                    <a:pt x="64352" y="15532"/>
                  </a:lnTo>
                  <a:lnTo>
                    <a:pt x="65011" y="16109"/>
                  </a:lnTo>
                  <a:lnTo>
                    <a:pt x="65629" y="16727"/>
                  </a:lnTo>
                  <a:lnTo>
                    <a:pt x="66165" y="17345"/>
                  </a:lnTo>
                  <a:lnTo>
                    <a:pt x="66659" y="17963"/>
                  </a:lnTo>
                  <a:lnTo>
                    <a:pt x="67071" y="18581"/>
                  </a:lnTo>
                  <a:lnTo>
                    <a:pt x="67442" y="19240"/>
                  </a:lnTo>
                  <a:lnTo>
                    <a:pt x="67689" y="19899"/>
                  </a:lnTo>
                  <a:lnTo>
                    <a:pt x="67895" y="20599"/>
                  </a:lnTo>
                  <a:lnTo>
                    <a:pt x="68018" y="21300"/>
                  </a:lnTo>
                  <a:lnTo>
                    <a:pt x="68060" y="21959"/>
                  </a:lnTo>
                  <a:lnTo>
                    <a:pt x="68018" y="22618"/>
                  </a:lnTo>
                  <a:lnTo>
                    <a:pt x="67895" y="23277"/>
                  </a:lnTo>
                  <a:lnTo>
                    <a:pt x="67730" y="23895"/>
                  </a:lnTo>
                  <a:lnTo>
                    <a:pt x="67483" y="24513"/>
                  </a:lnTo>
                  <a:lnTo>
                    <a:pt x="68142" y="24060"/>
                  </a:lnTo>
                  <a:lnTo>
                    <a:pt x="68760" y="23565"/>
                  </a:lnTo>
                  <a:lnTo>
                    <a:pt x="69337" y="23071"/>
                  </a:lnTo>
                  <a:lnTo>
                    <a:pt x="69872" y="22577"/>
                  </a:lnTo>
                  <a:lnTo>
                    <a:pt x="70367" y="22082"/>
                  </a:lnTo>
                  <a:lnTo>
                    <a:pt x="70861" y="21547"/>
                  </a:lnTo>
                  <a:lnTo>
                    <a:pt x="71273" y="21052"/>
                  </a:lnTo>
                  <a:lnTo>
                    <a:pt x="71644" y="20517"/>
                  </a:lnTo>
                  <a:lnTo>
                    <a:pt x="71973" y="19981"/>
                  </a:lnTo>
                  <a:lnTo>
                    <a:pt x="72303" y="19404"/>
                  </a:lnTo>
                  <a:lnTo>
                    <a:pt x="72550" y="18869"/>
                  </a:lnTo>
                  <a:lnTo>
                    <a:pt x="72756" y="18292"/>
                  </a:lnTo>
                  <a:lnTo>
                    <a:pt x="72921" y="17715"/>
                  </a:lnTo>
                  <a:lnTo>
                    <a:pt x="73045" y="17139"/>
                  </a:lnTo>
                  <a:lnTo>
                    <a:pt x="73086" y="16562"/>
                  </a:lnTo>
                  <a:lnTo>
                    <a:pt x="73127" y="15985"/>
                  </a:lnTo>
                  <a:lnTo>
                    <a:pt x="73086" y="15161"/>
                  </a:lnTo>
                  <a:lnTo>
                    <a:pt x="72921" y="14337"/>
                  </a:lnTo>
                  <a:lnTo>
                    <a:pt x="72715" y="13554"/>
                  </a:lnTo>
                  <a:lnTo>
                    <a:pt x="72385" y="12772"/>
                  </a:lnTo>
                  <a:lnTo>
                    <a:pt x="71973" y="11989"/>
                  </a:lnTo>
                  <a:lnTo>
                    <a:pt x="71479" y="11247"/>
                  </a:lnTo>
                  <a:lnTo>
                    <a:pt x="70902" y="10506"/>
                  </a:lnTo>
                  <a:lnTo>
                    <a:pt x="70243" y="9764"/>
                  </a:lnTo>
                  <a:lnTo>
                    <a:pt x="69543" y="9064"/>
                  </a:lnTo>
                  <a:lnTo>
                    <a:pt x="68719" y="8363"/>
                  </a:lnTo>
                  <a:lnTo>
                    <a:pt x="67854" y="7704"/>
                  </a:lnTo>
                  <a:lnTo>
                    <a:pt x="66865" y="7045"/>
                  </a:lnTo>
                  <a:lnTo>
                    <a:pt x="65876" y="6427"/>
                  </a:lnTo>
                  <a:lnTo>
                    <a:pt x="64764" y="5809"/>
                  </a:lnTo>
                  <a:lnTo>
                    <a:pt x="63651" y="5232"/>
                  </a:lnTo>
                  <a:lnTo>
                    <a:pt x="62415" y="4656"/>
                  </a:lnTo>
                  <a:lnTo>
                    <a:pt x="61138" y="4161"/>
                  </a:lnTo>
                  <a:lnTo>
                    <a:pt x="59820" y="3626"/>
                  </a:lnTo>
                  <a:lnTo>
                    <a:pt x="58460" y="3172"/>
                  </a:lnTo>
                  <a:lnTo>
                    <a:pt x="57019" y="2719"/>
                  </a:lnTo>
                  <a:lnTo>
                    <a:pt x="55535" y="2307"/>
                  </a:lnTo>
                  <a:lnTo>
                    <a:pt x="54011" y="1895"/>
                  </a:lnTo>
                  <a:lnTo>
                    <a:pt x="52404" y="1566"/>
                  </a:lnTo>
                  <a:lnTo>
                    <a:pt x="50798" y="1236"/>
                  </a:lnTo>
                  <a:lnTo>
                    <a:pt x="49150" y="948"/>
                  </a:lnTo>
                  <a:lnTo>
                    <a:pt x="47461" y="701"/>
                  </a:lnTo>
                  <a:lnTo>
                    <a:pt x="45689" y="495"/>
                  </a:lnTo>
                  <a:lnTo>
                    <a:pt x="43959" y="289"/>
                  </a:lnTo>
                  <a:lnTo>
                    <a:pt x="42146" y="165"/>
                  </a:lnTo>
                  <a:lnTo>
                    <a:pt x="40292" y="83"/>
                  </a:lnTo>
                  <a:lnTo>
                    <a:pt x="38438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6"/>
            <p:cNvSpPr/>
            <p:nvPr/>
          </p:nvSpPr>
          <p:spPr>
            <a:xfrm>
              <a:off x="2096150" y="3477525"/>
              <a:ext cx="1828175" cy="642700"/>
            </a:xfrm>
            <a:custGeom>
              <a:avLst/>
              <a:gdLst/>
              <a:ahLst/>
              <a:cxnLst/>
              <a:rect l="l" t="t" r="r" b="b"/>
              <a:pathLst>
                <a:path w="73127" h="25708" fill="none" extrusionOk="0">
                  <a:moveTo>
                    <a:pt x="73127" y="15985"/>
                  </a:moveTo>
                  <a:lnTo>
                    <a:pt x="73127" y="15985"/>
                  </a:lnTo>
                  <a:lnTo>
                    <a:pt x="73086" y="15161"/>
                  </a:lnTo>
                  <a:lnTo>
                    <a:pt x="72921" y="14337"/>
                  </a:lnTo>
                  <a:lnTo>
                    <a:pt x="72715" y="13554"/>
                  </a:lnTo>
                  <a:lnTo>
                    <a:pt x="72385" y="12772"/>
                  </a:lnTo>
                  <a:lnTo>
                    <a:pt x="71973" y="11989"/>
                  </a:lnTo>
                  <a:lnTo>
                    <a:pt x="71479" y="11247"/>
                  </a:lnTo>
                  <a:lnTo>
                    <a:pt x="70902" y="10506"/>
                  </a:lnTo>
                  <a:lnTo>
                    <a:pt x="70243" y="9764"/>
                  </a:lnTo>
                  <a:lnTo>
                    <a:pt x="69543" y="9064"/>
                  </a:lnTo>
                  <a:lnTo>
                    <a:pt x="68719" y="8363"/>
                  </a:lnTo>
                  <a:lnTo>
                    <a:pt x="67854" y="7704"/>
                  </a:lnTo>
                  <a:lnTo>
                    <a:pt x="66865" y="7045"/>
                  </a:lnTo>
                  <a:lnTo>
                    <a:pt x="65876" y="6427"/>
                  </a:lnTo>
                  <a:lnTo>
                    <a:pt x="64764" y="5809"/>
                  </a:lnTo>
                  <a:lnTo>
                    <a:pt x="63651" y="5232"/>
                  </a:lnTo>
                  <a:lnTo>
                    <a:pt x="62415" y="4656"/>
                  </a:lnTo>
                  <a:lnTo>
                    <a:pt x="61138" y="4161"/>
                  </a:lnTo>
                  <a:lnTo>
                    <a:pt x="59820" y="3626"/>
                  </a:lnTo>
                  <a:lnTo>
                    <a:pt x="58460" y="3172"/>
                  </a:lnTo>
                  <a:lnTo>
                    <a:pt x="57019" y="2719"/>
                  </a:lnTo>
                  <a:lnTo>
                    <a:pt x="55535" y="2307"/>
                  </a:lnTo>
                  <a:lnTo>
                    <a:pt x="54011" y="1895"/>
                  </a:lnTo>
                  <a:lnTo>
                    <a:pt x="52404" y="1566"/>
                  </a:lnTo>
                  <a:lnTo>
                    <a:pt x="50798" y="1236"/>
                  </a:lnTo>
                  <a:lnTo>
                    <a:pt x="49150" y="948"/>
                  </a:lnTo>
                  <a:lnTo>
                    <a:pt x="47461" y="701"/>
                  </a:lnTo>
                  <a:lnTo>
                    <a:pt x="45689" y="495"/>
                  </a:lnTo>
                  <a:lnTo>
                    <a:pt x="43959" y="289"/>
                  </a:lnTo>
                  <a:lnTo>
                    <a:pt x="42146" y="165"/>
                  </a:lnTo>
                  <a:lnTo>
                    <a:pt x="40292" y="83"/>
                  </a:lnTo>
                  <a:lnTo>
                    <a:pt x="38438" y="0"/>
                  </a:lnTo>
                  <a:lnTo>
                    <a:pt x="36584" y="0"/>
                  </a:lnTo>
                  <a:lnTo>
                    <a:pt x="36584" y="0"/>
                  </a:lnTo>
                  <a:lnTo>
                    <a:pt x="34689" y="0"/>
                  </a:lnTo>
                  <a:lnTo>
                    <a:pt x="32835" y="83"/>
                  </a:lnTo>
                  <a:lnTo>
                    <a:pt x="31023" y="165"/>
                  </a:lnTo>
                  <a:lnTo>
                    <a:pt x="29210" y="289"/>
                  </a:lnTo>
                  <a:lnTo>
                    <a:pt x="27438" y="495"/>
                  </a:lnTo>
                  <a:lnTo>
                    <a:pt x="25708" y="701"/>
                  </a:lnTo>
                  <a:lnTo>
                    <a:pt x="24019" y="948"/>
                  </a:lnTo>
                  <a:lnTo>
                    <a:pt x="22330" y="1236"/>
                  </a:lnTo>
                  <a:lnTo>
                    <a:pt x="20723" y="1566"/>
                  </a:lnTo>
                  <a:lnTo>
                    <a:pt x="19157" y="1895"/>
                  </a:lnTo>
                  <a:lnTo>
                    <a:pt x="17633" y="2307"/>
                  </a:lnTo>
                  <a:lnTo>
                    <a:pt x="16150" y="2719"/>
                  </a:lnTo>
                  <a:lnTo>
                    <a:pt x="14708" y="3172"/>
                  </a:lnTo>
                  <a:lnTo>
                    <a:pt x="13307" y="3626"/>
                  </a:lnTo>
                  <a:lnTo>
                    <a:pt x="11989" y="4161"/>
                  </a:lnTo>
                  <a:lnTo>
                    <a:pt x="10712" y="4656"/>
                  </a:lnTo>
                  <a:lnTo>
                    <a:pt x="9517" y="5232"/>
                  </a:lnTo>
                  <a:lnTo>
                    <a:pt x="8364" y="5809"/>
                  </a:lnTo>
                  <a:lnTo>
                    <a:pt x="7292" y="6427"/>
                  </a:lnTo>
                  <a:lnTo>
                    <a:pt x="6262" y="7045"/>
                  </a:lnTo>
                  <a:lnTo>
                    <a:pt x="5315" y="7704"/>
                  </a:lnTo>
                  <a:lnTo>
                    <a:pt x="4450" y="8363"/>
                  </a:lnTo>
                  <a:lnTo>
                    <a:pt x="3626" y="9064"/>
                  </a:lnTo>
                  <a:lnTo>
                    <a:pt x="2884" y="9764"/>
                  </a:lnTo>
                  <a:lnTo>
                    <a:pt x="2225" y="10506"/>
                  </a:lnTo>
                  <a:lnTo>
                    <a:pt x="1648" y="11247"/>
                  </a:lnTo>
                  <a:lnTo>
                    <a:pt x="1154" y="11989"/>
                  </a:lnTo>
                  <a:lnTo>
                    <a:pt x="783" y="12772"/>
                  </a:lnTo>
                  <a:lnTo>
                    <a:pt x="454" y="13554"/>
                  </a:lnTo>
                  <a:lnTo>
                    <a:pt x="206" y="14337"/>
                  </a:lnTo>
                  <a:lnTo>
                    <a:pt x="83" y="15161"/>
                  </a:lnTo>
                  <a:lnTo>
                    <a:pt x="0" y="15985"/>
                  </a:lnTo>
                  <a:lnTo>
                    <a:pt x="0" y="15985"/>
                  </a:lnTo>
                  <a:lnTo>
                    <a:pt x="42" y="16685"/>
                  </a:lnTo>
                  <a:lnTo>
                    <a:pt x="165" y="17345"/>
                  </a:lnTo>
                  <a:lnTo>
                    <a:pt x="330" y="18004"/>
                  </a:lnTo>
                  <a:lnTo>
                    <a:pt x="536" y="18663"/>
                  </a:lnTo>
                  <a:lnTo>
                    <a:pt x="824" y="19322"/>
                  </a:lnTo>
                  <a:lnTo>
                    <a:pt x="1154" y="19981"/>
                  </a:lnTo>
                  <a:lnTo>
                    <a:pt x="1566" y="20599"/>
                  </a:lnTo>
                  <a:lnTo>
                    <a:pt x="2019" y="21217"/>
                  </a:lnTo>
                  <a:lnTo>
                    <a:pt x="2513" y="21835"/>
                  </a:lnTo>
                  <a:lnTo>
                    <a:pt x="3090" y="22412"/>
                  </a:lnTo>
                  <a:lnTo>
                    <a:pt x="3708" y="22989"/>
                  </a:lnTo>
                  <a:lnTo>
                    <a:pt x="4409" y="23565"/>
                  </a:lnTo>
                  <a:lnTo>
                    <a:pt x="5109" y="24142"/>
                  </a:lnTo>
                  <a:lnTo>
                    <a:pt x="5892" y="24678"/>
                  </a:lnTo>
                  <a:lnTo>
                    <a:pt x="6716" y="25213"/>
                  </a:lnTo>
                  <a:lnTo>
                    <a:pt x="7540" y="25708"/>
                  </a:lnTo>
                  <a:lnTo>
                    <a:pt x="7540" y="25708"/>
                  </a:lnTo>
                  <a:lnTo>
                    <a:pt x="7292" y="25255"/>
                  </a:lnTo>
                  <a:lnTo>
                    <a:pt x="7045" y="24801"/>
                  </a:lnTo>
                  <a:lnTo>
                    <a:pt x="6839" y="24348"/>
                  </a:lnTo>
                  <a:lnTo>
                    <a:pt x="6674" y="23895"/>
                  </a:lnTo>
                  <a:lnTo>
                    <a:pt x="6510" y="23401"/>
                  </a:lnTo>
                  <a:lnTo>
                    <a:pt x="6427" y="22947"/>
                  </a:lnTo>
                  <a:lnTo>
                    <a:pt x="6386" y="22453"/>
                  </a:lnTo>
                  <a:lnTo>
                    <a:pt x="6345" y="21959"/>
                  </a:lnTo>
                  <a:lnTo>
                    <a:pt x="6345" y="21959"/>
                  </a:lnTo>
                  <a:lnTo>
                    <a:pt x="6386" y="21300"/>
                  </a:lnTo>
                  <a:lnTo>
                    <a:pt x="6510" y="20599"/>
                  </a:lnTo>
                  <a:lnTo>
                    <a:pt x="6716" y="19899"/>
                  </a:lnTo>
                  <a:lnTo>
                    <a:pt x="6963" y="19240"/>
                  </a:lnTo>
                  <a:lnTo>
                    <a:pt x="7334" y="18581"/>
                  </a:lnTo>
                  <a:lnTo>
                    <a:pt x="7746" y="17963"/>
                  </a:lnTo>
                  <a:lnTo>
                    <a:pt x="8240" y="17345"/>
                  </a:lnTo>
                  <a:lnTo>
                    <a:pt x="8776" y="16727"/>
                  </a:lnTo>
                  <a:lnTo>
                    <a:pt x="9394" y="16109"/>
                  </a:lnTo>
                  <a:lnTo>
                    <a:pt x="10053" y="15532"/>
                  </a:lnTo>
                  <a:lnTo>
                    <a:pt x="10835" y="14955"/>
                  </a:lnTo>
                  <a:lnTo>
                    <a:pt x="11618" y="14420"/>
                  </a:lnTo>
                  <a:lnTo>
                    <a:pt x="12483" y="13884"/>
                  </a:lnTo>
                  <a:lnTo>
                    <a:pt x="13390" y="13390"/>
                  </a:lnTo>
                  <a:lnTo>
                    <a:pt x="14379" y="12895"/>
                  </a:lnTo>
                  <a:lnTo>
                    <a:pt x="15367" y="12442"/>
                  </a:lnTo>
                  <a:lnTo>
                    <a:pt x="16438" y="11989"/>
                  </a:lnTo>
                  <a:lnTo>
                    <a:pt x="17592" y="11536"/>
                  </a:lnTo>
                  <a:lnTo>
                    <a:pt x="18746" y="11165"/>
                  </a:lnTo>
                  <a:lnTo>
                    <a:pt x="19940" y="10753"/>
                  </a:lnTo>
                  <a:lnTo>
                    <a:pt x="21217" y="10423"/>
                  </a:lnTo>
                  <a:lnTo>
                    <a:pt x="22495" y="10094"/>
                  </a:lnTo>
                  <a:lnTo>
                    <a:pt x="23813" y="9805"/>
                  </a:lnTo>
                  <a:lnTo>
                    <a:pt x="25172" y="9517"/>
                  </a:lnTo>
                  <a:lnTo>
                    <a:pt x="26614" y="9270"/>
                  </a:lnTo>
                  <a:lnTo>
                    <a:pt x="28015" y="9064"/>
                  </a:lnTo>
                  <a:lnTo>
                    <a:pt x="29498" y="8899"/>
                  </a:lnTo>
                  <a:lnTo>
                    <a:pt x="30981" y="8734"/>
                  </a:lnTo>
                  <a:lnTo>
                    <a:pt x="32506" y="8611"/>
                  </a:lnTo>
                  <a:lnTo>
                    <a:pt x="34030" y="8528"/>
                  </a:lnTo>
                  <a:lnTo>
                    <a:pt x="35596" y="8487"/>
                  </a:lnTo>
                  <a:lnTo>
                    <a:pt x="37202" y="8446"/>
                  </a:lnTo>
                  <a:lnTo>
                    <a:pt x="37202" y="8446"/>
                  </a:lnTo>
                  <a:lnTo>
                    <a:pt x="38809" y="8487"/>
                  </a:lnTo>
                  <a:lnTo>
                    <a:pt x="40375" y="8528"/>
                  </a:lnTo>
                  <a:lnTo>
                    <a:pt x="41899" y="8611"/>
                  </a:lnTo>
                  <a:lnTo>
                    <a:pt x="43423" y="8734"/>
                  </a:lnTo>
                  <a:lnTo>
                    <a:pt x="44906" y="8899"/>
                  </a:lnTo>
                  <a:lnTo>
                    <a:pt x="46389" y="9064"/>
                  </a:lnTo>
                  <a:lnTo>
                    <a:pt x="47831" y="9270"/>
                  </a:lnTo>
                  <a:lnTo>
                    <a:pt x="49232" y="9517"/>
                  </a:lnTo>
                  <a:lnTo>
                    <a:pt x="50592" y="9805"/>
                  </a:lnTo>
                  <a:lnTo>
                    <a:pt x="51910" y="10094"/>
                  </a:lnTo>
                  <a:lnTo>
                    <a:pt x="53187" y="10423"/>
                  </a:lnTo>
                  <a:lnTo>
                    <a:pt x="54464" y="10753"/>
                  </a:lnTo>
                  <a:lnTo>
                    <a:pt x="55659" y="11165"/>
                  </a:lnTo>
                  <a:lnTo>
                    <a:pt x="56813" y="11536"/>
                  </a:lnTo>
                  <a:lnTo>
                    <a:pt x="57966" y="11989"/>
                  </a:lnTo>
                  <a:lnTo>
                    <a:pt x="59037" y="12442"/>
                  </a:lnTo>
                  <a:lnTo>
                    <a:pt x="60026" y="12895"/>
                  </a:lnTo>
                  <a:lnTo>
                    <a:pt x="61015" y="13390"/>
                  </a:lnTo>
                  <a:lnTo>
                    <a:pt x="61921" y="13884"/>
                  </a:lnTo>
                  <a:lnTo>
                    <a:pt x="62786" y="14420"/>
                  </a:lnTo>
                  <a:lnTo>
                    <a:pt x="63569" y="14955"/>
                  </a:lnTo>
                  <a:lnTo>
                    <a:pt x="64352" y="15532"/>
                  </a:lnTo>
                  <a:lnTo>
                    <a:pt x="65011" y="16109"/>
                  </a:lnTo>
                  <a:lnTo>
                    <a:pt x="65629" y="16727"/>
                  </a:lnTo>
                  <a:lnTo>
                    <a:pt x="66165" y="17345"/>
                  </a:lnTo>
                  <a:lnTo>
                    <a:pt x="66659" y="17963"/>
                  </a:lnTo>
                  <a:lnTo>
                    <a:pt x="67071" y="18581"/>
                  </a:lnTo>
                  <a:lnTo>
                    <a:pt x="67442" y="19240"/>
                  </a:lnTo>
                  <a:lnTo>
                    <a:pt x="67689" y="19899"/>
                  </a:lnTo>
                  <a:lnTo>
                    <a:pt x="67895" y="20599"/>
                  </a:lnTo>
                  <a:lnTo>
                    <a:pt x="68018" y="21300"/>
                  </a:lnTo>
                  <a:lnTo>
                    <a:pt x="68060" y="21959"/>
                  </a:lnTo>
                  <a:lnTo>
                    <a:pt x="68060" y="21959"/>
                  </a:lnTo>
                  <a:lnTo>
                    <a:pt x="68018" y="22618"/>
                  </a:lnTo>
                  <a:lnTo>
                    <a:pt x="67895" y="23277"/>
                  </a:lnTo>
                  <a:lnTo>
                    <a:pt x="67730" y="23895"/>
                  </a:lnTo>
                  <a:lnTo>
                    <a:pt x="67483" y="24513"/>
                  </a:lnTo>
                  <a:lnTo>
                    <a:pt x="67483" y="24513"/>
                  </a:lnTo>
                  <a:lnTo>
                    <a:pt x="68142" y="24060"/>
                  </a:lnTo>
                  <a:lnTo>
                    <a:pt x="68760" y="23565"/>
                  </a:lnTo>
                  <a:lnTo>
                    <a:pt x="69337" y="23071"/>
                  </a:lnTo>
                  <a:lnTo>
                    <a:pt x="69872" y="22577"/>
                  </a:lnTo>
                  <a:lnTo>
                    <a:pt x="70367" y="22082"/>
                  </a:lnTo>
                  <a:lnTo>
                    <a:pt x="70861" y="21547"/>
                  </a:lnTo>
                  <a:lnTo>
                    <a:pt x="71273" y="21052"/>
                  </a:lnTo>
                  <a:lnTo>
                    <a:pt x="71644" y="20517"/>
                  </a:lnTo>
                  <a:lnTo>
                    <a:pt x="71973" y="19981"/>
                  </a:lnTo>
                  <a:lnTo>
                    <a:pt x="72303" y="19404"/>
                  </a:lnTo>
                  <a:lnTo>
                    <a:pt x="72550" y="18869"/>
                  </a:lnTo>
                  <a:lnTo>
                    <a:pt x="72756" y="18292"/>
                  </a:lnTo>
                  <a:lnTo>
                    <a:pt x="72921" y="17715"/>
                  </a:lnTo>
                  <a:lnTo>
                    <a:pt x="73045" y="17139"/>
                  </a:lnTo>
                  <a:lnTo>
                    <a:pt x="73086" y="16562"/>
                  </a:lnTo>
                  <a:lnTo>
                    <a:pt x="73127" y="1598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36"/>
            <p:cNvSpPr/>
            <p:nvPr/>
          </p:nvSpPr>
          <p:spPr>
            <a:xfrm>
              <a:off x="2693525" y="4516725"/>
              <a:ext cx="887850" cy="111275"/>
            </a:xfrm>
            <a:custGeom>
              <a:avLst/>
              <a:gdLst/>
              <a:ahLst/>
              <a:cxnLst/>
              <a:rect l="l" t="t" r="r" b="b"/>
              <a:pathLst>
                <a:path w="35514" h="4451" extrusionOk="0">
                  <a:moveTo>
                    <a:pt x="35513" y="1"/>
                  </a:moveTo>
                  <a:lnTo>
                    <a:pt x="34112" y="537"/>
                  </a:lnTo>
                  <a:lnTo>
                    <a:pt x="32670" y="990"/>
                  </a:lnTo>
                  <a:lnTo>
                    <a:pt x="31270" y="1443"/>
                  </a:lnTo>
                  <a:lnTo>
                    <a:pt x="29828" y="1814"/>
                  </a:lnTo>
                  <a:lnTo>
                    <a:pt x="28427" y="2184"/>
                  </a:lnTo>
                  <a:lnTo>
                    <a:pt x="27026" y="2473"/>
                  </a:lnTo>
                  <a:lnTo>
                    <a:pt x="25584" y="2761"/>
                  </a:lnTo>
                  <a:lnTo>
                    <a:pt x="24184" y="3008"/>
                  </a:lnTo>
                  <a:lnTo>
                    <a:pt x="22783" y="3214"/>
                  </a:lnTo>
                  <a:lnTo>
                    <a:pt x="21423" y="3420"/>
                  </a:lnTo>
                  <a:lnTo>
                    <a:pt x="20023" y="3544"/>
                  </a:lnTo>
                  <a:lnTo>
                    <a:pt x="18663" y="3668"/>
                  </a:lnTo>
                  <a:lnTo>
                    <a:pt x="17303" y="3750"/>
                  </a:lnTo>
                  <a:lnTo>
                    <a:pt x="15944" y="3832"/>
                  </a:lnTo>
                  <a:lnTo>
                    <a:pt x="14584" y="3874"/>
                  </a:lnTo>
                  <a:lnTo>
                    <a:pt x="11577" y="3874"/>
                  </a:lnTo>
                  <a:lnTo>
                    <a:pt x="9888" y="3791"/>
                  </a:lnTo>
                  <a:lnTo>
                    <a:pt x="8240" y="3709"/>
                  </a:lnTo>
                  <a:lnTo>
                    <a:pt x="6633" y="3585"/>
                  </a:lnTo>
                  <a:lnTo>
                    <a:pt x="5068" y="3420"/>
                  </a:lnTo>
                  <a:lnTo>
                    <a:pt x="3502" y="3256"/>
                  </a:lnTo>
                  <a:lnTo>
                    <a:pt x="1978" y="3050"/>
                  </a:lnTo>
                  <a:lnTo>
                    <a:pt x="536" y="2802"/>
                  </a:lnTo>
                  <a:lnTo>
                    <a:pt x="0" y="3338"/>
                  </a:lnTo>
                  <a:lnTo>
                    <a:pt x="1525" y="3585"/>
                  </a:lnTo>
                  <a:lnTo>
                    <a:pt x="3090" y="3791"/>
                  </a:lnTo>
                  <a:lnTo>
                    <a:pt x="4697" y="3997"/>
                  </a:lnTo>
                  <a:lnTo>
                    <a:pt x="6345" y="4162"/>
                  </a:lnTo>
                  <a:lnTo>
                    <a:pt x="8034" y="4286"/>
                  </a:lnTo>
                  <a:lnTo>
                    <a:pt x="9764" y="4368"/>
                  </a:lnTo>
                  <a:lnTo>
                    <a:pt x="11495" y="4450"/>
                  </a:lnTo>
                  <a:lnTo>
                    <a:pt x="13266" y="4450"/>
                  </a:lnTo>
                  <a:lnTo>
                    <a:pt x="15862" y="4409"/>
                  </a:lnTo>
                  <a:lnTo>
                    <a:pt x="17139" y="4368"/>
                  </a:lnTo>
                  <a:lnTo>
                    <a:pt x="18457" y="4286"/>
                  </a:lnTo>
                  <a:lnTo>
                    <a:pt x="19775" y="4162"/>
                  </a:lnTo>
                  <a:lnTo>
                    <a:pt x="21135" y="4038"/>
                  </a:lnTo>
                  <a:lnTo>
                    <a:pt x="22453" y="3874"/>
                  </a:lnTo>
                  <a:lnTo>
                    <a:pt x="23813" y="3668"/>
                  </a:lnTo>
                  <a:lnTo>
                    <a:pt x="25172" y="3462"/>
                  </a:lnTo>
                  <a:lnTo>
                    <a:pt x="26532" y="3173"/>
                  </a:lnTo>
                  <a:lnTo>
                    <a:pt x="27891" y="2885"/>
                  </a:lnTo>
                  <a:lnTo>
                    <a:pt x="29251" y="2555"/>
                  </a:lnTo>
                  <a:lnTo>
                    <a:pt x="30652" y="2226"/>
                  </a:lnTo>
                  <a:lnTo>
                    <a:pt x="32011" y="1814"/>
                  </a:lnTo>
                  <a:lnTo>
                    <a:pt x="33371" y="1402"/>
                  </a:lnTo>
                  <a:lnTo>
                    <a:pt x="34771" y="907"/>
                  </a:lnTo>
                  <a:lnTo>
                    <a:pt x="35513" y="1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36"/>
            <p:cNvSpPr/>
            <p:nvPr/>
          </p:nvSpPr>
          <p:spPr>
            <a:xfrm>
              <a:off x="2693525" y="4516725"/>
              <a:ext cx="887850" cy="111275"/>
            </a:xfrm>
            <a:custGeom>
              <a:avLst/>
              <a:gdLst/>
              <a:ahLst/>
              <a:cxnLst/>
              <a:rect l="l" t="t" r="r" b="b"/>
              <a:pathLst>
                <a:path w="35514" h="4451" fill="none" extrusionOk="0">
                  <a:moveTo>
                    <a:pt x="35513" y="1"/>
                  </a:moveTo>
                  <a:lnTo>
                    <a:pt x="35513" y="1"/>
                  </a:lnTo>
                  <a:lnTo>
                    <a:pt x="34112" y="537"/>
                  </a:lnTo>
                  <a:lnTo>
                    <a:pt x="32670" y="990"/>
                  </a:lnTo>
                  <a:lnTo>
                    <a:pt x="31270" y="1443"/>
                  </a:lnTo>
                  <a:lnTo>
                    <a:pt x="29828" y="1814"/>
                  </a:lnTo>
                  <a:lnTo>
                    <a:pt x="28427" y="2184"/>
                  </a:lnTo>
                  <a:lnTo>
                    <a:pt x="27026" y="2473"/>
                  </a:lnTo>
                  <a:lnTo>
                    <a:pt x="25584" y="2761"/>
                  </a:lnTo>
                  <a:lnTo>
                    <a:pt x="24184" y="3008"/>
                  </a:lnTo>
                  <a:lnTo>
                    <a:pt x="22783" y="3214"/>
                  </a:lnTo>
                  <a:lnTo>
                    <a:pt x="21423" y="3420"/>
                  </a:lnTo>
                  <a:lnTo>
                    <a:pt x="20023" y="3544"/>
                  </a:lnTo>
                  <a:lnTo>
                    <a:pt x="18663" y="3668"/>
                  </a:lnTo>
                  <a:lnTo>
                    <a:pt x="17303" y="3750"/>
                  </a:lnTo>
                  <a:lnTo>
                    <a:pt x="15944" y="3832"/>
                  </a:lnTo>
                  <a:lnTo>
                    <a:pt x="14584" y="3874"/>
                  </a:lnTo>
                  <a:lnTo>
                    <a:pt x="13266" y="3874"/>
                  </a:lnTo>
                  <a:lnTo>
                    <a:pt x="13266" y="3874"/>
                  </a:lnTo>
                  <a:lnTo>
                    <a:pt x="11577" y="3874"/>
                  </a:lnTo>
                  <a:lnTo>
                    <a:pt x="9888" y="3791"/>
                  </a:lnTo>
                  <a:lnTo>
                    <a:pt x="8240" y="3709"/>
                  </a:lnTo>
                  <a:lnTo>
                    <a:pt x="6633" y="3585"/>
                  </a:lnTo>
                  <a:lnTo>
                    <a:pt x="5068" y="3420"/>
                  </a:lnTo>
                  <a:lnTo>
                    <a:pt x="3502" y="3256"/>
                  </a:lnTo>
                  <a:lnTo>
                    <a:pt x="1978" y="3050"/>
                  </a:lnTo>
                  <a:lnTo>
                    <a:pt x="536" y="2802"/>
                  </a:lnTo>
                  <a:lnTo>
                    <a:pt x="536" y="2802"/>
                  </a:lnTo>
                  <a:lnTo>
                    <a:pt x="0" y="3338"/>
                  </a:lnTo>
                  <a:lnTo>
                    <a:pt x="0" y="3338"/>
                  </a:lnTo>
                  <a:lnTo>
                    <a:pt x="1525" y="3585"/>
                  </a:lnTo>
                  <a:lnTo>
                    <a:pt x="3090" y="3791"/>
                  </a:lnTo>
                  <a:lnTo>
                    <a:pt x="4697" y="3997"/>
                  </a:lnTo>
                  <a:lnTo>
                    <a:pt x="6345" y="4162"/>
                  </a:lnTo>
                  <a:lnTo>
                    <a:pt x="8034" y="4286"/>
                  </a:lnTo>
                  <a:lnTo>
                    <a:pt x="9764" y="4368"/>
                  </a:lnTo>
                  <a:lnTo>
                    <a:pt x="11495" y="4450"/>
                  </a:lnTo>
                  <a:lnTo>
                    <a:pt x="13266" y="4450"/>
                  </a:lnTo>
                  <a:lnTo>
                    <a:pt x="13266" y="4450"/>
                  </a:lnTo>
                  <a:lnTo>
                    <a:pt x="15862" y="4409"/>
                  </a:lnTo>
                  <a:lnTo>
                    <a:pt x="17139" y="4368"/>
                  </a:lnTo>
                  <a:lnTo>
                    <a:pt x="18457" y="4286"/>
                  </a:lnTo>
                  <a:lnTo>
                    <a:pt x="19775" y="4162"/>
                  </a:lnTo>
                  <a:lnTo>
                    <a:pt x="21135" y="4038"/>
                  </a:lnTo>
                  <a:lnTo>
                    <a:pt x="22453" y="3874"/>
                  </a:lnTo>
                  <a:lnTo>
                    <a:pt x="23813" y="3668"/>
                  </a:lnTo>
                  <a:lnTo>
                    <a:pt x="25172" y="3462"/>
                  </a:lnTo>
                  <a:lnTo>
                    <a:pt x="26532" y="3173"/>
                  </a:lnTo>
                  <a:lnTo>
                    <a:pt x="27891" y="2885"/>
                  </a:lnTo>
                  <a:lnTo>
                    <a:pt x="29251" y="2555"/>
                  </a:lnTo>
                  <a:lnTo>
                    <a:pt x="30652" y="2226"/>
                  </a:lnTo>
                  <a:lnTo>
                    <a:pt x="32011" y="1814"/>
                  </a:lnTo>
                  <a:lnTo>
                    <a:pt x="33371" y="1402"/>
                  </a:lnTo>
                  <a:lnTo>
                    <a:pt x="34771" y="907"/>
                  </a:lnTo>
                  <a:lnTo>
                    <a:pt x="34771" y="907"/>
                  </a:lnTo>
                  <a:lnTo>
                    <a:pt x="355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6"/>
            <p:cNvSpPr/>
            <p:nvPr/>
          </p:nvSpPr>
          <p:spPr>
            <a:xfrm>
              <a:off x="3562800" y="4416825"/>
              <a:ext cx="238975" cy="122600"/>
            </a:xfrm>
            <a:custGeom>
              <a:avLst/>
              <a:gdLst/>
              <a:ahLst/>
              <a:cxnLst/>
              <a:rect l="l" t="t" r="r" b="b"/>
              <a:pathLst>
                <a:path w="9559" h="4904" extrusionOk="0">
                  <a:moveTo>
                    <a:pt x="9229" y="1"/>
                  </a:moveTo>
                  <a:lnTo>
                    <a:pt x="8199" y="578"/>
                  </a:lnTo>
                  <a:lnTo>
                    <a:pt x="7128" y="1154"/>
                  </a:lnTo>
                  <a:lnTo>
                    <a:pt x="6057" y="1690"/>
                  </a:lnTo>
                  <a:lnTo>
                    <a:pt x="5027" y="2225"/>
                  </a:lnTo>
                  <a:lnTo>
                    <a:pt x="2884" y="3173"/>
                  </a:lnTo>
                  <a:lnTo>
                    <a:pt x="742" y="3997"/>
                  </a:lnTo>
                  <a:lnTo>
                    <a:pt x="0" y="4903"/>
                  </a:lnTo>
                  <a:lnTo>
                    <a:pt x="1195" y="4491"/>
                  </a:lnTo>
                  <a:lnTo>
                    <a:pt x="2390" y="3997"/>
                  </a:lnTo>
                  <a:lnTo>
                    <a:pt x="3585" y="3503"/>
                  </a:lnTo>
                  <a:lnTo>
                    <a:pt x="4779" y="2967"/>
                  </a:lnTo>
                  <a:lnTo>
                    <a:pt x="5974" y="2390"/>
                  </a:lnTo>
                  <a:lnTo>
                    <a:pt x="7169" y="1813"/>
                  </a:lnTo>
                  <a:lnTo>
                    <a:pt x="8364" y="1154"/>
                  </a:lnTo>
                  <a:lnTo>
                    <a:pt x="9558" y="495"/>
                  </a:lnTo>
                  <a:lnTo>
                    <a:pt x="9229" y="1"/>
                  </a:lnTo>
                  <a:close/>
                </a:path>
              </a:pathLst>
            </a:custGeom>
            <a:solidFill>
              <a:srgbClr val="B38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6"/>
            <p:cNvSpPr/>
            <p:nvPr/>
          </p:nvSpPr>
          <p:spPr>
            <a:xfrm>
              <a:off x="3562800" y="4416825"/>
              <a:ext cx="238975" cy="122600"/>
            </a:xfrm>
            <a:custGeom>
              <a:avLst/>
              <a:gdLst/>
              <a:ahLst/>
              <a:cxnLst/>
              <a:rect l="l" t="t" r="r" b="b"/>
              <a:pathLst>
                <a:path w="9559" h="4904" fill="none" extrusionOk="0">
                  <a:moveTo>
                    <a:pt x="9229" y="1"/>
                  </a:moveTo>
                  <a:lnTo>
                    <a:pt x="9229" y="1"/>
                  </a:lnTo>
                  <a:lnTo>
                    <a:pt x="8199" y="578"/>
                  </a:lnTo>
                  <a:lnTo>
                    <a:pt x="7128" y="1154"/>
                  </a:lnTo>
                  <a:lnTo>
                    <a:pt x="6057" y="1690"/>
                  </a:lnTo>
                  <a:lnTo>
                    <a:pt x="5027" y="2225"/>
                  </a:lnTo>
                  <a:lnTo>
                    <a:pt x="2884" y="3173"/>
                  </a:lnTo>
                  <a:lnTo>
                    <a:pt x="742" y="3997"/>
                  </a:lnTo>
                  <a:lnTo>
                    <a:pt x="742" y="3997"/>
                  </a:lnTo>
                  <a:lnTo>
                    <a:pt x="0" y="4903"/>
                  </a:lnTo>
                  <a:lnTo>
                    <a:pt x="0" y="4903"/>
                  </a:lnTo>
                  <a:lnTo>
                    <a:pt x="1195" y="4491"/>
                  </a:lnTo>
                  <a:lnTo>
                    <a:pt x="2390" y="3997"/>
                  </a:lnTo>
                  <a:lnTo>
                    <a:pt x="3585" y="3503"/>
                  </a:lnTo>
                  <a:lnTo>
                    <a:pt x="4779" y="2967"/>
                  </a:lnTo>
                  <a:lnTo>
                    <a:pt x="5974" y="2390"/>
                  </a:lnTo>
                  <a:lnTo>
                    <a:pt x="7169" y="1813"/>
                  </a:lnTo>
                  <a:lnTo>
                    <a:pt x="8364" y="1154"/>
                  </a:lnTo>
                  <a:lnTo>
                    <a:pt x="9558" y="495"/>
                  </a:lnTo>
                  <a:lnTo>
                    <a:pt x="922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6"/>
            <p:cNvSpPr/>
            <p:nvPr/>
          </p:nvSpPr>
          <p:spPr>
            <a:xfrm>
              <a:off x="2234150" y="4455975"/>
              <a:ext cx="151450" cy="69025"/>
            </a:xfrm>
            <a:custGeom>
              <a:avLst/>
              <a:gdLst/>
              <a:ahLst/>
              <a:cxnLst/>
              <a:rect l="l" t="t" r="r" b="b"/>
              <a:pathLst>
                <a:path w="6058" h="2761" extrusionOk="0">
                  <a:moveTo>
                    <a:pt x="248" y="0"/>
                  </a:moveTo>
                  <a:lnTo>
                    <a:pt x="1" y="536"/>
                  </a:lnTo>
                  <a:lnTo>
                    <a:pt x="495" y="742"/>
                  </a:lnTo>
                  <a:lnTo>
                    <a:pt x="1690" y="1236"/>
                  </a:lnTo>
                  <a:lnTo>
                    <a:pt x="3544" y="1937"/>
                  </a:lnTo>
                  <a:lnTo>
                    <a:pt x="6057" y="2761"/>
                  </a:lnTo>
                  <a:lnTo>
                    <a:pt x="6057" y="2761"/>
                  </a:lnTo>
                  <a:lnTo>
                    <a:pt x="5769" y="2060"/>
                  </a:lnTo>
                  <a:lnTo>
                    <a:pt x="3503" y="1277"/>
                  </a:lnTo>
                  <a:lnTo>
                    <a:pt x="1772" y="618"/>
                  </a:lnTo>
                  <a:lnTo>
                    <a:pt x="701" y="165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6"/>
            <p:cNvSpPr/>
            <p:nvPr/>
          </p:nvSpPr>
          <p:spPr>
            <a:xfrm>
              <a:off x="2234150" y="4455975"/>
              <a:ext cx="151450" cy="69025"/>
            </a:xfrm>
            <a:custGeom>
              <a:avLst/>
              <a:gdLst/>
              <a:ahLst/>
              <a:cxnLst/>
              <a:rect l="l" t="t" r="r" b="b"/>
              <a:pathLst>
                <a:path w="6058" h="2761" fill="none" extrusionOk="0">
                  <a:moveTo>
                    <a:pt x="248" y="0"/>
                  </a:moveTo>
                  <a:lnTo>
                    <a:pt x="1" y="536"/>
                  </a:lnTo>
                  <a:lnTo>
                    <a:pt x="1" y="536"/>
                  </a:lnTo>
                  <a:lnTo>
                    <a:pt x="495" y="742"/>
                  </a:lnTo>
                  <a:lnTo>
                    <a:pt x="1690" y="1236"/>
                  </a:lnTo>
                  <a:lnTo>
                    <a:pt x="3544" y="1937"/>
                  </a:lnTo>
                  <a:lnTo>
                    <a:pt x="6057" y="2761"/>
                  </a:lnTo>
                  <a:lnTo>
                    <a:pt x="5769" y="2060"/>
                  </a:lnTo>
                  <a:lnTo>
                    <a:pt x="5769" y="2060"/>
                  </a:lnTo>
                  <a:lnTo>
                    <a:pt x="3503" y="1277"/>
                  </a:lnTo>
                  <a:lnTo>
                    <a:pt x="1772" y="618"/>
                  </a:lnTo>
                  <a:lnTo>
                    <a:pt x="701" y="165"/>
                  </a:lnTo>
                  <a:lnTo>
                    <a:pt x="2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6"/>
            <p:cNvSpPr/>
            <p:nvPr/>
          </p:nvSpPr>
          <p:spPr>
            <a:xfrm>
              <a:off x="2575075" y="4748475"/>
              <a:ext cx="707600" cy="79325"/>
            </a:xfrm>
            <a:custGeom>
              <a:avLst/>
              <a:gdLst/>
              <a:ahLst/>
              <a:cxnLst/>
              <a:rect l="l" t="t" r="r" b="b"/>
              <a:pathLst>
                <a:path w="28304" h="3173" extrusionOk="0">
                  <a:moveTo>
                    <a:pt x="248" y="1"/>
                  </a:moveTo>
                  <a:lnTo>
                    <a:pt x="0" y="536"/>
                  </a:lnTo>
                  <a:lnTo>
                    <a:pt x="1978" y="1072"/>
                  </a:lnTo>
                  <a:lnTo>
                    <a:pt x="4079" y="1525"/>
                  </a:lnTo>
                  <a:lnTo>
                    <a:pt x="6263" y="1978"/>
                  </a:lnTo>
                  <a:lnTo>
                    <a:pt x="8611" y="2390"/>
                  </a:lnTo>
                  <a:lnTo>
                    <a:pt x="11042" y="2720"/>
                  </a:lnTo>
                  <a:lnTo>
                    <a:pt x="13555" y="2967"/>
                  </a:lnTo>
                  <a:lnTo>
                    <a:pt x="14873" y="3049"/>
                  </a:lnTo>
                  <a:lnTo>
                    <a:pt x="16150" y="3132"/>
                  </a:lnTo>
                  <a:lnTo>
                    <a:pt x="17510" y="3173"/>
                  </a:lnTo>
                  <a:lnTo>
                    <a:pt x="18828" y="3173"/>
                  </a:lnTo>
                  <a:lnTo>
                    <a:pt x="20929" y="3132"/>
                  </a:lnTo>
                  <a:lnTo>
                    <a:pt x="23030" y="3049"/>
                  </a:lnTo>
                  <a:lnTo>
                    <a:pt x="25173" y="2843"/>
                  </a:lnTo>
                  <a:lnTo>
                    <a:pt x="27315" y="2596"/>
                  </a:lnTo>
                  <a:lnTo>
                    <a:pt x="28304" y="1813"/>
                  </a:lnTo>
                  <a:lnTo>
                    <a:pt x="27109" y="2019"/>
                  </a:lnTo>
                  <a:lnTo>
                    <a:pt x="25914" y="2184"/>
                  </a:lnTo>
                  <a:lnTo>
                    <a:pt x="24719" y="2308"/>
                  </a:lnTo>
                  <a:lnTo>
                    <a:pt x="23525" y="2390"/>
                  </a:lnTo>
                  <a:lnTo>
                    <a:pt x="21176" y="2555"/>
                  </a:lnTo>
                  <a:lnTo>
                    <a:pt x="18828" y="2596"/>
                  </a:lnTo>
                  <a:lnTo>
                    <a:pt x="17510" y="2555"/>
                  </a:lnTo>
                  <a:lnTo>
                    <a:pt x="16191" y="2514"/>
                  </a:lnTo>
                  <a:lnTo>
                    <a:pt x="14914" y="2472"/>
                  </a:lnTo>
                  <a:lnTo>
                    <a:pt x="13637" y="2390"/>
                  </a:lnTo>
                  <a:lnTo>
                    <a:pt x="11165" y="2143"/>
                  </a:lnTo>
                  <a:lnTo>
                    <a:pt x="8776" y="1813"/>
                  </a:lnTo>
                  <a:lnTo>
                    <a:pt x="6469" y="1442"/>
                  </a:lnTo>
                  <a:lnTo>
                    <a:pt x="4285" y="989"/>
                  </a:lnTo>
                  <a:lnTo>
                    <a:pt x="2225" y="536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6"/>
            <p:cNvSpPr/>
            <p:nvPr/>
          </p:nvSpPr>
          <p:spPr>
            <a:xfrm>
              <a:off x="2575075" y="4748475"/>
              <a:ext cx="707600" cy="79325"/>
            </a:xfrm>
            <a:custGeom>
              <a:avLst/>
              <a:gdLst/>
              <a:ahLst/>
              <a:cxnLst/>
              <a:rect l="l" t="t" r="r" b="b"/>
              <a:pathLst>
                <a:path w="28304" h="3173" fill="none" extrusionOk="0">
                  <a:moveTo>
                    <a:pt x="248" y="1"/>
                  </a:moveTo>
                  <a:lnTo>
                    <a:pt x="248" y="1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1978" y="1072"/>
                  </a:lnTo>
                  <a:lnTo>
                    <a:pt x="4079" y="1525"/>
                  </a:lnTo>
                  <a:lnTo>
                    <a:pt x="6263" y="1978"/>
                  </a:lnTo>
                  <a:lnTo>
                    <a:pt x="8611" y="2390"/>
                  </a:lnTo>
                  <a:lnTo>
                    <a:pt x="11042" y="2720"/>
                  </a:lnTo>
                  <a:lnTo>
                    <a:pt x="13555" y="2967"/>
                  </a:lnTo>
                  <a:lnTo>
                    <a:pt x="14873" y="3049"/>
                  </a:lnTo>
                  <a:lnTo>
                    <a:pt x="16150" y="3132"/>
                  </a:lnTo>
                  <a:lnTo>
                    <a:pt x="17510" y="3173"/>
                  </a:lnTo>
                  <a:lnTo>
                    <a:pt x="18828" y="3173"/>
                  </a:lnTo>
                  <a:lnTo>
                    <a:pt x="18828" y="3173"/>
                  </a:lnTo>
                  <a:lnTo>
                    <a:pt x="20929" y="3132"/>
                  </a:lnTo>
                  <a:lnTo>
                    <a:pt x="23030" y="3049"/>
                  </a:lnTo>
                  <a:lnTo>
                    <a:pt x="25173" y="2843"/>
                  </a:lnTo>
                  <a:lnTo>
                    <a:pt x="27315" y="2596"/>
                  </a:lnTo>
                  <a:lnTo>
                    <a:pt x="27315" y="2596"/>
                  </a:lnTo>
                  <a:lnTo>
                    <a:pt x="28304" y="1813"/>
                  </a:lnTo>
                  <a:lnTo>
                    <a:pt x="28304" y="1813"/>
                  </a:lnTo>
                  <a:lnTo>
                    <a:pt x="27109" y="2019"/>
                  </a:lnTo>
                  <a:lnTo>
                    <a:pt x="25914" y="2184"/>
                  </a:lnTo>
                  <a:lnTo>
                    <a:pt x="24719" y="2308"/>
                  </a:lnTo>
                  <a:lnTo>
                    <a:pt x="23525" y="2390"/>
                  </a:lnTo>
                  <a:lnTo>
                    <a:pt x="21176" y="2555"/>
                  </a:lnTo>
                  <a:lnTo>
                    <a:pt x="18828" y="2596"/>
                  </a:lnTo>
                  <a:lnTo>
                    <a:pt x="18828" y="2596"/>
                  </a:lnTo>
                  <a:lnTo>
                    <a:pt x="17510" y="2555"/>
                  </a:lnTo>
                  <a:lnTo>
                    <a:pt x="16191" y="2514"/>
                  </a:lnTo>
                  <a:lnTo>
                    <a:pt x="14914" y="2472"/>
                  </a:lnTo>
                  <a:lnTo>
                    <a:pt x="13637" y="2390"/>
                  </a:lnTo>
                  <a:lnTo>
                    <a:pt x="11165" y="2143"/>
                  </a:lnTo>
                  <a:lnTo>
                    <a:pt x="8776" y="1813"/>
                  </a:lnTo>
                  <a:lnTo>
                    <a:pt x="6469" y="1442"/>
                  </a:lnTo>
                  <a:lnTo>
                    <a:pt x="4285" y="989"/>
                  </a:lnTo>
                  <a:lnTo>
                    <a:pt x="2225" y="536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6"/>
            <p:cNvSpPr/>
            <p:nvPr/>
          </p:nvSpPr>
          <p:spPr>
            <a:xfrm>
              <a:off x="3257925" y="4615600"/>
              <a:ext cx="507800" cy="197775"/>
            </a:xfrm>
            <a:custGeom>
              <a:avLst/>
              <a:gdLst/>
              <a:ahLst/>
              <a:cxnLst/>
              <a:rect l="l" t="t" r="r" b="b"/>
              <a:pathLst>
                <a:path w="20312" h="7911" extrusionOk="0">
                  <a:moveTo>
                    <a:pt x="20023" y="1"/>
                  </a:moveTo>
                  <a:lnTo>
                    <a:pt x="18828" y="743"/>
                  </a:lnTo>
                  <a:lnTo>
                    <a:pt x="17634" y="1402"/>
                  </a:lnTo>
                  <a:lnTo>
                    <a:pt x="16480" y="2061"/>
                  </a:lnTo>
                  <a:lnTo>
                    <a:pt x="15285" y="2638"/>
                  </a:lnTo>
                  <a:lnTo>
                    <a:pt x="14091" y="3214"/>
                  </a:lnTo>
                  <a:lnTo>
                    <a:pt x="12896" y="3709"/>
                  </a:lnTo>
                  <a:lnTo>
                    <a:pt x="11701" y="4203"/>
                  </a:lnTo>
                  <a:lnTo>
                    <a:pt x="10506" y="4656"/>
                  </a:lnTo>
                  <a:lnTo>
                    <a:pt x="9312" y="5068"/>
                  </a:lnTo>
                  <a:lnTo>
                    <a:pt x="8117" y="5480"/>
                  </a:lnTo>
                  <a:lnTo>
                    <a:pt x="6922" y="5810"/>
                  </a:lnTo>
                  <a:lnTo>
                    <a:pt x="5727" y="6140"/>
                  </a:lnTo>
                  <a:lnTo>
                    <a:pt x="4533" y="6428"/>
                  </a:lnTo>
                  <a:lnTo>
                    <a:pt x="3379" y="6716"/>
                  </a:lnTo>
                  <a:lnTo>
                    <a:pt x="2184" y="6922"/>
                  </a:lnTo>
                  <a:lnTo>
                    <a:pt x="990" y="7128"/>
                  </a:lnTo>
                  <a:lnTo>
                    <a:pt x="1" y="7911"/>
                  </a:lnTo>
                  <a:lnTo>
                    <a:pt x="1" y="7911"/>
                  </a:lnTo>
                  <a:lnTo>
                    <a:pt x="1278" y="7705"/>
                  </a:lnTo>
                  <a:lnTo>
                    <a:pt x="2514" y="7458"/>
                  </a:lnTo>
                  <a:lnTo>
                    <a:pt x="3791" y="7211"/>
                  </a:lnTo>
                  <a:lnTo>
                    <a:pt x="5068" y="6922"/>
                  </a:lnTo>
                  <a:lnTo>
                    <a:pt x="6345" y="6593"/>
                  </a:lnTo>
                  <a:lnTo>
                    <a:pt x="7622" y="6263"/>
                  </a:lnTo>
                  <a:lnTo>
                    <a:pt x="8900" y="5851"/>
                  </a:lnTo>
                  <a:lnTo>
                    <a:pt x="10177" y="5439"/>
                  </a:lnTo>
                  <a:lnTo>
                    <a:pt x="11454" y="4945"/>
                  </a:lnTo>
                  <a:lnTo>
                    <a:pt x="12731" y="4450"/>
                  </a:lnTo>
                  <a:lnTo>
                    <a:pt x="13967" y="3915"/>
                  </a:lnTo>
                  <a:lnTo>
                    <a:pt x="15244" y="3297"/>
                  </a:lnTo>
                  <a:lnTo>
                    <a:pt x="16521" y="2679"/>
                  </a:lnTo>
                  <a:lnTo>
                    <a:pt x="17798" y="2020"/>
                  </a:lnTo>
                  <a:lnTo>
                    <a:pt x="19076" y="1278"/>
                  </a:lnTo>
                  <a:lnTo>
                    <a:pt x="20311" y="495"/>
                  </a:lnTo>
                  <a:lnTo>
                    <a:pt x="20023" y="1"/>
                  </a:lnTo>
                  <a:close/>
                </a:path>
              </a:pathLst>
            </a:custGeom>
            <a:solidFill>
              <a:srgbClr val="B38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6"/>
            <p:cNvSpPr/>
            <p:nvPr/>
          </p:nvSpPr>
          <p:spPr>
            <a:xfrm>
              <a:off x="3257925" y="4615600"/>
              <a:ext cx="507800" cy="197775"/>
            </a:xfrm>
            <a:custGeom>
              <a:avLst/>
              <a:gdLst/>
              <a:ahLst/>
              <a:cxnLst/>
              <a:rect l="l" t="t" r="r" b="b"/>
              <a:pathLst>
                <a:path w="20312" h="7911" fill="none" extrusionOk="0">
                  <a:moveTo>
                    <a:pt x="20023" y="1"/>
                  </a:moveTo>
                  <a:lnTo>
                    <a:pt x="20023" y="1"/>
                  </a:lnTo>
                  <a:lnTo>
                    <a:pt x="18828" y="743"/>
                  </a:lnTo>
                  <a:lnTo>
                    <a:pt x="17634" y="1402"/>
                  </a:lnTo>
                  <a:lnTo>
                    <a:pt x="16480" y="2061"/>
                  </a:lnTo>
                  <a:lnTo>
                    <a:pt x="15285" y="2638"/>
                  </a:lnTo>
                  <a:lnTo>
                    <a:pt x="14091" y="3214"/>
                  </a:lnTo>
                  <a:lnTo>
                    <a:pt x="12896" y="3709"/>
                  </a:lnTo>
                  <a:lnTo>
                    <a:pt x="11701" y="4203"/>
                  </a:lnTo>
                  <a:lnTo>
                    <a:pt x="10506" y="4656"/>
                  </a:lnTo>
                  <a:lnTo>
                    <a:pt x="9312" y="5068"/>
                  </a:lnTo>
                  <a:lnTo>
                    <a:pt x="8117" y="5480"/>
                  </a:lnTo>
                  <a:lnTo>
                    <a:pt x="6922" y="5810"/>
                  </a:lnTo>
                  <a:lnTo>
                    <a:pt x="5727" y="6140"/>
                  </a:lnTo>
                  <a:lnTo>
                    <a:pt x="4533" y="6428"/>
                  </a:lnTo>
                  <a:lnTo>
                    <a:pt x="3379" y="6716"/>
                  </a:lnTo>
                  <a:lnTo>
                    <a:pt x="2184" y="6922"/>
                  </a:lnTo>
                  <a:lnTo>
                    <a:pt x="990" y="7128"/>
                  </a:lnTo>
                  <a:lnTo>
                    <a:pt x="990" y="7128"/>
                  </a:lnTo>
                  <a:lnTo>
                    <a:pt x="1" y="7911"/>
                  </a:lnTo>
                  <a:lnTo>
                    <a:pt x="1" y="7911"/>
                  </a:lnTo>
                  <a:lnTo>
                    <a:pt x="1278" y="7705"/>
                  </a:lnTo>
                  <a:lnTo>
                    <a:pt x="2514" y="7458"/>
                  </a:lnTo>
                  <a:lnTo>
                    <a:pt x="3791" y="7211"/>
                  </a:lnTo>
                  <a:lnTo>
                    <a:pt x="5068" y="6922"/>
                  </a:lnTo>
                  <a:lnTo>
                    <a:pt x="6345" y="6593"/>
                  </a:lnTo>
                  <a:lnTo>
                    <a:pt x="7622" y="6263"/>
                  </a:lnTo>
                  <a:lnTo>
                    <a:pt x="8900" y="5851"/>
                  </a:lnTo>
                  <a:lnTo>
                    <a:pt x="10177" y="5439"/>
                  </a:lnTo>
                  <a:lnTo>
                    <a:pt x="11454" y="4945"/>
                  </a:lnTo>
                  <a:lnTo>
                    <a:pt x="12731" y="4450"/>
                  </a:lnTo>
                  <a:lnTo>
                    <a:pt x="13967" y="3915"/>
                  </a:lnTo>
                  <a:lnTo>
                    <a:pt x="15244" y="3297"/>
                  </a:lnTo>
                  <a:lnTo>
                    <a:pt x="16521" y="2679"/>
                  </a:lnTo>
                  <a:lnTo>
                    <a:pt x="17798" y="2020"/>
                  </a:lnTo>
                  <a:lnTo>
                    <a:pt x="19076" y="1278"/>
                  </a:lnTo>
                  <a:lnTo>
                    <a:pt x="20311" y="495"/>
                  </a:lnTo>
                  <a:lnTo>
                    <a:pt x="2002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6"/>
            <p:cNvSpPr/>
            <p:nvPr/>
          </p:nvSpPr>
          <p:spPr>
            <a:xfrm>
              <a:off x="2312425" y="4655775"/>
              <a:ext cx="156600" cy="74175"/>
            </a:xfrm>
            <a:custGeom>
              <a:avLst/>
              <a:gdLst/>
              <a:ahLst/>
              <a:cxnLst/>
              <a:rect l="l" t="t" r="r" b="b"/>
              <a:pathLst>
                <a:path w="6264" h="2967" extrusionOk="0">
                  <a:moveTo>
                    <a:pt x="289" y="1"/>
                  </a:moveTo>
                  <a:lnTo>
                    <a:pt x="1" y="536"/>
                  </a:lnTo>
                  <a:lnTo>
                    <a:pt x="495" y="742"/>
                  </a:lnTo>
                  <a:lnTo>
                    <a:pt x="1731" y="1278"/>
                  </a:lnTo>
                  <a:lnTo>
                    <a:pt x="3668" y="2061"/>
                  </a:lnTo>
                  <a:lnTo>
                    <a:pt x="4904" y="2514"/>
                  </a:lnTo>
                  <a:lnTo>
                    <a:pt x="6263" y="2967"/>
                  </a:lnTo>
                  <a:lnTo>
                    <a:pt x="5975" y="2267"/>
                  </a:lnTo>
                  <a:lnTo>
                    <a:pt x="4739" y="1813"/>
                  </a:lnTo>
                  <a:lnTo>
                    <a:pt x="3626" y="1401"/>
                  </a:lnTo>
                  <a:lnTo>
                    <a:pt x="1855" y="701"/>
                  </a:lnTo>
                  <a:lnTo>
                    <a:pt x="701" y="20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6"/>
            <p:cNvSpPr/>
            <p:nvPr/>
          </p:nvSpPr>
          <p:spPr>
            <a:xfrm>
              <a:off x="2312425" y="4655775"/>
              <a:ext cx="156600" cy="74175"/>
            </a:xfrm>
            <a:custGeom>
              <a:avLst/>
              <a:gdLst/>
              <a:ahLst/>
              <a:cxnLst/>
              <a:rect l="l" t="t" r="r" b="b"/>
              <a:pathLst>
                <a:path w="6264" h="2967" fill="none" extrusionOk="0">
                  <a:moveTo>
                    <a:pt x="289" y="1"/>
                  </a:moveTo>
                  <a:lnTo>
                    <a:pt x="1" y="536"/>
                  </a:lnTo>
                  <a:lnTo>
                    <a:pt x="1" y="536"/>
                  </a:lnTo>
                  <a:lnTo>
                    <a:pt x="495" y="742"/>
                  </a:lnTo>
                  <a:lnTo>
                    <a:pt x="1731" y="1278"/>
                  </a:lnTo>
                  <a:lnTo>
                    <a:pt x="3668" y="2061"/>
                  </a:lnTo>
                  <a:lnTo>
                    <a:pt x="4904" y="2514"/>
                  </a:lnTo>
                  <a:lnTo>
                    <a:pt x="6263" y="2967"/>
                  </a:lnTo>
                  <a:lnTo>
                    <a:pt x="5975" y="2267"/>
                  </a:lnTo>
                  <a:lnTo>
                    <a:pt x="5975" y="2267"/>
                  </a:lnTo>
                  <a:lnTo>
                    <a:pt x="4739" y="1813"/>
                  </a:lnTo>
                  <a:lnTo>
                    <a:pt x="3626" y="1401"/>
                  </a:lnTo>
                  <a:lnTo>
                    <a:pt x="1855" y="701"/>
                  </a:lnTo>
                  <a:lnTo>
                    <a:pt x="701" y="207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6"/>
            <p:cNvSpPr/>
            <p:nvPr/>
          </p:nvSpPr>
          <p:spPr>
            <a:xfrm>
              <a:off x="2404100" y="4826750"/>
              <a:ext cx="1283350" cy="49475"/>
            </a:xfrm>
            <a:custGeom>
              <a:avLst/>
              <a:gdLst/>
              <a:ahLst/>
              <a:cxnLst/>
              <a:rect l="l" t="t" r="r" b="b"/>
              <a:pathLst>
                <a:path w="51334" h="1979" extrusionOk="0">
                  <a:moveTo>
                    <a:pt x="51169" y="1"/>
                  </a:moveTo>
                  <a:lnTo>
                    <a:pt x="50921" y="495"/>
                  </a:lnTo>
                  <a:lnTo>
                    <a:pt x="50921" y="495"/>
                  </a:lnTo>
                  <a:lnTo>
                    <a:pt x="51333" y="248"/>
                  </a:lnTo>
                  <a:lnTo>
                    <a:pt x="51169" y="1"/>
                  </a:lnTo>
                  <a:close/>
                  <a:moveTo>
                    <a:pt x="83" y="1690"/>
                  </a:moveTo>
                  <a:lnTo>
                    <a:pt x="1" y="1854"/>
                  </a:lnTo>
                  <a:lnTo>
                    <a:pt x="248" y="1978"/>
                  </a:lnTo>
                  <a:lnTo>
                    <a:pt x="83" y="16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6"/>
            <p:cNvSpPr/>
            <p:nvPr/>
          </p:nvSpPr>
          <p:spPr>
            <a:xfrm>
              <a:off x="2404100" y="4868975"/>
              <a:ext cx="6200" cy="7250"/>
            </a:xfrm>
            <a:custGeom>
              <a:avLst/>
              <a:gdLst/>
              <a:ahLst/>
              <a:cxnLst/>
              <a:rect l="l" t="t" r="r" b="b"/>
              <a:pathLst>
                <a:path w="248" h="290" fill="none" extrusionOk="0">
                  <a:moveTo>
                    <a:pt x="83" y="1"/>
                  </a:moveTo>
                  <a:lnTo>
                    <a:pt x="1" y="165"/>
                  </a:lnTo>
                  <a:lnTo>
                    <a:pt x="1" y="165"/>
                  </a:lnTo>
                  <a:lnTo>
                    <a:pt x="248" y="289"/>
                  </a:lnTo>
                  <a:lnTo>
                    <a:pt x="248" y="289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6"/>
            <p:cNvSpPr/>
            <p:nvPr/>
          </p:nvSpPr>
          <p:spPr>
            <a:xfrm>
              <a:off x="3677125" y="4826750"/>
              <a:ext cx="10325" cy="12375"/>
            </a:xfrm>
            <a:custGeom>
              <a:avLst/>
              <a:gdLst/>
              <a:ahLst/>
              <a:cxnLst/>
              <a:rect l="l" t="t" r="r" b="b"/>
              <a:pathLst>
                <a:path w="413" h="495" fill="none" extrusionOk="0">
                  <a:moveTo>
                    <a:pt x="248" y="1"/>
                  </a:moveTo>
                  <a:lnTo>
                    <a:pt x="248" y="1"/>
                  </a:lnTo>
                  <a:lnTo>
                    <a:pt x="0" y="495"/>
                  </a:lnTo>
                  <a:lnTo>
                    <a:pt x="0" y="495"/>
                  </a:lnTo>
                  <a:lnTo>
                    <a:pt x="412" y="248"/>
                  </a:lnTo>
                  <a:lnTo>
                    <a:pt x="2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6"/>
            <p:cNvSpPr/>
            <p:nvPr/>
          </p:nvSpPr>
          <p:spPr>
            <a:xfrm>
              <a:off x="2406150" y="4825725"/>
              <a:ext cx="1277175" cy="154525"/>
            </a:xfrm>
            <a:custGeom>
              <a:avLst/>
              <a:gdLst/>
              <a:ahLst/>
              <a:cxnLst/>
              <a:rect l="l" t="t" r="r" b="b"/>
              <a:pathLst>
                <a:path w="51087" h="6181" extrusionOk="0">
                  <a:moveTo>
                    <a:pt x="51087" y="0"/>
                  </a:moveTo>
                  <a:lnTo>
                    <a:pt x="50839" y="536"/>
                  </a:lnTo>
                  <a:lnTo>
                    <a:pt x="51087" y="42"/>
                  </a:lnTo>
                  <a:lnTo>
                    <a:pt x="51087" y="0"/>
                  </a:lnTo>
                  <a:close/>
                  <a:moveTo>
                    <a:pt x="207" y="1360"/>
                  </a:moveTo>
                  <a:lnTo>
                    <a:pt x="1" y="1731"/>
                  </a:lnTo>
                  <a:lnTo>
                    <a:pt x="166" y="2019"/>
                  </a:lnTo>
                  <a:lnTo>
                    <a:pt x="825" y="2266"/>
                  </a:lnTo>
                  <a:lnTo>
                    <a:pt x="1855" y="2678"/>
                  </a:lnTo>
                  <a:lnTo>
                    <a:pt x="3256" y="3214"/>
                  </a:lnTo>
                  <a:lnTo>
                    <a:pt x="4986" y="3791"/>
                  </a:lnTo>
                  <a:lnTo>
                    <a:pt x="7005" y="4409"/>
                  </a:lnTo>
                  <a:lnTo>
                    <a:pt x="9312" y="5068"/>
                  </a:lnTo>
                  <a:lnTo>
                    <a:pt x="10589" y="5356"/>
                  </a:lnTo>
                  <a:lnTo>
                    <a:pt x="11907" y="5645"/>
                  </a:lnTo>
                  <a:lnTo>
                    <a:pt x="13267" y="5933"/>
                  </a:lnTo>
                  <a:lnTo>
                    <a:pt x="14709" y="6180"/>
                  </a:lnTo>
                  <a:lnTo>
                    <a:pt x="17016" y="5974"/>
                  </a:lnTo>
                  <a:lnTo>
                    <a:pt x="15203" y="5686"/>
                  </a:lnTo>
                  <a:lnTo>
                    <a:pt x="13514" y="5356"/>
                  </a:lnTo>
                  <a:lnTo>
                    <a:pt x="11825" y="5027"/>
                  </a:lnTo>
                  <a:lnTo>
                    <a:pt x="10259" y="4697"/>
                  </a:lnTo>
                  <a:lnTo>
                    <a:pt x="8817" y="4326"/>
                  </a:lnTo>
                  <a:lnTo>
                    <a:pt x="7417" y="3914"/>
                  </a:lnTo>
                  <a:lnTo>
                    <a:pt x="6140" y="3543"/>
                  </a:lnTo>
                  <a:lnTo>
                    <a:pt x="4986" y="3173"/>
                  </a:lnTo>
                  <a:lnTo>
                    <a:pt x="3008" y="2472"/>
                  </a:lnTo>
                  <a:lnTo>
                    <a:pt x="1484" y="1937"/>
                  </a:lnTo>
                  <a:lnTo>
                    <a:pt x="537" y="1525"/>
                  </a:lnTo>
                  <a:lnTo>
                    <a:pt x="207" y="1360"/>
                  </a:lnTo>
                  <a:close/>
                </a:path>
              </a:pathLst>
            </a:custGeom>
            <a:solidFill>
              <a:srgbClr val="C18B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6"/>
            <p:cNvSpPr/>
            <p:nvPr/>
          </p:nvSpPr>
          <p:spPr>
            <a:xfrm>
              <a:off x="2406150" y="4859700"/>
              <a:ext cx="425400" cy="120550"/>
            </a:xfrm>
            <a:custGeom>
              <a:avLst/>
              <a:gdLst/>
              <a:ahLst/>
              <a:cxnLst/>
              <a:rect l="l" t="t" r="r" b="b"/>
              <a:pathLst>
                <a:path w="17016" h="4822" fill="none" extrusionOk="0">
                  <a:moveTo>
                    <a:pt x="207" y="1"/>
                  </a:moveTo>
                  <a:lnTo>
                    <a:pt x="1" y="372"/>
                  </a:lnTo>
                  <a:lnTo>
                    <a:pt x="1" y="372"/>
                  </a:lnTo>
                  <a:lnTo>
                    <a:pt x="166" y="660"/>
                  </a:lnTo>
                  <a:lnTo>
                    <a:pt x="166" y="660"/>
                  </a:lnTo>
                  <a:lnTo>
                    <a:pt x="825" y="907"/>
                  </a:lnTo>
                  <a:lnTo>
                    <a:pt x="1855" y="1319"/>
                  </a:lnTo>
                  <a:lnTo>
                    <a:pt x="3256" y="1855"/>
                  </a:lnTo>
                  <a:lnTo>
                    <a:pt x="4986" y="2432"/>
                  </a:lnTo>
                  <a:lnTo>
                    <a:pt x="7005" y="3050"/>
                  </a:lnTo>
                  <a:lnTo>
                    <a:pt x="9312" y="3709"/>
                  </a:lnTo>
                  <a:lnTo>
                    <a:pt x="10589" y="3997"/>
                  </a:lnTo>
                  <a:lnTo>
                    <a:pt x="11907" y="4286"/>
                  </a:lnTo>
                  <a:lnTo>
                    <a:pt x="13267" y="4574"/>
                  </a:lnTo>
                  <a:lnTo>
                    <a:pt x="14709" y="4821"/>
                  </a:lnTo>
                  <a:lnTo>
                    <a:pt x="14709" y="4821"/>
                  </a:lnTo>
                  <a:lnTo>
                    <a:pt x="17016" y="4615"/>
                  </a:lnTo>
                  <a:lnTo>
                    <a:pt x="17016" y="4615"/>
                  </a:lnTo>
                  <a:lnTo>
                    <a:pt x="15203" y="4327"/>
                  </a:lnTo>
                  <a:lnTo>
                    <a:pt x="13514" y="3997"/>
                  </a:lnTo>
                  <a:lnTo>
                    <a:pt x="11825" y="3668"/>
                  </a:lnTo>
                  <a:lnTo>
                    <a:pt x="10259" y="3338"/>
                  </a:lnTo>
                  <a:lnTo>
                    <a:pt x="8817" y="2967"/>
                  </a:lnTo>
                  <a:lnTo>
                    <a:pt x="7417" y="2555"/>
                  </a:lnTo>
                  <a:lnTo>
                    <a:pt x="6140" y="2184"/>
                  </a:lnTo>
                  <a:lnTo>
                    <a:pt x="4986" y="1814"/>
                  </a:lnTo>
                  <a:lnTo>
                    <a:pt x="3008" y="1113"/>
                  </a:lnTo>
                  <a:lnTo>
                    <a:pt x="1484" y="578"/>
                  </a:lnTo>
                  <a:lnTo>
                    <a:pt x="537" y="166"/>
                  </a:lnTo>
                  <a:lnTo>
                    <a:pt x="20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6"/>
            <p:cNvSpPr/>
            <p:nvPr/>
          </p:nvSpPr>
          <p:spPr>
            <a:xfrm>
              <a:off x="3677125" y="4825725"/>
              <a:ext cx="6200" cy="13400"/>
            </a:xfrm>
            <a:custGeom>
              <a:avLst/>
              <a:gdLst/>
              <a:ahLst/>
              <a:cxnLst/>
              <a:rect l="l" t="t" r="r" b="b"/>
              <a:pathLst>
                <a:path w="248" h="536" fill="none" extrusionOk="0">
                  <a:moveTo>
                    <a:pt x="248" y="0"/>
                  </a:moveTo>
                  <a:lnTo>
                    <a:pt x="248" y="0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0" y="536"/>
                  </a:lnTo>
                  <a:lnTo>
                    <a:pt x="248" y="42"/>
                  </a:lnTo>
                  <a:lnTo>
                    <a:pt x="24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6"/>
            <p:cNvSpPr/>
            <p:nvPr/>
          </p:nvSpPr>
          <p:spPr>
            <a:xfrm>
              <a:off x="2773850" y="4820575"/>
              <a:ext cx="909475" cy="183350"/>
            </a:xfrm>
            <a:custGeom>
              <a:avLst/>
              <a:gdLst/>
              <a:ahLst/>
              <a:cxnLst/>
              <a:rect l="l" t="t" r="r" b="b"/>
              <a:pathLst>
                <a:path w="36379" h="7334" extrusionOk="0">
                  <a:moveTo>
                    <a:pt x="36214" y="0"/>
                  </a:moveTo>
                  <a:lnTo>
                    <a:pt x="34648" y="907"/>
                  </a:lnTo>
                  <a:lnTo>
                    <a:pt x="33042" y="1772"/>
                  </a:lnTo>
                  <a:lnTo>
                    <a:pt x="31435" y="2513"/>
                  </a:lnTo>
                  <a:lnTo>
                    <a:pt x="29787" y="3214"/>
                  </a:lnTo>
                  <a:lnTo>
                    <a:pt x="28180" y="3832"/>
                  </a:lnTo>
                  <a:lnTo>
                    <a:pt x="26573" y="4367"/>
                  </a:lnTo>
                  <a:lnTo>
                    <a:pt x="24967" y="4862"/>
                  </a:lnTo>
                  <a:lnTo>
                    <a:pt x="23319" y="5315"/>
                  </a:lnTo>
                  <a:lnTo>
                    <a:pt x="21712" y="5645"/>
                  </a:lnTo>
                  <a:lnTo>
                    <a:pt x="20147" y="5974"/>
                  </a:lnTo>
                  <a:lnTo>
                    <a:pt x="18540" y="6221"/>
                  </a:lnTo>
                  <a:lnTo>
                    <a:pt x="16974" y="6427"/>
                  </a:lnTo>
                  <a:lnTo>
                    <a:pt x="15409" y="6551"/>
                  </a:lnTo>
                  <a:lnTo>
                    <a:pt x="13843" y="6674"/>
                  </a:lnTo>
                  <a:lnTo>
                    <a:pt x="12319" y="6757"/>
                  </a:lnTo>
                  <a:lnTo>
                    <a:pt x="10795" y="6757"/>
                  </a:lnTo>
                  <a:lnTo>
                    <a:pt x="8611" y="6716"/>
                  </a:lnTo>
                  <a:lnTo>
                    <a:pt x="6428" y="6592"/>
                  </a:lnTo>
                  <a:lnTo>
                    <a:pt x="4327" y="6427"/>
                  </a:lnTo>
                  <a:lnTo>
                    <a:pt x="2308" y="6180"/>
                  </a:lnTo>
                  <a:lnTo>
                    <a:pt x="1" y="6386"/>
                  </a:lnTo>
                  <a:lnTo>
                    <a:pt x="2514" y="6798"/>
                  </a:lnTo>
                  <a:lnTo>
                    <a:pt x="3832" y="6963"/>
                  </a:lnTo>
                  <a:lnTo>
                    <a:pt x="5192" y="7086"/>
                  </a:lnTo>
                  <a:lnTo>
                    <a:pt x="6551" y="7210"/>
                  </a:lnTo>
                  <a:lnTo>
                    <a:pt x="7952" y="7292"/>
                  </a:lnTo>
                  <a:lnTo>
                    <a:pt x="9353" y="7334"/>
                  </a:lnTo>
                  <a:lnTo>
                    <a:pt x="12319" y="7334"/>
                  </a:lnTo>
                  <a:lnTo>
                    <a:pt x="13843" y="7251"/>
                  </a:lnTo>
                  <a:lnTo>
                    <a:pt x="15368" y="7169"/>
                  </a:lnTo>
                  <a:lnTo>
                    <a:pt x="16933" y="7004"/>
                  </a:lnTo>
                  <a:lnTo>
                    <a:pt x="18499" y="6839"/>
                  </a:lnTo>
                  <a:lnTo>
                    <a:pt x="20064" y="6592"/>
                  </a:lnTo>
                  <a:lnTo>
                    <a:pt x="21671" y="6262"/>
                  </a:lnTo>
                  <a:lnTo>
                    <a:pt x="23278" y="5933"/>
                  </a:lnTo>
                  <a:lnTo>
                    <a:pt x="24884" y="5521"/>
                  </a:lnTo>
                  <a:lnTo>
                    <a:pt x="26491" y="5027"/>
                  </a:lnTo>
                  <a:lnTo>
                    <a:pt x="28098" y="4491"/>
                  </a:lnTo>
                  <a:lnTo>
                    <a:pt x="29705" y="3873"/>
                  </a:lnTo>
                  <a:lnTo>
                    <a:pt x="31311" y="3214"/>
                  </a:lnTo>
                  <a:lnTo>
                    <a:pt x="32918" y="2472"/>
                  </a:lnTo>
                  <a:lnTo>
                    <a:pt x="34525" y="1648"/>
                  </a:lnTo>
                  <a:lnTo>
                    <a:pt x="36131" y="742"/>
                  </a:lnTo>
                  <a:lnTo>
                    <a:pt x="36379" y="206"/>
                  </a:lnTo>
                  <a:lnTo>
                    <a:pt x="36214" y="0"/>
                  </a:lnTo>
                  <a:close/>
                </a:path>
              </a:pathLst>
            </a:custGeom>
            <a:solidFill>
              <a:srgbClr val="B383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6"/>
            <p:cNvSpPr/>
            <p:nvPr/>
          </p:nvSpPr>
          <p:spPr>
            <a:xfrm>
              <a:off x="2773850" y="4820575"/>
              <a:ext cx="909475" cy="183350"/>
            </a:xfrm>
            <a:custGeom>
              <a:avLst/>
              <a:gdLst/>
              <a:ahLst/>
              <a:cxnLst/>
              <a:rect l="l" t="t" r="r" b="b"/>
              <a:pathLst>
                <a:path w="36379" h="7334" fill="none" extrusionOk="0">
                  <a:moveTo>
                    <a:pt x="36214" y="0"/>
                  </a:moveTo>
                  <a:lnTo>
                    <a:pt x="36214" y="0"/>
                  </a:lnTo>
                  <a:lnTo>
                    <a:pt x="34648" y="907"/>
                  </a:lnTo>
                  <a:lnTo>
                    <a:pt x="33042" y="1772"/>
                  </a:lnTo>
                  <a:lnTo>
                    <a:pt x="31435" y="2513"/>
                  </a:lnTo>
                  <a:lnTo>
                    <a:pt x="29787" y="3214"/>
                  </a:lnTo>
                  <a:lnTo>
                    <a:pt x="28180" y="3832"/>
                  </a:lnTo>
                  <a:lnTo>
                    <a:pt x="26573" y="4367"/>
                  </a:lnTo>
                  <a:lnTo>
                    <a:pt x="24967" y="4862"/>
                  </a:lnTo>
                  <a:lnTo>
                    <a:pt x="23319" y="5315"/>
                  </a:lnTo>
                  <a:lnTo>
                    <a:pt x="21712" y="5645"/>
                  </a:lnTo>
                  <a:lnTo>
                    <a:pt x="20147" y="5974"/>
                  </a:lnTo>
                  <a:lnTo>
                    <a:pt x="18540" y="6221"/>
                  </a:lnTo>
                  <a:lnTo>
                    <a:pt x="16974" y="6427"/>
                  </a:lnTo>
                  <a:lnTo>
                    <a:pt x="15409" y="6551"/>
                  </a:lnTo>
                  <a:lnTo>
                    <a:pt x="13843" y="6674"/>
                  </a:lnTo>
                  <a:lnTo>
                    <a:pt x="12319" y="6757"/>
                  </a:lnTo>
                  <a:lnTo>
                    <a:pt x="10795" y="6757"/>
                  </a:lnTo>
                  <a:lnTo>
                    <a:pt x="10795" y="6757"/>
                  </a:lnTo>
                  <a:lnTo>
                    <a:pt x="8611" y="6716"/>
                  </a:lnTo>
                  <a:lnTo>
                    <a:pt x="6428" y="6592"/>
                  </a:lnTo>
                  <a:lnTo>
                    <a:pt x="4327" y="6427"/>
                  </a:lnTo>
                  <a:lnTo>
                    <a:pt x="2308" y="6180"/>
                  </a:lnTo>
                  <a:lnTo>
                    <a:pt x="2308" y="6180"/>
                  </a:lnTo>
                  <a:lnTo>
                    <a:pt x="1" y="6386"/>
                  </a:lnTo>
                  <a:lnTo>
                    <a:pt x="1" y="6386"/>
                  </a:lnTo>
                  <a:lnTo>
                    <a:pt x="2514" y="6798"/>
                  </a:lnTo>
                  <a:lnTo>
                    <a:pt x="3832" y="6963"/>
                  </a:lnTo>
                  <a:lnTo>
                    <a:pt x="5192" y="7086"/>
                  </a:lnTo>
                  <a:lnTo>
                    <a:pt x="6551" y="7210"/>
                  </a:lnTo>
                  <a:lnTo>
                    <a:pt x="7952" y="7292"/>
                  </a:lnTo>
                  <a:lnTo>
                    <a:pt x="9353" y="7334"/>
                  </a:lnTo>
                  <a:lnTo>
                    <a:pt x="10836" y="7334"/>
                  </a:lnTo>
                  <a:lnTo>
                    <a:pt x="10836" y="7334"/>
                  </a:lnTo>
                  <a:lnTo>
                    <a:pt x="12319" y="7334"/>
                  </a:lnTo>
                  <a:lnTo>
                    <a:pt x="13843" y="7251"/>
                  </a:lnTo>
                  <a:lnTo>
                    <a:pt x="15368" y="7169"/>
                  </a:lnTo>
                  <a:lnTo>
                    <a:pt x="16933" y="7004"/>
                  </a:lnTo>
                  <a:lnTo>
                    <a:pt x="18499" y="6839"/>
                  </a:lnTo>
                  <a:lnTo>
                    <a:pt x="20064" y="6592"/>
                  </a:lnTo>
                  <a:lnTo>
                    <a:pt x="21671" y="6262"/>
                  </a:lnTo>
                  <a:lnTo>
                    <a:pt x="23278" y="5933"/>
                  </a:lnTo>
                  <a:lnTo>
                    <a:pt x="24884" y="5521"/>
                  </a:lnTo>
                  <a:lnTo>
                    <a:pt x="26491" y="5027"/>
                  </a:lnTo>
                  <a:lnTo>
                    <a:pt x="28098" y="4491"/>
                  </a:lnTo>
                  <a:lnTo>
                    <a:pt x="29705" y="3873"/>
                  </a:lnTo>
                  <a:lnTo>
                    <a:pt x="31311" y="3214"/>
                  </a:lnTo>
                  <a:lnTo>
                    <a:pt x="32918" y="2472"/>
                  </a:lnTo>
                  <a:lnTo>
                    <a:pt x="34525" y="1648"/>
                  </a:lnTo>
                  <a:lnTo>
                    <a:pt x="36131" y="742"/>
                  </a:lnTo>
                  <a:lnTo>
                    <a:pt x="36131" y="742"/>
                  </a:lnTo>
                  <a:lnTo>
                    <a:pt x="36379" y="206"/>
                  </a:lnTo>
                  <a:lnTo>
                    <a:pt x="3621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6"/>
            <p:cNvSpPr/>
            <p:nvPr/>
          </p:nvSpPr>
          <p:spPr>
            <a:xfrm>
              <a:off x="2314500" y="4310750"/>
              <a:ext cx="551050" cy="512925"/>
            </a:xfrm>
            <a:custGeom>
              <a:avLst/>
              <a:gdLst/>
              <a:ahLst/>
              <a:cxnLst/>
              <a:rect l="l" t="t" r="r" b="b"/>
              <a:pathLst>
                <a:path w="22042" h="20517" extrusionOk="0">
                  <a:moveTo>
                    <a:pt x="1195" y="0"/>
                  </a:moveTo>
                  <a:lnTo>
                    <a:pt x="907" y="42"/>
                  </a:lnTo>
                  <a:lnTo>
                    <a:pt x="618" y="165"/>
                  </a:lnTo>
                  <a:lnTo>
                    <a:pt x="412" y="330"/>
                  </a:lnTo>
                  <a:lnTo>
                    <a:pt x="206" y="536"/>
                  </a:lnTo>
                  <a:lnTo>
                    <a:pt x="42" y="783"/>
                  </a:lnTo>
                  <a:lnTo>
                    <a:pt x="0" y="1113"/>
                  </a:lnTo>
                  <a:lnTo>
                    <a:pt x="0" y="1401"/>
                  </a:lnTo>
                  <a:lnTo>
                    <a:pt x="83" y="1731"/>
                  </a:lnTo>
                  <a:lnTo>
                    <a:pt x="2555" y="7869"/>
                  </a:lnTo>
                  <a:lnTo>
                    <a:pt x="3832" y="8281"/>
                  </a:lnTo>
                  <a:lnTo>
                    <a:pt x="5233" y="8693"/>
                  </a:lnTo>
                  <a:lnTo>
                    <a:pt x="6757" y="9105"/>
                  </a:lnTo>
                  <a:lnTo>
                    <a:pt x="8364" y="9558"/>
                  </a:lnTo>
                  <a:lnTo>
                    <a:pt x="10053" y="9970"/>
                  </a:lnTo>
                  <a:lnTo>
                    <a:pt x="11824" y="10341"/>
                  </a:lnTo>
                  <a:lnTo>
                    <a:pt x="13719" y="10712"/>
                  </a:lnTo>
                  <a:lnTo>
                    <a:pt x="15697" y="11041"/>
                  </a:lnTo>
                  <a:lnTo>
                    <a:pt x="16438" y="10382"/>
                  </a:lnTo>
                  <a:lnTo>
                    <a:pt x="17180" y="9723"/>
                  </a:lnTo>
                  <a:lnTo>
                    <a:pt x="17922" y="9105"/>
                  </a:lnTo>
                  <a:lnTo>
                    <a:pt x="18663" y="8528"/>
                  </a:lnTo>
                  <a:lnTo>
                    <a:pt x="20105" y="7498"/>
                  </a:lnTo>
                  <a:lnTo>
                    <a:pt x="21465" y="6633"/>
                  </a:lnTo>
                  <a:lnTo>
                    <a:pt x="21629" y="6510"/>
                  </a:lnTo>
                  <a:lnTo>
                    <a:pt x="21794" y="6345"/>
                  </a:lnTo>
                  <a:lnTo>
                    <a:pt x="21877" y="6180"/>
                  </a:lnTo>
                  <a:lnTo>
                    <a:pt x="21959" y="6015"/>
                  </a:lnTo>
                  <a:lnTo>
                    <a:pt x="22041" y="5809"/>
                  </a:lnTo>
                  <a:lnTo>
                    <a:pt x="22041" y="5645"/>
                  </a:lnTo>
                  <a:lnTo>
                    <a:pt x="22041" y="5439"/>
                  </a:lnTo>
                  <a:lnTo>
                    <a:pt x="22000" y="5274"/>
                  </a:lnTo>
                  <a:lnTo>
                    <a:pt x="21959" y="5068"/>
                  </a:lnTo>
                  <a:lnTo>
                    <a:pt x="21877" y="4903"/>
                  </a:lnTo>
                  <a:lnTo>
                    <a:pt x="21753" y="4779"/>
                  </a:lnTo>
                  <a:lnTo>
                    <a:pt x="21629" y="4615"/>
                  </a:lnTo>
                  <a:lnTo>
                    <a:pt x="21465" y="4491"/>
                  </a:lnTo>
                  <a:lnTo>
                    <a:pt x="21300" y="4409"/>
                  </a:lnTo>
                  <a:lnTo>
                    <a:pt x="21094" y="4367"/>
                  </a:lnTo>
                  <a:lnTo>
                    <a:pt x="20888" y="4326"/>
                  </a:lnTo>
                  <a:lnTo>
                    <a:pt x="19157" y="4161"/>
                  </a:lnTo>
                  <a:lnTo>
                    <a:pt x="17468" y="3997"/>
                  </a:lnTo>
                  <a:lnTo>
                    <a:pt x="15862" y="3791"/>
                  </a:lnTo>
                  <a:lnTo>
                    <a:pt x="14337" y="3543"/>
                  </a:lnTo>
                  <a:lnTo>
                    <a:pt x="12895" y="3296"/>
                  </a:lnTo>
                  <a:lnTo>
                    <a:pt x="11495" y="3049"/>
                  </a:lnTo>
                  <a:lnTo>
                    <a:pt x="10176" y="2761"/>
                  </a:lnTo>
                  <a:lnTo>
                    <a:pt x="8982" y="2472"/>
                  </a:lnTo>
                  <a:lnTo>
                    <a:pt x="7787" y="2184"/>
                  </a:lnTo>
                  <a:lnTo>
                    <a:pt x="6716" y="1895"/>
                  </a:lnTo>
                  <a:lnTo>
                    <a:pt x="4779" y="1278"/>
                  </a:lnTo>
                  <a:lnTo>
                    <a:pt x="3090" y="660"/>
                  </a:lnTo>
                  <a:lnTo>
                    <a:pt x="1689" y="124"/>
                  </a:lnTo>
                  <a:lnTo>
                    <a:pt x="1442" y="42"/>
                  </a:lnTo>
                  <a:lnTo>
                    <a:pt x="1195" y="0"/>
                  </a:lnTo>
                  <a:close/>
                  <a:moveTo>
                    <a:pt x="2843" y="8570"/>
                  </a:moveTo>
                  <a:lnTo>
                    <a:pt x="5892" y="16068"/>
                  </a:lnTo>
                  <a:lnTo>
                    <a:pt x="8158" y="16809"/>
                  </a:lnTo>
                  <a:lnTo>
                    <a:pt x="10671" y="17510"/>
                  </a:lnTo>
                  <a:lnTo>
                    <a:pt x="11165" y="16686"/>
                  </a:lnTo>
                  <a:lnTo>
                    <a:pt x="11659" y="15862"/>
                  </a:lnTo>
                  <a:lnTo>
                    <a:pt x="12195" y="15079"/>
                  </a:lnTo>
                  <a:lnTo>
                    <a:pt x="12731" y="14337"/>
                  </a:lnTo>
                  <a:lnTo>
                    <a:pt x="13307" y="13596"/>
                  </a:lnTo>
                  <a:lnTo>
                    <a:pt x="13925" y="12895"/>
                  </a:lnTo>
                  <a:lnTo>
                    <a:pt x="14543" y="12236"/>
                  </a:lnTo>
                  <a:lnTo>
                    <a:pt x="15161" y="11577"/>
                  </a:lnTo>
                  <a:lnTo>
                    <a:pt x="13349" y="11247"/>
                  </a:lnTo>
                  <a:lnTo>
                    <a:pt x="11618" y="10877"/>
                  </a:lnTo>
                  <a:lnTo>
                    <a:pt x="9929" y="10547"/>
                  </a:lnTo>
                  <a:lnTo>
                    <a:pt x="8322" y="10135"/>
                  </a:lnTo>
                  <a:lnTo>
                    <a:pt x="6839" y="9764"/>
                  </a:lnTo>
                  <a:lnTo>
                    <a:pt x="5397" y="9352"/>
                  </a:lnTo>
                  <a:lnTo>
                    <a:pt x="2843" y="8570"/>
                  </a:lnTo>
                  <a:close/>
                  <a:moveTo>
                    <a:pt x="6180" y="16768"/>
                  </a:moveTo>
                  <a:lnTo>
                    <a:pt x="7375" y="19734"/>
                  </a:lnTo>
                  <a:lnTo>
                    <a:pt x="7498" y="19899"/>
                  </a:lnTo>
                  <a:lnTo>
                    <a:pt x="7581" y="20064"/>
                  </a:lnTo>
                  <a:lnTo>
                    <a:pt x="7746" y="20187"/>
                  </a:lnTo>
                  <a:lnTo>
                    <a:pt x="7869" y="20311"/>
                  </a:lnTo>
                  <a:lnTo>
                    <a:pt x="8034" y="20393"/>
                  </a:lnTo>
                  <a:lnTo>
                    <a:pt x="8199" y="20476"/>
                  </a:lnTo>
                  <a:lnTo>
                    <a:pt x="8528" y="20517"/>
                  </a:lnTo>
                  <a:lnTo>
                    <a:pt x="8734" y="20476"/>
                  </a:lnTo>
                  <a:lnTo>
                    <a:pt x="8899" y="20435"/>
                  </a:lnTo>
                  <a:lnTo>
                    <a:pt x="9064" y="20393"/>
                  </a:lnTo>
                  <a:lnTo>
                    <a:pt x="9229" y="20311"/>
                  </a:lnTo>
                  <a:lnTo>
                    <a:pt x="9394" y="20187"/>
                  </a:lnTo>
                  <a:lnTo>
                    <a:pt x="9517" y="20023"/>
                  </a:lnTo>
                  <a:lnTo>
                    <a:pt x="9641" y="19858"/>
                  </a:lnTo>
                  <a:lnTo>
                    <a:pt x="9723" y="19693"/>
                  </a:lnTo>
                  <a:lnTo>
                    <a:pt x="10053" y="18869"/>
                  </a:lnTo>
                  <a:lnTo>
                    <a:pt x="10423" y="18045"/>
                  </a:lnTo>
                  <a:lnTo>
                    <a:pt x="8199" y="17427"/>
                  </a:lnTo>
                  <a:lnTo>
                    <a:pt x="6180" y="16768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6"/>
            <p:cNvSpPr/>
            <p:nvPr/>
          </p:nvSpPr>
          <p:spPr>
            <a:xfrm>
              <a:off x="2469000" y="4729925"/>
              <a:ext cx="106100" cy="93750"/>
            </a:xfrm>
            <a:custGeom>
              <a:avLst/>
              <a:gdLst/>
              <a:ahLst/>
              <a:cxnLst/>
              <a:rect l="l" t="t" r="r" b="b"/>
              <a:pathLst>
                <a:path w="4244" h="3750" fill="none" extrusionOk="0">
                  <a:moveTo>
                    <a:pt x="0" y="1"/>
                  </a:moveTo>
                  <a:lnTo>
                    <a:pt x="1195" y="2967"/>
                  </a:lnTo>
                  <a:lnTo>
                    <a:pt x="1195" y="2967"/>
                  </a:lnTo>
                  <a:lnTo>
                    <a:pt x="1318" y="3132"/>
                  </a:lnTo>
                  <a:lnTo>
                    <a:pt x="1401" y="3297"/>
                  </a:lnTo>
                  <a:lnTo>
                    <a:pt x="1566" y="3420"/>
                  </a:lnTo>
                  <a:lnTo>
                    <a:pt x="1689" y="3544"/>
                  </a:lnTo>
                  <a:lnTo>
                    <a:pt x="1854" y="3626"/>
                  </a:lnTo>
                  <a:lnTo>
                    <a:pt x="2019" y="3709"/>
                  </a:lnTo>
                  <a:lnTo>
                    <a:pt x="2348" y="3750"/>
                  </a:lnTo>
                  <a:lnTo>
                    <a:pt x="2348" y="3750"/>
                  </a:lnTo>
                  <a:lnTo>
                    <a:pt x="2554" y="3709"/>
                  </a:lnTo>
                  <a:lnTo>
                    <a:pt x="2719" y="3668"/>
                  </a:lnTo>
                  <a:lnTo>
                    <a:pt x="2884" y="3626"/>
                  </a:lnTo>
                  <a:lnTo>
                    <a:pt x="3049" y="3544"/>
                  </a:lnTo>
                  <a:lnTo>
                    <a:pt x="3214" y="3420"/>
                  </a:lnTo>
                  <a:lnTo>
                    <a:pt x="3337" y="3256"/>
                  </a:lnTo>
                  <a:lnTo>
                    <a:pt x="3461" y="3091"/>
                  </a:lnTo>
                  <a:lnTo>
                    <a:pt x="3543" y="2926"/>
                  </a:lnTo>
                  <a:lnTo>
                    <a:pt x="3543" y="2926"/>
                  </a:lnTo>
                  <a:lnTo>
                    <a:pt x="3873" y="2102"/>
                  </a:lnTo>
                  <a:lnTo>
                    <a:pt x="4243" y="1278"/>
                  </a:lnTo>
                  <a:lnTo>
                    <a:pt x="4243" y="1278"/>
                  </a:lnTo>
                  <a:lnTo>
                    <a:pt x="2019" y="660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6"/>
            <p:cNvSpPr/>
            <p:nvPr/>
          </p:nvSpPr>
          <p:spPr>
            <a:xfrm>
              <a:off x="2385575" y="4524975"/>
              <a:ext cx="307975" cy="223525"/>
            </a:xfrm>
            <a:custGeom>
              <a:avLst/>
              <a:gdLst/>
              <a:ahLst/>
              <a:cxnLst/>
              <a:rect l="l" t="t" r="r" b="b"/>
              <a:pathLst>
                <a:path w="12319" h="8941" fill="none" extrusionOk="0">
                  <a:moveTo>
                    <a:pt x="0" y="1"/>
                  </a:moveTo>
                  <a:lnTo>
                    <a:pt x="3049" y="7499"/>
                  </a:lnTo>
                  <a:lnTo>
                    <a:pt x="3049" y="7499"/>
                  </a:lnTo>
                  <a:lnTo>
                    <a:pt x="5315" y="8240"/>
                  </a:lnTo>
                  <a:lnTo>
                    <a:pt x="7828" y="8941"/>
                  </a:lnTo>
                  <a:lnTo>
                    <a:pt x="7828" y="8941"/>
                  </a:lnTo>
                  <a:lnTo>
                    <a:pt x="8322" y="8117"/>
                  </a:lnTo>
                  <a:lnTo>
                    <a:pt x="8816" y="7293"/>
                  </a:lnTo>
                  <a:lnTo>
                    <a:pt x="9352" y="6510"/>
                  </a:lnTo>
                  <a:lnTo>
                    <a:pt x="9888" y="5768"/>
                  </a:lnTo>
                  <a:lnTo>
                    <a:pt x="10464" y="5027"/>
                  </a:lnTo>
                  <a:lnTo>
                    <a:pt x="11082" y="4326"/>
                  </a:lnTo>
                  <a:lnTo>
                    <a:pt x="11700" y="3667"/>
                  </a:lnTo>
                  <a:lnTo>
                    <a:pt x="12318" y="3008"/>
                  </a:lnTo>
                  <a:lnTo>
                    <a:pt x="12318" y="3008"/>
                  </a:lnTo>
                  <a:lnTo>
                    <a:pt x="10506" y="2678"/>
                  </a:lnTo>
                  <a:lnTo>
                    <a:pt x="8775" y="2308"/>
                  </a:lnTo>
                  <a:lnTo>
                    <a:pt x="7086" y="1978"/>
                  </a:lnTo>
                  <a:lnTo>
                    <a:pt x="5479" y="1566"/>
                  </a:lnTo>
                  <a:lnTo>
                    <a:pt x="3996" y="1195"/>
                  </a:lnTo>
                  <a:lnTo>
                    <a:pt x="2554" y="78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6"/>
            <p:cNvSpPr/>
            <p:nvPr/>
          </p:nvSpPr>
          <p:spPr>
            <a:xfrm>
              <a:off x="2314500" y="4310750"/>
              <a:ext cx="551050" cy="276050"/>
            </a:xfrm>
            <a:custGeom>
              <a:avLst/>
              <a:gdLst/>
              <a:ahLst/>
              <a:cxnLst/>
              <a:rect l="l" t="t" r="r" b="b"/>
              <a:pathLst>
                <a:path w="22042" h="11042" fill="none" extrusionOk="0">
                  <a:moveTo>
                    <a:pt x="1195" y="0"/>
                  </a:moveTo>
                  <a:lnTo>
                    <a:pt x="1195" y="0"/>
                  </a:lnTo>
                  <a:lnTo>
                    <a:pt x="907" y="42"/>
                  </a:lnTo>
                  <a:lnTo>
                    <a:pt x="618" y="165"/>
                  </a:lnTo>
                  <a:lnTo>
                    <a:pt x="412" y="330"/>
                  </a:lnTo>
                  <a:lnTo>
                    <a:pt x="206" y="536"/>
                  </a:lnTo>
                  <a:lnTo>
                    <a:pt x="42" y="783"/>
                  </a:lnTo>
                  <a:lnTo>
                    <a:pt x="0" y="1113"/>
                  </a:lnTo>
                  <a:lnTo>
                    <a:pt x="0" y="1401"/>
                  </a:lnTo>
                  <a:lnTo>
                    <a:pt x="83" y="1731"/>
                  </a:lnTo>
                  <a:lnTo>
                    <a:pt x="2555" y="7869"/>
                  </a:lnTo>
                  <a:lnTo>
                    <a:pt x="2555" y="7869"/>
                  </a:lnTo>
                  <a:lnTo>
                    <a:pt x="3832" y="8281"/>
                  </a:lnTo>
                  <a:lnTo>
                    <a:pt x="5233" y="8693"/>
                  </a:lnTo>
                  <a:lnTo>
                    <a:pt x="6757" y="9105"/>
                  </a:lnTo>
                  <a:lnTo>
                    <a:pt x="8364" y="9558"/>
                  </a:lnTo>
                  <a:lnTo>
                    <a:pt x="10053" y="9970"/>
                  </a:lnTo>
                  <a:lnTo>
                    <a:pt x="11824" y="10341"/>
                  </a:lnTo>
                  <a:lnTo>
                    <a:pt x="13719" y="10712"/>
                  </a:lnTo>
                  <a:lnTo>
                    <a:pt x="15697" y="11041"/>
                  </a:lnTo>
                  <a:lnTo>
                    <a:pt x="15697" y="11041"/>
                  </a:lnTo>
                  <a:lnTo>
                    <a:pt x="16438" y="10382"/>
                  </a:lnTo>
                  <a:lnTo>
                    <a:pt x="17180" y="9723"/>
                  </a:lnTo>
                  <a:lnTo>
                    <a:pt x="17922" y="9105"/>
                  </a:lnTo>
                  <a:lnTo>
                    <a:pt x="18663" y="8528"/>
                  </a:lnTo>
                  <a:lnTo>
                    <a:pt x="20105" y="7498"/>
                  </a:lnTo>
                  <a:lnTo>
                    <a:pt x="21465" y="6633"/>
                  </a:lnTo>
                  <a:lnTo>
                    <a:pt x="21465" y="6633"/>
                  </a:lnTo>
                  <a:lnTo>
                    <a:pt x="21629" y="6510"/>
                  </a:lnTo>
                  <a:lnTo>
                    <a:pt x="21794" y="6345"/>
                  </a:lnTo>
                  <a:lnTo>
                    <a:pt x="21877" y="6180"/>
                  </a:lnTo>
                  <a:lnTo>
                    <a:pt x="21959" y="6015"/>
                  </a:lnTo>
                  <a:lnTo>
                    <a:pt x="22041" y="5809"/>
                  </a:lnTo>
                  <a:lnTo>
                    <a:pt x="22041" y="5645"/>
                  </a:lnTo>
                  <a:lnTo>
                    <a:pt x="22041" y="5439"/>
                  </a:lnTo>
                  <a:lnTo>
                    <a:pt x="22000" y="5274"/>
                  </a:lnTo>
                  <a:lnTo>
                    <a:pt x="21959" y="5068"/>
                  </a:lnTo>
                  <a:lnTo>
                    <a:pt x="21877" y="4903"/>
                  </a:lnTo>
                  <a:lnTo>
                    <a:pt x="21753" y="4779"/>
                  </a:lnTo>
                  <a:lnTo>
                    <a:pt x="21629" y="4615"/>
                  </a:lnTo>
                  <a:lnTo>
                    <a:pt x="21465" y="4491"/>
                  </a:lnTo>
                  <a:lnTo>
                    <a:pt x="21300" y="4409"/>
                  </a:lnTo>
                  <a:lnTo>
                    <a:pt x="21094" y="4367"/>
                  </a:lnTo>
                  <a:lnTo>
                    <a:pt x="20888" y="4326"/>
                  </a:lnTo>
                  <a:lnTo>
                    <a:pt x="20888" y="4326"/>
                  </a:lnTo>
                  <a:lnTo>
                    <a:pt x="19157" y="4161"/>
                  </a:lnTo>
                  <a:lnTo>
                    <a:pt x="17468" y="3997"/>
                  </a:lnTo>
                  <a:lnTo>
                    <a:pt x="15862" y="3791"/>
                  </a:lnTo>
                  <a:lnTo>
                    <a:pt x="14337" y="3543"/>
                  </a:lnTo>
                  <a:lnTo>
                    <a:pt x="12895" y="3296"/>
                  </a:lnTo>
                  <a:lnTo>
                    <a:pt x="11495" y="3049"/>
                  </a:lnTo>
                  <a:lnTo>
                    <a:pt x="10176" y="2761"/>
                  </a:lnTo>
                  <a:lnTo>
                    <a:pt x="8982" y="2472"/>
                  </a:lnTo>
                  <a:lnTo>
                    <a:pt x="7787" y="2184"/>
                  </a:lnTo>
                  <a:lnTo>
                    <a:pt x="6716" y="1895"/>
                  </a:lnTo>
                  <a:lnTo>
                    <a:pt x="4779" y="1278"/>
                  </a:lnTo>
                  <a:lnTo>
                    <a:pt x="3090" y="660"/>
                  </a:lnTo>
                  <a:lnTo>
                    <a:pt x="1689" y="124"/>
                  </a:lnTo>
                  <a:lnTo>
                    <a:pt x="1689" y="124"/>
                  </a:lnTo>
                  <a:lnTo>
                    <a:pt x="1442" y="42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6"/>
            <p:cNvSpPr/>
            <p:nvPr/>
          </p:nvSpPr>
          <p:spPr>
            <a:xfrm>
              <a:off x="2378350" y="4507475"/>
              <a:ext cx="328575" cy="92725"/>
            </a:xfrm>
            <a:custGeom>
              <a:avLst/>
              <a:gdLst/>
              <a:ahLst/>
              <a:cxnLst/>
              <a:rect l="l" t="t" r="r" b="b"/>
              <a:pathLst>
                <a:path w="13143" h="3709" extrusionOk="0">
                  <a:moveTo>
                    <a:pt x="1" y="0"/>
                  </a:moveTo>
                  <a:lnTo>
                    <a:pt x="289" y="701"/>
                  </a:lnTo>
                  <a:lnTo>
                    <a:pt x="2843" y="1483"/>
                  </a:lnTo>
                  <a:lnTo>
                    <a:pt x="4285" y="1895"/>
                  </a:lnTo>
                  <a:lnTo>
                    <a:pt x="5768" y="2266"/>
                  </a:lnTo>
                  <a:lnTo>
                    <a:pt x="7375" y="2678"/>
                  </a:lnTo>
                  <a:lnTo>
                    <a:pt x="9064" y="3008"/>
                  </a:lnTo>
                  <a:lnTo>
                    <a:pt x="10795" y="3378"/>
                  </a:lnTo>
                  <a:lnTo>
                    <a:pt x="12607" y="3708"/>
                  </a:lnTo>
                  <a:lnTo>
                    <a:pt x="13143" y="3172"/>
                  </a:lnTo>
                  <a:lnTo>
                    <a:pt x="11165" y="2843"/>
                  </a:lnTo>
                  <a:lnTo>
                    <a:pt x="9270" y="2472"/>
                  </a:lnTo>
                  <a:lnTo>
                    <a:pt x="7499" y="2101"/>
                  </a:lnTo>
                  <a:lnTo>
                    <a:pt x="5810" y="1689"/>
                  </a:lnTo>
                  <a:lnTo>
                    <a:pt x="4203" y="1236"/>
                  </a:lnTo>
                  <a:lnTo>
                    <a:pt x="2679" y="824"/>
                  </a:lnTo>
                  <a:lnTo>
                    <a:pt x="1278" y="4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593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6"/>
            <p:cNvSpPr/>
            <p:nvPr/>
          </p:nvSpPr>
          <p:spPr>
            <a:xfrm>
              <a:off x="2378350" y="4507475"/>
              <a:ext cx="328575" cy="92725"/>
            </a:xfrm>
            <a:custGeom>
              <a:avLst/>
              <a:gdLst/>
              <a:ahLst/>
              <a:cxnLst/>
              <a:rect l="l" t="t" r="r" b="b"/>
              <a:pathLst>
                <a:path w="13143" h="3709" fill="none" extrusionOk="0">
                  <a:moveTo>
                    <a:pt x="1" y="0"/>
                  </a:moveTo>
                  <a:lnTo>
                    <a:pt x="289" y="701"/>
                  </a:lnTo>
                  <a:lnTo>
                    <a:pt x="289" y="701"/>
                  </a:lnTo>
                  <a:lnTo>
                    <a:pt x="2843" y="1483"/>
                  </a:lnTo>
                  <a:lnTo>
                    <a:pt x="4285" y="1895"/>
                  </a:lnTo>
                  <a:lnTo>
                    <a:pt x="5768" y="2266"/>
                  </a:lnTo>
                  <a:lnTo>
                    <a:pt x="7375" y="2678"/>
                  </a:lnTo>
                  <a:lnTo>
                    <a:pt x="9064" y="3008"/>
                  </a:lnTo>
                  <a:lnTo>
                    <a:pt x="10795" y="3378"/>
                  </a:lnTo>
                  <a:lnTo>
                    <a:pt x="12607" y="3708"/>
                  </a:lnTo>
                  <a:lnTo>
                    <a:pt x="12607" y="3708"/>
                  </a:lnTo>
                  <a:lnTo>
                    <a:pt x="13143" y="3172"/>
                  </a:lnTo>
                  <a:lnTo>
                    <a:pt x="13143" y="3172"/>
                  </a:lnTo>
                  <a:lnTo>
                    <a:pt x="11165" y="2843"/>
                  </a:lnTo>
                  <a:lnTo>
                    <a:pt x="9270" y="2472"/>
                  </a:lnTo>
                  <a:lnTo>
                    <a:pt x="7499" y="2101"/>
                  </a:lnTo>
                  <a:lnTo>
                    <a:pt x="5810" y="1689"/>
                  </a:lnTo>
                  <a:lnTo>
                    <a:pt x="4203" y="1236"/>
                  </a:lnTo>
                  <a:lnTo>
                    <a:pt x="2679" y="824"/>
                  </a:lnTo>
                  <a:lnTo>
                    <a:pt x="1278" y="41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36"/>
            <p:cNvSpPr/>
            <p:nvPr/>
          </p:nvSpPr>
          <p:spPr>
            <a:xfrm>
              <a:off x="2461775" y="4712425"/>
              <a:ext cx="119500" cy="49475"/>
            </a:xfrm>
            <a:custGeom>
              <a:avLst/>
              <a:gdLst/>
              <a:ahLst/>
              <a:cxnLst/>
              <a:rect l="l" t="t" r="r" b="b"/>
              <a:pathLst>
                <a:path w="4780" h="1979" extrusionOk="0">
                  <a:moveTo>
                    <a:pt x="1" y="1"/>
                  </a:moveTo>
                  <a:lnTo>
                    <a:pt x="289" y="701"/>
                  </a:lnTo>
                  <a:lnTo>
                    <a:pt x="2308" y="1360"/>
                  </a:lnTo>
                  <a:lnTo>
                    <a:pt x="4532" y="1978"/>
                  </a:lnTo>
                  <a:lnTo>
                    <a:pt x="4780" y="1443"/>
                  </a:lnTo>
                  <a:lnTo>
                    <a:pt x="2267" y="74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593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36"/>
            <p:cNvSpPr/>
            <p:nvPr/>
          </p:nvSpPr>
          <p:spPr>
            <a:xfrm>
              <a:off x="2461775" y="4712425"/>
              <a:ext cx="119500" cy="49475"/>
            </a:xfrm>
            <a:custGeom>
              <a:avLst/>
              <a:gdLst/>
              <a:ahLst/>
              <a:cxnLst/>
              <a:rect l="l" t="t" r="r" b="b"/>
              <a:pathLst>
                <a:path w="4780" h="1979" fill="none" extrusionOk="0">
                  <a:moveTo>
                    <a:pt x="1" y="1"/>
                  </a:moveTo>
                  <a:lnTo>
                    <a:pt x="289" y="701"/>
                  </a:lnTo>
                  <a:lnTo>
                    <a:pt x="289" y="701"/>
                  </a:lnTo>
                  <a:lnTo>
                    <a:pt x="2308" y="1360"/>
                  </a:lnTo>
                  <a:lnTo>
                    <a:pt x="4532" y="1978"/>
                  </a:lnTo>
                  <a:lnTo>
                    <a:pt x="4532" y="1978"/>
                  </a:lnTo>
                  <a:lnTo>
                    <a:pt x="4780" y="1443"/>
                  </a:lnTo>
                  <a:lnTo>
                    <a:pt x="4780" y="1443"/>
                  </a:lnTo>
                  <a:lnTo>
                    <a:pt x="2267" y="74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36"/>
            <p:cNvSpPr/>
            <p:nvPr/>
          </p:nvSpPr>
          <p:spPr>
            <a:xfrm>
              <a:off x="2254750" y="3688650"/>
              <a:ext cx="1542900" cy="589175"/>
            </a:xfrm>
            <a:custGeom>
              <a:avLst/>
              <a:gdLst/>
              <a:ahLst/>
              <a:cxnLst/>
              <a:rect l="l" t="t" r="r" b="b"/>
              <a:pathLst>
                <a:path w="61716" h="23567" extrusionOk="0">
                  <a:moveTo>
                    <a:pt x="30858" y="1"/>
                  </a:moveTo>
                  <a:lnTo>
                    <a:pt x="29252" y="42"/>
                  </a:lnTo>
                  <a:lnTo>
                    <a:pt x="27686" y="83"/>
                  </a:lnTo>
                  <a:lnTo>
                    <a:pt x="26162" y="166"/>
                  </a:lnTo>
                  <a:lnTo>
                    <a:pt x="24637" y="289"/>
                  </a:lnTo>
                  <a:lnTo>
                    <a:pt x="23154" y="454"/>
                  </a:lnTo>
                  <a:lnTo>
                    <a:pt x="21671" y="619"/>
                  </a:lnTo>
                  <a:lnTo>
                    <a:pt x="20270" y="825"/>
                  </a:lnTo>
                  <a:lnTo>
                    <a:pt x="18828" y="1072"/>
                  </a:lnTo>
                  <a:lnTo>
                    <a:pt x="17469" y="1360"/>
                  </a:lnTo>
                  <a:lnTo>
                    <a:pt x="16151" y="1649"/>
                  </a:lnTo>
                  <a:lnTo>
                    <a:pt x="14873" y="1978"/>
                  </a:lnTo>
                  <a:lnTo>
                    <a:pt x="13596" y="2308"/>
                  </a:lnTo>
                  <a:lnTo>
                    <a:pt x="12402" y="2720"/>
                  </a:lnTo>
                  <a:lnTo>
                    <a:pt x="11248" y="3091"/>
                  </a:lnTo>
                  <a:lnTo>
                    <a:pt x="10094" y="3544"/>
                  </a:lnTo>
                  <a:lnTo>
                    <a:pt x="9023" y="3997"/>
                  </a:lnTo>
                  <a:lnTo>
                    <a:pt x="8035" y="4450"/>
                  </a:lnTo>
                  <a:lnTo>
                    <a:pt x="7046" y="4945"/>
                  </a:lnTo>
                  <a:lnTo>
                    <a:pt x="6139" y="5439"/>
                  </a:lnTo>
                  <a:lnTo>
                    <a:pt x="5274" y="5975"/>
                  </a:lnTo>
                  <a:lnTo>
                    <a:pt x="4491" y="6510"/>
                  </a:lnTo>
                  <a:lnTo>
                    <a:pt x="3709" y="7087"/>
                  </a:lnTo>
                  <a:lnTo>
                    <a:pt x="3050" y="7664"/>
                  </a:lnTo>
                  <a:lnTo>
                    <a:pt x="2432" y="8282"/>
                  </a:lnTo>
                  <a:lnTo>
                    <a:pt x="1896" y="8900"/>
                  </a:lnTo>
                  <a:lnTo>
                    <a:pt x="1402" y="9518"/>
                  </a:lnTo>
                  <a:lnTo>
                    <a:pt x="990" y="10136"/>
                  </a:lnTo>
                  <a:lnTo>
                    <a:pt x="619" y="10795"/>
                  </a:lnTo>
                  <a:lnTo>
                    <a:pt x="372" y="11454"/>
                  </a:lnTo>
                  <a:lnTo>
                    <a:pt x="166" y="12154"/>
                  </a:lnTo>
                  <a:lnTo>
                    <a:pt x="42" y="12855"/>
                  </a:lnTo>
                  <a:lnTo>
                    <a:pt x="1" y="13514"/>
                  </a:lnTo>
                  <a:lnTo>
                    <a:pt x="42" y="14008"/>
                  </a:lnTo>
                  <a:lnTo>
                    <a:pt x="83" y="14502"/>
                  </a:lnTo>
                  <a:lnTo>
                    <a:pt x="166" y="14956"/>
                  </a:lnTo>
                  <a:lnTo>
                    <a:pt x="330" y="15450"/>
                  </a:lnTo>
                  <a:lnTo>
                    <a:pt x="495" y="15903"/>
                  </a:lnTo>
                  <a:lnTo>
                    <a:pt x="701" y="16356"/>
                  </a:lnTo>
                  <a:lnTo>
                    <a:pt x="948" y="16810"/>
                  </a:lnTo>
                  <a:lnTo>
                    <a:pt x="1196" y="17263"/>
                  </a:lnTo>
                  <a:lnTo>
                    <a:pt x="2514" y="17963"/>
                  </a:lnTo>
                  <a:lnTo>
                    <a:pt x="3915" y="18622"/>
                  </a:lnTo>
                  <a:lnTo>
                    <a:pt x="5357" y="19281"/>
                  </a:lnTo>
                  <a:lnTo>
                    <a:pt x="6922" y="19858"/>
                  </a:lnTo>
                  <a:lnTo>
                    <a:pt x="8529" y="20435"/>
                  </a:lnTo>
                  <a:lnTo>
                    <a:pt x="10218" y="20929"/>
                  </a:lnTo>
                  <a:lnTo>
                    <a:pt x="11990" y="21424"/>
                  </a:lnTo>
                  <a:lnTo>
                    <a:pt x="13802" y="21836"/>
                  </a:lnTo>
                  <a:lnTo>
                    <a:pt x="15656" y="22248"/>
                  </a:lnTo>
                  <a:lnTo>
                    <a:pt x="17634" y="22577"/>
                  </a:lnTo>
                  <a:lnTo>
                    <a:pt x="19611" y="22866"/>
                  </a:lnTo>
                  <a:lnTo>
                    <a:pt x="21630" y="23113"/>
                  </a:lnTo>
                  <a:lnTo>
                    <a:pt x="23731" y="23319"/>
                  </a:lnTo>
                  <a:lnTo>
                    <a:pt x="25873" y="23442"/>
                  </a:lnTo>
                  <a:lnTo>
                    <a:pt x="28016" y="23525"/>
                  </a:lnTo>
                  <a:lnTo>
                    <a:pt x="30240" y="23566"/>
                  </a:lnTo>
                  <a:lnTo>
                    <a:pt x="32671" y="23525"/>
                  </a:lnTo>
                  <a:lnTo>
                    <a:pt x="35019" y="23401"/>
                  </a:lnTo>
                  <a:lnTo>
                    <a:pt x="37368" y="23236"/>
                  </a:lnTo>
                  <a:lnTo>
                    <a:pt x="39633" y="23030"/>
                  </a:lnTo>
                  <a:lnTo>
                    <a:pt x="41858" y="22742"/>
                  </a:lnTo>
                  <a:lnTo>
                    <a:pt x="44042" y="22371"/>
                  </a:lnTo>
                  <a:lnTo>
                    <a:pt x="46143" y="21959"/>
                  </a:lnTo>
                  <a:lnTo>
                    <a:pt x="48161" y="21506"/>
                  </a:lnTo>
                  <a:lnTo>
                    <a:pt x="50098" y="20971"/>
                  </a:lnTo>
                  <a:lnTo>
                    <a:pt x="51952" y="20394"/>
                  </a:lnTo>
                  <a:lnTo>
                    <a:pt x="53723" y="19817"/>
                  </a:lnTo>
                  <a:lnTo>
                    <a:pt x="55412" y="19117"/>
                  </a:lnTo>
                  <a:lnTo>
                    <a:pt x="57019" y="18416"/>
                  </a:lnTo>
                  <a:lnTo>
                    <a:pt x="58502" y="17675"/>
                  </a:lnTo>
                  <a:lnTo>
                    <a:pt x="59903" y="16892"/>
                  </a:lnTo>
                  <a:lnTo>
                    <a:pt x="61139" y="16068"/>
                  </a:lnTo>
                  <a:lnTo>
                    <a:pt x="61386" y="15450"/>
                  </a:lnTo>
                  <a:lnTo>
                    <a:pt x="61551" y="14832"/>
                  </a:lnTo>
                  <a:lnTo>
                    <a:pt x="61674" y="14173"/>
                  </a:lnTo>
                  <a:lnTo>
                    <a:pt x="61716" y="13514"/>
                  </a:lnTo>
                  <a:lnTo>
                    <a:pt x="61674" y="12855"/>
                  </a:lnTo>
                  <a:lnTo>
                    <a:pt x="61551" y="12154"/>
                  </a:lnTo>
                  <a:lnTo>
                    <a:pt x="61345" y="11454"/>
                  </a:lnTo>
                  <a:lnTo>
                    <a:pt x="61098" y="10795"/>
                  </a:lnTo>
                  <a:lnTo>
                    <a:pt x="60727" y="10136"/>
                  </a:lnTo>
                  <a:lnTo>
                    <a:pt x="60315" y="9518"/>
                  </a:lnTo>
                  <a:lnTo>
                    <a:pt x="59821" y="8900"/>
                  </a:lnTo>
                  <a:lnTo>
                    <a:pt x="59285" y="8282"/>
                  </a:lnTo>
                  <a:lnTo>
                    <a:pt x="58667" y="7664"/>
                  </a:lnTo>
                  <a:lnTo>
                    <a:pt x="58008" y="7087"/>
                  </a:lnTo>
                  <a:lnTo>
                    <a:pt x="57225" y="6510"/>
                  </a:lnTo>
                  <a:lnTo>
                    <a:pt x="56442" y="5975"/>
                  </a:lnTo>
                  <a:lnTo>
                    <a:pt x="55577" y="5439"/>
                  </a:lnTo>
                  <a:lnTo>
                    <a:pt x="54671" y="4945"/>
                  </a:lnTo>
                  <a:lnTo>
                    <a:pt x="53682" y="4450"/>
                  </a:lnTo>
                  <a:lnTo>
                    <a:pt x="52693" y="3997"/>
                  </a:lnTo>
                  <a:lnTo>
                    <a:pt x="51622" y="3544"/>
                  </a:lnTo>
                  <a:lnTo>
                    <a:pt x="50469" y="3091"/>
                  </a:lnTo>
                  <a:lnTo>
                    <a:pt x="49315" y="2720"/>
                  </a:lnTo>
                  <a:lnTo>
                    <a:pt x="48120" y="2308"/>
                  </a:lnTo>
                  <a:lnTo>
                    <a:pt x="46843" y="1978"/>
                  </a:lnTo>
                  <a:lnTo>
                    <a:pt x="45566" y="1649"/>
                  </a:lnTo>
                  <a:lnTo>
                    <a:pt x="44248" y="1360"/>
                  </a:lnTo>
                  <a:lnTo>
                    <a:pt x="42888" y="1072"/>
                  </a:lnTo>
                  <a:lnTo>
                    <a:pt x="41487" y="825"/>
                  </a:lnTo>
                  <a:lnTo>
                    <a:pt x="40045" y="619"/>
                  </a:lnTo>
                  <a:lnTo>
                    <a:pt x="38562" y="454"/>
                  </a:lnTo>
                  <a:lnTo>
                    <a:pt x="37079" y="289"/>
                  </a:lnTo>
                  <a:lnTo>
                    <a:pt x="35555" y="166"/>
                  </a:lnTo>
                  <a:lnTo>
                    <a:pt x="34031" y="83"/>
                  </a:lnTo>
                  <a:lnTo>
                    <a:pt x="32465" y="42"/>
                  </a:lnTo>
                  <a:lnTo>
                    <a:pt x="30858" y="1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6"/>
            <p:cNvSpPr/>
            <p:nvPr/>
          </p:nvSpPr>
          <p:spPr>
            <a:xfrm>
              <a:off x="2254750" y="3688650"/>
              <a:ext cx="1542900" cy="589175"/>
            </a:xfrm>
            <a:custGeom>
              <a:avLst/>
              <a:gdLst/>
              <a:ahLst/>
              <a:cxnLst/>
              <a:rect l="l" t="t" r="r" b="b"/>
              <a:pathLst>
                <a:path w="61716" h="23567" fill="none" extrusionOk="0">
                  <a:moveTo>
                    <a:pt x="30858" y="1"/>
                  </a:moveTo>
                  <a:lnTo>
                    <a:pt x="30858" y="1"/>
                  </a:lnTo>
                  <a:lnTo>
                    <a:pt x="29252" y="42"/>
                  </a:lnTo>
                  <a:lnTo>
                    <a:pt x="27686" y="83"/>
                  </a:lnTo>
                  <a:lnTo>
                    <a:pt x="26162" y="166"/>
                  </a:lnTo>
                  <a:lnTo>
                    <a:pt x="24637" y="289"/>
                  </a:lnTo>
                  <a:lnTo>
                    <a:pt x="23154" y="454"/>
                  </a:lnTo>
                  <a:lnTo>
                    <a:pt x="21671" y="619"/>
                  </a:lnTo>
                  <a:lnTo>
                    <a:pt x="20270" y="825"/>
                  </a:lnTo>
                  <a:lnTo>
                    <a:pt x="18828" y="1072"/>
                  </a:lnTo>
                  <a:lnTo>
                    <a:pt x="17469" y="1360"/>
                  </a:lnTo>
                  <a:lnTo>
                    <a:pt x="16151" y="1649"/>
                  </a:lnTo>
                  <a:lnTo>
                    <a:pt x="14873" y="1978"/>
                  </a:lnTo>
                  <a:lnTo>
                    <a:pt x="13596" y="2308"/>
                  </a:lnTo>
                  <a:lnTo>
                    <a:pt x="12402" y="2720"/>
                  </a:lnTo>
                  <a:lnTo>
                    <a:pt x="11248" y="3091"/>
                  </a:lnTo>
                  <a:lnTo>
                    <a:pt x="10094" y="3544"/>
                  </a:lnTo>
                  <a:lnTo>
                    <a:pt x="9023" y="3997"/>
                  </a:lnTo>
                  <a:lnTo>
                    <a:pt x="8035" y="4450"/>
                  </a:lnTo>
                  <a:lnTo>
                    <a:pt x="7046" y="4945"/>
                  </a:lnTo>
                  <a:lnTo>
                    <a:pt x="6139" y="5439"/>
                  </a:lnTo>
                  <a:lnTo>
                    <a:pt x="5274" y="5975"/>
                  </a:lnTo>
                  <a:lnTo>
                    <a:pt x="4491" y="6510"/>
                  </a:lnTo>
                  <a:lnTo>
                    <a:pt x="3709" y="7087"/>
                  </a:lnTo>
                  <a:lnTo>
                    <a:pt x="3050" y="7664"/>
                  </a:lnTo>
                  <a:lnTo>
                    <a:pt x="2432" y="8282"/>
                  </a:lnTo>
                  <a:lnTo>
                    <a:pt x="1896" y="8900"/>
                  </a:lnTo>
                  <a:lnTo>
                    <a:pt x="1402" y="9518"/>
                  </a:lnTo>
                  <a:lnTo>
                    <a:pt x="990" y="10136"/>
                  </a:lnTo>
                  <a:lnTo>
                    <a:pt x="619" y="10795"/>
                  </a:lnTo>
                  <a:lnTo>
                    <a:pt x="372" y="11454"/>
                  </a:lnTo>
                  <a:lnTo>
                    <a:pt x="166" y="12154"/>
                  </a:lnTo>
                  <a:lnTo>
                    <a:pt x="42" y="12855"/>
                  </a:lnTo>
                  <a:lnTo>
                    <a:pt x="1" y="13514"/>
                  </a:lnTo>
                  <a:lnTo>
                    <a:pt x="1" y="13514"/>
                  </a:lnTo>
                  <a:lnTo>
                    <a:pt x="42" y="14008"/>
                  </a:lnTo>
                  <a:lnTo>
                    <a:pt x="83" y="14502"/>
                  </a:lnTo>
                  <a:lnTo>
                    <a:pt x="166" y="14956"/>
                  </a:lnTo>
                  <a:lnTo>
                    <a:pt x="330" y="15450"/>
                  </a:lnTo>
                  <a:lnTo>
                    <a:pt x="495" y="15903"/>
                  </a:lnTo>
                  <a:lnTo>
                    <a:pt x="701" y="16356"/>
                  </a:lnTo>
                  <a:lnTo>
                    <a:pt x="948" y="16810"/>
                  </a:lnTo>
                  <a:lnTo>
                    <a:pt x="1196" y="17263"/>
                  </a:lnTo>
                  <a:lnTo>
                    <a:pt x="1196" y="17263"/>
                  </a:lnTo>
                  <a:lnTo>
                    <a:pt x="2514" y="17963"/>
                  </a:lnTo>
                  <a:lnTo>
                    <a:pt x="3915" y="18622"/>
                  </a:lnTo>
                  <a:lnTo>
                    <a:pt x="5357" y="19281"/>
                  </a:lnTo>
                  <a:lnTo>
                    <a:pt x="6922" y="19858"/>
                  </a:lnTo>
                  <a:lnTo>
                    <a:pt x="8529" y="20435"/>
                  </a:lnTo>
                  <a:lnTo>
                    <a:pt x="10218" y="20929"/>
                  </a:lnTo>
                  <a:lnTo>
                    <a:pt x="11990" y="21424"/>
                  </a:lnTo>
                  <a:lnTo>
                    <a:pt x="13802" y="21836"/>
                  </a:lnTo>
                  <a:lnTo>
                    <a:pt x="15656" y="22248"/>
                  </a:lnTo>
                  <a:lnTo>
                    <a:pt x="17634" y="22577"/>
                  </a:lnTo>
                  <a:lnTo>
                    <a:pt x="19611" y="22866"/>
                  </a:lnTo>
                  <a:lnTo>
                    <a:pt x="21630" y="23113"/>
                  </a:lnTo>
                  <a:lnTo>
                    <a:pt x="23731" y="23319"/>
                  </a:lnTo>
                  <a:lnTo>
                    <a:pt x="25873" y="23442"/>
                  </a:lnTo>
                  <a:lnTo>
                    <a:pt x="28016" y="23525"/>
                  </a:lnTo>
                  <a:lnTo>
                    <a:pt x="30240" y="23566"/>
                  </a:lnTo>
                  <a:lnTo>
                    <a:pt x="30240" y="23566"/>
                  </a:lnTo>
                  <a:lnTo>
                    <a:pt x="32671" y="23525"/>
                  </a:lnTo>
                  <a:lnTo>
                    <a:pt x="35019" y="23401"/>
                  </a:lnTo>
                  <a:lnTo>
                    <a:pt x="37368" y="23236"/>
                  </a:lnTo>
                  <a:lnTo>
                    <a:pt x="39633" y="23030"/>
                  </a:lnTo>
                  <a:lnTo>
                    <a:pt x="41858" y="22742"/>
                  </a:lnTo>
                  <a:lnTo>
                    <a:pt x="44042" y="22371"/>
                  </a:lnTo>
                  <a:lnTo>
                    <a:pt x="46143" y="21959"/>
                  </a:lnTo>
                  <a:lnTo>
                    <a:pt x="48161" y="21506"/>
                  </a:lnTo>
                  <a:lnTo>
                    <a:pt x="50098" y="20971"/>
                  </a:lnTo>
                  <a:lnTo>
                    <a:pt x="51952" y="20394"/>
                  </a:lnTo>
                  <a:lnTo>
                    <a:pt x="53723" y="19817"/>
                  </a:lnTo>
                  <a:lnTo>
                    <a:pt x="55412" y="19117"/>
                  </a:lnTo>
                  <a:lnTo>
                    <a:pt x="57019" y="18416"/>
                  </a:lnTo>
                  <a:lnTo>
                    <a:pt x="58502" y="17675"/>
                  </a:lnTo>
                  <a:lnTo>
                    <a:pt x="59903" y="16892"/>
                  </a:lnTo>
                  <a:lnTo>
                    <a:pt x="61139" y="16068"/>
                  </a:lnTo>
                  <a:lnTo>
                    <a:pt x="61139" y="16068"/>
                  </a:lnTo>
                  <a:lnTo>
                    <a:pt x="61386" y="15450"/>
                  </a:lnTo>
                  <a:lnTo>
                    <a:pt x="61551" y="14832"/>
                  </a:lnTo>
                  <a:lnTo>
                    <a:pt x="61674" y="14173"/>
                  </a:lnTo>
                  <a:lnTo>
                    <a:pt x="61716" y="13514"/>
                  </a:lnTo>
                  <a:lnTo>
                    <a:pt x="61716" y="13514"/>
                  </a:lnTo>
                  <a:lnTo>
                    <a:pt x="61674" y="12855"/>
                  </a:lnTo>
                  <a:lnTo>
                    <a:pt x="61551" y="12154"/>
                  </a:lnTo>
                  <a:lnTo>
                    <a:pt x="61345" y="11454"/>
                  </a:lnTo>
                  <a:lnTo>
                    <a:pt x="61098" y="10795"/>
                  </a:lnTo>
                  <a:lnTo>
                    <a:pt x="60727" y="10136"/>
                  </a:lnTo>
                  <a:lnTo>
                    <a:pt x="60315" y="9518"/>
                  </a:lnTo>
                  <a:lnTo>
                    <a:pt x="59821" y="8900"/>
                  </a:lnTo>
                  <a:lnTo>
                    <a:pt x="59285" y="8282"/>
                  </a:lnTo>
                  <a:lnTo>
                    <a:pt x="58667" y="7664"/>
                  </a:lnTo>
                  <a:lnTo>
                    <a:pt x="58008" y="7087"/>
                  </a:lnTo>
                  <a:lnTo>
                    <a:pt x="57225" y="6510"/>
                  </a:lnTo>
                  <a:lnTo>
                    <a:pt x="56442" y="5975"/>
                  </a:lnTo>
                  <a:lnTo>
                    <a:pt x="55577" y="5439"/>
                  </a:lnTo>
                  <a:lnTo>
                    <a:pt x="54671" y="4945"/>
                  </a:lnTo>
                  <a:lnTo>
                    <a:pt x="53682" y="4450"/>
                  </a:lnTo>
                  <a:lnTo>
                    <a:pt x="52693" y="3997"/>
                  </a:lnTo>
                  <a:lnTo>
                    <a:pt x="51622" y="3544"/>
                  </a:lnTo>
                  <a:lnTo>
                    <a:pt x="50469" y="3091"/>
                  </a:lnTo>
                  <a:lnTo>
                    <a:pt x="49315" y="2720"/>
                  </a:lnTo>
                  <a:lnTo>
                    <a:pt x="48120" y="2308"/>
                  </a:lnTo>
                  <a:lnTo>
                    <a:pt x="46843" y="1978"/>
                  </a:lnTo>
                  <a:lnTo>
                    <a:pt x="45566" y="1649"/>
                  </a:lnTo>
                  <a:lnTo>
                    <a:pt x="44248" y="1360"/>
                  </a:lnTo>
                  <a:lnTo>
                    <a:pt x="42888" y="1072"/>
                  </a:lnTo>
                  <a:lnTo>
                    <a:pt x="41487" y="825"/>
                  </a:lnTo>
                  <a:lnTo>
                    <a:pt x="40045" y="619"/>
                  </a:lnTo>
                  <a:lnTo>
                    <a:pt x="38562" y="454"/>
                  </a:lnTo>
                  <a:lnTo>
                    <a:pt x="37079" y="289"/>
                  </a:lnTo>
                  <a:lnTo>
                    <a:pt x="35555" y="166"/>
                  </a:lnTo>
                  <a:lnTo>
                    <a:pt x="34031" y="83"/>
                  </a:lnTo>
                  <a:lnTo>
                    <a:pt x="32465" y="42"/>
                  </a:lnTo>
                  <a:lnTo>
                    <a:pt x="3085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6"/>
            <p:cNvSpPr/>
            <p:nvPr/>
          </p:nvSpPr>
          <p:spPr>
            <a:xfrm>
              <a:off x="2256825" y="3748400"/>
              <a:ext cx="1540825" cy="529425"/>
            </a:xfrm>
            <a:custGeom>
              <a:avLst/>
              <a:gdLst/>
              <a:ahLst/>
              <a:cxnLst/>
              <a:rect l="l" t="t" r="r" b="b"/>
              <a:pathLst>
                <a:path w="61633" h="21177" extrusionOk="0">
                  <a:moveTo>
                    <a:pt x="48532" y="8940"/>
                  </a:moveTo>
                  <a:lnTo>
                    <a:pt x="48985" y="8981"/>
                  </a:lnTo>
                  <a:lnTo>
                    <a:pt x="49356" y="9064"/>
                  </a:lnTo>
                  <a:lnTo>
                    <a:pt x="49726" y="9187"/>
                  </a:lnTo>
                  <a:lnTo>
                    <a:pt x="50015" y="9352"/>
                  </a:lnTo>
                  <a:lnTo>
                    <a:pt x="50303" y="9558"/>
                  </a:lnTo>
                  <a:lnTo>
                    <a:pt x="50468" y="9805"/>
                  </a:lnTo>
                  <a:lnTo>
                    <a:pt x="50592" y="10053"/>
                  </a:lnTo>
                  <a:lnTo>
                    <a:pt x="50674" y="10300"/>
                  </a:lnTo>
                  <a:lnTo>
                    <a:pt x="50592" y="10588"/>
                  </a:lnTo>
                  <a:lnTo>
                    <a:pt x="50468" y="10835"/>
                  </a:lnTo>
                  <a:lnTo>
                    <a:pt x="50303" y="11083"/>
                  </a:lnTo>
                  <a:lnTo>
                    <a:pt x="50015" y="11289"/>
                  </a:lnTo>
                  <a:lnTo>
                    <a:pt x="49726" y="11453"/>
                  </a:lnTo>
                  <a:lnTo>
                    <a:pt x="49356" y="11577"/>
                  </a:lnTo>
                  <a:lnTo>
                    <a:pt x="48985" y="11659"/>
                  </a:lnTo>
                  <a:lnTo>
                    <a:pt x="48120" y="11659"/>
                  </a:lnTo>
                  <a:lnTo>
                    <a:pt x="47708" y="11577"/>
                  </a:lnTo>
                  <a:lnTo>
                    <a:pt x="47378" y="11453"/>
                  </a:lnTo>
                  <a:lnTo>
                    <a:pt x="47049" y="11289"/>
                  </a:lnTo>
                  <a:lnTo>
                    <a:pt x="46801" y="11083"/>
                  </a:lnTo>
                  <a:lnTo>
                    <a:pt x="46595" y="10835"/>
                  </a:lnTo>
                  <a:lnTo>
                    <a:pt x="46472" y="10588"/>
                  </a:lnTo>
                  <a:lnTo>
                    <a:pt x="46431" y="10300"/>
                  </a:lnTo>
                  <a:lnTo>
                    <a:pt x="46472" y="10053"/>
                  </a:lnTo>
                  <a:lnTo>
                    <a:pt x="46595" y="9805"/>
                  </a:lnTo>
                  <a:lnTo>
                    <a:pt x="46801" y="9558"/>
                  </a:lnTo>
                  <a:lnTo>
                    <a:pt x="47049" y="9352"/>
                  </a:lnTo>
                  <a:lnTo>
                    <a:pt x="47378" y="9187"/>
                  </a:lnTo>
                  <a:lnTo>
                    <a:pt x="47708" y="9064"/>
                  </a:lnTo>
                  <a:lnTo>
                    <a:pt x="48120" y="8981"/>
                  </a:lnTo>
                  <a:lnTo>
                    <a:pt x="48532" y="8940"/>
                  </a:lnTo>
                  <a:close/>
                  <a:moveTo>
                    <a:pt x="39344" y="12689"/>
                  </a:moveTo>
                  <a:lnTo>
                    <a:pt x="39592" y="12730"/>
                  </a:lnTo>
                  <a:lnTo>
                    <a:pt x="39839" y="12772"/>
                  </a:lnTo>
                  <a:lnTo>
                    <a:pt x="40045" y="12813"/>
                  </a:lnTo>
                  <a:lnTo>
                    <a:pt x="40210" y="12936"/>
                  </a:lnTo>
                  <a:lnTo>
                    <a:pt x="40374" y="13060"/>
                  </a:lnTo>
                  <a:lnTo>
                    <a:pt x="40457" y="13184"/>
                  </a:lnTo>
                  <a:lnTo>
                    <a:pt x="40539" y="13307"/>
                  </a:lnTo>
                  <a:lnTo>
                    <a:pt x="40580" y="13472"/>
                  </a:lnTo>
                  <a:lnTo>
                    <a:pt x="40539" y="13637"/>
                  </a:lnTo>
                  <a:lnTo>
                    <a:pt x="40457" y="13802"/>
                  </a:lnTo>
                  <a:lnTo>
                    <a:pt x="40374" y="13925"/>
                  </a:lnTo>
                  <a:lnTo>
                    <a:pt x="40210" y="14049"/>
                  </a:lnTo>
                  <a:lnTo>
                    <a:pt x="40045" y="14131"/>
                  </a:lnTo>
                  <a:lnTo>
                    <a:pt x="39839" y="14214"/>
                  </a:lnTo>
                  <a:lnTo>
                    <a:pt x="39592" y="14255"/>
                  </a:lnTo>
                  <a:lnTo>
                    <a:pt x="39097" y="14255"/>
                  </a:lnTo>
                  <a:lnTo>
                    <a:pt x="38891" y="14214"/>
                  </a:lnTo>
                  <a:lnTo>
                    <a:pt x="38685" y="14131"/>
                  </a:lnTo>
                  <a:lnTo>
                    <a:pt x="38520" y="14049"/>
                  </a:lnTo>
                  <a:lnTo>
                    <a:pt x="38356" y="13925"/>
                  </a:lnTo>
                  <a:lnTo>
                    <a:pt x="38232" y="13802"/>
                  </a:lnTo>
                  <a:lnTo>
                    <a:pt x="38191" y="13637"/>
                  </a:lnTo>
                  <a:lnTo>
                    <a:pt x="38150" y="13472"/>
                  </a:lnTo>
                  <a:lnTo>
                    <a:pt x="38191" y="13307"/>
                  </a:lnTo>
                  <a:lnTo>
                    <a:pt x="38232" y="13184"/>
                  </a:lnTo>
                  <a:lnTo>
                    <a:pt x="38356" y="13060"/>
                  </a:lnTo>
                  <a:lnTo>
                    <a:pt x="38520" y="12936"/>
                  </a:lnTo>
                  <a:lnTo>
                    <a:pt x="38685" y="12813"/>
                  </a:lnTo>
                  <a:lnTo>
                    <a:pt x="38891" y="12772"/>
                  </a:lnTo>
                  <a:lnTo>
                    <a:pt x="39097" y="12730"/>
                  </a:lnTo>
                  <a:lnTo>
                    <a:pt x="39344" y="12689"/>
                  </a:lnTo>
                  <a:close/>
                  <a:moveTo>
                    <a:pt x="48243" y="0"/>
                  </a:moveTo>
                  <a:lnTo>
                    <a:pt x="48614" y="907"/>
                  </a:lnTo>
                  <a:lnTo>
                    <a:pt x="48902" y="1731"/>
                  </a:lnTo>
                  <a:lnTo>
                    <a:pt x="49067" y="2555"/>
                  </a:lnTo>
                  <a:lnTo>
                    <a:pt x="49108" y="3337"/>
                  </a:lnTo>
                  <a:lnTo>
                    <a:pt x="49108" y="4079"/>
                  </a:lnTo>
                  <a:lnTo>
                    <a:pt x="48985" y="4779"/>
                  </a:lnTo>
                  <a:lnTo>
                    <a:pt x="48779" y="5480"/>
                  </a:lnTo>
                  <a:lnTo>
                    <a:pt x="48532" y="6098"/>
                  </a:lnTo>
                  <a:lnTo>
                    <a:pt x="48161" y="6716"/>
                  </a:lnTo>
                  <a:lnTo>
                    <a:pt x="47749" y="7292"/>
                  </a:lnTo>
                  <a:lnTo>
                    <a:pt x="47254" y="7869"/>
                  </a:lnTo>
                  <a:lnTo>
                    <a:pt x="46719" y="8363"/>
                  </a:lnTo>
                  <a:lnTo>
                    <a:pt x="46142" y="8858"/>
                  </a:lnTo>
                  <a:lnTo>
                    <a:pt x="45524" y="9311"/>
                  </a:lnTo>
                  <a:lnTo>
                    <a:pt x="44824" y="9764"/>
                  </a:lnTo>
                  <a:lnTo>
                    <a:pt x="44082" y="10176"/>
                  </a:lnTo>
                  <a:lnTo>
                    <a:pt x="43341" y="10547"/>
                  </a:lnTo>
                  <a:lnTo>
                    <a:pt x="42558" y="10918"/>
                  </a:lnTo>
                  <a:lnTo>
                    <a:pt x="41734" y="11247"/>
                  </a:lnTo>
                  <a:lnTo>
                    <a:pt x="40910" y="11577"/>
                  </a:lnTo>
                  <a:lnTo>
                    <a:pt x="39180" y="12112"/>
                  </a:lnTo>
                  <a:lnTo>
                    <a:pt x="37449" y="12607"/>
                  </a:lnTo>
                  <a:lnTo>
                    <a:pt x="35760" y="12978"/>
                  </a:lnTo>
                  <a:lnTo>
                    <a:pt x="34112" y="13307"/>
                  </a:lnTo>
                  <a:lnTo>
                    <a:pt x="32547" y="13596"/>
                  </a:lnTo>
                  <a:lnTo>
                    <a:pt x="31146" y="13802"/>
                  </a:lnTo>
                  <a:lnTo>
                    <a:pt x="31105" y="13884"/>
                  </a:lnTo>
                  <a:lnTo>
                    <a:pt x="31064" y="13966"/>
                  </a:lnTo>
                  <a:lnTo>
                    <a:pt x="30899" y="14131"/>
                  </a:lnTo>
                  <a:lnTo>
                    <a:pt x="30693" y="14214"/>
                  </a:lnTo>
                  <a:lnTo>
                    <a:pt x="30404" y="14255"/>
                  </a:lnTo>
                  <a:lnTo>
                    <a:pt x="30198" y="14255"/>
                  </a:lnTo>
                  <a:lnTo>
                    <a:pt x="29992" y="14172"/>
                  </a:lnTo>
                  <a:lnTo>
                    <a:pt x="29828" y="14090"/>
                  </a:lnTo>
                  <a:lnTo>
                    <a:pt x="29745" y="13966"/>
                  </a:lnTo>
                  <a:lnTo>
                    <a:pt x="27562" y="14172"/>
                  </a:lnTo>
                  <a:lnTo>
                    <a:pt x="25419" y="14337"/>
                  </a:lnTo>
                  <a:lnTo>
                    <a:pt x="23277" y="14420"/>
                  </a:lnTo>
                  <a:lnTo>
                    <a:pt x="21135" y="14420"/>
                  </a:lnTo>
                  <a:lnTo>
                    <a:pt x="18457" y="14378"/>
                  </a:lnTo>
                  <a:lnTo>
                    <a:pt x="15779" y="14255"/>
                  </a:lnTo>
                  <a:lnTo>
                    <a:pt x="13142" y="14049"/>
                  </a:lnTo>
                  <a:lnTo>
                    <a:pt x="10506" y="13802"/>
                  </a:lnTo>
                  <a:lnTo>
                    <a:pt x="7869" y="13431"/>
                  </a:lnTo>
                  <a:lnTo>
                    <a:pt x="5232" y="13060"/>
                  </a:lnTo>
                  <a:lnTo>
                    <a:pt x="2637" y="12607"/>
                  </a:lnTo>
                  <a:lnTo>
                    <a:pt x="0" y="12071"/>
                  </a:lnTo>
                  <a:lnTo>
                    <a:pt x="165" y="12813"/>
                  </a:lnTo>
                  <a:lnTo>
                    <a:pt x="412" y="13513"/>
                  </a:lnTo>
                  <a:lnTo>
                    <a:pt x="742" y="14214"/>
                  </a:lnTo>
                  <a:lnTo>
                    <a:pt x="1113" y="14873"/>
                  </a:lnTo>
                  <a:lnTo>
                    <a:pt x="2431" y="15573"/>
                  </a:lnTo>
                  <a:lnTo>
                    <a:pt x="3832" y="16232"/>
                  </a:lnTo>
                  <a:lnTo>
                    <a:pt x="5274" y="16891"/>
                  </a:lnTo>
                  <a:lnTo>
                    <a:pt x="6839" y="17468"/>
                  </a:lnTo>
                  <a:lnTo>
                    <a:pt x="8446" y="18045"/>
                  </a:lnTo>
                  <a:lnTo>
                    <a:pt x="10135" y="18539"/>
                  </a:lnTo>
                  <a:lnTo>
                    <a:pt x="11907" y="19034"/>
                  </a:lnTo>
                  <a:lnTo>
                    <a:pt x="13719" y="19446"/>
                  </a:lnTo>
                  <a:lnTo>
                    <a:pt x="15573" y="19858"/>
                  </a:lnTo>
                  <a:lnTo>
                    <a:pt x="17551" y="20187"/>
                  </a:lnTo>
                  <a:lnTo>
                    <a:pt x="19528" y="20476"/>
                  </a:lnTo>
                  <a:lnTo>
                    <a:pt x="21547" y="20723"/>
                  </a:lnTo>
                  <a:lnTo>
                    <a:pt x="23648" y="20929"/>
                  </a:lnTo>
                  <a:lnTo>
                    <a:pt x="25790" y="21052"/>
                  </a:lnTo>
                  <a:lnTo>
                    <a:pt x="27933" y="21135"/>
                  </a:lnTo>
                  <a:lnTo>
                    <a:pt x="30157" y="21176"/>
                  </a:lnTo>
                  <a:lnTo>
                    <a:pt x="32588" y="21135"/>
                  </a:lnTo>
                  <a:lnTo>
                    <a:pt x="34936" y="21011"/>
                  </a:lnTo>
                  <a:lnTo>
                    <a:pt x="37285" y="20846"/>
                  </a:lnTo>
                  <a:lnTo>
                    <a:pt x="39550" y="20640"/>
                  </a:lnTo>
                  <a:lnTo>
                    <a:pt x="41775" y="20352"/>
                  </a:lnTo>
                  <a:lnTo>
                    <a:pt x="43959" y="19981"/>
                  </a:lnTo>
                  <a:lnTo>
                    <a:pt x="46060" y="19569"/>
                  </a:lnTo>
                  <a:lnTo>
                    <a:pt x="48078" y="19116"/>
                  </a:lnTo>
                  <a:lnTo>
                    <a:pt x="50015" y="18581"/>
                  </a:lnTo>
                  <a:lnTo>
                    <a:pt x="51869" y="18004"/>
                  </a:lnTo>
                  <a:lnTo>
                    <a:pt x="53640" y="17427"/>
                  </a:lnTo>
                  <a:lnTo>
                    <a:pt x="55329" y="16727"/>
                  </a:lnTo>
                  <a:lnTo>
                    <a:pt x="56936" y="16026"/>
                  </a:lnTo>
                  <a:lnTo>
                    <a:pt x="58419" y="15285"/>
                  </a:lnTo>
                  <a:lnTo>
                    <a:pt x="59820" y="14502"/>
                  </a:lnTo>
                  <a:lnTo>
                    <a:pt x="61056" y="13678"/>
                  </a:lnTo>
                  <a:lnTo>
                    <a:pt x="61303" y="13060"/>
                  </a:lnTo>
                  <a:lnTo>
                    <a:pt x="61468" y="12442"/>
                  </a:lnTo>
                  <a:lnTo>
                    <a:pt x="61591" y="11783"/>
                  </a:lnTo>
                  <a:lnTo>
                    <a:pt x="61633" y="11124"/>
                  </a:lnTo>
                  <a:lnTo>
                    <a:pt x="61633" y="10712"/>
                  </a:lnTo>
                  <a:lnTo>
                    <a:pt x="61550" y="10300"/>
                  </a:lnTo>
                  <a:lnTo>
                    <a:pt x="61509" y="9847"/>
                  </a:lnTo>
                  <a:lnTo>
                    <a:pt x="61385" y="9435"/>
                  </a:lnTo>
                  <a:lnTo>
                    <a:pt x="61262" y="9023"/>
                  </a:lnTo>
                  <a:lnTo>
                    <a:pt x="61097" y="8611"/>
                  </a:lnTo>
                  <a:lnTo>
                    <a:pt x="60891" y="8199"/>
                  </a:lnTo>
                  <a:lnTo>
                    <a:pt x="60685" y="7787"/>
                  </a:lnTo>
                  <a:lnTo>
                    <a:pt x="60438" y="7416"/>
                  </a:lnTo>
                  <a:lnTo>
                    <a:pt x="60149" y="7004"/>
                  </a:lnTo>
                  <a:lnTo>
                    <a:pt x="59532" y="6221"/>
                  </a:lnTo>
                  <a:lnTo>
                    <a:pt x="58790" y="5480"/>
                  </a:lnTo>
                  <a:lnTo>
                    <a:pt x="57966" y="4738"/>
                  </a:lnTo>
                  <a:lnTo>
                    <a:pt x="57060" y="4038"/>
                  </a:lnTo>
                  <a:lnTo>
                    <a:pt x="56030" y="3379"/>
                  </a:lnTo>
                  <a:lnTo>
                    <a:pt x="54917" y="2719"/>
                  </a:lnTo>
                  <a:lnTo>
                    <a:pt x="53764" y="2143"/>
                  </a:lnTo>
                  <a:lnTo>
                    <a:pt x="52487" y="1525"/>
                  </a:lnTo>
                  <a:lnTo>
                    <a:pt x="51127" y="989"/>
                  </a:lnTo>
                  <a:lnTo>
                    <a:pt x="49726" y="495"/>
                  </a:lnTo>
                  <a:lnTo>
                    <a:pt x="48243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6"/>
            <p:cNvSpPr/>
            <p:nvPr/>
          </p:nvSpPr>
          <p:spPr>
            <a:xfrm>
              <a:off x="3210550" y="4065625"/>
              <a:ext cx="60800" cy="39150"/>
            </a:xfrm>
            <a:custGeom>
              <a:avLst/>
              <a:gdLst/>
              <a:ahLst/>
              <a:cxnLst/>
              <a:rect l="l" t="t" r="r" b="b"/>
              <a:pathLst>
                <a:path w="2432" h="1566" fill="none" extrusionOk="0">
                  <a:moveTo>
                    <a:pt x="1195" y="1566"/>
                  </a:moveTo>
                  <a:lnTo>
                    <a:pt x="1195" y="1566"/>
                  </a:lnTo>
                  <a:lnTo>
                    <a:pt x="948" y="1566"/>
                  </a:lnTo>
                  <a:lnTo>
                    <a:pt x="742" y="1525"/>
                  </a:lnTo>
                  <a:lnTo>
                    <a:pt x="536" y="1442"/>
                  </a:lnTo>
                  <a:lnTo>
                    <a:pt x="371" y="1360"/>
                  </a:lnTo>
                  <a:lnTo>
                    <a:pt x="207" y="1236"/>
                  </a:lnTo>
                  <a:lnTo>
                    <a:pt x="83" y="1113"/>
                  </a:lnTo>
                  <a:lnTo>
                    <a:pt x="42" y="948"/>
                  </a:lnTo>
                  <a:lnTo>
                    <a:pt x="1" y="783"/>
                  </a:lnTo>
                  <a:lnTo>
                    <a:pt x="1" y="783"/>
                  </a:lnTo>
                  <a:lnTo>
                    <a:pt x="42" y="618"/>
                  </a:lnTo>
                  <a:lnTo>
                    <a:pt x="83" y="495"/>
                  </a:lnTo>
                  <a:lnTo>
                    <a:pt x="207" y="371"/>
                  </a:lnTo>
                  <a:lnTo>
                    <a:pt x="371" y="247"/>
                  </a:lnTo>
                  <a:lnTo>
                    <a:pt x="536" y="124"/>
                  </a:lnTo>
                  <a:lnTo>
                    <a:pt x="742" y="83"/>
                  </a:lnTo>
                  <a:lnTo>
                    <a:pt x="948" y="41"/>
                  </a:lnTo>
                  <a:lnTo>
                    <a:pt x="1195" y="0"/>
                  </a:lnTo>
                  <a:lnTo>
                    <a:pt x="1195" y="0"/>
                  </a:lnTo>
                  <a:lnTo>
                    <a:pt x="1443" y="41"/>
                  </a:lnTo>
                  <a:lnTo>
                    <a:pt x="1690" y="83"/>
                  </a:lnTo>
                  <a:lnTo>
                    <a:pt x="1896" y="124"/>
                  </a:lnTo>
                  <a:lnTo>
                    <a:pt x="2061" y="247"/>
                  </a:lnTo>
                  <a:lnTo>
                    <a:pt x="2225" y="371"/>
                  </a:lnTo>
                  <a:lnTo>
                    <a:pt x="2308" y="495"/>
                  </a:lnTo>
                  <a:lnTo>
                    <a:pt x="2390" y="618"/>
                  </a:lnTo>
                  <a:lnTo>
                    <a:pt x="2431" y="783"/>
                  </a:lnTo>
                  <a:lnTo>
                    <a:pt x="2431" y="783"/>
                  </a:lnTo>
                  <a:lnTo>
                    <a:pt x="2390" y="948"/>
                  </a:lnTo>
                  <a:lnTo>
                    <a:pt x="2308" y="1113"/>
                  </a:lnTo>
                  <a:lnTo>
                    <a:pt x="2225" y="1236"/>
                  </a:lnTo>
                  <a:lnTo>
                    <a:pt x="2061" y="1360"/>
                  </a:lnTo>
                  <a:lnTo>
                    <a:pt x="1896" y="1442"/>
                  </a:lnTo>
                  <a:lnTo>
                    <a:pt x="1690" y="1525"/>
                  </a:lnTo>
                  <a:lnTo>
                    <a:pt x="1443" y="1566"/>
                  </a:lnTo>
                  <a:lnTo>
                    <a:pt x="1195" y="15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6"/>
            <p:cNvSpPr/>
            <p:nvPr/>
          </p:nvSpPr>
          <p:spPr>
            <a:xfrm>
              <a:off x="3417575" y="3971900"/>
              <a:ext cx="106100" cy="68000"/>
            </a:xfrm>
            <a:custGeom>
              <a:avLst/>
              <a:gdLst/>
              <a:ahLst/>
              <a:cxnLst/>
              <a:rect l="l" t="t" r="r" b="b"/>
              <a:pathLst>
                <a:path w="4244" h="2720" fill="none" extrusionOk="0">
                  <a:moveTo>
                    <a:pt x="2102" y="2719"/>
                  </a:moveTo>
                  <a:lnTo>
                    <a:pt x="2102" y="2719"/>
                  </a:lnTo>
                  <a:lnTo>
                    <a:pt x="1690" y="2719"/>
                  </a:lnTo>
                  <a:lnTo>
                    <a:pt x="1278" y="2637"/>
                  </a:lnTo>
                  <a:lnTo>
                    <a:pt x="948" y="2513"/>
                  </a:lnTo>
                  <a:lnTo>
                    <a:pt x="619" y="2349"/>
                  </a:lnTo>
                  <a:lnTo>
                    <a:pt x="371" y="2143"/>
                  </a:lnTo>
                  <a:lnTo>
                    <a:pt x="165" y="1895"/>
                  </a:lnTo>
                  <a:lnTo>
                    <a:pt x="42" y="1648"/>
                  </a:lnTo>
                  <a:lnTo>
                    <a:pt x="1" y="1360"/>
                  </a:lnTo>
                  <a:lnTo>
                    <a:pt x="1" y="1360"/>
                  </a:lnTo>
                  <a:lnTo>
                    <a:pt x="42" y="1113"/>
                  </a:lnTo>
                  <a:lnTo>
                    <a:pt x="165" y="865"/>
                  </a:lnTo>
                  <a:lnTo>
                    <a:pt x="371" y="618"/>
                  </a:lnTo>
                  <a:lnTo>
                    <a:pt x="619" y="412"/>
                  </a:lnTo>
                  <a:lnTo>
                    <a:pt x="948" y="247"/>
                  </a:lnTo>
                  <a:lnTo>
                    <a:pt x="1278" y="124"/>
                  </a:lnTo>
                  <a:lnTo>
                    <a:pt x="1690" y="41"/>
                  </a:lnTo>
                  <a:lnTo>
                    <a:pt x="2102" y="0"/>
                  </a:lnTo>
                  <a:lnTo>
                    <a:pt x="2102" y="0"/>
                  </a:lnTo>
                  <a:lnTo>
                    <a:pt x="2555" y="41"/>
                  </a:lnTo>
                  <a:lnTo>
                    <a:pt x="2926" y="124"/>
                  </a:lnTo>
                  <a:lnTo>
                    <a:pt x="3296" y="247"/>
                  </a:lnTo>
                  <a:lnTo>
                    <a:pt x="3585" y="412"/>
                  </a:lnTo>
                  <a:lnTo>
                    <a:pt x="3873" y="618"/>
                  </a:lnTo>
                  <a:lnTo>
                    <a:pt x="4038" y="865"/>
                  </a:lnTo>
                  <a:lnTo>
                    <a:pt x="4162" y="1113"/>
                  </a:lnTo>
                  <a:lnTo>
                    <a:pt x="4244" y="1360"/>
                  </a:lnTo>
                  <a:lnTo>
                    <a:pt x="4244" y="1360"/>
                  </a:lnTo>
                  <a:lnTo>
                    <a:pt x="4162" y="1648"/>
                  </a:lnTo>
                  <a:lnTo>
                    <a:pt x="4038" y="1895"/>
                  </a:lnTo>
                  <a:lnTo>
                    <a:pt x="3873" y="2143"/>
                  </a:lnTo>
                  <a:lnTo>
                    <a:pt x="3585" y="2349"/>
                  </a:lnTo>
                  <a:lnTo>
                    <a:pt x="3296" y="2513"/>
                  </a:lnTo>
                  <a:lnTo>
                    <a:pt x="2926" y="2637"/>
                  </a:lnTo>
                  <a:lnTo>
                    <a:pt x="2555" y="2719"/>
                  </a:lnTo>
                  <a:lnTo>
                    <a:pt x="2102" y="27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6"/>
            <p:cNvSpPr/>
            <p:nvPr/>
          </p:nvSpPr>
          <p:spPr>
            <a:xfrm>
              <a:off x="2256825" y="3748400"/>
              <a:ext cx="1540825" cy="529425"/>
            </a:xfrm>
            <a:custGeom>
              <a:avLst/>
              <a:gdLst/>
              <a:ahLst/>
              <a:cxnLst/>
              <a:rect l="l" t="t" r="r" b="b"/>
              <a:pathLst>
                <a:path w="61633" h="21177" fill="none" extrusionOk="0">
                  <a:moveTo>
                    <a:pt x="48243" y="0"/>
                  </a:moveTo>
                  <a:lnTo>
                    <a:pt x="48243" y="0"/>
                  </a:lnTo>
                  <a:lnTo>
                    <a:pt x="48614" y="907"/>
                  </a:lnTo>
                  <a:lnTo>
                    <a:pt x="48902" y="1731"/>
                  </a:lnTo>
                  <a:lnTo>
                    <a:pt x="49067" y="2555"/>
                  </a:lnTo>
                  <a:lnTo>
                    <a:pt x="49108" y="3337"/>
                  </a:lnTo>
                  <a:lnTo>
                    <a:pt x="49108" y="4079"/>
                  </a:lnTo>
                  <a:lnTo>
                    <a:pt x="48985" y="4779"/>
                  </a:lnTo>
                  <a:lnTo>
                    <a:pt x="48779" y="5480"/>
                  </a:lnTo>
                  <a:lnTo>
                    <a:pt x="48532" y="6098"/>
                  </a:lnTo>
                  <a:lnTo>
                    <a:pt x="48161" y="6716"/>
                  </a:lnTo>
                  <a:lnTo>
                    <a:pt x="47749" y="7292"/>
                  </a:lnTo>
                  <a:lnTo>
                    <a:pt x="47254" y="7869"/>
                  </a:lnTo>
                  <a:lnTo>
                    <a:pt x="46719" y="8363"/>
                  </a:lnTo>
                  <a:lnTo>
                    <a:pt x="46142" y="8858"/>
                  </a:lnTo>
                  <a:lnTo>
                    <a:pt x="45524" y="9311"/>
                  </a:lnTo>
                  <a:lnTo>
                    <a:pt x="44824" y="9764"/>
                  </a:lnTo>
                  <a:lnTo>
                    <a:pt x="44082" y="10176"/>
                  </a:lnTo>
                  <a:lnTo>
                    <a:pt x="43341" y="10547"/>
                  </a:lnTo>
                  <a:lnTo>
                    <a:pt x="42558" y="10918"/>
                  </a:lnTo>
                  <a:lnTo>
                    <a:pt x="41734" y="11247"/>
                  </a:lnTo>
                  <a:lnTo>
                    <a:pt x="40910" y="11577"/>
                  </a:lnTo>
                  <a:lnTo>
                    <a:pt x="39180" y="12112"/>
                  </a:lnTo>
                  <a:lnTo>
                    <a:pt x="37449" y="12607"/>
                  </a:lnTo>
                  <a:lnTo>
                    <a:pt x="35760" y="12978"/>
                  </a:lnTo>
                  <a:lnTo>
                    <a:pt x="34112" y="13307"/>
                  </a:lnTo>
                  <a:lnTo>
                    <a:pt x="32547" y="13596"/>
                  </a:lnTo>
                  <a:lnTo>
                    <a:pt x="31146" y="13802"/>
                  </a:lnTo>
                  <a:lnTo>
                    <a:pt x="31146" y="13802"/>
                  </a:lnTo>
                  <a:lnTo>
                    <a:pt x="31146" y="13802"/>
                  </a:lnTo>
                  <a:lnTo>
                    <a:pt x="31146" y="13802"/>
                  </a:lnTo>
                  <a:lnTo>
                    <a:pt x="31105" y="13884"/>
                  </a:lnTo>
                  <a:lnTo>
                    <a:pt x="31064" y="13966"/>
                  </a:lnTo>
                  <a:lnTo>
                    <a:pt x="30899" y="14131"/>
                  </a:lnTo>
                  <a:lnTo>
                    <a:pt x="30693" y="14214"/>
                  </a:lnTo>
                  <a:lnTo>
                    <a:pt x="30404" y="14255"/>
                  </a:lnTo>
                  <a:lnTo>
                    <a:pt x="30404" y="14255"/>
                  </a:lnTo>
                  <a:lnTo>
                    <a:pt x="30198" y="14255"/>
                  </a:lnTo>
                  <a:lnTo>
                    <a:pt x="29992" y="14172"/>
                  </a:lnTo>
                  <a:lnTo>
                    <a:pt x="29828" y="14090"/>
                  </a:lnTo>
                  <a:lnTo>
                    <a:pt x="29745" y="13966"/>
                  </a:lnTo>
                  <a:lnTo>
                    <a:pt x="29745" y="13966"/>
                  </a:lnTo>
                  <a:lnTo>
                    <a:pt x="27562" y="14172"/>
                  </a:lnTo>
                  <a:lnTo>
                    <a:pt x="25419" y="14337"/>
                  </a:lnTo>
                  <a:lnTo>
                    <a:pt x="23277" y="14420"/>
                  </a:lnTo>
                  <a:lnTo>
                    <a:pt x="21135" y="14420"/>
                  </a:lnTo>
                  <a:lnTo>
                    <a:pt x="21135" y="14420"/>
                  </a:lnTo>
                  <a:lnTo>
                    <a:pt x="18457" y="14378"/>
                  </a:lnTo>
                  <a:lnTo>
                    <a:pt x="15779" y="14255"/>
                  </a:lnTo>
                  <a:lnTo>
                    <a:pt x="13142" y="14049"/>
                  </a:lnTo>
                  <a:lnTo>
                    <a:pt x="10506" y="13802"/>
                  </a:lnTo>
                  <a:lnTo>
                    <a:pt x="7869" y="13431"/>
                  </a:lnTo>
                  <a:lnTo>
                    <a:pt x="5232" y="13060"/>
                  </a:lnTo>
                  <a:lnTo>
                    <a:pt x="2637" y="12607"/>
                  </a:lnTo>
                  <a:lnTo>
                    <a:pt x="0" y="12071"/>
                  </a:lnTo>
                  <a:lnTo>
                    <a:pt x="0" y="12071"/>
                  </a:lnTo>
                  <a:lnTo>
                    <a:pt x="165" y="12813"/>
                  </a:lnTo>
                  <a:lnTo>
                    <a:pt x="412" y="13513"/>
                  </a:lnTo>
                  <a:lnTo>
                    <a:pt x="742" y="14214"/>
                  </a:lnTo>
                  <a:lnTo>
                    <a:pt x="1113" y="14873"/>
                  </a:lnTo>
                  <a:lnTo>
                    <a:pt x="1113" y="14873"/>
                  </a:lnTo>
                  <a:lnTo>
                    <a:pt x="2431" y="15573"/>
                  </a:lnTo>
                  <a:lnTo>
                    <a:pt x="3832" y="16232"/>
                  </a:lnTo>
                  <a:lnTo>
                    <a:pt x="5274" y="16891"/>
                  </a:lnTo>
                  <a:lnTo>
                    <a:pt x="6839" y="17468"/>
                  </a:lnTo>
                  <a:lnTo>
                    <a:pt x="8446" y="18045"/>
                  </a:lnTo>
                  <a:lnTo>
                    <a:pt x="10135" y="18539"/>
                  </a:lnTo>
                  <a:lnTo>
                    <a:pt x="11907" y="19034"/>
                  </a:lnTo>
                  <a:lnTo>
                    <a:pt x="13719" y="19446"/>
                  </a:lnTo>
                  <a:lnTo>
                    <a:pt x="15573" y="19858"/>
                  </a:lnTo>
                  <a:lnTo>
                    <a:pt x="17551" y="20187"/>
                  </a:lnTo>
                  <a:lnTo>
                    <a:pt x="19528" y="20476"/>
                  </a:lnTo>
                  <a:lnTo>
                    <a:pt x="21547" y="20723"/>
                  </a:lnTo>
                  <a:lnTo>
                    <a:pt x="23648" y="20929"/>
                  </a:lnTo>
                  <a:lnTo>
                    <a:pt x="25790" y="21052"/>
                  </a:lnTo>
                  <a:lnTo>
                    <a:pt x="27933" y="21135"/>
                  </a:lnTo>
                  <a:lnTo>
                    <a:pt x="30157" y="21176"/>
                  </a:lnTo>
                  <a:lnTo>
                    <a:pt x="30157" y="21176"/>
                  </a:lnTo>
                  <a:lnTo>
                    <a:pt x="32588" y="21135"/>
                  </a:lnTo>
                  <a:lnTo>
                    <a:pt x="34936" y="21011"/>
                  </a:lnTo>
                  <a:lnTo>
                    <a:pt x="37285" y="20846"/>
                  </a:lnTo>
                  <a:lnTo>
                    <a:pt x="39550" y="20640"/>
                  </a:lnTo>
                  <a:lnTo>
                    <a:pt x="41775" y="20352"/>
                  </a:lnTo>
                  <a:lnTo>
                    <a:pt x="43959" y="19981"/>
                  </a:lnTo>
                  <a:lnTo>
                    <a:pt x="46060" y="19569"/>
                  </a:lnTo>
                  <a:lnTo>
                    <a:pt x="48078" y="19116"/>
                  </a:lnTo>
                  <a:lnTo>
                    <a:pt x="50015" y="18581"/>
                  </a:lnTo>
                  <a:lnTo>
                    <a:pt x="51869" y="18004"/>
                  </a:lnTo>
                  <a:lnTo>
                    <a:pt x="53640" y="17427"/>
                  </a:lnTo>
                  <a:lnTo>
                    <a:pt x="55329" y="16727"/>
                  </a:lnTo>
                  <a:lnTo>
                    <a:pt x="56936" y="16026"/>
                  </a:lnTo>
                  <a:lnTo>
                    <a:pt x="58419" y="15285"/>
                  </a:lnTo>
                  <a:lnTo>
                    <a:pt x="59820" y="14502"/>
                  </a:lnTo>
                  <a:lnTo>
                    <a:pt x="61056" y="13678"/>
                  </a:lnTo>
                  <a:lnTo>
                    <a:pt x="61056" y="13678"/>
                  </a:lnTo>
                  <a:lnTo>
                    <a:pt x="61303" y="13060"/>
                  </a:lnTo>
                  <a:lnTo>
                    <a:pt x="61468" y="12442"/>
                  </a:lnTo>
                  <a:lnTo>
                    <a:pt x="61591" y="11783"/>
                  </a:lnTo>
                  <a:lnTo>
                    <a:pt x="61633" y="11124"/>
                  </a:lnTo>
                  <a:lnTo>
                    <a:pt x="61633" y="11124"/>
                  </a:lnTo>
                  <a:lnTo>
                    <a:pt x="61633" y="10712"/>
                  </a:lnTo>
                  <a:lnTo>
                    <a:pt x="61550" y="10300"/>
                  </a:lnTo>
                  <a:lnTo>
                    <a:pt x="61509" y="9847"/>
                  </a:lnTo>
                  <a:lnTo>
                    <a:pt x="61385" y="9435"/>
                  </a:lnTo>
                  <a:lnTo>
                    <a:pt x="61262" y="9023"/>
                  </a:lnTo>
                  <a:lnTo>
                    <a:pt x="61097" y="8611"/>
                  </a:lnTo>
                  <a:lnTo>
                    <a:pt x="60891" y="8199"/>
                  </a:lnTo>
                  <a:lnTo>
                    <a:pt x="60685" y="7787"/>
                  </a:lnTo>
                  <a:lnTo>
                    <a:pt x="60438" y="7416"/>
                  </a:lnTo>
                  <a:lnTo>
                    <a:pt x="60149" y="7004"/>
                  </a:lnTo>
                  <a:lnTo>
                    <a:pt x="59532" y="6221"/>
                  </a:lnTo>
                  <a:lnTo>
                    <a:pt x="58790" y="5480"/>
                  </a:lnTo>
                  <a:lnTo>
                    <a:pt x="57966" y="4738"/>
                  </a:lnTo>
                  <a:lnTo>
                    <a:pt x="57060" y="4038"/>
                  </a:lnTo>
                  <a:lnTo>
                    <a:pt x="56030" y="3379"/>
                  </a:lnTo>
                  <a:lnTo>
                    <a:pt x="54917" y="2719"/>
                  </a:lnTo>
                  <a:lnTo>
                    <a:pt x="53764" y="2143"/>
                  </a:lnTo>
                  <a:lnTo>
                    <a:pt x="52487" y="1525"/>
                  </a:lnTo>
                  <a:lnTo>
                    <a:pt x="51127" y="989"/>
                  </a:lnTo>
                  <a:lnTo>
                    <a:pt x="49726" y="495"/>
                  </a:lnTo>
                  <a:lnTo>
                    <a:pt x="482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6"/>
            <p:cNvSpPr/>
            <p:nvPr/>
          </p:nvSpPr>
          <p:spPr>
            <a:xfrm>
              <a:off x="2512250" y="3957475"/>
              <a:ext cx="80350" cy="51525"/>
            </a:xfrm>
            <a:custGeom>
              <a:avLst/>
              <a:gdLst/>
              <a:ahLst/>
              <a:cxnLst/>
              <a:rect l="l" t="t" r="r" b="b"/>
              <a:pathLst>
                <a:path w="3214" h="2061" extrusionOk="0">
                  <a:moveTo>
                    <a:pt x="1278" y="0"/>
                  </a:move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65" y="618"/>
                  </a:lnTo>
                  <a:lnTo>
                    <a:pt x="42" y="824"/>
                  </a:lnTo>
                  <a:lnTo>
                    <a:pt x="0" y="1030"/>
                  </a:lnTo>
                  <a:lnTo>
                    <a:pt x="42" y="1236"/>
                  </a:lnTo>
                  <a:lnTo>
                    <a:pt x="165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8" y="2019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513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90" y="1401"/>
                  </a:lnTo>
                  <a:lnTo>
                    <a:pt x="3173" y="1236"/>
                  </a:lnTo>
                  <a:lnTo>
                    <a:pt x="3214" y="1030"/>
                  </a:lnTo>
                  <a:lnTo>
                    <a:pt x="3173" y="824"/>
                  </a:lnTo>
                  <a:lnTo>
                    <a:pt x="3090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513" y="165"/>
                  </a:lnTo>
                  <a:lnTo>
                    <a:pt x="2225" y="83"/>
                  </a:lnTo>
                  <a:lnTo>
                    <a:pt x="1937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6"/>
            <p:cNvSpPr/>
            <p:nvPr/>
          </p:nvSpPr>
          <p:spPr>
            <a:xfrm>
              <a:off x="2512250" y="3957475"/>
              <a:ext cx="80350" cy="51525"/>
            </a:xfrm>
            <a:custGeom>
              <a:avLst/>
              <a:gdLst/>
              <a:ahLst/>
              <a:cxnLst/>
              <a:rect l="l" t="t" r="r" b="b"/>
              <a:pathLst>
                <a:path w="3214" h="2061" fill="none" extrusionOk="0">
                  <a:moveTo>
                    <a:pt x="1607" y="0"/>
                  </a:moveTo>
                  <a:lnTo>
                    <a:pt x="1607" y="0"/>
                  </a:lnTo>
                  <a:lnTo>
                    <a:pt x="1278" y="0"/>
                  </a:ln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65" y="618"/>
                  </a:lnTo>
                  <a:lnTo>
                    <a:pt x="42" y="824"/>
                  </a:lnTo>
                  <a:lnTo>
                    <a:pt x="0" y="1030"/>
                  </a:lnTo>
                  <a:lnTo>
                    <a:pt x="0" y="1030"/>
                  </a:lnTo>
                  <a:lnTo>
                    <a:pt x="42" y="1236"/>
                  </a:lnTo>
                  <a:lnTo>
                    <a:pt x="165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8" y="2019"/>
                  </a:lnTo>
                  <a:lnTo>
                    <a:pt x="1607" y="2060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513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90" y="1401"/>
                  </a:lnTo>
                  <a:lnTo>
                    <a:pt x="3173" y="1236"/>
                  </a:lnTo>
                  <a:lnTo>
                    <a:pt x="3214" y="1030"/>
                  </a:lnTo>
                  <a:lnTo>
                    <a:pt x="3214" y="1030"/>
                  </a:lnTo>
                  <a:lnTo>
                    <a:pt x="3173" y="824"/>
                  </a:lnTo>
                  <a:lnTo>
                    <a:pt x="3090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513" y="165"/>
                  </a:lnTo>
                  <a:lnTo>
                    <a:pt x="2225" y="83"/>
                  </a:lnTo>
                  <a:lnTo>
                    <a:pt x="1937" y="0"/>
                  </a:lnTo>
                  <a:lnTo>
                    <a:pt x="16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6"/>
            <p:cNvSpPr/>
            <p:nvPr/>
          </p:nvSpPr>
          <p:spPr>
            <a:xfrm>
              <a:off x="2800625" y="3901850"/>
              <a:ext cx="143200" cy="92725"/>
            </a:xfrm>
            <a:custGeom>
              <a:avLst/>
              <a:gdLst/>
              <a:ahLst/>
              <a:cxnLst/>
              <a:rect l="l" t="t" r="r" b="b"/>
              <a:pathLst>
                <a:path w="5728" h="3709" extrusionOk="0">
                  <a:moveTo>
                    <a:pt x="2885" y="1"/>
                  </a:moveTo>
                  <a:lnTo>
                    <a:pt x="2267" y="42"/>
                  </a:lnTo>
                  <a:lnTo>
                    <a:pt x="1731" y="166"/>
                  </a:lnTo>
                  <a:lnTo>
                    <a:pt x="1278" y="330"/>
                  </a:lnTo>
                  <a:lnTo>
                    <a:pt x="825" y="536"/>
                  </a:lnTo>
                  <a:lnTo>
                    <a:pt x="495" y="825"/>
                  </a:lnTo>
                  <a:lnTo>
                    <a:pt x="207" y="1154"/>
                  </a:lnTo>
                  <a:lnTo>
                    <a:pt x="124" y="1319"/>
                  </a:lnTo>
                  <a:lnTo>
                    <a:pt x="42" y="1484"/>
                  </a:lnTo>
                  <a:lnTo>
                    <a:pt x="1" y="1690"/>
                  </a:lnTo>
                  <a:lnTo>
                    <a:pt x="1" y="1855"/>
                  </a:lnTo>
                  <a:lnTo>
                    <a:pt x="1" y="2061"/>
                  </a:lnTo>
                  <a:lnTo>
                    <a:pt x="42" y="2225"/>
                  </a:lnTo>
                  <a:lnTo>
                    <a:pt x="124" y="2390"/>
                  </a:lnTo>
                  <a:lnTo>
                    <a:pt x="207" y="2596"/>
                  </a:lnTo>
                  <a:lnTo>
                    <a:pt x="495" y="2885"/>
                  </a:lnTo>
                  <a:lnTo>
                    <a:pt x="825" y="3173"/>
                  </a:lnTo>
                  <a:lnTo>
                    <a:pt x="1278" y="3379"/>
                  </a:lnTo>
                  <a:lnTo>
                    <a:pt x="1731" y="3544"/>
                  </a:lnTo>
                  <a:lnTo>
                    <a:pt x="2267" y="3667"/>
                  </a:lnTo>
                  <a:lnTo>
                    <a:pt x="2885" y="3709"/>
                  </a:lnTo>
                  <a:lnTo>
                    <a:pt x="3462" y="3667"/>
                  </a:lnTo>
                  <a:lnTo>
                    <a:pt x="3997" y="3544"/>
                  </a:lnTo>
                  <a:lnTo>
                    <a:pt x="4491" y="3379"/>
                  </a:lnTo>
                  <a:lnTo>
                    <a:pt x="4903" y="3173"/>
                  </a:lnTo>
                  <a:lnTo>
                    <a:pt x="5233" y="2885"/>
                  </a:lnTo>
                  <a:lnTo>
                    <a:pt x="5521" y="2596"/>
                  </a:lnTo>
                  <a:lnTo>
                    <a:pt x="5604" y="2390"/>
                  </a:lnTo>
                  <a:lnTo>
                    <a:pt x="5686" y="2225"/>
                  </a:lnTo>
                  <a:lnTo>
                    <a:pt x="5727" y="2061"/>
                  </a:lnTo>
                  <a:lnTo>
                    <a:pt x="5727" y="1855"/>
                  </a:lnTo>
                  <a:lnTo>
                    <a:pt x="5727" y="1690"/>
                  </a:lnTo>
                  <a:lnTo>
                    <a:pt x="5686" y="1484"/>
                  </a:lnTo>
                  <a:lnTo>
                    <a:pt x="5604" y="1319"/>
                  </a:lnTo>
                  <a:lnTo>
                    <a:pt x="5521" y="1154"/>
                  </a:lnTo>
                  <a:lnTo>
                    <a:pt x="5233" y="825"/>
                  </a:lnTo>
                  <a:lnTo>
                    <a:pt x="4903" y="536"/>
                  </a:lnTo>
                  <a:lnTo>
                    <a:pt x="4491" y="330"/>
                  </a:lnTo>
                  <a:lnTo>
                    <a:pt x="3997" y="166"/>
                  </a:lnTo>
                  <a:lnTo>
                    <a:pt x="3462" y="42"/>
                  </a:lnTo>
                  <a:lnTo>
                    <a:pt x="2885" y="1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6"/>
            <p:cNvSpPr/>
            <p:nvPr/>
          </p:nvSpPr>
          <p:spPr>
            <a:xfrm>
              <a:off x="2800625" y="3901850"/>
              <a:ext cx="143200" cy="92725"/>
            </a:xfrm>
            <a:custGeom>
              <a:avLst/>
              <a:gdLst/>
              <a:ahLst/>
              <a:cxnLst/>
              <a:rect l="l" t="t" r="r" b="b"/>
              <a:pathLst>
                <a:path w="5728" h="3709" fill="none" extrusionOk="0">
                  <a:moveTo>
                    <a:pt x="2885" y="1"/>
                  </a:moveTo>
                  <a:lnTo>
                    <a:pt x="2885" y="1"/>
                  </a:lnTo>
                  <a:lnTo>
                    <a:pt x="2267" y="42"/>
                  </a:lnTo>
                  <a:lnTo>
                    <a:pt x="1731" y="166"/>
                  </a:lnTo>
                  <a:lnTo>
                    <a:pt x="1278" y="330"/>
                  </a:lnTo>
                  <a:lnTo>
                    <a:pt x="825" y="536"/>
                  </a:lnTo>
                  <a:lnTo>
                    <a:pt x="495" y="825"/>
                  </a:lnTo>
                  <a:lnTo>
                    <a:pt x="207" y="1154"/>
                  </a:lnTo>
                  <a:lnTo>
                    <a:pt x="124" y="1319"/>
                  </a:lnTo>
                  <a:lnTo>
                    <a:pt x="42" y="1484"/>
                  </a:lnTo>
                  <a:lnTo>
                    <a:pt x="1" y="1690"/>
                  </a:lnTo>
                  <a:lnTo>
                    <a:pt x="1" y="1855"/>
                  </a:lnTo>
                  <a:lnTo>
                    <a:pt x="1" y="1855"/>
                  </a:lnTo>
                  <a:lnTo>
                    <a:pt x="1" y="2061"/>
                  </a:lnTo>
                  <a:lnTo>
                    <a:pt x="42" y="2225"/>
                  </a:lnTo>
                  <a:lnTo>
                    <a:pt x="124" y="2390"/>
                  </a:lnTo>
                  <a:lnTo>
                    <a:pt x="207" y="2596"/>
                  </a:lnTo>
                  <a:lnTo>
                    <a:pt x="495" y="2885"/>
                  </a:lnTo>
                  <a:lnTo>
                    <a:pt x="825" y="3173"/>
                  </a:lnTo>
                  <a:lnTo>
                    <a:pt x="1278" y="3379"/>
                  </a:lnTo>
                  <a:lnTo>
                    <a:pt x="1731" y="3544"/>
                  </a:lnTo>
                  <a:lnTo>
                    <a:pt x="2267" y="3667"/>
                  </a:lnTo>
                  <a:lnTo>
                    <a:pt x="2885" y="3709"/>
                  </a:lnTo>
                  <a:lnTo>
                    <a:pt x="2885" y="3709"/>
                  </a:lnTo>
                  <a:lnTo>
                    <a:pt x="3462" y="3667"/>
                  </a:lnTo>
                  <a:lnTo>
                    <a:pt x="3997" y="3544"/>
                  </a:lnTo>
                  <a:lnTo>
                    <a:pt x="4491" y="3379"/>
                  </a:lnTo>
                  <a:lnTo>
                    <a:pt x="4903" y="3173"/>
                  </a:lnTo>
                  <a:lnTo>
                    <a:pt x="5233" y="2885"/>
                  </a:lnTo>
                  <a:lnTo>
                    <a:pt x="5521" y="2596"/>
                  </a:lnTo>
                  <a:lnTo>
                    <a:pt x="5604" y="2390"/>
                  </a:lnTo>
                  <a:lnTo>
                    <a:pt x="5686" y="2225"/>
                  </a:lnTo>
                  <a:lnTo>
                    <a:pt x="5727" y="2061"/>
                  </a:lnTo>
                  <a:lnTo>
                    <a:pt x="5727" y="1855"/>
                  </a:lnTo>
                  <a:lnTo>
                    <a:pt x="5727" y="1855"/>
                  </a:lnTo>
                  <a:lnTo>
                    <a:pt x="5727" y="1690"/>
                  </a:lnTo>
                  <a:lnTo>
                    <a:pt x="5686" y="1484"/>
                  </a:lnTo>
                  <a:lnTo>
                    <a:pt x="5604" y="1319"/>
                  </a:lnTo>
                  <a:lnTo>
                    <a:pt x="5521" y="1154"/>
                  </a:lnTo>
                  <a:lnTo>
                    <a:pt x="5233" y="825"/>
                  </a:lnTo>
                  <a:lnTo>
                    <a:pt x="4903" y="536"/>
                  </a:lnTo>
                  <a:lnTo>
                    <a:pt x="4491" y="330"/>
                  </a:lnTo>
                  <a:lnTo>
                    <a:pt x="3997" y="166"/>
                  </a:lnTo>
                  <a:lnTo>
                    <a:pt x="3462" y="42"/>
                  </a:lnTo>
                  <a:lnTo>
                    <a:pt x="288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6"/>
            <p:cNvSpPr/>
            <p:nvPr/>
          </p:nvSpPr>
          <p:spPr>
            <a:xfrm>
              <a:off x="2720300" y="4018250"/>
              <a:ext cx="51525" cy="32975"/>
            </a:xfrm>
            <a:custGeom>
              <a:avLst/>
              <a:gdLst/>
              <a:ahLst/>
              <a:cxnLst/>
              <a:rect l="l" t="t" r="r" b="b"/>
              <a:pathLst>
                <a:path w="2061" h="1319" extrusionOk="0">
                  <a:moveTo>
                    <a:pt x="1030" y="0"/>
                  </a:moveTo>
                  <a:lnTo>
                    <a:pt x="824" y="41"/>
                  </a:lnTo>
                  <a:lnTo>
                    <a:pt x="618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5" y="289"/>
                  </a:lnTo>
                  <a:lnTo>
                    <a:pt x="83" y="412"/>
                  </a:lnTo>
                  <a:lnTo>
                    <a:pt x="0" y="536"/>
                  </a:lnTo>
                  <a:lnTo>
                    <a:pt x="0" y="659"/>
                  </a:lnTo>
                  <a:lnTo>
                    <a:pt x="0" y="783"/>
                  </a:lnTo>
                  <a:lnTo>
                    <a:pt x="83" y="948"/>
                  </a:lnTo>
                  <a:lnTo>
                    <a:pt x="165" y="1030"/>
                  </a:lnTo>
                  <a:lnTo>
                    <a:pt x="289" y="1154"/>
                  </a:lnTo>
                  <a:lnTo>
                    <a:pt x="454" y="1236"/>
                  </a:lnTo>
                  <a:lnTo>
                    <a:pt x="618" y="1277"/>
                  </a:lnTo>
                  <a:lnTo>
                    <a:pt x="824" y="1318"/>
                  </a:lnTo>
                  <a:lnTo>
                    <a:pt x="1236" y="1318"/>
                  </a:lnTo>
                  <a:lnTo>
                    <a:pt x="1401" y="1277"/>
                  </a:lnTo>
                  <a:lnTo>
                    <a:pt x="1607" y="1236"/>
                  </a:lnTo>
                  <a:lnTo>
                    <a:pt x="1731" y="1154"/>
                  </a:lnTo>
                  <a:lnTo>
                    <a:pt x="1854" y="1030"/>
                  </a:lnTo>
                  <a:lnTo>
                    <a:pt x="1978" y="948"/>
                  </a:lnTo>
                  <a:lnTo>
                    <a:pt x="2019" y="783"/>
                  </a:lnTo>
                  <a:lnTo>
                    <a:pt x="2060" y="659"/>
                  </a:lnTo>
                  <a:lnTo>
                    <a:pt x="2019" y="536"/>
                  </a:lnTo>
                  <a:lnTo>
                    <a:pt x="1978" y="412"/>
                  </a:lnTo>
                  <a:lnTo>
                    <a:pt x="1854" y="289"/>
                  </a:lnTo>
                  <a:lnTo>
                    <a:pt x="1731" y="206"/>
                  </a:lnTo>
                  <a:lnTo>
                    <a:pt x="1607" y="124"/>
                  </a:lnTo>
                  <a:lnTo>
                    <a:pt x="1401" y="41"/>
                  </a:lnTo>
                  <a:lnTo>
                    <a:pt x="1236" y="41"/>
                  </a:lnTo>
                  <a:lnTo>
                    <a:pt x="1030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36"/>
            <p:cNvSpPr/>
            <p:nvPr/>
          </p:nvSpPr>
          <p:spPr>
            <a:xfrm>
              <a:off x="2720300" y="4018250"/>
              <a:ext cx="51525" cy="32975"/>
            </a:xfrm>
            <a:custGeom>
              <a:avLst/>
              <a:gdLst/>
              <a:ahLst/>
              <a:cxnLst/>
              <a:rect l="l" t="t" r="r" b="b"/>
              <a:pathLst>
                <a:path w="2061" h="1319" fill="none" extrusionOk="0">
                  <a:moveTo>
                    <a:pt x="1030" y="0"/>
                  </a:moveTo>
                  <a:lnTo>
                    <a:pt x="1030" y="0"/>
                  </a:lnTo>
                  <a:lnTo>
                    <a:pt x="824" y="41"/>
                  </a:lnTo>
                  <a:lnTo>
                    <a:pt x="618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5" y="289"/>
                  </a:lnTo>
                  <a:lnTo>
                    <a:pt x="83" y="412"/>
                  </a:lnTo>
                  <a:lnTo>
                    <a:pt x="0" y="536"/>
                  </a:lnTo>
                  <a:lnTo>
                    <a:pt x="0" y="659"/>
                  </a:lnTo>
                  <a:lnTo>
                    <a:pt x="0" y="659"/>
                  </a:lnTo>
                  <a:lnTo>
                    <a:pt x="0" y="783"/>
                  </a:lnTo>
                  <a:lnTo>
                    <a:pt x="83" y="948"/>
                  </a:lnTo>
                  <a:lnTo>
                    <a:pt x="165" y="1030"/>
                  </a:lnTo>
                  <a:lnTo>
                    <a:pt x="289" y="1154"/>
                  </a:lnTo>
                  <a:lnTo>
                    <a:pt x="454" y="1236"/>
                  </a:lnTo>
                  <a:lnTo>
                    <a:pt x="618" y="1277"/>
                  </a:lnTo>
                  <a:lnTo>
                    <a:pt x="824" y="1318"/>
                  </a:lnTo>
                  <a:lnTo>
                    <a:pt x="1030" y="1318"/>
                  </a:lnTo>
                  <a:lnTo>
                    <a:pt x="1030" y="1318"/>
                  </a:lnTo>
                  <a:lnTo>
                    <a:pt x="1236" y="1318"/>
                  </a:lnTo>
                  <a:lnTo>
                    <a:pt x="1401" y="1277"/>
                  </a:lnTo>
                  <a:lnTo>
                    <a:pt x="1607" y="1236"/>
                  </a:lnTo>
                  <a:lnTo>
                    <a:pt x="1731" y="1154"/>
                  </a:lnTo>
                  <a:lnTo>
                    <a:pt x="1854" y="1030"/>
                  </a:lnTo>
                  <a:lnTo>
                    <a:pt x="1978" y="948"/>
                  </a:lnTo>
                  <a:lnTo>
                    <a:pt x="2019" y="783"/>
                  </a:lnTo>
                  <a:lnTo>
                    <a:pt x="2060" y="659"/>
                  </a:lnTo>
                  <a:lnTo>
                    <a:pt x="2060" y="659"/>
                  </a:lnTo>
                  <a:lnTo>
                    <a:pt x="2019" y="536"/>
                  </a:lnTo>
                  <a:lnTo>
                    <a:pt x="1978" y="412"/>
                  </a:lnTo>
                  <a:lnTo>
                    <a:pt x="1854" y="289"/>
                  </a:lnTo>
                  <a:lnTo>
                    <a:pt x="1731" y="206"/>
                  </a:lnTo>
                  <a:lnTo>
                    <a:pt x="1607" y="124"/>
                  </a:lnTo>
                  <a:lnTo>
                    <a:pt x="1401" y="41"/>
                  </a:lnTo>
                  <a:lnTo>
                    <a:pt x="1236" y="41"/>
                  </a:lnTo>
                  <a:lnTo>
                    <a:pt x="103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6"/>
            <p:cNvSpPr/>
            <p:nvPr/>
          </p:nvSpPr>
          <p:spPr>
            <a:xfrm>
              <a:off x="3161125" y="3957475"/>
              <a:ext cx="79325" cy="51525"/>
            </a:xfrm>
            <a:custGeom>
              <a:avLst/>
              <a:gdLst/>
              <a:ahLst/>
              <a:cxnLst/>
              <a:rect l="l" t="t" r="r" b="b"/>
              <a:pathLst>
                <a:path w="3173" h="2061" extrusionOk="0">
                  <a:moveTo>
                    <a:pt x="1277" y="0"/>
                  </a:move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24" y="618"/>
                  </a:lnTo>
                  <a:lnTo>
                    <a:pt x="41" y="824"/>
                  </a:lnTo>
                  <a:lnTo>
                    <a:pt x="0" y="1030"/>
                  </a:lnTo>
                  <a:lnTo>
                    <a:pt x="41" y="1236"/>
                  </a:lnTo>
                  <a:lnTo>
                    <a:pt x="124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7" y="2019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472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49" y="1401"/>
                  </a:lnTo>
                  <a:lnTo>
                    <a:pt x="3172" y="1236"/>
                  </a:lnTo>
                  <a:lnTo>
                    <a:pt x="3172" y="1030"/>
                  </a:lnTo>
                  <a:lnTo>
                    <a:pt x="3172" y="824"/>
                  </a:lnTo>
                  <a:lnTo>
                    <a:pt x="3049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472" y="165"/>
                  </a:lnTo>
                  <a:lnTo>
                    <a:pt x="2225" y="83"/>
                  </a:lnTo>
                  <a:lnTo>
                    <a:pt x="1937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36"/>
            <p:cNvSpPr/>
            <p:nvPr/>
          </p:nvSpPr>
          <p:spPr>
            <a:xfrm>
              <a:off x="3161125" y="3957475"/>
              <a:ext cx="79325" cy="51525"/>
            </a:xfrm>
            <a:custGeom>
              <a:avLst/>
              <a:gdLst/>
              <a:ahLst/>
              <a:cxnLst/>
              <a:rect l="l" t="t" r="r" b="b"/>
              <a:pathLst>
                <a:path w="3173" h="2061" fill="none" extrusionOk="0">
                  <a:moveTo>
                    <a:pt x="1607" y="0"/>
                  </a:moveTo>
                  <a:lnTo>
                    <a:pt x="1607" y="0"/>
                  </a:lnTo>
                  <a:lnTo>
                    <a:pt x="1277" y="0"/>
                  </a:lnTo>
                  <a:lnTo>
                    <a:pt x="989" y="83"/>
                  </a:lnTo>
                  <a:lnTo>
                    <a:pt x="701" y="165"/>
                  </a:lnTo>
                  <a:lnTo>
                    <a:pt x="495" y="289"/>
                  </a:lnTo>
                  <a:lnTo>
                    <a:pt x="289" y="454"/>
                  </a:lnTo>
                  <a:lnTo>
                    <a:pt x="124" y="618"/>
                  </a:lnTo>
                  <a:lnTo>
                    <a:pt x="41" y="824"/>
                  </a:lnTo>
                  <a:lnTo>
                    <a:pt x="0" y="1030"/>
                  </a:lnTo>
                  <a:lnTo>
                    <a:pt x="0" y="1030"/>
                  </a:lnTo>
                  <a:lnTo>
                    <a:pt x="41" y="1236"/>
                  </a:lnTo>
                  <a:lnTo>
                    <a:pt x="124" y="1401"/>
                  </a:lnTo>
                  <a:lnTo>
                    <a:pt x="289" y="1607"/>
                  </a:lnTo>
                  <a:lnTo>
                    <a:pt x="495" y="1731"/>
                  </a:lnTo>
                  <a:lnTo>
                    <a:pt x="701" y="1854"/>
                  </a:lnTo>
                  <a:lnTo>
                    <a:pt x="989" y="1978"/>
                  </a:lnTo>
                  <a:lnTo>
                    <a:pt x="1277" y="2019"/>
                  </a:lnTo>
                  <a:lnTo>
                    <a:pt x="1607" y="2060"/>
                  </a:lnTo>
                  <a:lnTo>
                    <a:pt x="1607" y="2060"/>
                  </a:lnTo>
                  <a:lnTo>
                    <a:pt x="1937" y="2019"/>
                  </a:lnTo>
                  <a:lnTo>
                    <a:pt x="2225" y="1978"/>
                  </a:lnTo>
                  <a:lnTo>
                    <a:pt x="2472" y="1854"/>
                  </a:lnTo>
                  <a:lnTo>
                    <a:pt x="2719" y="1731"/>
                  </a:lnTo>
                  <a:lnTo>
                    <a:pt x="2925" y="1607"/>
                  </a:lnTo>
                  <a:lnTo>
                    <a:pt x="3049" y="1401"/>
                  </a:lnTo>
                  <a:lnTo>
                    <a:pt x="3172" y="1236"/>
                  </a:lnTo>
                  <a:lnTo>
                    <a:pt x="3172" y="1030"/>
                  </a:lnTo>
                  <a:lnTo>
                    <a:pt x="3172" y="1030"/>
                  </a:lnTo>
                  <a:lnTo>
                    <a:pt x="3172" y="824"/>
                  </a:lnTo>
                  <a:lnTo>
                    <a:pt x="3049" y="618"/>
                  </a:lnTo>
                  <a:lnTo>
                    <a:pt x="2925" y="454"/>
                  </a:lnTo>
                  <a:lnTo>
                    <a:pt x="2719" y="289"/>
                  </a:lnTo>
                  <a:lnTo>
                    <a:pt x="2472" y="165"/>
                  </a:lnTo>
                  <a:lnTo>
                    <a:pt x="2225" y="83"/>
                  </a:lnTo>
                  <a:lnTo>
                    <a:pt x="1937" y="0"/>
                  </a:lnTo>
                  <a:lnTo>
                    <a:pt x="16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36"/>
            <p:cNvSpPr/>
            <p:nvPr/>
          </p:nvSpPr>
          <p:spPr>
            <a:xfrm>
              <a:off x="3174500" y="3861700"/>
              <a:ext cx="53600" cy="35025"/>
            </a:xfrm>
            <a:custGeom>
              <a:avLst/>
              <a:gdLst/>
              <a:ahLst/>
              <a:cxnLst/>
              <a:rect l="l" t="t" r="r" b="b"/>
              <a:pathLst>
                <a:path w="2144" h="1401" extrusionOk="0">
                  <a:moveTo>
                    <a:pt x="866" y="0"/>
                  </a:moveTo>
                  <a:lnTo>
                    <a:pt x="660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6" y="288"/>
                  </a:lnTo>
                  <a:lnTo>
                    <a:pt x="83" y="412"/>
                  </a:lnTo>
                  <a:lnTo>
                    <a:pt x="1" y="536"/>
                  </a:lnTo>
                  <a:lnTo>
                    <a:pt x="1" y="700"/>
                  </a:lnTo>
                  <a:lnTo>
                    <a:pt x="1" y="824"/>
                  </a:lnTo>
                  <a:lnTo>
                    <a:pt x="83" y="948"/>
                  </a:lnTo>
                  <a:lnTo>
                    <a:pt x="166" y="1071"/>
                  </a:lnTo>
                  <a:lnTo>
                    <a:pt x="289" y="1195"/>
                  </a:lnTo>
                  <a:lnTo>
                    <a:pt x="454" y="1277"/>
                  </a:lnTo>
                  <a:lnTo>
                    <a:pt x="660" y="1318"/>
                  </a:lnTo>
                  <a:lnTo>
                    <a:pt x="866" y="1360"/>
                  </a:lnTo>
                  <a:lnTo>
                    <a:pt x="1072" y="1401"/>
                  </a:lnTo>
                  <a:lnTo>
                    <a:pt x="1278" y="1360"/>
                  </a:lnTo>
                  <a:lnTo>
                    <a:pt x="1484" y="1318"/>
                  </a:lnTo>
                  <a:lnTo>
                    <a:pt x="1649" y="1277"/>
                  </a:lnTo>
                  <a:lnTo>
                    <a:pt x="1813" y="1195"/>
                  </a:lnTo>
                  <a:lnTo>
                    <a:pt x="1937" y="1071"/>
                  </a:lnTo>
                  <a:lnTo>
                    <a:pt x="2061" y="948"/>
                  </a:lnTo>
                  <a:lnTo>
                    <a:pt x="2102" y="824"/>
                  </a:lnTo>
                  <a:lnTo>
                    <a:pt x="2143" y="700"/>
                  </a:lnTo>
                  <a:lnTo>
                    <a:pt x="2102" y="536"/>
                  </a:lnTo>
                  <a:lnTo>
                    <a:pt x="2061" y="412"/>
                  </a:lnTo>
                  <a:lnTo>
                    <a:pt x="1937" y="288"/>
                  </a:lnTo>
                  <a:lnTo>
                    <a:pt x="1813" y="206"/>
                  </a:lnTo>
                  <a:lnTo>
                    <a:pt x="1649" y="124"/>
                  </a:lnTo>
                  <a:lnTo>
                    <a:pt x="1484" y="41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36"/>
            <p:cNvSpPr/>
            <p:nvPr/>
          </p:nvSpPr>
          <p:spPr>
            <a:xfrm>
              <a:off x="3174500" y="3861700"/>
              <a:ext cx="53600" cy="35025"/>
            </a:xfrm>
            <a:custGeom>
              <a:avLst/>
              <a:gdLst/>
              <a:ahLst/>
              <a:cxnLst/>
              <a:rect l="l" t="t" r="r" b="b"/>
              <a:pathLst>
                <a:path w="2144" h="1401" fill="none" extrusionOk="0">
                  <a:moveTo>
                    <a:pt x="1072" y="0"/>
                  </a:moveTo>
                  <a:lnTo>
                    <a:pt x="1072" y="0"/>
                  </a:lnTo>
                  <a:lnTo>
                    <a:pt x="866" y="0"/>
                  </a:lnTo>
                  <a:lnTo>
                    <a:pt x="660" y="41"/>
                  </a:lnTo>
                  <a:lnTo>
                    <a:pt x="454" y="124"/>
                  </a:lnTo>
                  <a:lnTo>
                    <a:pt x="289" y="206"/>
                  </a:lnTo>
                  <a:lnTo>
                    <a:pt x="166" y="288"/>
                  </a:lnTo>
                  <a:lnTo>
                    <a:pt x="83" y="412"/>
                  </a:lnTo>
                  <a:lnTo>
                    <a:pt x="1" y="536"/>
                  </a:lnTo>
                  <a:lnTo>
                    <a:pt x="1" y="700"/>
                  </a:lnTo>
                  <a:lnTo>
                    <a:pt x="1" y="700"/>
                  </a:lnTo>
                  <a:lnTo>
                    <a:pt x="1" y="824"/>
                  </a:lnTo>
                  <a:lnTo>
                    <a:pt x="83" y="948"/>
                  </a:lnTo>
                  <a:lnTo>
                    <a:pt x="166" y="1071"/>
                  </a:lnTo>
                  <a:lnTo>
                    <a:pt x="289" y="1195"/>
                  </a:lnTo>
                  <a:lnTo>
                    <a:pt x="454" y="1277"/>
                  </a:lnTo>
                  <a:lnTo>
                    <a:pt x="660" y="1318"/>
                  </a:lnTo>
                  <a:lnTo>
                    <a:pt x="866" y="1360"/>
                  </a:lnTo>
                  <a:lnTo>
                    <a:pt x="1072" y="1401"/>
                  </a:lnTo>
                  <a:lnTo>
                    <a:pt x="1072" y="1401"/>
                  </a:lnTo>
                  <a:lnTo>
                    <a:pt x="1278" y="1360"/>
                  </a:lnTo>
                  <a:lnTo>
                    <a:pt x="1484" y="1318"/>
                  </a:lnTo>
                  <a:lnTo>
                    <a:pt x="1649" y="1277"/>
                  </a:lnTo>
                  <a:lnTo>
                    <a:pt x="1813" y="1195"/>
                  </a:lnTo>
                  <a:lnTo>
                    <a:pt x="1937" y="1071"/>
                  </a:lnTo>
                  <a:lnTo>
                    <a:pt x="2061" y="948"/>
                  </a:lnTo>
                  <a:lnTo>
                    <a:pt x="2102" y="824"/>
                  </a:lnTo>
                  <a:lnTo>
                    <a:pt x="2143" y="700"/>
                  </a:lnTo>
                  <a:lnTo>
                    <a:pt x="2143" y="700"/>
                  </a:lnTo>
                  <a:lnTo>
                    <a:pt x="2102" y="536"/>
                  </a:lnTo>
                  <a:lnTo>
                    <a:pt x="2061" y="412"/>
                  </a:lnTo>
                  <a:lnTo>
                    <a:pt x="1937" y="288"/>
                  </a:lnTo>
                  <a:lnTo>
                    <a:pt x="1813" y="206"/>
                  </a:lnTo>
                  <a:lnTo>
                    <a:pt x="1649" y="124"/>
                  </a:lnTo>
                  <a:lnTo>
                    <a:pt x="1484" y="41"/>
                  </a:lnTo>
                  <a:lnTo>
                    <a:pt x="1278" y="0"/>
                  </a:lnTo>
                  <a:lnTo>
                    <a:pt x="107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36"/>
            <p:cNvSpPr/>
            <p:nvPr/>
          </p:nvSpPr>
          <p:spPr>
            <a:xfrm>
              <a:off x="2954100" y="4013100"/>
              <a:ext cx="39150" cy="24725"/>
            </a:xfrm>
            <a:custGeom>
              <a:avLst/>
              <a:gdLst/>
              <a:ahLst/>
              <a:cxnLst/>
              <a:rect l="l" t="t" r="r" b="b"/>
              <a:pathLst>
                <a:path w="1566" h="989" extrusionOk="0">
                  <a:moveTo>
                    <a:pt x="783" y="0"/>
                  </a:moveTo>
                  <a:lnTo>
                    <a:pt x="454" y="41"/>
                  </a:lnTo>
                  <a:lnTo>
                    <a:pt x="206" y="165"/>
                  </a:lnTo>
                  <a:lnTo>
                    <a:pt x="42" y="289"/>
                  </a:lnTo>
                  <a:lnTo>
                    <a:pt x="0" y="412"/>
                  </a:lnTo>
                  <a:lnTo>
                    <a:pt x="0" y="495"/>
                  </a:lnTo>
                  <a:lnTo>
                    <a:pt x="0" y="618"/>
                  </a:lnTo>
                  <a:lnTo>
                    <a:pt x="42" y="701"/>
                  </a:lnTo>
                  <a:lnTo>
                    <a:pt x="206" y="865"/>
                  </a:lnTo>
                  <a:lnTo>
                    <a:pt x="454" y="948"/>
                  </a:lnTo>
                  <a:lnTo>
                    <a:pt x="783" y="989"/>
                  </a:lnTo>
                  <a:lnTo>
                    <a:pt x="1072" y="948"/>
                  </a:lnTo>
                  <a:lnTo>
                    <a:pt x="1319" y="865"/>
                  </a:lnTo>
                  <a:lnTo>
                    <a:pt x="1484" y="701"/>
                  </a:lnTo>
                  <a:lnTo>
                    <a:pt x="1525" y="618"/>
                  </a:lnTo>
                  <a:lnTo>
                    <a:pt x="1566" y="495"/>
                  </a:lnTo>
                  <a:lnTo>
                    <a:pt x="1525" y="412"/>
                  </a:lnTo>
                  <a:lnTo>
                    <a:pt x="1484" y="289"/>
                  </a:lnTo>
                  <a:lnTo>
                    <a:pt x="1319" y="165"/>
                  </a:lnTo>
                  <a:lnTo>
                    <a:pt x="1072" y="4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6"/>
            <p:cNvSpPr/>
            <p:nvPr/>
          </p:nvSpPr>
          <p:spPr>
            <a:xfrm>
              <a:off x="2954100" y="4013100"/>
              <a:ext cx="39150" cy="24725"/>
            </a:xfrm>
            <a:custGeom>
              <a:avLst/>
              <a:gdLst/>
              <a:ahLst/>
              <a:cxnLst/>
              <a:rect l="l" t="t" r="r" b="b"/>
              <a:pathLst>
                <a:path w="1566" h="989" fill="none" extrusionOk="0">
                  <a:moveTo>
                    <a:pt x="783" y="0"/>
                  </a:moveTo>
                  <a:lnTo>
                    <a:pt x="783" y="0"/>
                  </a:lnTo>
                  <a:lnTo>
                    <a:pt x="454" y="41"/>
                  </a:lnTo>
                  <a:lnTo>
                    <a:pt x="206" y="165"/>
                  </a:lnTo>
                  <a:lnTo>
                    <a:pt x="42" y="289"/>
                  </a:lnTo>
                  <a:lnTo>
                    <a:pt x="0" y="412"/>
                  </a:lnTo>
                  <a:lnTo>
                    <a:pt x="0" y="495"/>
                  </a:lnTo>
                  <a:lnTo>
                    <a:pt x="0" y="495"/>
                  </a:lnTo>
                  <a:lnTo>
                    <a:pt x="0" y="618"/>
                  </a:lnTo>
                  <a:lnTo>
                    <a:pt x="42" y="701"/>
                  </a:lnTo>
                  <a:lnTo>
                    <a:pt x="206" y="865"/>
                  </a:lnTo>
                  <a:lnTo>
                    <a:pt x="454" y="948"/>
                  </a:lnTo>
                  <a:lnTo>
                    <a:pt x="783" y="989"/>
                  </a:lnTo>
                  <a:lnTo>
                    <a:pt x="783" y="989"/>
                  </a:lnTo>
                  <a:lnTo>
                    <a:pt x="1072" y="948"/>
                  </a:lnTo>
                  <a:lnTo>
                    <a:pt x="1319" y="865"/>
                  </a:lnTo>
                  <a:lnTo>
                    <a:pt x="1484" y="701"/>
                  </a:lnTo>
                  <a:lnTo>
                    <a:pt x="1525" y="618"/>
                  </a:lnTo>
                  <a:lnTo>
                    <a:pt x="1566" y="495"/>
                  </a:lnTo>
                  <a:lnTo>
                    <a:pt x="1566" y="495"/>
                  </a:lnTo>
                  <a:lnTo>
                    <a:pt x="1525" y="412"/>
                  </a:lnTo>
                  <a:lnTo>
                    <a:pt x="1484" y="289"/>
                  </a:lnTo>
                  <a:lnTo>
                    <a:pt x="1319" y="165"/>
                  </a:lnTo>
                  <a:lnTo>
                    <a:pt x="1072" y="41"/>
                  </a:lnTo>
                  <a:lnTo>
                    <a:pt x="7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6"/>
            <p:cNvSpPr/>
            <p:nvPr/>
          </p:nvSpPr>
          <p:spPr>
            <a:xfrm>
              <a:off x="3417575" y="3971900"/>
              <a:ext cx="106100" cy="68000"/>
            </a:xfrm>
            <a:custGeom>
              <a:avLst/>
              <a:gdLst/>
              <a:ahLst/>
              <a:cxnLst/>
              <a:rect l="l" t="t" r="r" b="b"/>
              <a:pathLst>
                <a:path w="4244" h="2720" extrusionOk="0">
                  <a:moveTo>
                    <a:pt x="2102" y="0"/>
                  </a:moveTo>
                  <a:lnTo>
                    <a:pt x="1690" y="41"/>
                  </a:lnTo>
                  <a:lnTo>
                    <a:pt x="1278" y="124"/>
                  </a:lnTo>
                  <a:lnTo>
                    <a:pt x="948" y="247"/>
                  </a:lnTo>
                  <a:lnTo>
                    <a:pt x="619" y="412"/>
                  </a:lnTo>
                  <a:lnTo>
                    <a:pt x="371" y="618"/>
                  </a:lnTo>
                  <a:lnTo>
                    <a:pt x="165" y="865"/>
                  </a:lnTo>
                  <a:lnTo>
                    <a:pt x="42" y="1113"/>
                  </a:lnTo>
                  <a:lnTo>
                    <a:pt x="1" y="1360"/>
                  </a:lnTo>
                  <a:lnTo>
                    <a:pt x="42" y="1648"/>
                  </a:lnTo>
                  <a:lnTo>
                    <a:pt x="165" y="1895"/>
                  </a:lnTo>
                  <a:lnTo>
                    <a:pt x="371" y="2143"/>
                  </a:lnTo>
                  <a:lnTo>
                    <a:pt x="619" y="2349"/>
                  </a:lnTo>
                  <a:lnTo>
                    <a:pt x="948" y="2513"/>
                  </a:lnTo>
                  <a:lnTo>
                    <a:pt x="1278" y="2637"/>
                  </a:lnTo>
                  <a:lnTo>
                    <a:pt x="1690" y="2719"/>
                  </a:lnTo>
                  <a:lnTo>
                    <a:pt x="2555" y="2719"/>
                  </a:lnTo>
                  <a:lnTo>
                    <a:pt x="2926" y="2637"/>
                  </a:lnTo>
                  <a:lnTo>
                    <a:pt x="3296" y="2513"/>
                  </a:lnTo>
                  <a:lnTo>
                    <a:pt x="3585" y="2349"/>
                  </a:lnTo>
                  <a:lnTo>
                    <a:pt x="3873" y="2143"/>
                  </a:lnTo>
                  <a:lnTo>
                    <a:pt x="4038" y="1895"/>
                  </a:lnTo>
                  <a:lnTo>
                    <a:pt x="4162" y="1648"/>
                  </a:lnTo>
                  <a:lnTo>
                    <a:pt x="4244" y="1360"/>
                  </a:lnTo>
                  <a:lnTo>
                    <a:pt x="4162" y="1113"/>
                  </a:lnTo>
                  <a:lnTo>
                    <a:pt x="4038" y="865"/>
                  </a:lnTo>
                  <a:lnTo>
                    <a:pt x="3873" y="618"/>
                  </a:lnTo>
                  <a:lnTo>
                    <a:pt x="3585" y="412"/>
                  </a:lnTo>
                  <a:lnTo>
                    <a:pt x="3296" y="247"/>
                  </a:lnTo>
                  <a:lnTo>
                    <a:pt x="2926" y="124"/>
                  </a:lnTo>
                  <a:lnTo>
                    <a:pt x="2555" y="41"/>
                  </a:lnTo>
                  <a:lnTo>
                    <a:pt x="2102" y="0"/>
                  </a:lnTo>
                  <a:close/>
                </a:path>
              </a:pathLst>
            </a:custGeom>
            <a:solidFill>
              <a:srgbClr val="6793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6"/>
            <p:cNvSpPr/>
            <p:nvPr/>
          </p:nvSpPr>
          <p:spPr>
            <a:xfrm>
              <a:off x="3417575" y="3971900"/>
              <a:ext cx="106100" cy="68000"/>
            </a:xfrm>
            <a:custGeom>
              <a:avLst/>
              <a:gdLst/>
              <a:ahLst/>
              <a:cxnLst/>
              <a:rect l="l" t="t" r="r" b="b"/>
              <a:pathLst>
                <a:path w="4244" h="2720" fill="none" extrusionOk="0">
                  <a:moveTo>
                    <a:pt x="2102" y="0"/>
                  </a:moveTo>
                  <a:lnTo>
                    <a:pt x="2102" y="0"/>
                  </a:lnTo>
                  <a:lnTo>
                    <a:pt x="1690" y="41"/>
                  </a:lnTo>
                  <a:lnTo>
                    <a:pt x="1278" y="124"/>
                  </a:lnTo>
                  <a:lnTo>
                    <a:pt x="948" y="247"/>
                  </a:lnTo>
                  <a:lnTo>
                    <a:pt x="619" y="412"/>
                  </a:lnTo>
                  <a:lnTo>
                    <a:pt x="371" y="618"/>
                  </a:lnTo>
                  <a:lnTo>
                    <a:pt x="165" y="865"/>
                  </a:lnTo>
                  <a:lnTo>
                    <a:pt x="42" y="1113"/>
                  </a:lnTo>
                  <a:lnTo>
                    <a:pt x="1" y="1360"/>
                  </a:lnTo>
                  <a:lnTo>
                    <a:pt x="1" y="1360"/>
                  </a:lnTo>
                  <a:lnTo>
                    <a:pt x="42" y="1648"/>
                  </a:lnTo>
                  <a:lnTo>
                    <a:pt x="165" y="1895"/>
                  </a:lnTo>
                  <a:lnTo>
                    <a:pt x="371" y="2143"/>
                  </a:lnTo>
                  <a:lnTo>
                    <a:pt x="619" y="2349"/>
                  </a:lnTo>
                  <a:lnTo>
                    <a:pt x="948" y="2513"/>
                  </a:lnTo>
                  <a:lnTo>
                    <a:pt x="1278" y="2637"/>
                  </a:lnTo>
                  <a:lnTo>
                    <a:pt x="1690" y="2719"/>
                  </a:lnTo>
                  <a:lnTo>
                    <a:pt x="2102" y="2719"/>
                  </a:lnTo>
                  <a:lnTo>
                    <a:pt x="2102" y="2719"/>
                  </a:lnTo>
                  <a:lnTo>
                    <a:pt x="2555" y="2719"/>
                  </a:lnTo>
                  <a:lnTo>
                    <a:pt x="2926" y="2637"/>
                  </a:lnTo>
                  <a:lnTo>
                    <a:pt x="3296" y="2513"/>
                  </a:lnTo>
                  <a:lnTo>
                    <a:pt x="3585" y="2349"/>
                  </a:lnTo>
                  <a:lnTo>
                    <a:pt x="3873" y="2143"/>
                  </a:lnTo>
                  <a:lnTo>
                    <a:pt x="4038" y="1895"/>
                  </a:lnTo>
                  <a:lnTo>
                    <a:pt x="4162" y="1648"/>
                  </a:lnTo>
                  <a:lnTo>
                    <a:pt x="4244" y="1360"/>
                  </a:lnTo>
                  <a:lnTo>
                    <a:pt x="4244" y="1360"/>
                  </a:lnTo>
                  <a:lnTo>
                    <a:pt x="4162" y="1113"/>
                  </a:lnTo>
                  <a:lnTo>
                    <a:pt x="4038" y="865"/>
                  </a:lnTo>
                  <a:lnTo>
                    <a:pt x="3873" y="618"/>
                  </a:lnTo>
                  <a:lnTo>
                    <a:pt x="3585" y="412"/>
                  </a:lnTo>
                  <a:lnTo>
                    <a:pt x="3296" y="247"/>
                  </a:lnTo>
                  <a:lnTo>
                    <a:pt x="2926" y="124"/>
                  </a:lnTo>
                  <a:lnTo>
                    <a:pt x="2555" y="41"/>
                  </a:lnTo>
                  <a:lnTo>
                    <a:pt x="210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6"/>
            <p:cNvSpPr/>
            <p:nvPr/>
          </p:nvSpPr>
          <p:spPr>
            <a:xfrm>
              <a:off x="3210550" y="4065625"/>
              <a:ext cx="60800" cy="39150"/>
            </a:xfrm>
            <a:custGeom>
              <a:avLst/>
              <a:gdLst/>
              <a:ahLst/>
              <a:cxnLst/>
              <a:rect l="l" t="t" r="r" b="b"/>
              <a:pathLst>
                <a:path w="2432" h="1566" extrusionOk="0">
                  <a:moveTo>
                    <a:pt x="1195" y="0"/>
                  </a:moveTo>
                  <a:lnTo>
                    <a:pt x="948" y="41"/>
                  </a:lnTo>
                  <a:lnTo>
                    <a:pt x="742" y="83"/>
                  </a:lnTo>
                  <a:lnTo>
                    <a:pt x="536" y="124"/>
                  </a:lnTo>
                  <a:lnTo>
                    <a:pt x="371" y="247"/>
                  </a:lnTo>
                  <a:lnTo>
                    <a:pt x="207" y="371"/>
                  </a:lnTo>
                  <a:lnTo>
                    <a:pt x="83" y="495"/>
                  </a:lnTo>
                  <a:lnTo>
                    <a:pt x="42" y="618"/>
                  </a:lnTo>
                  <a:lnTo>
                    <a:pt x="1" y="783"/>
                  </a:lnTo>
                  <a:lnTo>
                    <a:pt x="42" y="948"/>
                  </a:lnTo>
                  <a:lnTo>
                    <a:pt x="83" y="1113"/>
                  </a:lnTo>
                  <a:lnTo>
                    <a:pt x="207" y="1236"/>
                  </a:lnTo>
                  <a:lnTo>
                    <a:pt x="371" y="1360"/>
                  </a:lnTo>
                  <a:lnTo>
                    <a:pt x="536" y="1442"/>
                  </a:lnTo>
                  <a:lnTo>
                    <a:pt x="742" y="1525"/>
                  </a:lnTo>
                  <a:lnTo>
                    <a:pt x="948" y="1566"/>
                  </a:lnTo>
                  <a:lnTo>
                    <a:pt x="1443" y="1566"/>
                  </a:lnTo>
                  <a:lnTo>
                    <a:pt x="1690" y="1525"/>
                  </a:lnTo>
                  <a:lnTo>
                    <a:pt x="1896" y="1442"/>
                  </a:lnTo>
                  <a:lnTo>
                    <a:pt x="2061" y="1360"/>
                  </a:lnTo>
                  <a:lnTo>
                    <a:pt x="2225" y="1236"/>
                  </a:lnTo>
                  <a:lnTo>
                    <a:pt x="2308" y="1113"/>
                  </a:lnTo>
                  <a:lnTo>
                    <a:pt x="2390" y="948"/>
                  </a:lnTo>
                  <a:lnTo>
                    <a:pt x="2431" y="783"/>
                  </a:lnTo>
                  <a:lnTo>
                    <a:pt x="2390" y="618"/>
                  </a:lnTo>
                  <a:lnTo>
                    <a:pt x="2308" y="495"/>
                  </a:lnTo>
                  <a:lnTo>
                    <a:pt x="2225" y="371"/>
                  </a:lnTo>
                  <a:lnTo>
                    <a:pt x="2061" y="247"/>
                  </a:lnTo>
                  <a:lnTo>
                    <a:pt x="1896" y="124"/>
                  </a:lnTo>
                  <a:lnTo>
                    <a:pt x="1690" y="83"/>
                  </a:lnTo>
                  <a:lnTo>
                    <a:pt x="1443" y="41"/>
                  </a:lnTo>
                  <a:lnTo>
                    <a:pt x="1195" y="0"/>
                  </a:lnTo>
                  <a:close/>
                </a:path>
              </a:pathLst>
            </a:custGeom>
            <a:solidFill>
              <a:srgbClr val="6793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6"/>
            <p:cNvSpPr/>
            <p:nvPr/>
          </p:nvSpPr>
          <p:spPr>
            <a:xfrm>
              <a:off x="3210550" y="4065625"/>
              <a:ext cx="60800" cy="39150"/>
            </a:xfrm>
            <a:custGeom>
              <a:avLst/>
              <a:gdLst/>
              <a:ahLst/>
              <a:cxnLst/>
              <a:rect l="l" t="t" r="r" b="b"/>
              <a:pathLst>
                <a:path w="2432" h="1566" fill="none" extrusionOk="0">
                  <a:moveTo>
                    <a:pt x="1195" y="0"/>
                  </a:moveTo>
                  <a:lnTo>
                    <a:pt x="1195" y="0"/>
                  </a:lnTo>
                  <a:lnTo>
                    <a:pt x="948" y="41"/>
                  </a:lnTo>
                  <a:lnTo>
                    <a:pt x="742" y="83"/>
                  </a:lnTo>
                  <a:lnTo>
                    <a:pt x="536" y="124"/>
                  </a:lnTo>
                  <a:lnTo>
                    <a:pt x="371" y="247"/>
                  </a:lnTo>
                  <a:lnTo>
                    <a:pt x="207" y="371"/>
                  </a:lnTo>
                  <a:lnTo>
                    <a:pt x="83" y="495"/>
                  </a:lnTo>
                  <a:lnTo>
                    <a:pt x="42" y="618"/>
                  </a:lnTo>
                  <a:lnTo>
                    <a:pt x="1" y="783"/>
                  </a:lnTo>
                  <a:lnTo>
                    <a:pt x="1" y="783"/>
                  </a:lnTo>
                  <a:lnTo>
                    <a:pt x="42" y="948"/>
                  </a:lnTo>
                  <a:lnTo>
                    <a:pt x="83" y="1113"/>
                  </a:lnTo>
                  <a:lnTo>
                    <a:pt x="207" y="1236"/>
                  </a:lnTo>
                  <a:lnTo>
                    <a:pt x="371" y="1360"/>
                  </a:lnTo>
                  <a:lnTo>
                    <a:pt x="536" y="1442"/>
                  </a:lnTo>
                  <a:lnTo>
                    <a:pt x="742" y="1525"/>
                  </a:lnTo>
                  <a:lnTo>
                    <a:pt x="948" y="1566"/>
                  </a:lnTo>
                  <a:lnTo>
                    <a:pt x="1195" y="1566"/>
                  </a:lnTo>
                  <a:lnTo>
                    <a:pt x="1195" y="1566"/>
                  </a:lnTo>
                  <a:lnTo>
                    <a:pt x="1443" y="1566"/>
                  </a:lnTo>
                  <a:lnTo>
                    <a:pt x="1690" y="1525"/>
                  </a:lnTo>
                  <a:lnTo>
                    <a:pt x="1896" y="1442"/>
                  </a:lnTo>
                  <a:lnTo>
                    <a:pt x="2061" y="1360"/>
                  </a:lnTo>
                  <a:lnTo>
                    <a:pt x="2225" y="1236"/>
                  </a:lnTo>
                  <a:lnTo>
                    <a:pt x="2308" y="1113"/>
                  </a:lnTo>
                  <a:lnTo>
                    <a:pt x="2390" y="948"/>
                  </a:lnTo>
                  <a:lnTo>
                    <a:pt x="2431" y="783"/>
                  </a:lnTo>
                  <a:lnTo>
                    <a:pt x="2431" y="783"/>
                  </a:lnTo>
                  <a:lnTo>
                    <a:pt x="2390" y="618"/>
                  </a:lnTo>
                  <a:lnTo>
                    <a:pt x="2308" y="495"/>
                  </a:lnTo>
                  <a:lnTo>
                    <a:pt x="2225" y="371"/>
                  </a:lnTo>
                  <a:lnTo>
                    <a:pt x="2061" y="247"/>
                  </a:lnTo>
                  <a:lnTo>
                    <a:pt x="1896" y="124"/>
                  </a:lnTo>
                  <a:lnTo>
                    <a:pt x="1690" y="83"/>
                  </a:lnTo>
                  <a:lnTo>
                    <a:pt x="1443" y="41"/>
                  </a:lnTo>
                  <a:lnTo>
                    <a:pt x="119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6"/>
            <p:cNvSpPr/>
            <p:nvPr/>
          </p:nvSpPr>
          <p:spPr>
            <a:xfrm>
              <a:off x="2999425" y="4082100"/>
              <a:ext cx="36075" cy="15475"/>
            </a:xfrm>
            <a:custGeom>
              <a:avLst/>
              <a:gdLst/>
              <a:ahLst/>
              <a:cxnLst/>
              <a:rect l="l" t="t" r="r" b="b"/>
              <a:pathLst>
                <a:path w="1443" h="619" extrusionOk="0">
                  <a:moveTo>
                    <a:pt x="412" y="0"/>
                  </a:moveTo>
                  <a:lnTo>
                    <a:pt x="206" y="124"/>
                  </a:lnTo>
                  <a:lnTo>
                    <a:pt x="41" y="248"/>
                  </a:lnTo>
                  <a:lnTo>
                    <a:pt x="0" y="371"/>
                  </a:lnTo>
                  <a:lnTo>
                    <a:pt x="0" y="454"/>
                  </a:lnTo>
                  <a:lnTo>
                    <a:pt x="41" y="618"/>
                  </a:lnTo>
                  <a:lnTo>
                    <a:pt x="824" y="536"/>
                  </a:lnTo>
                  <a:lnTo>
                    <a:pt x="1442" y="454"/>
                  </a:lnTo>
                  <a:lnTo>
                    <a:pt x="1401" y="330"/>
                  </a:lnTo>
                  <a:lnTo>
                    <a:pt x="1360" y="248"/>
                  </a:lnTo>
                  <a:lnTo>
                    <a:pt x="1195" y="124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rgbClr val="75A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6"/>
            <p:cNvSpPr/>
            <p:nvPr/>
          </p:nvSpPr>
          <p:spPr>
            <a:xfrm>
              <a:off x="2999425" y="4082100"/>
              <a:ext cx="36075" cy="15475"/>
            </a:xfrm>
            <a:custGeom>
              <a:avLst/>
              <a:gdLst/>
              <a:ahLst/>
              <a:cxnLst/>
              <a:rect l="l" t="t" r="r" b="b"/>
              <a:pathLst>
                <a:path w="1443" h="619" fill="none" extrusionOk="0">
                  <a:moveTo>
                    <a:pt x="700" y="0"/>
                  </a:moveTo>
                  <a:lnTo>
                    <a:pt x="700" y="0"/>
                  </a:lnTo>
                  <a:lnTo>
                    <a:pt x="412" y="0"/>
                  </a:lnTo>
                  <a:lnTo>
                    <a:pt x="206" y="124"/>
                  </a:lnTo>
                  <a:lnTo>
                    <a:pt x="41" y="248"/>
                  </a:lnTo>
                  <a:lnTo>
                    <a:pt x="0" y="371"/>
                  </a:lnTo>
                  <a:lnTo>
                    <a:pt x="0" y="454"/>
                  </a:lnTo>
                  <a:lnTo>
                    <a:pt x="0" y="454"/>
                  </a:lnTo>
                  <a:lnTo>
                    <a:pt x="41" y="618"/>
                  </a:lnTo>
                  <a:lnTo>
                    <a:pt x="41" y="618"/>
                  </a:lnTo>
                  <a:lnTo>
                    <a:pt x="824" y="536"/>
                  </a:lnTo>
                  <a:lnTo>
                    <a:pt x="824" y="536"/>
                  </a:lnTo>
                  <a:lnTo>
                    <a:pt x="1442" y="454"/>
                  </a:lnTo>
                  <a:lnTo>
                    <a:pt x="1442" y="454"/>
                  </a:lnTo>
                  <a:lnTo>
                    <a:pt x="1401" y="330"/>
                  </a:lnTo>
                  <a:lnTo>
                    <a:pt x="1360" y="248"/>
                  </a:lnTo>
                  <a:lnTo>
                    <a:pt x="1195" y="124"/>
                  </a:lnTo>
                  <a:lnTo>
                    <a:pt x="989" y="0"/>
                  </a:lnTo>
                  <a:lnTo>
                    <a:pt x="7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6"/>
            <p:cNvSpPr/>
            <p:nvPr/>
          </p:nvSpPr>
          <p:spPr>
            <a:xfrm>
              <a:off x="3000450" y="4093425"/>
              <a:ext cx="35050" cy="11350"/>
            </a:xfrm>
            <a:custGeom>
              <a:avLst/>
              <a:gdLst/>
              <a:ahLst/>
              <a:cxnLst/>
              <a:rect l="l" t="t" r="r" b="b"/>
              <a:pathLst>
                <a:path w="1402" h="454" extrusionOk="0">
                  <a:moveTo>
                    <a:pt x="1401" y="1"/>
                  </a:moveTo>
                  <a:lnTo>
                    <a:pt x="783" y="83"/>
                  </a:lnTo>
                  <a:lnTo>
                    <a:pt x="0" y="165"/>
                  </a:lnTo>
                  <a:lnTo>
                    <a:pt x="83" y="289"/>
                  </a:lnTo>
                  <a:lnTo>
                    <a:pt x="247" y="371"/>
                  </a:lnTo>
                  <a:lnTo>
                    <a:pt x="453" y="454"/>
                  </a:lnTo>
                  <a:lnTo>
                    <a:pt x="659" y="454"/>
                  </a:lnTo>
                  <a:lnTo>
                    <a:pt x="948" y="413"/>
                  </a:lnTo>
                  <a:lnTo>
                    <a:pt x="1154" y="330"/>
                  </a:lnTo>
                  <a:lnTo>
                    <a:pt x="1319" y="165"/>
                  </a:lnTo>
                  <a:lnTo>
                    <a:pt x="1360" y="8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6793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6"/>
            <p:cNvSpPr/>
            <p:nvPr/>
          </p:nvSpPr>
          <p:spPr>
            <a:xfrm>
              <a:off x="3000450" y="4093425"/>
              <a:ext cx="35050" cy="11350"/>
            </a:xfrm>
            <a:custGeom>
              <a:avLst/>
              <a:gdLst/>
              <a:ahLst/>
              <a:cxnLst/>
              <a:rect l="l" t="t" r="r" b="b"/>
              <a:pathLst>
                <a:path w="1402" h="454" fill="none" extrusionOk="0">
                  <a:moveTo>
                    <a:pt x="1401" y="1"/>
                  </a:moveTo>
                  <a:lnTo>
                    <a:pt x="1401" y="1"/>
                  </a:lnTo>
                  <a:lnTo>
                    <a:pt x="783" y="83"/>
                  </a:lnTo>
                  <a:lnTo>
                    <a:pt x="783" y="83"/>
                  </a:lnTo>
                  <a:lnTo>
                    <a:pt x="0" y="165"/>
                  </a:lnTo>
                  <a:lnTo>
                    <a:pt x="0" y="165"/>
                  </a:lnTo>
                  <a:lnTo>
                    <a:pt x="83" y="289"/>
                  </a:lnTo>
                  <a:lnTo>
                    <a:pt x="247" y="371"/>
                  </a:lnTo>
                  <a:lnTo>
                    <a:pt x="453" y="454"/>
                  </a:lnTo>
                  <a:lnTo>
                    <a:pt x="659" y="454"/>
                  </a:lnTo>
                  <a:lnTo>
                    <a:pt x="659" y="454"/>
                  </a:lnTo>
                  <a:lnTo>
                    <a:pt x="948" y="413"/>
                  </a:lnTo>
                  <a:lnTo>
                    <a:pt x="1154" y="330"/>
                  </a:lnTo>
                  <a:lnTo>
                    <a:pt x="1319" y="165"/>
                  </a:lnTo>
                  <a:lnTo>
                    <a:pt x="1360" y="83"/>
                  </a:lnTo>
                  <a:lnTo>
                    <a:pt x="1401" y="1"/>
                  </a:lnTo>
                  <a:lnTo>
                    <a:pt x="1401" y="1"/>
                  </a:lnTo>
                  <a:lnTo>
                    <a:pt x="140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7" name="Google Shape;1237;p36"/>
          <p:cNvGrpSpPr/>
          <p:nvPr/>
        </p:nvGrpSpPr>
        <p:grpSpPr>
          <a:xfrm rot="-2212272">
            <a:off x="2974249" y="1593354"/>
            <a:ext cx="693895" cy="971427"/>
            <a:chOff x="1123650" y="1387050"/>
            <a:chExt cx="784825" cy="1098725"/>
          </a:xfrm>
        </p:grpSpPr>
        <p:sp>
          <p:nvSpPr>
            <p:cNvPr id="1238" name="Google Shape;1238;p36"/>
            <p:cNvSpPr/>
            <p:nvPr/>
          </p:nvSpPr>
          <p:spPr>
            <a:xfrm>
              <a:off x="1419550" y="1387050"/>
              <a:ext cx="488925" cy="1098725"/>
            </a:xfrm>
            <a:custGeom>
              <a:avLst/>
              <a:gdLst/>
              <a:ahLst/>
              <a:cxnLst/>
              <a:rect l="l" t="t" r="r" b="b"/>
              <a:pathLst>
                <a:path w="19557" h="43949" extrusionOk="0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03" y="43864"/>
                  </a:lnTo>
                  <a:lnTo>
                    <a:pt x="10012" y="43949"/>
                  </a:lnTo>
                  <a:lnTo>
                    <a:pt x="10987" y="43949"/>
                  </a:lnTo>
                  <a:lnTo>
                    <a:pt x="11497" y="43906"/>
                  </a:lnTo>
                  <a:lnTo>
                    <a:pt x="11963" y="43864"/>
                  </a:lnTo>
                  <a:lnTo>
                    <a:pt x="12430" y="43779"/>
                  </a:lnTo>
                  <a:lnTo>
                    <a:pt x="12896" y="43652"/>
                  </a:lnTo>
                  <a:lnTo>
                    <a:pt x="13363" y="43482"/>
                  </a:lnTo>
                  <a:lnTo>
                    <a:pt x="13830" y="43313"/>
                  </a:lnTo>
                  <a:lnTo>
                    <a:pt x="14254" y="43100"/>
                  </a:lnTo>
                  <a:lnTo>
                    <a:pt x="14721" y="42846"/>
                  </a:lnTo>
                  <a:lnTo>
                    <a:pt x="15145" y="42549"/>
                  </a:lnTo>
                  <a:lnTo>
                    <a:pt x="15527" y="42210"/>
                  </a:lnTo>
                  <a:lnTo>
                    <a:pt x="15951" y="41870"/>
                  </a:lnTo>
                  <a:lnTo>
                    <a:pt x="16333" y="41446"/>
                  </a:lnTo>
                  <a:lnTo>
                    <a:pt x="16672" y="41022"/>
                  </a:lnTo>
                  <a:lnTo>
                    <a:pt x="17011" y="40555"/>
                  </a:lnTo>
                  <a:lnTo>
                    <a:pt x="17351" y="40046"/>
                  </a:lnTo>
                  <a:lnTo>
                    <a:pt x="17648" y="39537"/>
                  </a:lnTo>
                  <a:lnTo>
                    <a:pt x="17945" y="38986"/>
                  </a:lnTo>
                  <a:lnTo>
                    <a:pt x="18199" y="38477"/>
                  </a:lnTo>
                  <a:lnTo>
                    <a:pt x="18411" y="37883"/>
                  </a:lnTo>
                  <a:lnTo>
                    <a:pt x="18793" y="36737"/>
                  </a:lnTo>
                  <a:lnTo>
                    <a:pt x="19090" y="35592"/>
                  </a:lnTo>
                  <a:lnTo>
                    <a:pt x="19302" y="34362"/>
                  </a:lnTo>
                  <a:lnTo>
                    <a:pt x="19472" y="33132"/>
                  </a:lnTo>
                  <a:lnTo>
                    <a:pt x="19557" y="31901"/>
                  </a:lnTo>
                  <a:lnTo>
                    <a:pt x="19557" y="30629"/>
                  </a:lnTo>
                  <a:lnTo>
                    <a:pt x="19514" y="29356"/>
                  </a:lnTo>
                  <a:lnTo>
                    <a:pt x="19429" y="28083"/>
                  </a:lnTo>
                  <a:lnTo>
                    <a:pt x="19302" y="26853"/>
                  </a:lnTo>
                  <a:lnTo>
                    <a:pt x="19175" y="25581"/>
                  </a:lnTo>
                  <a:lnTo>
                    <a:pt x="18963" y="24393"/>
                  </a:lnTo>
                  <a:lnTo>
                    <a:pt x="18751" y="23163"/>
                  </a:lnTo>
                  <a:lnTo>
                    <a:pt x="18284" y="20872"/>
                  </a:lnTo>
                  <a:lnTo>
                    <a:pt x="17987" y="19472"/>
                  </a:lnTo>
                  <a:lnTo>
                    <a:pt x="17605" y="18114"/>
                  </a:lnTo>
                  <a:lnTo>
                    <a:pt x="17223" y="16757"/>
                  </a:lnTo>
                  <a:lnTo>
                    <a:pt x="16842" y="15399"/>
                  </a:lnTo>
                  <a:lnTo>
                    <a:pt x="16375" y="14042"/>
                  </a:lnTo>
                  <a:lnTo>
                    <a:pt x="15866" y="12685"/>
                  </a:lnTo>
                  <a:lnTo>
                    <a:pt x="15357" y="11327"/>
                  </a:lnTo>
                  <a:lnTo>
                    <a:pt x="14763" y="10012"/>
                  </a:lnTo>
                  <a:lnTo>
                    <a:pt x="14169" y="8739"/>
                  </a:lnTo>
                  <a:lnTo>
                    <a:pt x="13533" y="7424"/>
                  </a:lnTo>
                  <a:lnTo>
                    <a:pt x="12854" y="6194"/>
                  </a:lnTo>
                  <a:lnTo>
                    <a:pt x="12133" y="4964"/>
                  </a:lnTo>
                  <a:lnTo>
                    <a:pt x="11369" y="3734"/>
                  </a:lnTo>
                  <a:lnTo>
                    <a:pt x="10606" y="2546"/>
                  </a:lnTo>
                  <a:lnTo>
                    <a:pt x="9757" y="1443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6"/>
            <p:cNvSpPr/>
            <p:nvPr/>
          </p:nvSpPr>
          <p:spPr>
            <a:xfrm>
              <a:off x="1419550" y="1387050"/>
              <a:ext cx="284250" cy="1098725"/>
            </a:xfrm>
            <a:custGeom>
              <a:avLst/>
              <a:gdLst/>
              <a:ahLst/>
              <a:cxnLst/>
              <a:rect l="l" t="t" r="r" b="b"/>
              <a:pathLst>
                <a:path w="11370" h="43949" extrusionOk="0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45" y="43864"/>
                  </a:lnTo>
                  <a:lnTo>
                    <a:pt x="10012" y="43949"/>
                  </a:lnTo>
                  <a:lnTo>
                    <a:pt x="10521" y="43949"/>
                  </a:lnTo>
                  <a:lnTo>
                    <a:pt x="9630" y="42846"/>
                  </a:lnTo>
                  <a:lnTo>
                    <a:pt x="8739" y="41701"/>
                  </a:lnTo>
                  <a:lnTo>
                    <a:pt x="8273" y="40979"/>
                  </a:lnTo>
                  <a:lnTo>
                    <a:pt x="7806" y="40258"/>
                  </a:lnTo>
                  <a:lnTo>
                    <a:pt x="7339" y="39537"/>
                  </a:lnTo>
                  <a:lnTo>
                    <a:pt x="6957" y="38774"/>
                  </a:lnTo>
                  <a:lnTo>
                    <a:pt x="6576" y="38010"/>
                  </a:lnTo>
                  <a:lnTo>
                    <a:pt x="6236" y="37246"/>
                  </a:lnTo>
                  <a:lnTo>
                    <a:pt x="5939" y="36483"/>
                  </a:lnTo>
                  <a:lnTo>
                    <a:pt x="5642" y="35677"/>
                  </a:lnTo>
                  <a:lnTo>
                    <a:pt x="5388" y="34871"/>
                  </a:lnTo>
                  <a:lnTo>
                    <a:pt x="5176" y="34065"/>
                  </a:lnTo>
                  <a:lnTo>
                    <a:pt x="4964" y="33259"/>
                  </a:lnTo>
                  <a:lnTo>
                    <a:pt x="4794" y="32410"/>
                  </a:lnTo>
                  <a:lnTo>
                    <a:pt x="4667" y="31562"/>
                  </a:lnTo>
                  <a:lnTo>
                    <a:pt x="4539" y="30713"/>
                  </a:lnTo>
                  <a:lnTo>
                    <a:pt x="4370" y="29017"/>
                  </a:lnTo>
                  <a:lnTo>
                    <a:pt x="4327" y="28083"/>
                  </a:lnTo>
                  <a:lnTo>
                    <a:pt x="4285" y="27150"/>
                  </a:lnTo>
                  <a:lnTo>
                    <a:pt x="4327" y="25326"/>
                  </a:lnTo>
                  <a:lnTo>
                    <a:pt x="4455" y="23502"/>
                  </a:lnTo>
                  <a:lnTo>
                    <a:pt x="4624" y="21678"/>
                  </a:lnTo>
                  <a:lnTo>
                    <a:pt x="4921" y="19896"/>
                  </a:lnTo>
                  <a:lnTo>
                    <a:pt x="5303" y="18114"/>
                  </a:lnTo>
                  <a:lnTo>
                    <a:pt x="5685" y="16333"/>
                  </a:lnTo>
                  <a:lnTo>
                    <a:pt x="6194" y="14551"/>
                  </a:lnTo>
                  <a:lnTo>
                    <a:pt x="6618" y="13066"/>
                  </a:lnTo>
                  <a:lnTo>
                    <a:pt x="7085" y="11624"/>
                  </a:lnTo>
                  <a:lnTo>
                    <a:pt x="7636" y="10224"/>
                  </a:lnTo>
                  <a:lnTo>
                    <a:pt x="8230" y="8824"/>
                  </a:lnTo>
                  <a:lnTo>
                    <a:pt x="8909" y="7467"/>
                  </a:lnTo>
                  <a:lnTo>
                    <a:pt x="9630" y="6194"/>
                  </a:lnTo>
                  <a:lnTo>
                    <a:pt x="10054" y="5558"/>
                  </a:lnTo>
                  <a:lnTo>
                    <a:pt x="10478" y="4921"/>
                  </a:lnTo>
                  <a:lnTo>
                    <a:pt x="10903" y="4328"/>
                  </a:lnTo>
                  <a:lnTo>
                    <a:pt x="11369" y="3734"/>
                  </a:lnTo>
                  <a:lnTo>
                    <a:pt x="10775" y="2843"/>
                  </a:lnTo>
                  <a:lnTo>
                    <a:pt x="10181" y="1994"/>
                  </a:lnTo>
                  <a:lnTo>
                    <a:pt x="9545" y="1146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6"/>
            <p:cNvSpPr/>
            <p:nvPr/>
          </p:nvSpPr>
          <p:spPr>
            <a:xfrm>
              <a:off x="1465150" y="1457050"/>
              <a:ext cx="393475" cy="1022375"/>
            </a:xfrm>
            <a:custGeom>
              <a:avLst/>
              <a:gdLst/>
              <a:ahLst/>
              <a:cxnLst/>
              <a:rect l="l" t="t" r="r" b="b"/>
              <a:pathLst>
                <a:path w="15739" h="40895" extrusionOk="0">
                  <a:moveTo>
                    <a:pt x="6321" y="0"/>
                  </a:moveTo>
                  <a:lnTo>
                    <a:pt x="6279" y="43"/>
                  </a:lnTo>
                  <a:lnTo>
                    <a:pt x="6194" y="85"/>
                  </a:lnTo>
                  <a:lnTo>
                    <a:pt x="6194" y="128"/>
                  </a:lnTo>
                  <a:lnTo>
                    <a:pt x="6194" y="212"/>
                  </a:lnTo>
                  <a:lnTo>
                    <a:pt x="6788" y="2206"/>
                  </a:lnTo>
                  <a:lnTo>
                    <a:pt x="7297" y="4200"/>
                  </a:lnTo>
                  <a:lnTo>
                    <a:pt x="7764" y="6194"/>
                  </a:lnTo>
                  <a:lnTo>
                    <a:pt x="8188" y="8230"/>
                  </a:lnTo>
                  <a:lnTo>
                    <a:pt x="8188" y="8230"/>
                  </a:lnTo>
                  <a:lnTo>
                    <a:pt x="7806" y="7848"/>
                  </a:lnTo>
                  <a:lnTo>
                    <a:pt x="7382" y="7467"/>
                  </a:lnTo>
                  <a:lnTo>
                    <a:pt x="6958" y="7085"/>
                  </a:lnTo>
                  <a:lnTo>
                    <a:pt x="6491" y="6788"/>
                  </a:lnTo>
                  <a:lnTo>
                    <a:pt x="6024" y="6491"/>
                  </a:lnTo>
                  <a:lnTo>
                    <a:pt x="5558" y="6236"/>
                  </a:lnTo>
                  <a:lnTo>
                    <a:pt x="5049" y="6067"/>
                  </a:lnTo>
                  <a:lnTo>
                    <a:pt x="4497" y="5897"/>
                  </a:lnTo>
                  <a:lnTo>
                    <a:pt x="4455" y="5897"/>
                  </a:lnTo>
                  <a:lnTo>
                    <a:pt x="4370" y="5939"/>
                  </a:lnTo>
                  <a:lnTo>
                    <a:pt x="4285" y="6024"/>
                  </a:lnTo>
                  <a:lnTo>
                    <a:pt x="4285" y="6151"/>
                  </a:lnTo>
                  <a:lnTo>
                    <a:pt x="4285" y="6194"/>
                  </a:lnTo>
                  <a:lnTo>
                    <a:pt x="4370" y="6236"/>
                  </a:lnTo>
                  <a:lnTo>
                    <a:pt x="5515" y="6957"/>
                  </a:lnTo>
                  <a:lnTo>
                    <a:pt x="6067" y="7297"/>
                  </a:lnTo>
                  <a:lnTo>
                    <a:pt x="6576" y="7679"/>
                  </a:lnTo>
                  <a:lnTo>
                    <a:pt x="7042" y="8103"/>
                  </a:lnTo>
                  <a:lnTo>
                    <a:pt x="7551" y="8569"/>
                  </a:lnTo>
                  <a:lnTo>
                    <a:pt x="7976" y="9079"/>
                  </a:lnTo>
                  <a:lnTo>
                    <a:pt x="8400" y="9588"/>
                  </a:lnTo>
                  <a:lnTo>
                    <a:pt x="8442" y="9672"/>
                  </a:lnTo>
                  <a:lnTo>
                    <a:pt x="8782" y="11624"/>
                  </a:lnTo>
                  <a:lnTo>
                    <a:pt x="9036" y="13618"/>
                  </a:lnTo>
                  <a:lnTo>
                    <a:pt x="9248" y="15611"/>
                  </a:lnTo>
                  <a:lnTo>
                    <a:pt x="9418" y="17605"/>
                  </a:lnTo>
                  <a:lnTo>
                    <a:pt x="8739" y="16799"/>
                  </a:lnTo>
                  <a:lnTo>
                    <a:pt x="8018" y="16078"/>
                  </a:lnTo>
                  <a:lnTo>
                    <a:pt x="7255" y="15357"/>
                  </a:lnTo>
                  <a:lnTo>
                    <a:pt x="6449" y="14721"/>
                  </a:lnTo>
                  <a:lnTo>
                    <a:pt x="5600" y="14127"/>
                  </a:lnTo>
                  <a:lnTo>
                    <a:pt x="4709" y="13575"/>
                  </a:lnTo>
                  <a:lnTo>
                    <a:pt x="3776" y="13151"/>
                  </a:lnTo>
                  <a:lnTo>
                    <a:pt x="2758" y="12727"/>
                  </a:lnTo>
                  <a:lnTo>
                    <a:pt x="2673" y="12727"/>
                  </a:lnTo>
                  <a:lnTo>
                    <a:pt x="2588" y="12769"/>
                  </a:lnTo>
                  <a:lnTo>
                    <a:pt x="2546" y="12812"/>
                  </a:lnTo>
                  <a:lnTo>
                    <a:pt x="2503" y="12896"/>
                  </a:lnTo>
                  <a:lnTo>
                    <a:pt x="2461" y="12981"/>
                  </a:lnTo>
                  <a:lnTo>
                    <a:pt x="2461" y="13066"/>
                  </a:lnTo>
                  <a:lnTo>
                    <a:pt x="2503" y="13109"/>
                  </a:lnTo>
                  <a:lnTo>
                    <a:pt x="2588" y="13193"/>
                  </a:lnTo>
                  <a:lnTo>
                    <a:pt x="3606" y="13702"/>
                  </a:lnTo>
                  <a:lnTo>
                    <a:pt x="4582" y="14296"/>
                  </a:lnTo>
                  <a:lnTo>
                    <a:pt x="5558" y="14890"/>
                  </a:lnTo>
                  <a:lnTo>
                    <a:pt x="6406" y="15569"/>
                  </a:lnTo>
                  <a:lnTo>
                    <a:pt x="7255" y="16333"/>
                  </a:lnTo>
                  <a:lnTo>
                    <a:pt x="8061" y="17139"/>
                  </a:lnTo>
                  <a:lnTo>
                    <a:pt x="8782" y="17987"/>
                  </a:lnTo>
                  <a:lnTo>
                    <a:pt x="9460" y="18920"/>
                  </a:lnTo>
                  <a:lnTo>
                    <a:pt x="9545" y="20193"/>
                  </a:lnTo>
                  <a:lnTo>
                    <a:pt x="9545" y="21635"/>
                  </a:lnTo>
                  <a:lnTo>
                    <a:pt x="9545" y="23035"/>
                  </a:lnTo>
                  <a:lnTo>
                    <a:pt x="9503" y="24435"/>
                  </a:lnTo>
                  <a:lnTo>
                    <a:pt x="9460" y="25835"/>
                  </a:lnTo>
                  <a:lnTo>
                    <a:pt x="8570" y="24986"/>
                  </a:lnTo>
                  <a:lnTo>
                    <a:pt x="7636" y="24138"/>
                  </a:lnTo>
                  <a:lnTo>
                    <a:pt x="6661" y="23332"/>
                  </a:lnTo>
                  <a:lnTo>
                    <a:pt x="5643" y="22611"/>
                  </a:lnTo>
                  <a:lnTo>
                    <a:pt x="4624" y="21975"/>
                  </a:lnTo>
                  <a:lnTo>
                    <a:pt x="3521" y="21338"/>
                  </a:lnTo>
                  <a:lnTo>
                    <a:pt x="2376" y="20787"/>
                  </a:lnTo>
                  <a:lnTo>
                    <a:pt x="1231" y="20320"/>
                  </a:lnTo>
                  <a:lnTo>
                    <a:pt x="1103" y="20320"/>
                  </a:lnTo>
                  <a:lnTo>
                    <a:pt x="1019" y="20363"/>
                  </a:lnTo>
                  <a:lnTo>
                    <a:pt x="934" y="20405"/>
                  </a:lnTo>
                  <a:lnTo>
                    <a:pt x="849" y="20532"/>
                  </a:lnTo>
                  <a:lnTo>
                    <a:pt x="806" y="20617"/>
                  </a:lnTo>
                  <a:lnTo>
                    <a:pt x="849" y="20744"/>
                  </a:lnTo>
                  <a:lnTo>
                    <a:pt x="891" y="20829"/>
                  </a:lnTo>
                  <a:lnTo>
                    <a:pt x="976" y="20914"/>
                  </a:lnTo>
                  <a:lnTo>
                    <a:pt x="2164" y="21508"/>
                  </a:lnTo>
                  <a:lnTo>
                    <a:pt x="3309" y="22102"/>
                  </a:lnTo>
                  <a:lnTo>
                    <a:pt x="4370" y="22781"/>
                  </a:lnTo>
                  <a:lnTo>
                    <a:pt x="5473" y="23502"/>
                  </a:lnTo>
                  <a:lnTo>
                    <a:pt x="6491" y="24308"/>
                  </a:lnTo>
                  <a:lnTo>
                    <a:pt x="7467" y="25114"/>
                  </a:lnTo>
                  <a:lnTo>
                    <a:pt x="8400" y="26047"/>
                  </a:lnTo>
                  <a:lnTo>
                    <a:pt x="9333" y="26980"/>
                  </a:lnTo>
                  <a:lnTo>
                    <a:pt x="9376" y="27023"/>
                  </a:lnTo>
                  <a:lnTo>
                    <a:pt x="9248" y="28592"/>
                  </a:lnTo>
                  <a:lnTo>
                    <a:pt x="9079" y="30119"/>
                  </a:lnTo>
                  <a:lnTo>
                    <a:pt x="8697" y="33174"/>
                  </a:lnTo>
                  <a:lnTo>
                    <a:pt x="7848" y="32325"/>
                  </a:lnTo>
                  <a:lnTo>
                    <a:pt x="6915" y="31519"/>
                  </a:lnTo>
                  <a:lnTo>
                    <a:pt x="5897" y="30756"/>
                  </a:lnTo>
                  <a:lnTo>
                    <a:pt x="4879" y="30077"/>
                  </a:lnTo>
                  <a:lnTo>
                    <a:pt x="3818" y="29483"/>
                  </a:lnTo>
                  <a:lnTo>
                    <a:pt x="2715" y="28974"/>
                  </a:lnTo>
                  <a:lnTo>
                    <a:pt x="1570" y="28507"/>
                  </a:lnTo>
                  <a:lnTo>
                    <a:pt x="382" y="28126"/>
                  </a:lnTo>
                  <a:lnTo>
                    <a:pt x="255" y="28126"/>
                  </a:lnTo>
                  <a:lnTo>
                    <a:pt x="128" y="28168"/>
                  </a:lnTo>
                  <a:lnTo>
                    <a:pt x="85" y="28253"/>
                  </a:lnTo>
                  <a:lnTo>
                    <a:pt x="0" y="28338"/>
                  </a:lnTo>
                  <a:lnTo>
                    <a:pt x="0" y="28423"/>
                  </a:lnTo>
                  <a:lnTo>
                    <a:pt x="43" y="28550"/>
                  </a:lnTo>
                  <a:lnTo>
                    <a:pt x="85" y="28635"/>
                  </a:lnTo>
                  <a:lnTo>
                    <a:pt x="213" y="28719"/>
                  </a:lnTo>
                  <a:lnTo>
                    <a:pt x="1400" y="29186"/>
                  </a:lnTo>
                  <a:lnTo>
                    <a:pt x="2546" y="29738"/>
                  </a:lnTo>
                  <a:lnTo>
                    <a:pt x="3649" y="30332"/>
                  </a:lnTo>
                  <a:lnTo>
                    <a:pt x="4709" y="31010"/>
                  </a:lnTo>
                  <a:lnTo>
                    <a:pt x="5727" y="31731"/>
                  </a:lnTo>
                  <a:lnTo>
                    <a:pt x="6703" y="32495"/>
                  </a:lnTo>
                  <a:lnTo>
                    <a:pt x="7636" y="33343"/>
                  </a:lnTo>
                  <a:lnTo>
                    <a:pt x="8570" y="34277"/>
                  </a:lnTo>
                  <a:lnTo>
                    <a:pt x="8061" y="37331"/>
                  </a:lnTo>
                  <a:lnTo>
                    <a:pt x="7509" y="40385"/>
                  </a:lnTo>
                  <a:lnTo>
                    <a:pt x="7509" y="40555"/>
                  </a:lnTo>
                  <a:lnTo>
                    <a:pt x="7594" y="40682"/>
                  </a:lnTo>
                  <a:lnTo>
                    <a:pt x="7679" y="40810"/>
                  </a:lnTo>
                  <a:lnTo>
                    <a:pt x="7806" y="40894"/>
                  </a:lnTo>
                  <a:lnTo>
                    <a:pt x="7976" y="40894"/>
                  </a:lnTo>
                  <a:lnTo>
                    <a:pt x="8103" y="40852"/>
                  </a:lnTo>
                  <a:lnTo>
                    <a:pt x="8230" y="40767"/>
                  </a:lnTo>
                  <a:lnTo>
                    <a:pt x="8315" y="40597"/>
                  </a:lnTo>
                  <a:lnTo>
                    <a:pt x="8739" y="39028"/>
                  </a:lnTo>
                  <a:lnTo>
                    <a:pt x="9079" y="37458"/>
                  </a:lnTo>
                  <a:lnTo>
                    <a:pt x="9418" y="35846"/>
                  </a:lnTo>
                  <a:lnTo>
                    <a:pt x="9715" y="34234"/>
                  </a:lnTo>
                  <a:lnTo>
                    <a:pt x="10351" y="33598"/>
                  </a:lnTo>
                  <a:lnTo>
                    <a:pt x="10988" y="33004"/>
                  </a:lnTo>
                  <a:lnTo>
                    <a:pt x="11666" y="32453"/>
                  </a:lnTo>
                  <a:lnTo>
                    <a:pt x="12387" y="31944"/>
                  </a:lnTo>
                  <a:lnTo>
                    <a:pt x="13151" y="31477"/>
                  </a:lnTo>
                  <a:lnTo>
                    <a:pt x="13915" y="31053"/>
                  </a:lnTo>
                  <a:lnTo>
                    <a:pt x="14678" y="30628"/>
                  </a:lnTo>
                  <a:lnTo>
                    <a:pt x="15527" y="30289"/>
                  </a:lnTo>
                  <a:lnTo>
                    <a:pt x="15654" y="30162"/>
                  </a:lnTo>
                  <a:lnTo>
                    <a:pt x="15739" y="30035"/>
                  </a:lnTo>
                  <a:lnTo>
                    <a:pt x="15739" y="29865"/>
                  </a:lnTo>
                  <a:lnTo>
                    <a:pt x="15739" y="29738"/>
                  </a:lnTo>
                  <a:lnTo>
                    <a:pt x="15654" y="29568"/>
                  </a:lnTo>
                  <a:lnTo>
                    <a:pt x="15527" y="29483"/>
                  </a:lnTo>
                  <a:lnTo>
                    <a:pt x="15399" y="29398"/>
                  </a:lnTo>
                  <a:lnTo>
                    <a:pt x="15230" y="29441"/>
                  </a:lnTo>
                  <a:lnTo>
                    <a:pt x="14466" y="29738"/>
                  </a:lnTo>
                  <a:lnTo>
                    <a:pt x="13703" y="30077"/>
                  </a:lnTo>
                  <a:lnTo>
                    <a:pt x="12981" y="30459"/>
                  </a:lnTo>
                  <a:lnTo>
                    <a:pt x="12303" y="30883"/>
                  </a:lnTo>
                  <a:lnTo>
                    <a:pt x="11666" y="31350"/>
                  </a:lnTo>
                  <a:lnTo>
                    <a:pt x="11030" y="31859"/>
                  </a:lnTo>
                  <a:lnTo>
                    <a:pt x="10436" y="32410"/>
                  </a:lnTo>
                  <a:lnTo>
                    <a:pt x="9885" y="33004"/>
                  </a:lnTo>
                  <a:lnTo>
                    <a:pt x="10097" y="31350"/>
                  </a:lnTo>
                  <a:lnTo>
                    <a:pt x="10266" y="29695"/>
                  </a:lnTo>
                  <a:lnTo>
                    <a:pt x="10394" y="28041"/>
                  </a:lnTo>
                  <a:lnTo>
                    <a:pt x="10436" y="26344"/>
                  </a:lnTo>
                  <a:lnTo>
                    <a:pt x="11030" y="25792"/>
                  </a:lnTo>
                  <a:lnTo>
                    <a:pt x="11581" y="25199"/>
                  </a:lnTo>
                  <a:lnTo>
                    <a:pt x="12175" y="24689"/>
                  </a:lnTo>
                  <a:lnTo>
                    <a:pt x="12812" y="24180"/>
                  </a:lnTo>
                  <a:lnTo>
                    <a:pt x="13448" y="23714"/>
                  </a:lnTo>
                  <a:lnTo>
                    <a:pt x="14084" y="23247"/>
                  </a:lnTo>
                  <a:lnTo>
                    <a:pt x="14806" y="22823"/>
                  </a:lnTo>
                  <a:lnTo>
                    <a:pt x="15484" y="22399"/>
                  </a:lnTo>
                  <a:lnTo>
                    <a:pt x="15654" y="22271"/>
                  </a:lnTo>
                  <a:lnTo>
                    <a:pt x="15696" y="22144"/>
                  </a:lnTo>
                  <a:lnTo>
                    <a:pt x="15696" y="21975"/>
                  </a:lnTo>
                  <a:lnTo>
                    <a:pt x="15654" y="21847"/>
                  </a:lnTo>
                  <a:lnTo>
                    <a:pt x="15569" y="21720"/>
                  </a:lnTo>
                  <a:lnTo>
                    <a:pt x="15442" y="21635"/>
                  </a:lnTo>
                  <a:lnTo>
                    <a:pt x="15315" y="21635"/>
                  </a:lnTo>
                  <a:lnTo>
                    <a:pt x="15102" y="21678"/>
                  </a:lnTo>
                  <a:lnTo>
                    <a:pt x="14466" y="21975"/>
                  </a:lnTo>
                  <a:lnTo>
                    <a:pt x="13830" y="22356"/>
                  </a:lnTo>
                  <a:lnTo>
                    <a:pt x="13236" y="22738"/>
                  </a:lnTo>
                  <a:lnTo>
                    <a:pt x="12600" y="23162"/>
                  </a:lnTo>
                  <a:lnTo>
                    <a:pt x="12048" y="23629"/>
                  </a:lnTo>
                  <a:lnTo>
                    <a:pt x="11497" y="24096"/>
                  </a:lnTo>
                  <a:lnTo>
                    <a:pt x="10988" y="24647"/>
                  </a:lnTo>
                  <a:lnTo>
                    <a:pt x="10479" y="25156"/>
                  </a:lnTo>
                  <a:lnTo>
                    <a:pt x="10479" y="23756"/>
                  </a:lnTo>
                  <a:lnTo>
                    <a:pt x="10479" y="22356"/>
                  </a:lnTo>
                  <a:lnTo>
                    <a:pt x="10436" y="20956"/>
                  </a:lnTo>
                  <a:lnTo>
                    <a:pt x="10351" y="19514"/>
                  </a:lnTo>
                  <a:lnTo>
                    <a:pt x="10436" y="19429"/>
                  </a:lnTo>
                  <a:lnTo>
                    <a:pt x="10479" y="19344"/>
                  </a:lnTo>
                  <a:lnTo>
                    <a:pt x="10775" y="18623"/>
                  </a:lnTo>
                  <a:lnTo>
                    <a:pt x="11115" y="17902"/>
                  </a:lnTo>
                  <a:lnTo>
                    <a:pt x="11454" y="17223"/>
                  </a:lnTo>
                  <a:lnTo>
                    <a:pt x="11836" y="16587"/>
                  </a:lnTo>
                  <a:lnTo>
                    <a:pt x="12260" y="15951"/>
                  </a:lnTo>
                  <a:lnTo>
                    <a:pt x="12684" y="15314"/>
                  </a:lnTo>
                  <a:lnTo>
                    <a:pt x="13193" y="14678"/>
                  </a:lnTo>
                  <a:lnTo>
                    <a:pt x="13660" y="14084"/>
                  </a:lnTo>
                  <a:lnTo>
                    <a:pt x="13745" y="13915"/>
                  </a:lnTo>
                  <a:lnTo>
                    <a:pt x="13787" y="13745"/>
                  </a:lnTo>
                  <a:lnTo>
                    <a:pt x="13745" y="13618"/>
                  </a:lnTo>
                  <a:lnTo>
                    <a:pt x="13660" y="13490"/>
                  </a:lnTo>
                  <a:lnTo>
                    <a:pt x="13533" y="13363"/>
                  </a:lnTo>
                  <a:lnTo>
                    <a:pt x="13406" y="13321"/>
                  </a:lnTo>
                  <a:lnTo>
                    <a:pt x="13236" y="13363"/>
                  </a:lnTo>
                  <a:lnTo>
                    <a:pt x="13109" y="13448"/>
                  </a:lnTo>
                  <a:lnTo>
                    <a:pt x="12642" y="13999"/>
                  </a:lnTo>
                  <a:lnTo>
                    <a:pt x="12218" y="14508"/>
                  </a:lnTo>
                  <a:lnTo>
                    <a:pt x="11836" y="15060"/>
                  </a:lnTo>
                  <a:lnTo>
                    <a:pt x="11454" y="15654"/>
                  </a:lnTo>
                  <a:lnTo>
                    <a:pt x="11115" y="16205"/>
                  </a:lnTo>
                  <a:lnTo>
                    <a:pt x="10818" y="16799"/>
                  </a:lnTo>
                  <a:lnTo>
                    <a:pt x="10224" y="18029"/>
                  </a:lnTo>
                  <a:lnTo>
                    <a:pt x="10012" y="15866"/>
                  </a:lnTo>
                  <a:lnTo>
                    <a:pt x="9757" y="13702"/>
                  </a:lnTo>
                  <a:lnTo>
                    <a:pt x="9418" y="11581"/>
                  </a:lnTo>
                  <a:lnTo>
                    <a:pt x="8994" y="9460"/>
                  </a:lnTo>
                  <a:lnTo>
                    <a:pt x="9163" y="9036"/>
                  </a:lnTo>
                  <a:lnTo>
                    <a:pt x="9333" y="8697"/>
                  </a:lnTo>
                  <a:lnTo>
                    <a:pt x="9503" y="8315"/>
                  </a:lnTo>
                  <a:lnTo>
                    <a:pt x="9715" y="8018"/>
                  </a:lnTo>
                  <a:lnTo>
                    <a:pt x="10224" y="7382"/>
                  </a:lnTo>
                  <a:lnTo>
                    <a:pt x="10775" y="6745"/>
                  </a:lnTo>
                  <a:lnTo>
                    <a:pt x="10860" y="6618"/>
                  </a:lnTo>
                  <a:lnTo>
                    <a:pt x="10860" y="6491"/>
                  </a:lnTo>
                  <a:lnTo>
                    <a:pt x="10860" y="6364"/>
                  </a:lnTo>
                  <a:lnTo>
                    <a:pt x="10775" y="6279"/>
                  </a:lnTo>
                  <a:lnTo>
                    <a:pt x="10691" y="6194"/>
                  </a:lnTo>
                  <a:lnTo>
                    <a:pt x="10563" y="6151"/>
                  </a:lnTo>
                  <a:lnTo>
                    <a:pt x="10394" y="6151"/>
                  </a:lnTo>
                  <a:lnTo>
                    <a:pt x="10266" y="6236"/>
                  </a:lnTo>
                  <a:lnTo>
                    <a:pt x="9800" y="6660"/>
                  </a:lnTo>
                  <a:lnTo>
                    <a:pt x="9418" y="7127"/>
                  </a:lnTo>
                  <a:lnTo>
                    <a:pt x="9036" y="7636"/>
                  </a:lnTo>
                  <a:lnTo>
                    <a:pt x="8739" y="8188"/>
                  </a:lnTo>
                  <a:lnTo>
                    <a:pt x="8273" y="6109"/>
                  </a:lnTo>
                  <a:lnTo>
                    <a:pt x="7764" y="4115"/>
                  </a:lnTo>
                  <a:lnTo>
                    <a:pt x="7170" y="2079"/>
                  </a:lnTo>
                  <a:lnTo>
                    <a:pt x="6576" y="128"/>
                  </a:lnTo>
                  <a:lnTo>
                    <a:pt x="6533" y="43"/>
                  </a:lnTo>
                  <a:lnTo>
                    <a:pt x="6449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6"/>
            <p:cNvSpPr/>
            <p:nvPr/>
          </p:nvSpPr>
          <p:spPr>
            <a:xfrm>
              <a:off x="1123650" y="1507950"/>
              <a:ext cx="688325" cy="969350"/>
            </a:xfrm>
            <a:custGeom>
              <a:avLst/>
              <a:gdLst/>
              <a:ahLst/>
              <a:cxnLst/>
              <a:rect l="l" t="t" r="r" b="b"/>
              <a:pathLst>
                <a:path w="27533" h="38774" extrusionOk="0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3757" y="37586"/>
                  </a:lnTo>
                  <a:lnTo>
                    <a:pt x="24181" y="37331"/>
                  </a:lnTo>
                  <a:lnTo>
                    <a:pt x="24563" y="37034"/>
                  </a:lnTo>
                  <a:lnTo>
                    <a:pt x="24945" y="36737"/>
                  </a:lnTo>
                  <a:lnTo>
                    <a:pt x="25284" y="36398"/>
                  </a:lnTo>
                  <a:lnTo>
                    <a:pt x="25623" y="36059"/>
                  </a:lnTo>
                  <a:lnTo>
                    <a:pt x="25920" y="35677"/>
                  </a:lnTo>
                  <a:lnTo>
                    <a:pt x="26217" y="35253"/>
                  </a:lnTo>
                  <a:lnTo>
                    <a:pt x="26472" y="34828"/>
                  </a:lnTo>
                  <a:lnTo>
                    <a:pt x="26726" y="34362"/>
                  </a:lnTo>
                  <a:lnTo>
                    <a:pt x="26938" y="33895"/>
                  </a:lnTo>
                  <a:lnTo>
                    <a:pt x="27108" y="33386"/>
                  </a:lnTo>
                  <a:lnTo>
                    <a:pt x="27278" y="32877"/>
                  </a:lnTo>
                  <a:lnTo>
                    <a:pt x="27363" y="32326"/>
                  </a:lnTo>
                  <a:lnTo>
                    <a:pt x="27490" y="31732"/>
                  </a:lnTo>
                  <a:lnTo>
                    <a:pt x="27532" y="31138"/>
                  </a:lnTo>
                  <a:lnTo>
                    <a:pt x="27532" y="30544"/>
                  </a:lnTo>
                  <a:lnTo>
                    <a:pt x="27532" y="29950"/>
                  </a:lnTo>
                  <a:lnTo>
                    <a:pt x="27490" y="29356"/>
                  </a:lnTo>
                  <a:lnTo>
                    <a:pt x="27447" y="28720"/>
                  </a:lnTo>
                  <a:lnTo>
                    <a:pt x="27235" y="27532"/>
                  </a:lnTo>
                  <a:lnTo>
                    <a:pt x="26938" y="26387"/>
                  </a:lnTo>
                  <a:lnTo>
                    <a:pt x="26599" y="25199"/>
                  </a:lnTo>
                  <a:lnTo>
                    <a:pt x="26132" y="24053"/>
                  </a:lnTo>
                  <a:lnTo>
                    <a:pt x="25623" y="22908"/>
                  </a:lnTo>
                  <a:lnTo>
                    <a:pt x="25029" y="21805"/>
                  </a:lnTo>
                  <a:lnTo>
                    <a:pt x="24435" y="20702"/>
                  </a:lnTo>
                  <a:lnTo>
                    <a:pt x="23757" y="19599"/>
                  </a:lnTo>
                  <a:lnTo>
                    <a:pt x="23036" y="18539"/>
                  </a:lnTo>
                  <a:lnTo>
                    <a:pt x="22314" y="17521"/>
                  </a:lnTo>
                  <a:lnTo>
                    <a:pt x="21593" y="16545"/>
                  </a:lnTo>
                  <a:lnTo>
                    <a:pt x="20830" y="15569"/>
                  </a:lnTo>
                  <a:lnTo>
                    <a:pt x="19303" y="13745"/>
                  </a:lnTo>
                  <a:lnTo>
                    <a:pt x="18412" y="12685"/>
                  </a:lnTo>
                  <a:lnTo>
                    <a:pt x="17436" y="11666"/>
                  </a:lnTo>
                  <a:lnTo>
                    <a:pt x="16460" y="10606"/>
                  </a:lnTo>
                  <a:lnTo>
                    <a:pt x="15442" y="9630"/>
                  </a:lnTo>
                  <a:lnTo>
                    <a:pt x="14424" y="8612"/>
                  </a:lnTo>
                  <a:lnTo>
                    <a:pt x="13364" y="7679"/>
                  </a:lnTo>
                  <a:lnTo>
                    <a:pt x="12261" y="6746"/>
                  </a:lnTo>
                  <a:lnTo>
                    <a:pt x="11158" y="5855"/>
                  </a:lnTo>
                  <a:lnTo>
                    <a:pt x="10012" y="4964"/>
                  </a:lnTo>
                  <a:lnTo>
                    <a:pt x="8824" y="4158"/>
                  </a:lnTo>
                  <a:lnTo>
                    <a:pt x="7637" y="3352"/>
                  </a:lnTo>
                  <a:lnTo>
                    <a:pt x="6406" y="2588"/>
                  </a:lnTo>
                  <a:lnTo>
                    <a:pt x="5176" y="1867"/>
                  </a:lnTo>
                  <a:lnTo>
                    <a:pt x="3946" y="1231"/>
                  </a:lnTo>
                  <a:lnTo>
                    <a:pt x="2673" y="594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6"/>
            <p:cNvSpPr/>
            <p:nvPr/>
          </p:nvSpPr>
          <p:spPr>
            <a:xfrm>
              <a:off x="1123650" y="1507950"/>
              <a:ext cx="583325" cy="969350"/>
            </a:xfrm>
            <a:custGeom>
              <a:avLst/>
              <a:gdLst/>
              <a:ahLst/>
              <a:cxnLst/>
              <a:rect l="l" t="t" r="r" b="b"/>
              <a:pathLst>
                <a:path w="23333" h="38774" extrusionOk="0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2017" y="37246"/>
                  </a:lnTo>
                  <a:lnTo>
                    <a:pt x="20702" y="36652"/>
                  </a:lnTo>
                  <a:lnTo>
                    <a:pt x="19939" y="36228"/>
                  </a:lnTo>
                  <a:lnTo>
                    <a:pt x="19175" y="35804"/>
                  </a:lnTo>
                  <a:lnTo>
                    <a:pt x="18454" y="35380"/>
                  </a:lnTo>
                  <a:lnTo>
                    <a:pt x="17733" y="34913"/>
                  </a:lnTo>
                  <a:lnTo>
                    <a:pt x="17054" y="34404"/>
                  </a:lnTo>
                  <a:lnTo>
                    <a:pt x="16418" y="33895"/>
                  </a:lnTo>
                  <a:lnTo>
                    <a:pt x="15739" y="33344"/>
                  </a:lnTo>
                  <a:lnTo>
                    <a:pt x="15145" y="32750"/>
                  </a:lnTo>
                  <a:lnTo>
                    <a:pt x="14551" y="32198"/>
                  </a:lnTo>
                  <a:lnTo>
                    <a:pt x="13957" y="31562"/>
                  </a:lnTo>
                  <a:lnTo>
                    <a:pt x="13406" y="30926"/>
                  </a:lnTo>
                  <a:lnTo>
                    <a:pt x="12854" y="30289"/>
                  </a:lnTo>
                  <a:lnTo>
                    <a:pt x="12345" y="29611"/>
                  </a:lnTo>
                  <a:lnTo>
                    <a:pt x="11836" y="28932"/>
                  </a:lnTo>
                  <a:lnTo>
                    <a:pt x="10861" y="27489"/>
                  </a:lnTo>
                  <a:lnTo>
                    <a:pt x="10394" y="26683"/>
                  </a:lnTo>
                  <a:lnTo>
                    <a:pt x="9927" y="25877"/>
                  </a:lnTo>
                  <a:lnTo>
                    <a:pt x="9079" y="24265"/>
                  </a:lnTo>
                  <a:lnTo>
                    <a:pt x="8358" y="22611"/>
                  </a:lnTo>
                  <a:lnTo>
                    <a:pt x="7679" y="20914"/>
                  </a:lnTo>
                  <a:lnTo>
                    <a:pt x="7085" y="19175"/>
                  </a:lnTo>
                  <a:lnTo>
                    <a:pt x="6534" y="17436"/>
                  </a:lnTo>
                  <a:lnTo>
                    <a:pt x="6067" y="15654"/>
                  </a:lnTo>
                  <a:lnTo>
                    <a:pt x="5643" y="13872"/>
                  </a:lnTo>
                  <a:lnTo>
                    <a:pt x="5346" y="12388"/>
                  </a:lnTo>
                  <a:lnTo>
                    <a:pt x="5091" y="10860"/>
                  </a:lnTo>
                  <a:lnTo>
                    <a:pt x="4922" y="9376"/>
                  </a:lnTo>
                  <a:lnTo>
                    <a:pt x="4794" y="7849"/>
                  </a:lnTo>
                  <a:lnTo>
                    <a:pt x="4752" y="6364"/>
                  </a:lnTo>
                  <a:lnTo>
                    <a:pt x="4794" y="4879"/>
                  </a:lnTo>
                  <a:lnTo>
                    <a:pt x="4837" y="4115"/>
                  </a:lnTo>
                  <a:lnTo>
                    <a:pt x="4922" y="3352"/>
                  </a:lnTo>
                  <a:lnTo>
                    <a:pt x="5049" y="2631"/>
                  </a:lnTo>
                  <a:lnTo>
                    <a:pt x="5176" y="1867"/>
                  </a:lnTo>
                  <a:lnTo>
                    <a:pt x="4243" y="1400"/>
                  </a:lnTo>
                  <a:lnTo>
                    <a:pt x="3310" y="891"/>
                  </a:lnTo>
                  <a:lnTo>
                    <a:pt x="2334" y="467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6"/>
            <p:cNvSpPr/>
            <p:nvPr/>
          </p:nvSpPr>
          <p:spPr>
            <a:xfrm>
              <a:off x="1169250" y="1570525"/>
              <a:ext cx="562125" cy="886625"/>
            </a:xfrm>
            <a:custGeom>
              <a:avLst/>
              <a:gdLst/>
              <a:ahLst/>
              <a:cxnLst/>
              <a:rect l="l" t="t" r="r" b="b"/>
              <a:pathLst>
                <a:path w="22485" h="35465" extrusionOk="0">
                  <a:moveTo>
                    <a:pt x="213" y="0"/>
                  </a:moveTo>
                  <a:lnTo>
                    <a:pt x="86" y="85"/>
                  </a:lnTo>
                  <a:lnTo>
                    <a:pt x="1" y="128"/>
                  </a:lnTo>
                  <a:lnTo>
                    <a:pt x="1" y="170"/>
                  </a:lnTo>
                  <a:lnTo>
                    <a:pt x="1" y="255"/>
                  </a:lnTo>
                  <a:lnTo>
                    <a:pt x="43" y="340"/>
                  </a:lnTo>
                  <a:lnTo>
                    <a:pt x="1486" y="1825"/>
                  </a:lnTo>
                  <a:lnTo>
                    <a:pt x="2886" y="3309"/>
                  </a:lnTo>
                  <a:lnTo>
                    <a:pt x="4243" y="4879"/>
                  </a:lnTo>
                  <a:lnTo>
                    <a:pt x="5558" y="6448"/>
                  </a:lnTo>
                  <a:lnTo>
                    <a:pt x="5049" y="6279"/>
                  </a:lnTo>
                  <a:lnTo>
                    <a:pt x="4498" y="6152"/>
                  </a:lnTo>
                  <a:lnTo>
                    <a:pt x="3946" y="6024"/>
                  </a:lnTo>
                  <a:lnTo>
                    <a:pt x="3437" y="5982"/>
                  </a:lnTo>
                  <a:lnTo>
                    <a:pt x="2886" y="5939"/>
                  </a:lnTo>
                  <a:lnTo>
                    <a:pt x="2334" y="5939"/>
                  </a:lnTo>
                  <a:lnTo>
                    <a:pt x="1783" y="6024"/>
                  </a:lnTo>
                  <a:lnTo>
                    <a:pt x="1231" y="6152"/>
                  </a:lnTo>
                  <a:lnTo>
                    <a:pt x="1189" y="6152"/>
                  </a:lnTo>
                  <a:lnTo>
                    <a:pt x="1146" y="6194"/>
                  </a:lnTo>
                  <a:lnTo>
                    <a:pt x="1104" y="6321"/>
                  </a:lnTo>
                  <a:lnTo>
                    <a:pt x="1146" y="6448"/>
                  </a:lnTo>
                  <a:lnTo>
                    <a:pt x="1189" y="6491"/>
                  </a:lnTo>
                  <a:lnTo>
                    <a:pt x="1274" y="6491"/>
                  </a:lnTo>
                  <a:lnTo>
                    <a:pt x="2631" y="6576"/>
                  </a:lnTo>
                  <a:lnTo>
                    <a:pt x="3267" y="6661"/>
                  </a:lnTo>
                  <a:lnTo>
                    <a:pt x="3904" y="6745"/>
                  </a:lnTo>
                  <a:lnTo>
                    <a:pt x="4540" y="6873"/>
                  </a:lnTo>
                  <a:lnTo>
                    <a:pt x="5176" y="7085"/>
                  </a:lnTo>
                  <a:lnTo>
                    <a:pt x="5770" y="7297"/>
                  </a:lnTo>
                  <a:lnTo>
                    <a:pt x="6407" y="7594"/>
                  </a:lnTo>
                  <a:lnTo>
                    <a:pt x="6491" y="7594"/>
                  </a:lnTo>
                  <a:lnTo>
                    <a:pt x="7679" y="9206"/>
                  </a:lnTo>
                  <a:lnTo>
                    <a:pt x="8867" y="10818"/>
                  </a:lnTo>
                  <a:lnTo>
                    <a:pt x="10012" y="12472"/>
                  </a:lnTo>
                  <a:lnTo>
                    <a:pt x="11073" y="14169"/>
                  </a:lnTo>
                  <a:lnTo>
                    <a:pt x="10097" y="13787"/>
                  </a:lnTo>
                  <a:lnTo>
                    <a:pt x="9122" y="13448"/>
                  </a:lnTo>
                  <a:lnTo>
                    <a:pt x="8103" y="13193"/>
                  </a:lnTo>
                  <a:lnTo>
                    <a:pt x="7085" y="12981"/>
                  </a:lnTo>
                  <a:lnTo>
                    <a:pt x="6067" y="12896"/>
                  </a:lnTo>
                  <a:lnTo>
                    <a:pt x="5007" y="12854"/>
                  </a:lnTo>
                  <a:lnTo>
                    <a:pt x="3989" y="12854"/>
                  </a:lnTo>
                  <a:lnTo>
                    <a:pt x="2928" y="12981"/>
                  </a:lnTo>
                  <a:lnTo>
                    <a:pt x="2843" y="13024"/>
                  </a:lnTo>
                  <a:lnTo>
                    <a:pt x="2758" y="13066"/>
                  </a:lnTo>
                  <a:lnTo>
                    <a:pt x="2716" y="13151"/>
                  </a:lnTo>
                  <a:lnTo>
                    <a:pt x="2716" y="13236"/>
                  </a:lnTo>
                  <a:lnTo>
                    <a:pt x="2758" y="13321"/>
                  </a:lnTo>
                  <a:lnTo>
                    <a:pt x="2801" y="13406"/>
                  </a:lnTo>
                  <a:lnTo>
                    <a:pt x="2843" y="13448"/>
                  </a:lnTo>
                  <a:lnTo>
                    <a:pt x="2970" y="13490"/>
                  </a:lnTo>
                  <a:lnTo>
                    <a:pt x="4116" y="13448"/>
                  </a:lnTo>
                  <a:lnTo>
                    <a:pt x="5261" y="13490"/>
                  </a:lnTo>
                  <a:lnTo>
                    <a:pt x="6364" y="13618"/>
                  </a:lnTo>
                  <a:lnTo>
                    <a:pt x="7467" y="13787"/>
                  </a:lnTo>
                  <a:lnTo>
                    <a:pt x="8570" y="14042"/>
                  </a:lnTo>
                  <a:lnTo>
                    <a:pt x="9631" y="14381"/>
                  </a:lnTo>
                  <a:lnTo>
                    <a:pt x="10691" y="14805"/>
                  </a:lnTo>
                  <a:lnTo>
                    <a:pt x="11752" y="15272"/>
                  </a:lnTo>
                  <a:lnTo>
                    <a:pt x="12388" y="16417"/>
                  </a:lnTo>
                  <a:lnTo>
                    <a:pt x="13109" y="17648"/>
                  </a:lnTo>
                  <a:lnTo>
                    <a:pt x="13745" y="18920"/>
                  </a:lnTo>
                  <a:lnTo>
                    <a:pt x="14382" y="20150"/>
                  </a:lnTo>
                  <a:lnTo>
                    <a:pt x="14976" y="21423"/>
                  </a:lnTo>
                  <a:lnTo>
                    <a:pt x="13788" y="21084"/>
                  </a:lnTo>
                  <a:lnTo>
                    <a:pt x="12558" y="20744"/>
                  </a:lnTo>
                  <a:lnTo>
                    <a:pt x="11327" y="20532"/>
                  </a:lnTo>
                  <a:lnTo>
                    <a:pt x="10097" y="20363"/>
                  </a:lnTo>
                  <a:lnTo>
                    <a:pt x="8867" y="20278"/>
                  </a:lnTo>
                  <a:lnTo>
                    <a:pt x="7637" y="20235"/>
                  </a:lnTo>
                  <a:lnTo>
                    <a:pt x="6364" y="20278"/>
                  </a:lnTo>
                  <a:lnTo>
                    <a:pt x="5134" y="20405"/>
                  </a:lnTo>
                  <a:lnTo>
                    <a:pt x="5007" y="20447"/>
                  </a:lnTo>
                  <a:lnTo>
                    <a:pt x="4922" y="20532"/>
                  </a:lnTo>
                  <a:lnTo>
                    <a:pt x="4879" y="20660"/>
                  </a:lnTo>
                  <a:lnTo>
                    <a:pt x="4879" y="20744"/>
                  </a:lnTo>
                  <a:lnTo>
                    <a:pt x="4922" y="20872"/>
                  </a:lnTo>
                  <a:lnTo>
                    <a:pt x="4964" y="20956"/>
                  </a:lnTo>
                  <a:lnTo>
                    <a:pt x="5049" y="20999"/>
                  </a:lnTo>
                  <a:lnTo>
                    <a:pt x="5176" y="21041"/>
                  </a:lnTo>
                  <a:lnTo>
                    <a:pt x="6491" y="20999"/>
                  </a:lnTo>
                  <a:lnTo>
                    <a:pt x="7764" y="21041"/>
                  </a:lnTo>
                  <a:lnTo>
                    <a:pt x="9079" y="21126"/>
                  </a:lnTo>
                  <a:lnTo>
                    <a:pt x="10352" y="21253"/>
                  </a:lnTo>
                  <a:lnTo>
                    <a:pt x="11624" y="21466"/>
                  </a:lnTo>
                  <a:lnTo>
                    <a:pt x="12897" y="21720"/>
                  </a:lnTo>
                  <a:lnTo>
                    <a:pt x="14127" y="22059"/>
                  </a:lnTo>
                  <a:lnTo>
                    <a:pt x="15400" y="22484"/>
                  </a:lnTo>
                  <a:lnTo>
                    <a:pt x="15442" y="22526"/>
                  </a:lnTo>
                  <a:lnTo>
                    <a:pt x="16079" y="23926"/>
                  </a:lnTo>
                  <a:lnTo>
                    <a:pt x="16672" y="25368"/>
                  </a:lnTo>
                  <a:lnTo>
                    <a:pt x="17775" y="28211"/>
                  </a:lnTo>
                  <a:lnTo>
                    <a:pt x="16588" y="27871"/>
                  </a:lnTo>
                  <a:lnTo>
                    <a:pt x="15357" y="27617"/>
                  </a:lnTo>
                  <a:lnTo>
                    <a:pt x="14170" y="27405"/>
                  </a:lnTo>
                  <a:lnTo>
                    <a:pt x="12939" y="27320"/>
                  </a:lnTo>
                  <a:lnTo>
                    <a:pt x="11709" y="27277"/>
                  </a:lnTo>
                  <a:lnTo>
                    <a:pt x="10479" y="27320"/>
                  </a:lnTo>
                  <a:lnTo>
                    <a:pt x="9249" y="27489"/>
                  </a:lnTo>
                  <a:lnTo>
                    <a:pt x="8019" y="27701"/>
                  </a:lnTo>
                  <a:lnTo>
                    <a:pt x="7934" y="27744"/>
                  </a:lnTo>
                  <a:lnTo>
                    <a:pt x="7849" y="27829"/>
                  </a:lnTo>
                  <a:lnTo>
                    <a:pt x="7806" y="27956"/>
                  </a:lnTo>
                  <a:lnTo>
                    <a:pt x="7806" y="28041"/>
                  </a:lnTo>
                  <a:lnTo>
                    <a:pt x="7849" y="28126"/>
                  </a:lnTo>
                  <a:lnTo>
                    <a:pt x="7934" y="28211"/>
                  </a:lnTo>
                  <a:lnTo>
                    <a:pt x="8019" y="28295"/>
                  </a:lnTo>
                  <a:lnTo>
                    <a:pt x="8146" y="28295"/>
                  </a:lnTo>
                  <a:lnTo>
                    <a:pt x="9461" y="28168"/>
                  </a:lnTo>
                  <a:lnTo>
                    <a:pt x="10691" y="28083"/>
                  </a:lnTo>
                  <a:lnTo>
                    <a:pt x="11964" y="28126"/>
                  </a:lnTo>
                  <a:lnTo>
                    <a:pt x="13236" y="28211"/>
                  </a:lnTo>
                  <a:lnTo>
                    <a:pt x="14467" y="28338"/>
                  </a:lnTo>
                  <a:lnTo>
                    <a:pt x="15697" y="28592"/>
                  </a:lnTo>
                  <a:lnTo>
                    <a:pt x="16927" y="28889"/>
                  </a:lnTo>
                  <a:lnTo>
                    <a:pt x="18157" y="29313"/>
                  </a:lnTo>
                  <a:lnTo>
                    <a:pt x="19133" y="32198"/>
                  </a:lnTo>
                  <a:lnTo>
                    <a:pt x="20109" y="35168"/>
                  </a:lnTo>
                  <a:lnTo>
                    <a:pt x="20193" y="35295"/>
                  </a:lnTo>
                  <a:lnTo>
                    <a:pt x="20278" y="35422"/>
                  </a:lnTo>
                  <a:lnTo>
                    <a:pt x="20448" y="35465"/>
                  </a:lnTo>
                  <a:lnTo>
                    <a:pt x="20575" y="35465"/>
                  </a:lnTo>
                  <a:lnTo>
                    <a:pt x="20745" y="35422"/>
                  </a:lnTo>
                  <a:lnTo>
                    <a:pt x="20830" y="35295"/>
                  </a:lnTo>
                  <a:lnTo>
                    <a:pt x="20915" y="35168"/>
                  </a:lnTo>
                  <a:lnTo>
                    <a:pt x="20872" y="34998"/>
                  </a:lnTo>
                  <a:lnTo>
                    <a:pt x="20533" y="33428"/>
                  </a:lnTo>
                  <a:lnTo>
                    <a:pt x="20109" y="31816"/>
                  </a:lnTo>
                  <a:lnTo>
                    <a:pt x="19642" y="30289"/>
                  </a:lnTo>
                  <a:lnTo>
                    <a:pt x="19133" y="28720"/>
                  </a:lnTo>
                  <a:lnTo>
                    <a:pt x="19387" y="27871"/>
                  </a:lnTo>
                  <a:lnTo>
                    <a:pt x="19684" y="27023"/>
                  </a:lnTo>
                  <a:lnTo>
                    <a:pt x="20066" y="26217"/>
                  </a:lnTo>
                  <a:lnTo>
                    <a:pt x="20448" y="25411"/>
                  </a:lnTo>
                  <a:lnTo>
                    <a:pt x="20872" y="24647"/>
                  </a:lnTo>
                  <a:lnTo>
                    <a:pt x="21339" y="23926"/>
                  </a:lnTo>
                  <a:lnTo>
                    <a:pt x="21848" y="23205"/>
                  </a:lnTo>
                  <a:lnTo>
                    <a:pt x="22399" y="22484"/>
                  </a:lnTo>
                  <a:lnTo>
                    <a:pt x="22484" y="22314"/>
                  </a:lnTo>
                  <a:lnTo>
                    <a:pt x="22484" y="22187"/>
                  </a:lnTo>
                  <a:lnTo>
                    <a:pt x="22442" y="22017"/>
                  </a:lnTo>
                  <a:lnTo>
                    <a:pt x="22315" y="21890"/>
                  </a:lnTo>
                  <a:lnTo>
                    <a:pt x="22187" y="21805"/>
                  </a:lnTo>
                  <a:lnTo>
                    <a:pt x="22060" y="21762"/>
                  </a:lnTo>
                  <a:lnTo>
                    <a:pt x="21890" y="21762"/>
                  </a:lnTo>
                  <a:lnTo>
                    <a:pt x="21763" y="21890"/>
                  </a:lnTo>
                  <a:lnTo>
                    <a:pt x="21212" y="22484"/>
                  </a:lnTo>
                  <a:lnTo>
                    <a:pt x="20703" y="23162"/>
                  </a:lnTo>
                  <a:lnTo>
                    <a:pt x="20278" y="23841"/>
                  </a:lnTo>
                  <a:lnTo>
                    <a:pt x="19854" y="24520"/>
                  </a:lnTo>
                  <a:lnTo>
                    <a:pt x="19515" y="25241"/>
                  </a:lnTo>
                  <a:lnTo>
                    <a:pt x="19218" y="26005"/>
                  </a:lnTo>
                  <a:lnTo>
                    <a:pt x="18921" y="26768"/>
                  </a:lnTo>
                  <a:lnTo>
                    <a:pt x="18709" y="27532"/>
                  </a:lnTo>
                  <a:lnTo>
                    <a:pt x="18115" y="26005"/>
                  </a:lnTo>
                  <a:lnTo>
                    <a:pt x="17479" y="24435"/>
                  </a:lnTo>
                  <a:lnTo>
                    <a:pt x="16800" y="22908"/>
                  </a:lnTo>
                  <a:lnTo>
                    <a:pt x="16079" y="21381"/>
                  </a:lnTo>
                  <a:lnTo>
                    <a:pt x="16333" y="20617"/>
                  </a:lnTo>
                  <a:lnTo>
                    <a:pt x="16545" y="19854"/>
                  </a:lnTo>
                  <a:lnTo>
                    <a:pt x="16842" y="19132"/>
                  </a:lnTo>
                  <a:lnTo>
                    <a:pt x="17139" y="18369"/>
                  </a:lnTo>
                  <a:lnTo>
                    <a:pt x="17479" y="17648"/>
                  </a:lnTo>
                  <a:lnTo>
                    <a:pt x="17860" y="16926"/>
                  </a:lnTo>
                  <a:lnTo>
                    <a:pt x="18242" y="16248"/>
                  </a:lnTo>
                  <a:lnTo>
                    <a:pt x="18709" y="15527"/>
                  </a:lnTo>
                  <a:lnTo>
                    <a:pt x="18751" y="15357"/>
                  </a:lnTo>
                  <a:lnTo>
                    <a:pt x="18751" y="15230"/>
                  </a:lnTo>
                  <a:lnTo>
                    <a:pt x="18709" y="15060"/>
                  </a:lnTo>
                  <a:lnTo>
                    <a:pt x="18581" y="14975"/>
                  </a:lnTo>
                  <a:lnTo>
                    <a:pt x="18454" y="14890"/>
                  </a:lnTo>
                  <a:lnTo>
                    <a:pt x="18285" y="14890"/>
                  </a:lnTo>
                  <a:lnTo>
                    <a:pt x="18157" y="14933"/>
                  </a:lnTo>
                  <a:lnTo>
                    <a:pt x="18030" y="15060"/>
                  </a:lnTo>
                  <a:lnTo>
                    <a:pt x="17606" y="15654"/>
                  </a:lnTo>
                  <a:lnTo>
                    <a:pt x="17182" y="16290"/>
                  </a:lnTo>
                  <a:lnTo>
                    <a:pt x="16842" y="16926"/>
                  </a:lnTo>
                  <a:lnTo>
                    <a:pt x="16503" y="17563"/>
                  </a:lnTo>
                  <a:lnTo>
                    <a:pt x="16206" y="18242"/>
                  </a:lnTo>
                  <a:lnTo>
                    <a:pt x="15951" y="18920"/>
                  </a:lnTo>
                  <a:lnTo>
                    <a:pt x="15739" y="19641"/>
                  </a:lnTo>
                  <a:lnTo>
                    <a:pt x="15570" y="20363"/>
                  </a:lnTo>
                  <a:lnTo>
                    <a:pt x="14891" y="19090"/>
                  </a:lnTo>
                  <a:lnTo>
                    <a:pt x="14212" y="17860"/>
                  </a:lnTo>
                  <a:lnTo>
                    <a:pt x="13533" y="16630"/>
                  </a:lnTo>
                  <a:lnTo>
                    <a:pt x="12770" y="15442"/>
                  </a:lnTo>
                  <a:lnTo>
                    <a:pt x="12812" y="15314"/>
                  </a:lnTo>
                  <a:lnTo>
                    <a:pt x="12812" y="15187"/>
                  </a:lnTo>
                  <a:lnTo>
                    <a:pt x="12727" y="14424"/>
                  </a:lnTo>
                  <a:lnTo>
                    <a:pt x="12685" y="13660"/>
                  </a:lnTo>
                  <a:lnTo>
                    <a:pt x="12685" y="12896"/>
                  </a:lnTo>
                  <a:lnTo>
                    <a:pt x="12727" y="12133"/>
                  </a:lnTo>
                  <a:lnTo>
                    <a:pt x="12770" y="11369"/>
                  </a:lnTo>
                  <a:lnTo>
                    <a:pt x="12897" y="10606"/>
                  </a:lnTo>
                  <a:lnTo>
                    <a:pt x="13024" y="9842"/>
                  </a:lnTo>
                  <a:lnTo>
                    <a:pt x="13194" y="9079"/>
                  </a:lnTo>
                  <a:lnTo>
                    <a:pt x="13194" y="8866"/>
                  </a:lnTo>
                  <a:lnTo>
                    <a:pt x="13109" y="8739"/>
                  </a:lnTo>
                  <a:lnTo>
                    <a:pt x="13024" y="8612"/>
                  </a:lnTo>
                  <a:lnTo>
                    <a:pt x="12855" y="8527"/>
                  </a:lnTo>
                  <a:lnTo>
                    <a:pt x="12727" y="8485"/>
                  </a:lnTo>
                  <a:lnTo>
                    <a:pt x="12558" y="8527"/>
                  </a:lnTo>
                  <a:lnTo>
                    <a:pt x="12473" y="8612"/>
                  </a:lnTo>
                  <a:lnTo>
                    <a:pt x="12388" y="8782"/>
                  </a:lnTo>
                  <a:lnTo>
                    <a:pt x="12218" y="9460"/>
                  </a:lnTo>
                  <a:lnTo>
                    <a:pt x="12091" y="10139"/>
                  </a:lnTo>
                  <a:lnTo>
                    <a:pt x="12006" y="10775"/>
                  </a:lnTo>
                  <a:lnTo>
                    <a:pt x="11964" y="11454"/>
                  </a:lnTo>
                  <a:lnTo>
                    <a:pt x="11921" y="12133"/>
                  </a:lnTo>
                  <a:lnTo>
                    <a:pt x="11921" y="12812"/>
                  </a:lnTo>
                  <a:lnTo>
                    <a:pt x="11964" y="14169"/>
                  </a:lnTo>
                  <a:lnTo>
                    <a:pt x="10776" y="12345"/>
                  </a:lnTo>
                  <a:lnTo>
                    <a:pt x="9503" y="10563"/>
                  </a:lnTo>
                  <a:lnTo>
                    <a:pt x="8231" y="8824"/>
                  </a:lnTo>
                  <a:lnTo>
                    <a:pt x="6873" y="7127"/>
                  </a:lnTo>
                  <a:lnTo>
                    <a:pt x="6831" y="6745"/>
                  </a:lnTo>
                  <a:lnTo>
                    <a:pt x="6788" y="6321"/>
                  </a:lnTo>
                  <a:lnTo>
                    <a:pt x="6788" y="5939"/>
                  </a:lnTo>
                  <a:lnTo>
                    <a:pt x="6831" y="5558"/>
                  </a:lnTo>
                  <a:lnTo>
                    <a:pt x="6958" y="4752"/>
                  </a:lnTo>
                  <a:lnTo>
                    <a:pt x="7170" y="3946"/>
                  </a:lnTo>
                  <a:lnTo>
                    <a:pt x="7170" y="3818"/>
                  </a:lnTo>
                  <a:lnTo>
                    <a:pt x="7128" y="3691"/>
                  </a:lnTo>
                  <a:lnTo>
                    <a:pt x="7043" y="3564"/>
                  </a:lnTo>
                  <a:lnTo>
                    <a:pt x="6958" y="3521"/>
                  </a:lnTo>
                  <a:lnTo>
                    <a:pt x="6831" y="3479"/>
                  </a:lnTo>
                  <a:lnTo>
                    <a:pt x="6703" y="3521"/>
                  </a:lnTo>
                  <a:lnTo>
                    <a:pt x="6576" y="3606"/>
                  </a:lnTo>
                  <a:lnTo>
                    <a:pt x="6491" y="3734"/>
                  </a:lnTo>
                  <a:lnTo>
                    <a:pt x="6279" y="4327"/>
                  </a:lnTo>
                  <a:lnTo>
                    <a:pt x="6110" y="4921"/>
                  </a:lnTo>
                  <a:lnTo>
                    <a:pt x="6067" y="5515"/>
                  </a:lnTo>
                  <a:lnTo>
                    <a:pt x="6067" y="6152"/>
                  </a:lnTo>
                  <a:lnTo>
                    <a:pt x="4667" y="4540"/>
                  </a:lnTo>
                  <a:lnTo>
                    <a:pt x="3267" y="3012"/>
                  </a:lnTo>
                  <a:lnTo>
                    <a:pt x="1825" y="1528"/>
                  </a:lnTo>
                  <a:lnTo>
                    <a:pt x="340" y="85"/>
                  </a:lnTo>
                  <a:lnTo>
                    <a:pt x="255" y="4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6"/>
          <p:cNvGrpSpPr/>
          <p:nvPr/>
        </p:nvGrpSpPr>
        <p:grpSpPr>
          <a:xfrm>
            <a:off x="5298975" y="1173113"/>
            <a:ext cx="999050" cy="1268400"/>
            <a:chOff x="2965800" y="1494175"/>
            <a:chExt cx="999050" cy="1268400"/>
          </a:xfrm>
        </p:grpSpPr>
        <p:sp>
          <p:nvSpPr>
            <p:cNvPr id="1245" name="Google Shape;1245;p36"/>
            <p:cNvSpPr/>
            <p:nvPr/>
          </p:nvSpPr>
          <p:spPr>
            <a:xfrm>
              <a:off x="2965800" y="1494175"/>
              <a:ext cx="999050" cy="1268400"/>
            </a:xfrm>
            <a:custGeom>
              <a:avLst/>
              <a:gdLst/>
              <a:ahLst/>
              <a:cxnLst/>
              <a:rect l="l" t="t" r="r" b="b"/>
              <a:pathLst>
                <a:path w="39962" h="50736" extrusionOk="0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6"/>
            <p:cNvSpPr/>
            <p:nvPr/>
          </p:nvSpPr>
          <p:spPr>
            <a:xfrm>
              <a:off x="2965800" y="1494175"/>
              <a:ext cx="985275" cy="1268400"/>
            </a:xfrm>
            <a:custGeom>
              <a:avLst/>
              <a:gdLst/>
              <a:ahLst/>
              <a:cxnLst/>
              <a:rect l="l" t="t" r="r" b="b"/>
              <a:pathLst>
                <a:path w="39411" h="50736" extrusionOk="0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6"/>
            <p:cNvSpPr/>
            <p:nvPr/>
          </p:nvSpPr>
          <p:spPr>
            <a:xfrm>
              <a:off x="3325325" y="1662800"/>
              <a:ext cx="194100" cy="353175"/>
            </a:xfrm>
            <a:custGeom>
              <a:avLst/>
              <a:gdLst/>
              <a:ahLst/>
              <a:cxnLst/>
              <a:rect l="l" t="t" r="r" b="b"/>
              <a:pathLst>
                <a:path w="7764" h="14127" extrusionOk="0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6"/>
            <p:cNvSpPr/>
            <p:nvPr/>
          </p:nvSpPr>
          <p:spPr>
            <a:xfrm>
              <a:off x="3667875" y="1550375"/>
              <a:ext cx="267275" cy="261975"/>
            </a:xfrm>
            <a:custGeom>
              <a:avLst/>
              <a:gdLst/>
              <a:ahLst/>
              <a:cxnLst/>
              <a:rect l="l" t="t" r="r" b="b"/>
              <a:pathLst>
                <a:path w="10691" h="10479" extrusionOk="0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6"/>
            <p:cNvSpPr/>
            <p:nvPr/>
          </p:nvSpPr>
          <p:spPr>
            <a:xfrm>
              <a:off x="3569250" y="1983075"/>
              <a:ext cx="362725" cy="167575"/>
            </a:xfrm>
            <a:custGeom>
              <a:avLst/>
              <a:gdLst/>
              <a:ahLst/>
              <a:cxnLst/>
              <a:rect l="l" t="t" r="r" b="b"/>
              <a:pathLst>
                <a:path w="14509" h="6703" extrusionOk="0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6"/>
            <p:cNvSpPr/>
            <p:nvPr/>
          </p:nvSpPr>
          <p:spPr>
            <a:xfrm>
              <a:off x="3065500" y="1990500"/>
              <a:ext cx="146375" cy="307575"/>
            </a:xfrm>
            <a:custGeom>
              <a:avLst/>
              <a:gdLst/>
              <a:ahLst/>
              <a:cxnLst/>
              <a:rect l="l" t="t" r="r" b="b"/>
              <a:pathLst>
                <a:path w="5855" h="12303" extrusionOk="0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6"/>
            <p:cNvSpPr/>
            <p:nvPr/>
          </p:nvSpPr>
          <p:spPr>
            <a:xfrm>
              <a:off x="3286075" y="2309700"/>
              <a:ext cx="374400" cy="171850"/>
            </a:xfrm>
            <a:custGeom>
              <a:avLst/>
              <a:gdLst/>
              <a:ahLst/>
              <a:cxnLst/>
              <a:rect l="l" t="t" r="r" b="b"/>
              <a:pathLst>
                <a:path w="14976" h="6874" extrusionOk="0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2" name="Google Shape;1252;p36"/>
          <p:cNvGrpSpPr/>
          <p:nvPr/>
        </p:nvGrpSpPr>
        <p:grpSpPr>
          <a:xfrm rot="1049315">
            <a:off x="4706325" y="480578"/>
            <a:ext cx="925344" cy="582700"/>
            <a:chOff x="6167550" y="3331000"/>
            <a:chExt cx="1214325" cy="764675"/>
          </a:xfrm>
        </p:grpSpPr>
        <p:sp>
          <p:nvSpPr>
            <p:cNvPr id="1253" name="Google Shape;1253;p36"/>
            <p:cNvSpPr/>
            <p:nvPr/>
          </p:nvSpPr>
          <p:spPr>
            <a:xfrm>
              <a:off x="6167550" y="3331000"/>
              <a:ext cx="1214325" cy="764675"/>
            </a:xfrm>
            <a:custGeom>
              <a:avLst/>
              <a:gdLst/>
              <a:ahLst/>
              <a:cxnLst/>
              <a:rect l="l" t="t" r="r" b="b"/>
              <a:pathLst>
                <a:path w="48573" h="30587" extrusionOk="0">
                  <a:moveTo>
                    <a:pt x="22102" y="1"/>
                  </a:moveTo>
                  <a:lnTo>
                    <a:pt x="21466" y="85"/>
                  </a:lnTo>
                  <a:lnTo>
                    <a:pt x="20829" y="213"/>
                  </a:lnTo>
                  <a:lnTo>
                    <a:pt x="20278" y="425"/>
                  </a:lnTo>
                  <a:lnTo>
                    <a:pt x="19727" y="679"/>
                  </a:lnTo>
                  <a:lnTo>
                    <a:pt x="19217" y="976"/>
                  </a:lnTo>
                  <a:lnTo>
                    <a:pt x="18793" y="1316"/>
                  </a:lnTo>
                  <a:lnTo>
                    <a:pt x="18369" y="1697"/>
                  </a:lnTo>
                  <a:lnTo>
                    <a:pt x="17945" y="2122"/>
                  </a:lnTo>
                  <a:lnTo>
                    <a:pt x="17605" y="2588"/>
                  </a:lnTo>
                  <a:lnTo>
                    <a:pt x="17309" y="3097"/>
                  </a:lnTo>
                  <a:lnTo>
                    <a:pt x="17054" y="3606"/>
                  </a:lnTo>
                  <a:lnTo>
                    <a:pt x="16842" y="4158"/>
                  </a:lnTo>
                  <a:lnTo>
                    <a:pt x="16630" y="4709"/>
                  </a:lnTo>
                  <a:lnTo>
                    <a:pt x="16502" y="5303"/>
                  </a:lnTo>
                  <a:lnTo>
                    <a:pt x="16418" y="5897"/>
                  </a:lnTo>
                  <a:lnTo>
                    <a:pt x="15951" y="5940"/>
                  </a:lnTo>
                  <a:lnTo>
                    <a:pt x="15484" y="5982"/>
                  </a:lnTo>
                  <a:lnTo>
                    <a:pt x="15060" y="6067"/>
                  </a:lnTo>
                  <a:lnTo>
                    <a:pt x="14594" y="6194"/>
                  </a:lnTo>
                  <a:lnTo>
                    <a:pt x="14169" y="6364"/>
                  </a:lnTo>
                  <a:lnTo>
                    <a:pt x="13745" y="6576"/>
                  </a:lnTo>
                  <a:lnTo>
                    <a:pt x="13321" y="6788"/>
                  </a:lnTo>
                  <a:lnTo>
                    <a:pt x="12897" y="7042"/>
                  </a:lnTo>
                  <a:lnTo>
                    <a:pt x="12260" y="7552"/>
                  </a:lnTo>
                  <a:lnTo>
                    <a:pt x="11709" y="8103"/>
                  </a:lnTo>
                  <a:lnTo>
                    <a:pt x="11242" y="8697"/>
                  </a:lnTo>
                  <a:lnTo>
                    <a:pt x="10776" y="9376"/>
                  </a:lnTo>
                  <a:lnTo>
                    <a:pt x="10394" y="10054"/>
                  </a:lnTo>
                  <a:lnTo>
                    <a:pt x="10054" y="10776"/>
                  </a:lnTo>
                  <a:lnTo>
                    <a:pt x="9715" y="11497"/>
                  </a:lnTo>
                  <a:lnTo>
                    <a:pt x="9461" y="12218"/>
                  </a:lnTo>
                  <a:lnTo>
                    <a:pt x="8570" y="12430"/>
                  </a:lnTo>
                  <a:lnTo>
                    <a:pt x="7721" y="12684"/>
                  </a:lnTo>
                  <a:lnTo>
                    <a:pt x="6873" y="13024"/>
                  </a:lnTo>
                  <a:lnTo>
                    <a:pt x="6067" y="13406"/>
                  </a:lnTo>
                  <a:lnTo>
                    <a:pt x="5261" y="13830"/>
                  </a:lnTo>
                  <a:lnTo>
                    <a:pt x="4540" y="14296"/>
                  </a:lnTo>
                  <a:lnTo>
                    <a:pt x="3819" y="14848"/>
                  </a:lnTo>
                  <a:lnTo>
                    <a:pt x="3140" y="15442"/>
                  </a:lnTo>
                  <a:lnTo>
                    <a:pt x="2503" y="16078"/>
                  </a:lnTo>
                  <a:lnTo>
                    <a:pt x="1952" y="16757"/>
                  </a:lnTo>
                  <a:lnTo>
                    <a:pt x="1443" y="17478"/>
                  </a:lnTo>
                  <a:lnTo>
                    <a:pt x="1019" y="18284"/>
                  </a:lnTo>
                  <a:lnTo>
                    <a:pt x="637" y="19090"/>
                  </a:lnTo>
                  <a:lnTo>
                    <a:pt x="340" y="19938"/>
                  </a:lnTo>
                  <a:lnTo>
                    <a:pt x="170" y="20787"/>
                  </a:lnTo>
                  <a:lnTo>
                    <a:pt x="43" y="21720"/>
                  </a:lnTo>
                  <a:lnTo>
                    <a:pt x="1" y="22314"/>
                  </a:lnTo>
                  <a:lnTo>
                    <a:pt x="43" y="22866"/>
                  </a:lnTo>
                  <a:lnTo>
                    <a:pt x="128" y="23417"/>
                  </a:lnTo>
                  <a:lnTo>
                    <a:pt x="255" y="23926"/>
                  </a:lnTo>
                  <a:lnTo>
                    <a:pt x="425" y="24393"/>
                  </a:lnTo>
                  <a:lnTo>
                    <a:pt x="637" y="24817"/>
                  </a:lnTo>
                  <a:lnTo>
                    <a:pt x="849" y="25241"/>
                  </a:lnTo>
                  <a:lnTo>
                    <a:pt x="1146" y="25665"/>
                  </a:lnTo>
                  <a:lnTo>
                    <a:pt x="1443" y="26005"/>
                  </a:lnTo>
                  <a:lnTo>
                    <a:pt x="1782" y="26387"/>
                  </a:lnTo>
                  <a:lnTo>
                    <a:pt x="2164" y="26683"/>
                  </a:lnTo>
                  <a:lnTo>
                    <a:pt x="2588" y="27023"/>
                  </a:lnTo>
                  <a:lnTo>
                    <a:pt x="3013" y="27277"/>
                  </a:lnTo>
                  <a:lnTo>
                    <a:pt x="3437" y="27574"/>
                  </a:lnTo>
                  <a:lnTo>
                    <a:pt x="4412" y="28041"/>
                  </a:lnTo>
                  <a:lnTo>
                    <a:pt x="5431" y="28465"/>
                  </a:lnTo>
                  <a:lnTo>
                    <a:pt x="6449" y="28805"/>
                  </a:lnTo>
                  <a:lnTo>
                    <a:pt x="7552" y="29101"/>
                  </a:lnTo>
                  <a:lnTo>
                    <a:pt x="8612" y="29356"/>
                  </a:lnTo>
                  <a:lnTo>
                    <a:pt x="9715" y="29568"/>
                  </a:lnTo>
                  <a:lnTo>
                    <a:pt x="10733" y="29738"/>
                  </a:lnTo>
                  <a:lnTo>
                    <a:pt x="12642" y="30035"/>
                  </a:lnTo>
                  <a:lnTo>
                    <a:pt x="13872" y="30204"/>
                  </a:lnTo>
                  <a:lnTo>
                    <a:pt x="15103" y="30332"/>
                  </a:lnTo>
                  <a:lnTo>
                    <a:pt x="16333" y="30417"/>
                  </a:lnTo>
                  <a:lnTo>
                    <a:pt x="17563" y="30501"/>
                  </a:lnTo>
                  <a:lnTo>
                    <a:pt x="18793" y="30544"/>
                  </a:lnTo>
                  <a:lnTo>
                    <a:pt x="20023" y="30586"/>
                  </a:lnTo>
                  <a:lnTo>
                    <a:pt x="21254" y="30586"/>
                  </a:lnTo>
                  <a:lnTo>
                    <a:pt x="22484" y="30544"/>
                  </a:lnTo>
                  <a:lnTo>
                    <a:pt x="23714" y="30459"/>
                  </a:lnTo>
                  <a:lnTo>
                    <a:pt x="24902" y="30374"/>
                  </a:lnTo>
                  <a:lnTo>
                    <a:pt x="26132" y="30247"/>
                  </a:lnTo>
                  <a:lnTo>
                    <a:pt x="27362" y="30077"/>
                  </a:lnTo>
                  <a:lnTo>
                    <a:pt x="28593" y="29907"/>
                  </a:lnTo>
                  <a:lnTo>
                    <a:pt x="29780" y="29695"/>
                  </a:lnTo>
                  <a:lnTo>
                    <a:pt x="31011" y="29441"/>
                  </a:lnTo>
                  <a:lnTo>
                    <a:pt x="32198" y="29186"/>
                  </a:lnTo>
                  <a:lnTo>
                    <a:pt x="33386" y="28889"/>
                  </a:lnTo>
                  <a:lnTo>
                    <a:pt x="34574" y="28550"/>
                  </a:lnTo>
                  <a:lnTo>
                    <a:pt x="35762" y="28211"/>
                  </a:lnTo>
                  <a:lnTo>
                    <a:pt x="36907" y="27829"/>
                  </a:lnTo>
                  <a:lnTo>
                    <a:pt x="38053" y="27405"/>
                  </a:lnTo>
                  <a:lnTo>
                    <a:pt x="39198" y="26980"/>
                  </a:lnTo>
                  <a:lnTo>
                    <a:pt x="40343" y="26514"/>
                  </a:lnTo>
                  <a:lnTo>
                    <a:pt x="41489" y="26005"/>
                  </a:lnTo>
                  <a:lnTo>
                    <a:pt x="42422" y="25538"/>
                  </a:lnTo>
                  <a:lnTo>
                    <a:pt x="43398" y="25071"/>
                  </a:lnTo>
                  <a:lnTo>
                    <a:pt x="44373" y="24562"/>
                  </a:lnTo>
                  <a:lnTo>
                    <a:pt x="45264" y="23968"/>
                  </a:lnTo>
                  <a:lnTo>
                    <a:pt x="45688" y="23629"/>
                  </a:lnTo>
                  <a:lnTo>
                    <a:pt x="46113" y="23290"/>
                  </a:lnTo>
                  <a:lnTo>
                    <a:pt x="46494" y="22950"/>
                  </a:lnTo>
                  <a:lnTo>
                    <a:pt x="46876" y="22569"/>
                  </a:lnTo>
                  <a:lnTo>
                    <a:pt x="47216" y="22144"/>
                  </a:lnTo>
                  <a:lnTo>
                    <a:pt x="47512" y="21720"/>
                  </a:lnTo>
                  <a:lnTo>
                    <a:pt x="47809" y="21254"/>
                  </a:lnTo>
                  <a:lnTo>
                    <a:pt x="48064" y="20787"/>
                  </a:lnTo>
                  <a:lnTo>
                    <a:pt x="48276" y="20235"/>
                  </a:lnTo>
                  <a:lnTo>
                    <a:pt x="48403" y="19684"/>
                  </a:lnTo>
                  <a:lnTo>
                    <a:pt x="48531" y="19132"/>
                  </a:lnTo>
                  <a:lnTo>
                    <a:pt x="48573" y="18623"/>
                  </a:lnTo>
                  <a:lnTo>
                    <a:pt x="48573" y="18072"/>
                  </a:lnTo>
                  <a:lnTo>
                    <a:pt x="48488" y="17563"/>
                  </a:lnTo>
                  <a:lnTo>
                    <a:pt x="48403" y="17054"/>
                  </a:lnTo>
                  <a:lnTo>
                    <a:pt x="48234" y="16545"/>
                  </a:lnTo>
                  <a:lnTo>
                    <a:pt x="48022" y="16078"/>
                  </a:lnTo>
                  <a:lnTo>
                    <a:pt x="47767" y="15654"/>
                  </a:lnTo>
                  <a:lnTo>
                    <a:pt x="47470" y="15230"/>
                  </a:lnTo>
                  <a:lnTo>
                    <a:pt x="47131" y="14806"/>
                  </a:lnTo>
                  <a:lnTo>
                    <a:pt x="46749" y="14424"/>
                  </a:lnTo>
                  <a:lnTo>
                    <a:pt x="46282" y="14127"/>
                  </a:lnTo>
                  <a:lnTo>
                    <a:pt x="45816" y="13830"/>
                  </a:lnTo>
                  <a:lnTo>
                    <a:pt x="45307" y="13575"/>
                  </a:lnTo>
                  <a:lnTo>
                    <a:pt x="44840" y="13363"/>
                  </a:lnTo>
                  <a:lnTo>
                    <a:pt x="44373" y="13194"/>
                  </a:lnTo>
                  <a:lnTo>
                    <a:pt x="43355" y="12939"/>
                  </a:lnTo>
                  <a:lnTo>
                    <a:pt x="42337" y="12727"/>
                  </a:lnTo>
                  <a:lnTo>
                    <a:pt x="41277" y="12600"/>
                  </a:lnTo>
                  <a:lnTo>
                    <a:pt x="40174" y="12557"/>
                  </a:lnTo>
                  <a:lnTo>
                    <a:pt x="39113" y="12515"/>
                  </a:lnTo>
                  <a:lnTo>
                    <a:pt x="38010" y="12557"/>
                  </a:lnTo>
                  <a:lnTo>
                    <a:pt x="36950" y="12600"/>
                  </a:lnTo>
                  <a:lnTo>
                    <a:pt x="36822" y="11878"/>
                  </a:lnTo>
                  <a:lnTo>
                    <a:pt x="36653" y="11200"/>
                  </a:lnTo>
                  <a:lnTo>
                    <a:pt x="36398" y="10521"/>
                  </a:lnTo>
                  <a:lnTo>
                    <a:pt x="36059" y="9885"/>
                  </a:lnTo>
                  <a:lnTo>
                    <a:pt x="35677" y="9291"/>
                  </a:lnTo>
                  <a:lnTo>
                    <a:pt x="35253" y="8739"/>
                  </a:lnTo>
                  <a:lnTo>
                    <a:pt x="34744" y="8230"/>
                  </a:lnTo>
                  <a:lnTo>
                    <a:pt x="34192" y="7764"/>
                  </a:lnTo>
                  <a:lnTo>
                    <a:pt x="33810" y="7467"/>
                  </a:lnTo>
                  <a:lnTo>
                    <a:pt x="33429" y="7255"/>
                  </a:lnTo>
                  <a:lnTo>
                    <a:pt x="33047" y="7042"/>
                  </a:lnTo>
                  <a:lnTo>
                    <a:pt x="32623" y="6830"/>
                  </a:lnTo>
                  <a:lnTo>
                    <a:pt x="31817" y="6533"/>
                  </a:lnTo>
                  <a:lnTo>
                    <a:pt x="30968" y="6321"/>
                  </a:lnTo>
                  <a:lnTo>
                    <a:pt x="30077" y="6152"/>
                  </a:lnTo>
                  <a:lnTo>
                    <a:pt x="29186" y="6067"/>
                  </a:lnTo>
                  <a:lnTo>
                    <a:pt x="28296" y="6067"/>
                  </a:lnTo>
                  <a:lnTo>
                    <a:pt x="27405" y="6109"/>
                  </a:lnTo>
                  <a:lnTo>
                    <a:pt x="27532" y="5558"/>
                  </a:lnTo>
                  <a:lnTo>
                    <a:pt x="27574" y="5049"/>
                  </a:lnTo>
                  <a:lnTo>
                    <a:pt x="27532" y="4497"/>
                  </a:lnTo>
                  <a:lnTo>
                    <a:pt x="27447" y="3988"/>
                  </a:lnTo>
                  <a:lnTo>
                    <a:pt x="27320" y="3479"/>
                  </a:lnTo>
                  <a:lnTo>
                    <a:pt x="27150" y="2970"/>
                  </a:lnTo>
                  <a:lnTo>
                    <a:pt x="26896" y="2503"/>
                  </a:lnTo>
                  <a:lnTo>
                    <a:pt x="26599" y="2037"/>
                  </a:lnTo>
                  <a:lnTo>
                    <a:pt x="26259" y="1613"/>
                  </a:lnTo>
                  <a:lnTo>
                    <a:pt x="25878" y="1231"/>
                  </a:lnTo>
                  <a:lnTo>
                    <a:pt x="25453" y="891"/>
                  </a:lnTo>
                  <a:lnTo>
                    <a:pt x="24987" y="594"/>
                  </a:lnTo>
                  <a:lnTo>
                    <a:pt x="24478" y="382"/>
                  </a:lnTo>
                  <a:lnTo>
                    <a:pt x="23969" y="170"/>
                  </a:lnTo>
                  <a:lnTo>
                    <a:pt x="23375" y="43"/>
                  </a:lnTo>
                  <a:lnTo>
                    <a:pt x="22781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6"/>
            <p:cNvSpPr/>
            <p:nvPr/>
          </p:nvSpPr>
          <p:spPr>
            <a:xfrm>
              <a:off x="6167550" y="3331000"/>
              <a:ext cx="652250" cy="712700"/>
            </a:xfrm>
            <a:custGeom>
              <a:avLst/>
              <a:gdLst/>
              <a:ahLst/>
              <a:cxnLst/>
              <a:rect l="l" t="t" r="r" b="b"/>
              <a:pathLst>
                <a:path w="26090" h="28508" extrusionOk="0">
                  <a:moveTo>
                    <a:pt x="22102" y="1"/>
                  </a:moveTo>
                  <a:lnTo>
                    <a:pt x="21466" y="85"/>
                  </a:lnTo>
                  <a:lnTo>
                    <a:pt x="20829" y="213"/>
                  </a:lnTo>
                  <a:lnTo>
                    <a:pt x="20278" y="425"/>
                  </a:lnTo>
                  <a:lnTo>
                    <a:pt x="19727" y="679"/>
                  </a:lnTo>
                  <a:lnTo>
                    <a:pt x="19217" y="976"/>
                  </a:lnTo>
                  <a:lnTo>
                    <a:pt x="18793" y="1316"/>
                  </a:lnTo>
                  <a:lnTo>
                    <a:pt x="18369" y="1697"/>
                  </a:lnTo>
                  <a:lnTo>
                    <a:pt x="17945" y="2122"/>
                  </a:lnTo>
                  <a:lnTo>
                    <a:pt x="17605" y="2588"/>
                  </a:lnTo>
                  <a:lnTo>
                    <a:pt x="17309" y="3097"/>
                  </a:lnTo>
                  <a:lnTo>
                    <a:pt x="17054" y="3606"/>
                  </a:lnTo>
                  <a:lnTo>
                    <a:pt x="16842" y="4158"/>
                  </a:lnTo>
                  <a:lnTo>
                    <a:pt x="16630" y="4709"/>
                  </a:lnTo>
                  <a:lnTo>
                    <a:pt x="16502" y="5303"/>
                  </a:lnTo>
                  <a:lnTo>
                    <a:pt x="16418" y="5897"/>
                  </a:lnTo>
                  <a:lnTo>
                    <a:pt x="15951" y="5940"/>
                  </a:lnTo>
                  <a:lnTo>
                    <a:pt x="15484" y="5982"/>
                  </a:lnTo>
                  <a:lnTo>
                    <a:pt x="15060" y="6067"/>
                  </a:lnTo>
                  <a:lnTo>
                    <a:pt x="14594" y="6194"/>
                  </a:lnTo>
                  <a:lnTo>
                    <a:pt x="14169" y="6364"/>
                  </a:lnTo>
                  <a:lnTo>
                    <a:pt x="13745" y="6576"/>
                  </a:lnTo>
                  <a:lnTo>
                    <a:pt x="13321" y="6788"/>
                  </a:lnTo>
                  <a:lnTo>
                    <a:pt x="12897" y="7042"/>
                  </a:lnTo>
                  <a:lnTo>
                    <a:pt x="12260" y="7552"/>
                  </a:lnTo>
                  <a:lnTo>
                    <a:pt x="11709" y="8103"/>
                  </a:lnTo>
                  <a:lnTo>
                    <a:pt x="11242" y="8697"/>
                  </a:lnTo>
                  <a:lnTo>
                    <a:pt x="10776" y="9376"/>
                  </a:lnTo>
                  <a:lnTo>
                    <a:pt x="10394" y="10054"/>
                  </a:lnTo>
                  <a:lnTo>
                    <a:pt x="10054" y="10776"/>
                  </a:lnTo>
                  <a:lnTo>
                    <a:pt x="9715" y="11497"/>
                  </a:lnTo>
                  <a:lnTo>
                    <a:pt x="9461" y="12218"/>
                  </a:lnTo>
                  <a:lnTo>
                    <a:pt x="8570" y="12430"/>
                  </a:lnTo>
                  <a:lnTo>
                    <a:pt x="7721" y="12684"/>
                  </a:lnTo>
                  <a:lnTo>
                    <a:pt x="6873" y="13024"/>
                  </a:lnTo>
                  <a:lnTo>
                    <a:pt x="6067" y="13406"/>
                  </a:lnTo>
                  <a:lnTo>
                    <a:pt x="5261" y="13830"/>
                  </a:lnTo>
                  <a:lnTo>
                    <a:pt x="4540" y="14296"/>
                  </a:lnTo>
                  <a:lnTo>
                    <a:pt x="3819" y="14848"/>
                  </a:lnTo>
                  <a:lnTo>
                    <a:pt x="3140" y="15442"/>
                  </a:lnTo>
                  <a:lnTo>
                    <a:pt x="2503" y="16078"/>
                  </a:lnTo>
                  <a:lnTo>
                    <a:pt x="1952" y="16757"/>
                  </a:lnTo>
                  <a:lnTo>
                    <a:pt x="1443" y="17478"/>
                  </a:lnTo>
                  <a:lnTo>
                    <a:pt x="1019" y="18284"/>
                  </a:lnTo>
                  <a:lnTo>
                    <a:pt x="637" y="19090"/>
                  </a:lnTo>
                  <a:lnTo>
                    <a:pt x="340" y="19938"/>
                  </a:lnTo>
                  <a:lnTo>
                    <a:pt x="170" y="20787"/>
                  </a:lnTo>
                  <a:lnTo>
                    <a:pt x="43" y="21720"/>
                  </a:lnTo>
                  <a:lnTo>
                    <a:pt x="1" y="22399"/>
                  </a:lnTo>
                  <a:lnTo>
                    <a:pt x="85" y="23035"/>
                  </a:lnTo>
                  <a:lnTo>
                    <a:pt x="170" y="23629"/>
                  </a:lnTo>
                  <a:lnTo>
                    <a:pt x="340" y="24181"/>
                  </a:lnTo>
                  <a:lnTo>
                    <a:pt x="552" y="24732"/>
                  </a:lnTo>
                  <a:lnTo>
                    <a:pt x="849" y="25199"/>
                  </a:lnTo>
                  <a:lnTo>
                    <a:pt x="1146" y="25665"/>
                  </a:lnTo>
                  <a:lnTo>
                    <a:pt x="1528" y="26090"/>
                  </a:lnTo>
                  <a:lnTo>
                    <a:pt x="1910" y="26471"/>
                  </a:lnTo>
                  <a:lnTo>
                    <a:pt x="2376" y="26853"/>
                  </a:lnTo>
                  <a:lnTo>
                    <a:pt x="2843" y="27193"/>
                  </a:lnTo>
                  <a:lnTo>
                    <a:pt x="3352" y="27489"/>
                  </a:lnTo>
                  <a:lnTo>
                    <a:pt x="3861" y="27786"/>
                  </a:lnTo>
                  <a:lnTo>
                    <a:pt x="4455" y="28041"/>
                  </a:lnTo>
                  <a:lnTo>
                    <a:pt x="5006" y="28295"/>
                  </a:lnTo>
                  <a:lnTo>
                    <a:pt x="5600" y="28508"/>
                  </a:lnTo>
                  <a:lnTo>
                    <a:pt x="5600" y="28508"/>
                  </a:lnTo>
                  <a:lnTo>
                    <a:pt x="5388" y="27956"/>
                  </a:lnTo>
                  <a:lnTo>
                    <a:pt x="5261" y="27362"/>
                  </a:lnTo>
                  <a:lnTo>
                    <a:pt x="5134" y="26768"/>
                  </a:lnTo>
                  <a:lnTo>
                    <a:pt x="5091" y="26132"/>
                  </a:lnTo>
                  <a:lnTo>
                    <a:pt x="5091" y="25453"/>
                  </a:lnTo>
                  <a:lnTo>
                    <a:pt x="5134" y="24817"/>
                  </a:lnTo>
                  <a:lnTo>
                    <a:pt x="5261" y="24138"/>
                  </a:lnTo>
                  <a:lnTo>
                    <a:pt x="5431" y="23417"/>
                  </a:lnTo>
                  <a:lnTo>
                    <a:pt x="5685" y="22653"/>
                  </a:lnTo>
                  <a:lnTo>
                    <a:pt x="5982" y="21932"/>
                  </a:lnTo>
                  <a:lnTo>
                    <a:pt x="6321" y="21254"/>
                  </a:lnTo>
                  <a:lnTo>
                    <a:pt x="6703" y="20575"/>
                  </a:lnTo>
                  <a:lnTo>
                    <a:pt x="7170" y="19896"/>
                  </a:lnTo>
                  <a:lnTo>
                    <a:pt x="7636" y="19302"/>
                  </a:lnTo>
                  <a:lnTo>
                    <a:pt x="8145" y="18708"/>
                  </a:lnTo>
                  <a:lnTo>
                    <a:pt x="8739" y="18199"/>
                  </a:lnTo>
                  <a:lnTo>
                    <a:pt x="9333" y="17690"/>
                  </a:lnTo>
                  <a:lnTo>
                    <a:pt x="9927" y="17224"/>
                  </a:lnTo>
                  <a:lnTo>
                    <a:pt x="10606" y="16799"/>
                  </a:lnTo>
                  <a:lnTo>
                    <a:pt x="11285" y="16418"/>
                  </a:lnTo>
                  <a:lnTo>
                    <a:pt x="11963" y="16078"/>
                  </a:lnTo>
                  <a:lnTo>
                    <a:pt x="12685" y="15781"/>
                  </a:lnTo>
                  <a:lnTo>
                    <a:pt x="13448" y="15527"/>
                  </a:lnTo>
                  <a:lnTo>
                    <a:pt x="14212" y="15357"/>
                  </a:lnTo>
                  <a:lnTo>
                    <a:pt x="14084" y="14975"/>
                  </a:lnTo>
                  <a:lnTo>
                    <a:pt x="13957" y="14593"/>
                  </a:lnTo>
                  <a:lnTo>
                    <a:pt x="13872" y="14212"/>
                  </a:lnTo>
                  <a:lnTo>
                    <a:pt x="13830" y="13830"/>
                  </a:lnTo>
                  <a:lnTo>
                    <a:pt x="13830" y="13448"/>
                  </a:lnTo>
                  <a:lnTo>
                    <a:pt x="13830" y="13066"/>
                  </a:lnTo>
                  <a:lnTo>
                    <a:pt x="13872" y="12727"/>
                  </a:lnTo>
                  <a:lnTo>
                    <a:pt x="13957" y="12345"/>
                  </a:lnTo>
                  <a:lnTo>
                    <a:pt x="14127" y="11624"/>
                  </a:lnTo>
                  <a:lnTo>
                    <a:pt x="14424" y="10945"/>
                  </a:lnTo>
                  <a:lnTo>
                    <a:pt x="14806" y="10309"/>
                  </a:lnTo>
                  <a:lnTo>
                    <a:pt x="15272" y="9757"/>
                  </a:lnTo>
                  <a:lnTo>
                    <a:pt x="15781" y="9206"/>
                  </a:lnTo>
                  <a:lnTo>
                    <a:pt x="16375" y="8782"/>
                  </a:lnTo>
                  <a:lnTo>
                    <a:pt x="17012" y="8400"/>
                  </a:lnTo>
                  <a:lnTo>
                    <a:pt x="17690" y="8103"/>
                  </a:lnTo>
                  <a:lnTo>
                    <a:pt x="18030" y="7976"/>
                  </a:lnTo>
                  <a:lnTo>
                    <a:pt x="18411" y="7891"/>
                  </a:lnTo>
                  <a:lnTo>
                    <a:pt x="18793" y="7806"/>
                  </a:lnTo>
                  <a:lnTo>
                    <a:pt x="19133" y="7764"/>
                  </a:lnTo>
                  <a:lnTo>
                    <a:pt x="19896" y="7764"/>
                  </a:lnTo>
                  <a:lnTo>
                    <a:pt x="20278" y="7848"/>
                  </a:lnTo>
                  <a:lnTo>
                    <a:pt x="20660" y="7891"/>
                  </a:lnTo>
                  <a:lnTo>
                    <a:pt x="20660" y="7339"/>
                  </a:lnTo>
                  <a:lnTo>
                    <a:pt x="20702" y="6788"/>
                  </a:lnTo>
                  <a:lnTo>
                    <a:pt x="20829" y="6279"/>
                  </a:lnTo>
                  <a:lnTo>
                    <a:pt x="20999" y="5770"/>
                  </a:lnTo>
                  <a:lnTo>
                    <a:pt x="21211" y="5261"/>
                  </a:lnTo>
                  <a:lnTo>
                    <a:pt x="21466" y="4837"/>
                  </a:lnTo>
                  <a:lnTo>
                    <a:pt x="21763" y="4370"/>
                  </a:lnTo>
                  <a:lnTo>
                    <a:pt x="22102" y="3946"/>
                  </a:lnTo>
                  <a:lnTo>
                    <a:pt x="22526" y="3564"/>
                  </a:lnTo>
                  <a:lnTo>
                    <a:pt x="22951" y="3182"/>
                  </a:lnTo>
                  <a:lnTo>
                    <a:pt x="23375" y="2843"/>
                  </a:lnTo>
                  <a:lnTo>
                    <a:pt x="23884" y="2503"/>
                  </a:lnTo>
                  <a:lnTo>
                    <a:pt x="24393" y="2206"/>
                  </a:lnTo>
                  <a:lnTo>
                    <a:pt x="24944" y="1910"/>
                  </a:lnTo>
                  <a:lnTo>
                    <a:pt x="25496" y="1655"/>
                  </a:lnTo>
                  <a:lnTo>
                    <a:pt x="26090" y="1443"/>
                  </a:lnTo>
                  <a:lnTo>
                    <a:pt x="25750" y="1146"/>
                  </a:lnTo>
                  <a:lnTo>
                    <a:pt x="25411" y="849"/>
                  </a:lnTo>
                  <a:lnTo>
                    <a:pt x="25029" y="637"/>
                  </a:lnTo>
                  <a:lnTo>
                    <a:pt x="24605" y="425"/>
                  </a:lnTo>
                  <a:lnTo>
                    <a:pt x="24181" y="255"/>
                  </a:lnTo>
                  <a:lnTo>
                    <a:pt x="23757" y="128"/>
                  </a:lnTo>
                  <a:lnTo>
                    <a:pt x="23247" y="43"/>
                  </a:lnTo>
                  <a:lnTo>
                    <a:pt x="22781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6"/>
            <p:cNvSpPr/>
            <p:nvPr/>
          </p:nvSpPr>
          <p:spPr>
            <a:xfrm>
              <a:off x="6482525" y="3861275"/>
              <a:ext cx="47750" cy="64700"/>
            </a:xfrm>
            <a:custGeom>
              <a:avLst/>
              <a:gdLst/>
              <a:ahLst/>
              <a:cxnLst/>
              <a:rect l="l" t="t" r="r" b="b"/>
              <a:pathLst>
                <a:path w="1910" h="2588" extrusionOk="0">
                  <a:moveTo>
                    <a:pt x="1019" y="0"/>
                  </a:moveTo>
                  <a:lnTo>
                    <a:pt x="764" y="85"/>
                  </a:lnTo>
                  <a:lnTo>
                    <a:pt x="552" y="212"/>
                  </a:lnTo>
                  <a:lnTo>
                    <a:pt x="383" y="339"/>
                  </a:lnTo>
                  <a:lnTo>
                    <a:pt x="255" y="552"/>
                  </a:lnTo>
                  <a:lnTo>
                    <a:pt x="128" y="721"/>
                  </a:lnTo>
                  <a:lnTo>
                    <a:pt x="43" y="976"/>
                  </a:lnTo>
                  <a:lnTo>
                    <a:pt x="1" y="1230"/>
                  </a:lnTo>
                  <a:lnTo>
                    <a:pt x="43" y="1442"/>
                  </a:lnTo>
                  <a:lnTo>
                    <a:pt x="128" y="1697"/>
                  </a:lnTo>
                  <a:lnTo>
                    <a:pt x="255" y="1951"/>
                  </a:lnTo>
                  <a:lnTo>
                    <a:pt x="425" y="2164"/>
                  </a:lnTo>
                  <a:lnTo>
                    <a:pt x="637" y="2376"/>
                  </a:lnTo>
                  <a:lnTo>
                    <a:pt x="892" y="2503"/>
                  </a:lnTo>
                  <a:lnTo>
                    <a:pt x="1146" y="2588"/>
                  </a:lnTo>
                  <a:lnTo>
                    <a:pt x="1401" y="2545"/>
                  </a:lnTo>
                  <a:lnTo>
                    <a:pt x="1528" y="2503"/>
                  </a:lnTo>
                  <a:lnTo>
                    <a:pt x="1655" y="2461"/>
                  </a:lnTo>
                  <a:lnTo>
                    <a:pt x="1782" y="2376"/>
                  </a:lnTo>
                  <a:lnTo>
                    <a:pt x="1825" y="2291"/>
                  </a:lnTo>
                  <a:lnTo>
                    <a:pt x="1867" y="2164"/>
                  </a:lnTo>
                  <a:lnTo>
                    <a:pt x="1910" y="2079"/>
                  </a:lnTo>
                  <a:lnTo>
                    <a:pt x="1867" y="1951"/>
                  </a:lnTo>
                  <a:lnTo>
                    <a:pt x="1825" y="1867"/>
                  </a:lnTo>
                  <a:lnTo>
                    <a:pt x="1782" y="1739"/>
                  </a:lnTo>
                  <a:lnTo>
                    <a:pt x="1655" y="1697"/>
                  </a:lnTo>
                  <a:lnTo>
                    <a:pt x="1485" y="1570"/>
                  </a:lnTo>
                  <a:lnTo>
                    <a:pt x="1316" y="1527"/>
                  </a:lnTo>
                  <a:lnTo>
                    <a:pt x="1104" y="1400"/>
                  </a:lnTo>
                  <a:lnTo>
                    <a:pt x="1061" y="1315"/>
                  </a:lnTo>
                  <a:lnTo>
                    <a:pt x="1019" y="1230"/>
                  </a:lnTo>
                  <a:lnTo>
                    <a:pt x="976" y="1061"/>
                  </a:lnTo>
                  <a:lnTo>
                    <a:pt x="1019" y="849"/>
                  </a:lnTo>
                  <a:lnTo>
                    <a:pt x="1146" y="679"/>
                  </a:lnTo>
                  <a:lnTo>
                    <a:pt x="1273" y="552"/>
                  </a:lnTo>
                  <a:lnTo>
                    <a:pt x="1358" y="467"/>
                  </a:lnTo>
                  <a:lnTo>
                    <a:pt x="1401" y="382"/>
                  </a:lnTo>
                  <a:lnTo>
                    <a:pt x="1401" y="297"/>
                  </a:lnTo>
                  <a:lnTo>
                    <a:pt x="1401" y="170"/>
                  </a:lnTo>
                  <a:lnTo>
                    <a:pt x="1316" y="85"/>
                  </a:lnTo>
                  <a:lnTo>
                    <a:pt x="1231" y="43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6"/>
            <p:cNvSpPr/>
            <p:nvPr/>
          </p:nvSpPr>
          <p:spPr>
            <a:xfrm>
              <a:off x="6552525" y="3876125"/>
              <a:ext cx="26550" cy="49850"/>
            </a:xfrm>
            <a:custGeom>
              <a:avLst/>
              <a:gdLst/>
              <a:ahLst/>
              <a:cxnLst/>
              <a:rect l="l" t="t" r="r" b="b"/>
              <a:pathLst>
                <a:path w="1062" h="1994" extrusionOk="0">
                  <a:moveTo>
                    <a:pt x="128" y="0"/>
                  </a:moveTo>
                  <a:lnTo>
                    <a:pt x="43" y="127"/>
                  </a:lnTo>
                  <a:lnTo>
                    <a:pt x="1" y="212"/>
                  </a:lnTo>
                  <a:lnTo>
                    <a:pt x="43" y="255"/>
                  </a:lnTo>
                  <a:lnTo>
                    <a:pt x="43" y="339"/>
                  </a:lnTo>
                  <a:lnTo>
                    <a:pt x="128" y="382"/>
                  </a:lnTo>
                  <a:lnTo>
                    <a:pt x="255" y="467"/>
                  </a:lnTo>
                  <a:lnTo>
                    <a:pt x="340" y="551"/>
                  </a:lnTo>
                  <a:lnTo>
                    <a:pt x="425" y="679"/>
                  </a:lnTo>
                  <a:lnTo>
                    <a:pt x="467" y="848"/>
                  </a:lnTo>
                  <a:lnTo>
                    <a:pt x="467" y="976"/>
                  </a:lnTo>
                  <a:lnTo>
                    <a:pt x="425" y="1145"/>
                  </a:lnTo>
                  <a:lnTo>
                    <a:pt x="382" y="1273"/>
                  </a:lnTo>
                  <a:lnTo>
                    <a:pt x="255" y="1357"/>
                  </a:lnTo>
                  <a:lnTo>
                    <a:pt x="170" y="1485"/>
                  </a:lnTo>
                  <a:lnTo>
                    <a:pt x="128" y="1612"/>
                  </a:lnTo>
                  <a:lnTo>
                    <a:pt x="128" y="1739"/>
                  </a:lnTo>
                  <a:lnTo>
                    <a:pt x="170" y="1867"/>
                  </a:lnTo>
                  <a:lnTo>
                    <a:pt x="255" y="1951"/>
                  </a:lnTo>
                  <a:lnTo>
                    <a:pt x="340" y="1994"/>
                  </a:lnTo>
                  <a:lnTo>
                    <a:pt x="467" y="1994"/>
                  </a:lnTo>
                  <a:lnTo>
                    <a:pt x="594" y="1951"/>
                  </a:lnTo>
                  <a:lnTo>
                    <a:pt x="722" y="1867"/>
                  </a:lnTo>
                  <a:lnTo>
                    <a:pt x="849" y="1739"/>
                  </a:lnTo>
                  <a:lnTo>
                    <a:pt x="976" y="1485"/>
                  </a:lnTo>
                  <a:lnTo>
                    <a:pt x="1061" y="1188"/>
                  </a:lnTo>
                  <a:lnTo>
                    <a:pt x="1061" y="891"/>
                  </a:lnTo>
                  <a:lnTo>
                    <a:pt x="976" y="594"/>
                  </a:lnTo>
                  <a:lnTo>
                    <a:pt x="807" y="339"/>
                  </a:lnTo>
                  <a:lnTo>
                    <a:pt x="594" y="127"/>
                  </a:lnTo>
                  <a:lnTo>
                    <a:pt x="467" y="4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6"/>
            <p:cNvSpPr/>
            <p:nvPr/>
          </p:nvSpPr>
          <p:spPr>
            <a:xfrm>
              <a:off x="6381775" y="3904750"/>
              <a:ext cx="38200" cy="64725"/>
            </a:xfrm>
            <a:custGeom>
              <a:avLst/>
              <a:gdLst/>
              <a:ahLst/>
              <a:cxnLst/>
              <a:rect l="l" t="t" r="r" b="b"/>
              <a:pathLst>
                <a:path w="1528" h="2589" extrusionOk="0">
                  <a:moveTo>
                    <a:pt x="976" y="0"/>
                  </a:moveTo>
                  <a:lnTo>
                    <a:pt x="764" y="43"/>
                  </a:lnTo>
                  <a:lnTo>
                    <a:pt x="552" y="128"/>
                  </a:lnTo>
                  <a:lnTo>
                    <a:pt x="382" y="297"/>
                  </a:lnTo>
                  <a:lnTo>
                    <a:pt x="213" y="425"/>
                  </a:lnTo>
                  <a:lnTo>
                    <a:pt x="128" y="637"/>
                  </a:lnTo>
                  <a:lnTo>
                    <a:pt x="43" y="806"/>
                  </a:lnTo>
                  <a:lnTo>
                    <a:pt x="1" y="1018"/>
                  </a:lnTo>
                  <a:lnTo>
                    <a:pt x="1" y="1231"/>
                  </a:lnTo>
                  <a:lnTo>
                    <a:pt x="1" y="1443"/>
                  </a:lnTo>
                  <a:lnTo>
                    <a:pt x="43" y="1655"/>
                  </a:lnTo>
                  <a:lnTo>
                    <a:pt x="128" y="1867"/>
                  </a:lnTo>
                  <a:lnTo>
                    <a:pt x="255" y="2079"/>
                  </a:lnTo>
                  <a:lnTo>
                    <a:pt x="382" y="2249"/>
                  </a:lnTo>
                  <a:lnTo>
                    <a:pt x="552" y="2376"/>
                  </a:lnTo>
                  <a:lnTo>
                    <a:pt x="764" y="2503"/>
                  </a:lnTo>
                  <a:lnTo>
                    <a:pt x="976" y="2546"/>
                  </a:lnTo>
                  <a:lnTo>
                    <a:pt x="1146" y="2588"/>
                  </a:lnTo>
                  <a:lnTo>
                    <a:pt x="1273" y="2503"/>
                  </a:lnTo>
                  <a:lnTo>
                    <a:pt x="1401" y="2418"/>
                  </a:lnTo>
                  <a:lnTo>
                    <a:pt x="1485" y="2291"/>
                  </a:lnTo>
                  <a:lnTo>
                    <a:pt x="1528" y="2164"/>
                  </a:lnTo>
                  <a:lnTo>
                    <a:pt x="1528" y="1994"/>
                  </a:lnTo>
                  <a:lnTo>
                    <a:pt x="1443" y="1867"/>
                  </a:lnTo>
                  <a:lnTo>
                    <a:pt x="1316" y="1782"/>
                  </a:lnTo>
                  <a:lnTo>
                    <a:pt x="1146" y="1697"/>
                  </a:lnTo>
                  <a:lnTo>
                    <a:pt x="934" y="1570"/>
                  </a:lnTo>
                  <a:lnTo>
                    <a:pt x="807" y="1400"/>
                  </a:lnTo>
                  <a:lnTo>
                    <a:pt x="764" y="1188"/>
                  </a:lnTo>
                  <a:lnTo>
                    <a:pt x="764" y="976"/>
                  </a:lnTo>
                  <a:lnTo>
                    <a:pt x="849" y="764"/>
                  </a:lnTo>
                  <a:lnTo>
                    <a:pt x="1019" y="594"/>
                  </a:lnTo>
                  <a:lnTo>
                    <a:pt x="1189" y="425"/>
                  </a:lnTo>
                  <a:lnTo>
                    <a:pt x="1273" y="382"/>
                  </a:lnTo>
                  <a:lnTo>
                    <a:pt x="1273" y="297"/>
                  </a:lnTo>
                  <a:lnTo>
                    <a:pt x="1316" y="212"/>
                  </a:lnTo>
                  <a:lnTo>
                    <a:pt x="1273" y="128"/>
                  </a:lnTo>
                  <a:lnTo>
                    <a:pt x="1231" y="85"/>
                  </a:lnTo>
                  <a:lnTo>
                    <a:pt x="1189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6"/>
            <p:cNvSpPr/>
            <p:nvPr/>
          </p:nvSpPr>
          <p:spPr>
            <a:xfrm>
              <a:off x="6919475" y="3580225"/>
              <a:ext cx="24400" cy="53050"/>
            </a:xfrm>
            <a:custGeom>
              <a:avLst/>
              <a:gdLst/>
              <a:ahLst/>
              <a:cxnLst/>
              <a:rect l="l" t="t" r="r" b="b"/>
              <a:pathLst>
                <a:path w="976" h="2122" extrusionOk="0">
                  <a:moveTo>
                    <a:pt x="297" y="1"/>
                  </a:moveTo>
                  <a:lnTo>
                    <a:pt x="212" y="43"/>
                  </a:lnTo>
                  <a:lnTo>
                    <a:pt x="128" y="85"/>
                  </a:lnTo>
                  <a:lnTo>
                    <a:pt x="85" y="170"/>
                  </a:lnTo>
                  <a:lnTo>
                    <a:pt x="43" y="255"/>
                  </a:lnTo>
                  <a:lnTo>
                    <a:pt x="85" y="340"/>
                  </a:lnTo>
                  <a:lnTo>
                    <a:pt x="128" y="425"/>
                  </a:lnTo>
                  <a:lnTo>
                    <a:pt x="255" y="594"/>
                  </a:lnTo>
                  <a:lnTo>
                    <a:pt x="297" y="722"/>
                  </a:lnTo>
                  <a:lnTo>
                    <a:pt x="340" y="891"/>
                  </a:lnTo>
                  <a:lnTo>
                    <a:pt x="340" y="1061"/>
                  </a:lnTo>
                  <a:lnTo>
                    <a:pt x="297" y="1231"/>
                  </a:lnTo>
                  <a:lnTo>
                    <a:pt x="212" y="1400"/>
                  </a:lnTo>
                  <a:lnTo>
                    <a:pt x="43" y="1655"/>
                  </a:lnTo>
                  <a:lnTo>
                    <a:pt x="0" y="1740"/>
                  </a:lnTo>
                  <a:lnTo>
                    <a:pt x="0" y="1825"/>
                  </a:lnTo>
                  <a:lnTo>
                    <a:pt x="43" y="1994"/>
                  </a:lnTo>
                  <a:lnTo>
                    <a:pt x="128" y="2079"/>
                  </a:lnTo>
                  <a:lnTo>
                    <a:pt x="170" y="2122"/>
                  </a:lnTo>
                  <a:lnTo>
                    <a:pt x="382" y="2122"/>
                  </a:lnTo>
                  <a:lnTo>
                    <a:pt x="509" y="2037"/>
                  </a:lnTo>
                  <a:lnTo>
                    <a:pt x="637" y="1952"/>
                  </a:lnTo>
                  <a:lnTo>
                    <a:pt x="806" y="1697"/>
                  </a:lnTo>
                  <a:lnTo>
                    <a:pt x="934" y="1443"/>
                  </a:lnTo>
                  <a:lnTo>
                    <a:pt x="976" y="1146"/>
                  </a:lnTo>
                  <a:lnTo>
                    <a:pt x="934" y="849"/>
                  </a:lnTo>
                  <a:lnTo>
                    <a:pt x="849" y="552"/>
                  </a:lnTo>
                  <a:lnTo>
                    <a:pt x="721" y="297"/>
                  </a:lnTo>
                  <a:lnTo>
                    <a:pt x="509" y="85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6"/>
            <p:cNvSpPr/>
            <p:nvPr/>
          </p:nvSpPr>
          <p:spPr>
            <a:xfrm>
              <a:off x="6881300" y="3627950"/>
              <a:ext cx="62575" cy="49875"/>
            </a:xfrm>
            <a:custGeom>
              <a:avLst/>
              <a:gdLst/>
              <a:ahLst/>
              <a:cxnLst/>
              <a:rect l="l" t="t" r="r" b="b"/>
              <a:pathLst>
                <a:path w="2503" h="1995" extrusionOk="0">
                  <a:moveTo>
                    <a:pt x="127" y="0"/>
                  </a:moveTo>
                  <a:lnTo>
                    <a:pt x="43" y="85"/>
                  </a:lnTo>
                  <a:lnTo>
                    <a:pt x="0" y="213"/>
                  </a:lnTo>
                  <a:lnTo>
                    <a:pt x="0" y="425"/>
                  </a:lnTo>
                  <a:lnTo>
                    <a:pt x="0" y="637"/>
                  </a:lnTo>
                  <a:lnTo>
                    <a:pt x="43" y="849"/>
                  </a:lnTo>
                  <a:lnTo>
                    <a:pt x="127" y="1019"/>
                  </a:lnTo>
                  <a:lnTo>
                    <a:pt x="255" y="1231"/>
                  </a:lnTo>
                  <a:lnTo>
                    <a:pt x="382" y="1400"/>
                  </a:lnTo>
                  <a:lnTo>
                    <a:pt x="552" y="1570"/>
                  </a:lnTo>
                  <a:lnTo>
                    <a:pt x="721" y="1697"/>
                  </a:lnTo>
                  <a:lnTo>
                    <a:pt x="891" y="1825"/>
                  </a:lnTo>
                  <a:lnTo>
                    <a:pt x="1103" y="1909"/>
                  </a:lnTo>
                  <a:lnTo>
                    <a:pt x="1315" y="1994"/>
                  </a:lnTo>
                  <a:lnTo>
                    <a:pt x="1952" y="1994"/>
                  </a:lnTo>
                  <a:lnTo>
                    <a:pt x="2164" y="1909"/>
                  </a:lnTo>
                  <a:lnTo>
                    <a:pt x="2333" y="1782"/>
                  </a:lnTo>
                  <a:lnTo>
                    <a:pt x="2461" y="1655"/>
                  </a:lnTo>
                  <a:lnTo>
                    <a:pt x="2503" y="1528"/>
                  </a:lnTo>
                  <a:lnTo>
                    <a:pt x="2503" y="1400"/>
                  </a:lnTo>
                  <a:lnTo>
                    <a:pt x="2503" y="1273"/>
                  </a:lnTo>
                  <a:lnTo>
                    <a:pt x="2418" y="1146"/>
                  </a:lnTo>
                  <a:lnTo>
                    <a:pt x="2333" y="1061"/>
                  </a:lnTo>
                  <a:lnTo>
                    <a:pt x="2206" y="1019"/>
                  </a:lnTo>
                  <a:lnTo>
                    <a:pt x="2036" y="1061"/>
                  </a:lnTo>
                  <a:lnTo>
                    <a:pt x="1824" y="1103"/>
                  </a:lnTo>
                  <a:lnTo>
                    <a:pt x="1612" y="1146"/>
                  </a:lnTo>
                  <a:lnTo>
                    <a:pt x="1358" y="1103"/>
                  </a:lnTo>
                  <a:lnTo>
                    <a:pt x="1146" y="1019"/>
                  </a:lnTo>
                  <a:lnTo>
                    <a:pt x="933" y="891"/>
                  </a:lnTo>
                  <a:lnTo>
                    <a:pt x="764" y="722"/>
                  </a:lnTo>
                  <a:lnTo>
                    <a:pt x="679" y="510"/>
                  </a:lnTo>
                  <a:lnTo>
                    <a:pt x="594" y="297"/>
                  </a:lnTo>
                  <a:lnTo>
                    <a:pt x="594" y="170"/>
                  </a:lnTo>
                  <a:lnTo>
                    <a:pt x="509" y="85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6"/>
            <p:cNvSpPr/>
            <p:nvPr/>
          </p:nvSpPr>
          <p:spPr>
            <a:xfrm>
              <a:off x="7187775" y="3825200"/>
              <a:ext cx="43525" cy="62600"/>
            </a:xfrm>
            <a:custGeom>
              <a:avLst/>
              <a:gdLst/>
              <a:ahLst/>
              <a:cxnLst/>
              <a:rect l="l" t="t" r="r" b="b"/>
              <a:pathLst>
                <a:path w="1741" h="2504" extrusionOk="0">
                  <a:moveTo>
                    <a:pt x="1189" y="1"/>
                  </a:moveTo>
                  <a:lnTo>
                    <a:pt x="1104" y="43"/>
                  </a:lnTo>
                  <a:lnTo>
                    <a:pt x="1019" y="86"/>
                  </a:lnTo>
                  <a:lnTo>
                    <a:pt x="977" y="170"/>
                  </a:lnTo>
                  <a:lnTo>
                    <a:pt x="934" y="255"/>
                  </a:lnTo>
                  <a:lnTo>
                    <a:pt x="977" y="340"/>
                  </a:lnTo>
                  <a:lnTo>
                    <a:pt x="1019" y="425"/>
                  </a:lnTo>
                  <a:lnTo>
                    <a:pt x="1061" y="467"/>
                  </a:lnTo>
                  <a:lnTo>
                    <a:pt x="1189" y="552"/>
                  </a:lnTo>
                  <a:lnTo>
                    <a:pt x="1189" y="637"/>
                  </a:lnTo>
                  <a:lnTo>
                    <a:pt x="1146" y="764"/>
                  </a:lnTo>
                  <a:lnTo>
                    <a:pt x="1061" y="849"/>
                  </a:lnTo>
                  <a:lnTo>
                    <a:pt x="849" y="1061"/>
                  </a:lnTo>
                  <a:lnTo>
                    <a:pt x="680" y="1189"/>
                  </a:lnTo>
                  <a:lnTo>
                    <a:pt x="468" y="1358"/>
                  </a:lnTo>
                  <a:lnTo>
                    <a:pt x="255" y="1528"/>
                  </a:lnTo>
                  <a:lnTo>
                    <a:pt x="86" y="1740"/>
                  </a:lnTo>
                  <a:lnTo>
                    <a:pt x="1" y="1995"/>
                  </a:lnTo>
                  <a:lnTo>
                    <a:pt x="1" y="2164"/>
                  </a:lnTo>
                  <a:lnTo>
                    <a:pt x="86" y="2292"/>
                  </a:lnTo>
                  <a:lnTo>
                    <a:pt x="171" y="2376"/>
                  </a:lnTo>
                  <a:lnTo>
                    <a:pt x="255" y="2461"/>
                  </a:lnTo>
                  <a:lnTo>
                    <a:pt x="383" y="2504"/>
                  </a:lnTo>
                  <a:lnTo>
                    <a:pt x="510" y="2504"/>
                  </a:lnTo>
                  <a:lnTo>
                    <a:pt x="595" y="2419"/>
                  </a:lnTo>
                  <a:lnTo>
                    <a:pt x="722" y="2292"/>
                  </a:lnTo>
                  <a:lnTo>
                    <a:pt x="807" y="2122"/>
                  </a:lnTo>
                  <a:lnTo>
                    <a:pt x="934" y="1952"/>
                  </a:lnTo>
                  <a:lnTo>
                    <a:pt x="1231" y="1698"/>
                  </a:lnTo>
                  <a:lnTo>
                    <a:pt x="1486" y="1401"/>
                  </a:lnTo>
                  <a:lnTo>
                    <a:pt x="1613" y="1231"/>
                  </a:lnTo>
                  <a:lnTo>
                    <a:pt x="1698" y="1061"/>
                  </a:lnTo>
                  <a:lnTo>
                    <a:pt x="1740" y="722"/>
                  </a:lnTo>
                  <a:lnTo>
                    <a:pt x="1740" y="595"/>
                  </a:lnTo>
                  <a:lnTo>
                    <a:pt x="1698" y="425"/>
                  </a:lnTo>
                  <a:lnTo>
                    <a:pt x="1655" y="298"/>
                  </a:lnTo>
                  <a:lnTo>
                    <a:pt x="1571" y="170"/>
                  </a:lnTo>
                  <a:lnTo>
                    <a:pt x="1443" y="86"/>
                  </a:lnTo>
                  <a:lnTo>
                    <a:pt x="1274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6"/>
            <p:cNvSpPr/>
            <p:nvPr/>
          </p:nvSpPr>
          <p:spPr>
            <a:xfrm>
              <a:off x="6625700" y="3573850"/>
              <a:ext cx="45625" cy="46700"/>
            </a:xfrm>
            <a:custGeom>
              <a:avLst/>
              <a:gdLst/>
              <a:ahLst/>
              <a:cxnLst/>
              <a:rect l="l" t="t" r="r" b="b"/>
              <a:pathLst>
                <a:path w="1825" h="1868" extrusionOk="0">
                  <a:moveTo>
                    <a:pt x="1231" y="1"/>
                  </a:moveTo>
                  <a:lnTo>
                    <a:pt x="1061" y="43"/>
                  </a:lnTo>
                  <a:lnTo>
                    <a:pt x="764" y="128"/>
                  </a:lnTo>
                  <a:lnTo>
                    <a:pt x="510" y="340"/>
                  </a:lnTo>
                  <a:lnTo>
                    <a:pt x="255" y="552"/>
                  </a:lnTo>
                  <a:lnTo>
                    <a:pt x="85" y="849"/>
                  </a:lnTo>
                  <a:lnTo>
                    <a:pt x="1" y="1146"/>
                  </a:lnTo>
                  <a:lnTo>
                    <a:pt x="1" y="1443"/>
                  </a:lnTo>
                  <a:lnTo>
                    <a:pt x="128" y="1740"/>
                  </a:lnTo>
                  <a:lnTo>
                    <a:pt x="170" y="1825"/>
                  </a:lnTo>
                  <a:lnTo>
                    <a:pt x="255" y="1868"/>
                  </a:lnTo>
                  <a:lnTo>
                    <a:pt x="425" y="1868"/>
                  </a:lnTo>
                  <a:lnTo>
                    <a:pt x="552" y="1783"/>
                  </a:lnTo>
                  <a:lnTo>
                    <a:pt x="595" y="1698"/>
                  </a:lnTo>
                  <a:lnTo>
                    <a:pt x="637" y="1613"/>
                  </a:lnTo>
                  <a:lnTo>
                    <a:pt x="637" y="1443"/>
                  </a:lnTo>
                  <a:lnTo>
                    <a:pt x="679" y="1316"/>
                  </a:lnTo>
                  <a:lnTo>
                    <a:pt x="764" y="1189"/>
                  </a:lnTo>
                  <a:lnTo>
                    <a:pt x="849" y="1062"/>
                  </a:lnTo>
                  <a:lnTo>
                    <a:pt x="976" y="1231"/>
                  </a:lnTo>
                  <a:lnTo>
                    <a:pt x="1188" y="1274"/>
                  </a:lnTo>
                  <a:lnTo>
                    <a:pt x="1273" y="1274"/>
                  </a:lnTo>
                  <a:lnTo>
                    <a:pt x="1358" y="1231"/>
                  </a:lnTo>
                  <a:lnTo>
                    <a:pt x="1443" y="1189"/>
                  </a:lnTo>
                  <a:lnTo>
                    <a:pt x="1528" y="1062"/>
                  </a:lnTo>
                  <a:lnTo>
                    <a:pt x="1740" y="637"/>
                  </a:lnTo>
                  <a:lnTo>
                    <a:pt x="1782" y="510"/>
                  </a:lnTo>
                  <a:lnTo>
                    <a:pt x="1825" y="425"/>
                  </a:lnTo>
                  <a:lnTo>
                    <a:pt x="1782" y="298"/>
                  </a:lnTo>
                  <a:lnTo>
                    <a:pt x="1740" y="213"/>
                  </a:lnTo>
                  <a:lnTo>
                    <a:pt x="1613" y="86"/>
                  </a:lnTo>
                  <a:lnTo>
                    <a:pt x="1485" y="43"/>
                  </a:lnTo>
                  <a:lnTo>
                    <a:pt x="140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36"/>
          <p:cNvGrpSpPr/>
          <p:nvPr/>
        </p:nvGrpSpPr>
        <p:grpSpPr>
          <a:xfrm>
            <a:off x="2752200" y="639725"/>
            <a:ext cx="1070100" cy="674525"/>
            <a:chOff x="4551300" y="1957625"/>
            <a:chExt cx="1070100" cy="674525"/>
          </a:xfrm>
        </p:grpSpPr>
        <p:sp>
          <p:nvSpPr>
            <p:cNvPr id="1263" name="Google Shape;1263;p36"/>
            <p:cNvSpPr/>
            <p:nvPr/>
          </p:nvSpPr>
          <p:spPr>
            <a:xfrm>
              <a:off x="5120800" y="2137900"/>
              <a:ext cx="448625" cy="434850"/>
            </a:xfrm>
            <a:custGeom>
              <a:avLst/>
              <a:gdLst/>
              <a:ahLst/>
              <a:cxnLst/>
              <a:rect l="l" t="t" r="r" b="b"/>
              <a:pathLst>
                <a:path w="17945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6"/>
            <p:cNvSpPr/>
            <p:nvPr/>
          </p:nvSpPr>
          <p:spPr>
            <a:xfrm>
              <a:off x="5120800" y="2137900"/>
              <a:ext cx="351075" cy="434850"/>
            </a:xfrm>
            <a:custGeom>
              <a:avLst/>
              <a:gdLst/>
              <a:ahLst/>
              <a:cxnLst/>
              <a:rect l="l" t="t" r="r" b="b"/>
              <a:pathLst>
                <a:path w="14043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6"/>
            <p:cNvSpPr/>
            <p:nvPr/>
          </p:nvSpPr>
          <p:spPr>
            <a:xfrm>
              <a:off x="5377450" y="2418950"/>
              <a:ext cx="53050" cy="25475"/>
            </a:xfrm>
            <a:custGeom>
              <a:avLst/>
              <a:gdLst/>
              <a:ahLst/>
              <a:cxnLst/>
              <a:rect l="l" t="t" r="r" b="b"/>
              <a:pathLst>
                <a:path w="2122" h="1019" extrusionOk="0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6"/>
            <p:cNvSpPr/>
            <p:nvPr/>
          </p:nvSpPr>
          <p:spPr>
            <a:xfrm>
              <a:off x="5401850" y="2365925"/>
              <a:ext cx="49875" cy="26525"/>
            </a:xfrm>
            <a:custGeom>
              <a:avLst/>
              <a:gdLst/>
              <a:ahLst/>
              <a:cxnLst/>
              <a:rect l="l" t="t" r="r" b="b"/>
              <a:pathLst>
                <a:path w="1995" h="1061" extrusionOk="0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6"/>
            <p:cNvSpPr/>
            <p:nvPr/>
          </p:nvSpPr>
          <p:spPr>
            <a:xfrm>
              <a:off x="5473975" y="2296975"/>
              <a:ext cx="26525" cy="54125"/>
            </a:xfrm>
            <a:custGeom>
              <a:avLst/>
              <a:gdLst/>
              <a:ahLst/>
              <a:cxnLst/>
              <a:rect l="l" t="t" r="r" b="b"/>
              <a:pathLst>
                <a:path w="1061" h="2165" extrusionOk="0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6"/>
            <p:cNvSpPr/>
            <p:nvPr/>
          </p:nvSpPr>
          <p:spPr>
            <a:xfrm>
              <a:off x="5183375" y="2358500"/>
              <a:ext cx="56225" cy="50925"/>
            </a:xfrm>
            <a:custGeom>
              <a:avLst/>
              <a:gdLst/>
              <a:ahLst/>
              <a:cxnLst/>
              <a:rect l="l" t="t" r="r" b="b"/>
              <a:pathLst>
                <a:path w="2249" h="2037" extrusionOk="0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6"/>
            <p:cNvSpPr/>
            <p:nvPr/>
          </p:nvSpPr>
          <p:spPr>
            <a:xfrm>
              <a:off x="4551300" y="1957625"/>
              <a:ext cx="1070100" cy="674525"/>
            </a:xfrm>
            <a:custGeom>
              <a:avLst/>
              <a:gdLst/>
              <a:ahLst/>
              <a:cxnLst/>
              <a:rect l="l" t="t" r="r" b="b"/>
              <a:pathLst>
                <a:path w="42804" h="26981" extrusionOk="0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6"/>
            <p:cNvSpPr/>
            <p:nvPr/>
          </p:nvSpPr>
          <p:spPr>
            <a:xfrm>
              <a:off x="4597975" y="2280025"/>
              <a:ext cx="57275" cy="22300"/>
            </a:xfrm>
            <a:custGeom>
              <a:avLst/>
              <a:gdLst/>
              <a:ahLst/>
              <a:cxnLst/>
              <a:rect l="l" t="t" r="r" b="b"/>
              <a:pathLst>
                <a:path w="2291" h="892" extrusionOk="0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6"/>
            <p:cNvSpPr/>
            <p:nvPr/>
          </p:nvSpPr>
          <p:spPr>
            <a:xfrm>
              <a:off x="4623425" y="2269400"/>
              <a:ext cx="39250" cy="14875"/>
            </a:xfrm>
            <a:custGeom>
              <a:avLst/>
              <a:gdLst/>
              <a:ahLst/>
              <a:cxnLst/>
              <a:rect l="l" t="t" r="r" b="b"/>
              <a:pathLst>
                <a:path w="1570" h="595" extrusionOk="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6"/>
            <p:cNvSpPr/>
            <p:nvPr/>
          </p:nvSpPr>
          <p:spPr>
            <a:xfrm>
              <a:off x="5298975" y="2109275"/>
              <a:ext cx="46700" cy="19100"/>
            </a:xfrm>
            <a:custGeom>
              <a:avLst/>
              <a:gdLst/>
              <a:ahLst/>
              <a:cxnLst/>
              <a:rect l="l" t="t" r="r" b="b"/>
              <a:pathLst>
                <a:path w="1868" h="764" extrusionOk="0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6"/>
            <p:cNvSpPr/>
            <p:nvPr/>
          </p:nvSpPr>
          <p:spPr>
            <a:xfrm>
              <a:off x="5304275" y="2080650"/>
              <a:ext cx="41400" cy="16975"/>
            </a:xfrm>
            <a:custGeom>
              <a:avLst/>
              <a:gdLst/>
              <a:ahLst/>
              <a:cxnLst/>
              <a:rect l="l" t="t" r="r" b="b"/>
              <a:pathLst>
                <a:path w="1656" h="679" extrusionOk="0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36"/>
          <p:cNvGrpSpPr/>
          <p:nvPr/>
        </p:nvGrpSpPr>
        <p:grpSpPr>
          <a:xfrm rot="-2555258" flipH="1">
            <a:off x="5966477" y="2161370"/>
            <a:ext cx="388558" cy="171259"/>
            <a:chOff x="1406961" y="-1212504"/>
            <a:chExt cx="6086670" cy="2682735"/>
          </a:xfrm>
        </p:grpSpPr>
        <p:sp>
          <p:nvSpPr>
            <p:cNvPr id="1275" name="Google Shape;1275;p3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9" name="Google Shape;1279;p36"/>
          <p:cNvGrpSpPr/>
          <p:nvPr/>
        </p:nvGrpSpPr>
        <p:grpSpPr>
          <a:xfrm rot="-6948165" flipH="1">
            <a:off x="4036847" y="666605"/>
            <a:ext cx="388742" cy="171340"/>
            <a:chOff x="1406961" y="-1212504"/>
            <a:chExt cx="6086670" cy="2682735"/>
          </a:xfrm>
        </p:grpSpPr>
        <p:sp>
          <p:nvSpPr>
            <p:cNvPr id="1280" name="Google Shape;1280;p3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36"/>
          <p:cNvGrpSpPr/>
          <p:nvPr/>
        </p:nvGrpSpPr>
        <p:grpSpPr>
          <a:xfrm rot="-9463926" flipH="1">
            <a:off x="2859343" y="1245423"/>
            <a:ext cx="388711" cy="171327"/>
            <a:chOff x="1406961" y="-1212504"/>
            <a:chExt cx="6086670" cy="2682735"/>
          </a:xfrm>
        </p:grpSpPr>
        <p:sp>
          <p:nvSpPr>
            <p:cNvPr id="1285" name="Google Shape;1285;p3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6"/>
            <p:cNvSpPr/>
            <p:nvPr/>
          </p:nvSpPr>
          <p:spPr>
            <a:xfrm rot="-10575706">
              <a:off x="1475601" y="-1021005"/>
              <a:ext cx="5949390" cy="2299739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6"/>
            <p:cNvSpPr/>
            <p:nvPr/>
          </p:nvSpPr>
          <p:spPr>
            <a:xfrm rot="-10575706">
              <a:off x="1838041" y="-818826"/>
              <a:ext cx="5112492" cy="1895403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38"/>
          <p:cNvSpPr/>
          <p:nvPr/>
        </p:nvSpPr>
        <p:spPr>
          <a:xfrm>
            <a:off x="1916876" y="1347900"/>
            <a:ext cx="5082778" cy="2849469"/>
          </a:xfrm>
          <a:custGeom>
            <a:avLst/>
            <a:gdLst/>
            <a:ahLst/>
            <a:cxnLst/>
            <a:rect l="l" t="t" r="r" b="b"/>
            <a:pathLst>
              <a:path w="285750" h="160195" extrusionOk="0">
                <a:moveTo>
                  <a:pt x="121555" y="0"/>
                </a:moveTo>
                <a:lnTo>
                  <a:pt x="121555" y="0"/>
                </a:lnTo>
                <a:lnTo>
                  <a:pt x="117894" y="225"/>
                </a:lnTo>
                <a:lnTo>
                  <a:pt x="114120" y="507"/>
                </a:lnTo>
                <a:lnTo>
                  <a:pt x="110289" y="1014"/>
                </a:lnTo>
                <a:lnTo>
                  <a:pt x="106403" y="1577"/>
                </a:lnTo>
                <a:lnTo>
                  <a:pt x="102404" y="2309"/>
                </a:lnTo>
                <a:lnTo>
                  <a:pt x="98404" y="3154"/>
                </a:lnTo>
                <a:lnTo>
                  <a:pt x="94292" y="4112"/>
                </a:lnTo>
                <a:lnTo>
                  <a:pt x="90237" y="5182"/>
                </a:lnTo>
                <a:lnTo>
                  <a:pt x="86069" y="6365"/>
                </a:lnTo>
                <a:lnTo>
                  <a:pt x="81957" y="7661"/>
                </a:lnTo>
                <a:lnTo>
                  <a:pt x="77788" y="9125"/>
                </a:lnTo>
                <a:lnTo>
                  <a:pt x="73677" y="10646"/>
                </a:lnTo>
                <a:lnTo>
                  <a:pt x="69508" y="12279"/>
                </a:lnTo>
                <a:lnTo>
                  <a:pt x="65396" y="14026"/>
                </a:lnTo>
                <a:lnTo>
                  <a:pt x="61341" y="15828"/>
                </a:lnTo>
                <a:lnTo>
                  <a:pt x="57342" y="17799"/>
                </a:lnTo>
                <a:lnTo>
                  <a:pt x="53342" y="19827"/>
                </a:lnTo>
                <a:lnTo>
                  <a:pt x="49456" y="21968"/>
                </a:lnTo>
                <a:lnTo>
                  <a:pt x="45625" y="24164"/>
                </a:lnTo>
                <a:lnTo>
                  <a:pt x="41851" y="26530"/>
                </a:lnTo>
                <a:lnTo>
                  <a:pt x="38190" y="28896"/>
                </a:lnTo>
                <a:lnTo>
                  <a:pt x="34641" y="31374"/>
                </a:lnTo>
                <a:lnTo>
                  <a:pt x="31206" y="33965"/>
                </a:lnTo>
                <a:lnTo>
                  <a:pt x="29516" y="35261"/>
                </a:lnTo>
                <a:lnTo>
                  <a:pt x="27882" y="36613"/>
                </a:lnTo>
                <a:lnTo>
                  <a:pt x="26249" y="37965"/>
                </a:lnTo>
                <a:lnTo>
                  <a:pt x="24671" y="39316"/>
                </a:lnTo>
                <a:lnTo>
                  <a:pt x="23094" y="40725"/>
                </a:lnTo>
                <a:lnTo>
                  <a:pt x="21630" y="42133"/>
                </a:lnTo>
                <a:lnTo>
                  <a:pt x="20109" y="43597"/>
                </a:lnTo>
                <a:lnTo>
                  <a:pt x="18701" y="45006"/>
                </a:lnTo>
                <a:lnTo>
                  <a:pt x="17293" y="46470"/>
                </a:lnTo>
                <a:lnTo>
                  <a:pt x="15941" y="47991"/>
                </a:lnTo>
                <a:lnTo>
                  <a:pt x="14645" y="49455"/>
                </a:lnTo>
                <a:lnTo>
                  <a:pt x="13406" y="50976"/>
                </a:lnTo>
                <a:lnTo>
                  <a:pt x="12167" y="52497"/>
                </a:lnTo>
                <a:lnTo>
                  <a:pt x="10984" y="54074"/>
                </a:lnTo>
                <a:lnTo>
                  <a:pt x="9857" y="55595"/>
                </a:lnTo>
                <a:lnTo>
                  <a:pt x="8787" y="57172"/>
                </a:lnTo>
                <a:lnTo>
                  <a:pt x="7717" y="58806"/>
                </a:lnTo>
                <a:lnTo>
                  <a:pt x="6759" y="60383"/>
                </a:lnTo>
                <a:lnTo>
                  <a:pt x="6759" y="60383"/>
                </a:lnTo>
                <a:lnTo>
                  <a:pt x="5802" y="62129"/>
                </a:lnTo>
                <a:lnTo>
                  <a:pt x="4901" y="63819"/>
                </a:lnTo>
                <a:lnTo>
                  <a:pt x="4056" y="65509"/>
                </a:lnTo>
                <a:lnTo>
                  <a:pt x="3323" y="67199"/>
                </a:lnTo>
                <a:lnTo>
                  <a:pt x="2704" y="68888"/>
                </a:lnTo>
                <a:lnTo>
                  <a:pt x="2084" y="70578"/>
                </a:lnTo>
                <a:lnTo>
                  <a:pt x="1577" y="72268"/>
                </a:lnTo>
                <a:lnTo>
                  <a:pt x="1127" y="73901"/>
                </a:lnTo>
                <a:lnTo>
                  <a:pt x="789" y="75535"/>
                </a:lnTo>
                <a:lnTo>
                  <a:pt x="507" y="77168"/>
                </a:lnTo>
                <a:lnTo>
                  <a:pt x="282" y="78802"/>
                </a:lnTo>
                <a:lnTo>
                  <a:pt x="113" y="80379"/>
                </a:lnTo>
                <a:lnTo>
                  <a:pt x="56" y="82013"/>
                </a:lnTo>
                <a:lnTo>
                  <a:pt x="0" y="83590"/>
                </a:lnTo>
                <a:lnTo>
                  <a:pt x="56" y="85167"/>
                </a:lnTo>
                <a:lnTo>
                  <a:pt x="169" y="86688"/>
                </a:lnTo>
                <a:lnTo>
                  <a:pt x="338" y="88265"/>
                </a:lnTo>
                <a:lnTo>
                  <a:pt x="563" y="89786"/>
                </a:lnTo>
                <a:lnTo>
                  <a:pt x="845" y="91307"/>
                </a:lnTo>
                <a:lnTo>
                  <a:pt x="1183" y="92827"/>
                </a:lnTo>
                <a:lnTo>
                  <a:pt x="1577" y="94292"/>
                </a:lnTo>
                <a:lnTo>
                  <a:pt x="2028" y="95757"/>
                </a:lnTo>
                <a:lnTo>
                  <a:pt x="2535" y="97221"/>
                </a:lnTo>
                <a:lnTo>
                  <a:pt x="3098" y="98686"/>
                </a:lnTo>
                <a:lnTo>
                  <a:pt x="3718" y="100094"/>
                </a:lnTo>
                <a:lnTo>
                  <a:pt x="4394" y="101502"/>
                </a:lnTo>
                <a:lnTo>
                  <a:pt x="5069" y="102910"/>
                </a:lnTo>
                <a:lnTo>
                  <a:pt x="5858" y="104318"/>
                </a:lnTo>
                <a:lnTo>
                  <a:pt x="6647" y="105670"/>
                </a:lnTo>
                <a:lnTo>
                  <a:pt x="7492" y="107022"/>
                </a:lnTo>
                <a:lnTo>
                  <a:pt x="8393" y="108374"/>
                </a:lnTo>
                <a:lnTo>
                  <a:pt x="9294" y="109669"/>
                </a:lnTo>
                <a:lnTo>
                  <a:pt x="10252" y="110965"/>
                </a:lnTo>
                <a:lnTo>
                  <a:pt x="11266" y="112260"/>
                </a:lnTo>
                <a:lnTo>
                  <a:pt x="12279" y="113500"/>
                </a:lnTo>
                <a:lnTo>
                  <a:pt x="13350" y="114739"/>
                </a:lnTo>
                <a:lnTo>
                  <a:pt x="14476" y="115978"/>
                </a:lnTo>
                <a:lnTo>
                  <a:pt x="15603" y="117161"/>
                </a:lnTo>
                <a:lnTo>
                  <a:pt x="16786" y="118344"/>
                </a:lnTo>
                <a:lnTo>
                  <a:pt x="17969" y="119527"/>
                </a:lnTo>
                <a:lnTo>
                  <a:pt x="20447" y="121780"/>
                </a:lnTo>
                <a:lnTo>
                  <a:pt x="23038" y="123977"/>
                </a:lnTo>
                <a:lnTo>
                  <a:pt x="25742" y="126117"/>
                </a:lnTo>
                <a:lnTo>
                  <a:pt x="28502" y="128145"/>
                </a:lnTo>
                <a:lnTo>
                  <a:pt x="31318" y="130060"/>
                </a:lnTo>
                <a:lnTo>
                  <a:pt x="34247" y="131919"/>
                </a:lnTo>
                <a:lnTo>
                  <a:pt x="37176" y="133665"/>
                </a:lnTo>
                <a:lnTo>
                  <a:pt x="40162" y="135355"/>
                </a:lnTo>
                <a:lnTo>
                  <a:pt x="43147" y="136875"/>
                </a:lnTo>
                <a:lnTo>
                  <a:pt x="46132" y="138340"/>
                </a:lnTo>
                <a:lnTo>
                  <a:pt x="49174" y="139748"/>
                </a:lnTo>
                <a:lnTo>
                  <a:pt x="52216" y="140987"/>
                </a:lnTo>
                <a:lnTo>
                  <a:pt x="52216" y="140987"/>
                </a:lnTo>
                <a:lnTo>
                  <a:pt x="56666" y="142734"/>
                </a:lnTo>
                <a:lnTo>
                  <a:pt x="61284" y="144423"/>
                </a:lnTo>
                <a:lnTo>
                  <a:pt x="65903" y="146057"/>
                </a:lnTo>
                <a:lnTo>
                  <a:pt x="70635" y="147578"/>
                </a:lnTo>
                <a:lnTo>
                  <a:pt x="75366" y="149042"/>
                </a:lnTo>
                <a:lnTo>
                  <a:pt x="80211" y="150450"/>
                </a:lnTo>
                <a:lnTo>
                  <a:pt x="85111" y="151746"/>
                </a:lnTo>
                <a:lnTo>
                  <a:pt x="90068" y="152929"/>
                </a:lnTo>
                <a:lnTo>
                  <a:pt x="95025" y="154112"/>
                </a:lnTo>
                <a:lnTo>
                  <a:pt x="100038" y="155126"/>
                </a:lnTo>
                <a:lnTo>
                  <a:pt x="105107" y="156083"/>
                </a:lnTo>
                <a:lnTo>
                  <a:pt x="110177" y="156928"/>
                </a:lnTo>
                <a:lnTo>
                  <a:pt x="115246" y="157717"/>
                </a:lnTo>
                <a:lnTo>
                  <a:pt x="120372" y="158393"/>
                </a:lnTo>
                <a:lnTo>
                  <a:pt x="125498" y="158956"/>
                </a:lnTo>
                <a:lnTo>
                  <a:pt x="130680" y="159406"/>
                </a:lnTo>
                <a:lnTo>
                  <a:pt x="135806" y="159744"/>
                </a:lnTo>
                <a:lnTo>
                  <a:pt x="140932" y="160026"/>
                </a:lnTo>
                <a:lnTo>
                  <a:pt x="146114" y="160139"/>
                </a:lnTo>
                <a:lnTo>
                  <a:pt x="151240" y="160195"/>
                </a:lnTo>
                <a:lnTo>
                  <a:pt x="156365" y="160082"/>
                </a:lnTo>
                <a:lnTo>
                  <a:pt x="161435" y="159913"/>
                </a:lnTo>
                <a:lnTo>
                  <a:pt x="166504" y="159575"/>
                </a:lnTo>
                <a:lnTo>
                  <a:pt x="171574" y="159181"/>
                </a:lnTo>
                <a:lnTo>
                  <a:pt x="176587" y="158618"/>
                </a:lnTo>
                <a:lnTo>
                  <a:pt x="181544" y="157886"/>
                </a:lnTo>
                <a:lnTo>
                  <a:pt x="184022" y="157491"/>
                </a:lnTo>
                <a:lnTo>
                  <a:pt x="186501" y="157097"/>
                </a:lnTo>
                <a:lnTo>
                  <a:pt x="188923" y="156646"/>
                </a:lnTo>
                <a:lnTo>
                  <a:pt x="191345" y="156139"/>
                </a:lnTo>
                <a:lnTo>
                  <a:pt x="193767" y="155632"/>
                </a:lnTo>
                <a:lnTo>
                  <a:pt x="196189" y="155069"/>
                </a:lnTo>
                <a:lnTo>
                  <a:pt x="198555" y="154506"/>
                </a:lnTo>
                <a:lnTo>
                  <a:pt x="200977" y="153830"/>
                </a:lnTo>
                <a:lnTo>
                  <a:pt x="203343" y="153210"/>
                </a:lnTo>
                <a:lnTo>
                  <a:pt x="205652" y="152478"/>
                </a:lnTo>
                <a:lnTo>
                  <a:pt x="208018" y="151802"/>
                </a:lnTo>
                <a:lnTo>
                  <a:pt x="210327" y="151014"/>
                </a:lnTo>
                <a:lnTo>
                  <a:pt x="210327" y="151014"/>
                </a:lnTo>
                <a:lnTo>
                  <a:pt x="213651" y="149831"/>
                </a:lnTo>
                <a:lnTo>
                  <a:pt x="217143" y="148592"/>
                </a:lnTo>
                <a:lnTo>
                  <a:pt x="220748" y="147296"/>
                </a:lnTo>
                <a:lnTo>
                  <a:pt x="224409" y="145888"/>
                </a:lnTo>
                <a:lnTo>
                  <a:pt x="228127" y="144423"/>
                </a:lnTo>
                <a:lnTo>
                  <a:pt x="231844" y="142903"/>
                </a:lnTo>
                <a:lnTo>
                  <a:pt x="235618" y="141269"/>
                </a:lnTo>
                <a:lnTo>
                  <a:pt x="239392" y="139523"/>
                </a:lnTo>
                <a:lnTo>
                  <a:pt x="243110" y="137720"/>
                </a:lnTo>
                <a:lnTo>
                  <a:pt x="246828" y="135862"/>
                </a:lnTo>
                <a:lnTo>
                  <a:pt x="250489" y="133890"/>
                </a:lnTo>
                <a:lnTo>
                  <a:pt x="254038" y="131806"/>
                </a:lnTo>
                <a:lnTo>
                  <a:pt x="257530" y="129666"/>
                </a:lnTo>
                <a:lnTo>
                  <a:pt x="259220" y="128539"/>
                </a:lnTo>
                <a:lnTo>
                  <a:pt x="260853" y="127412"/>
                </a:lnTo>
                <a:lnTo>
                  <a:pt x="262487" y="126230"/>
                </a:lnTo>
                <a:lnTo>
                  <a:pt x="264120" y="125047"/>
                </a:lnTo>
                <a:lnTo>
                  <a:pt x="265641" y="123864"/>
                </a:lnTo>
                <a:lnTo>
                  <a:pt x="267162" y="122625"/>
                </a:lnTo>
                <a:lnTo>
                  <a:pt x="268683" y="121385"/>
                </a:lnTo>
                <a:lnTo>
                  <a:pt x="270091" y="120090"/>
                </a:lnTo>
                <a:lnTo>
                  <a:pt x="271499" y="118794"/>
                </a:lnTo>
                <a:lnTo>
                  <a:pt x="272795" y="117443"/>
                </a:lnTo>
                <a:lnTo>
                  <a:pt x="274090" y="116091"/>
                </a:lnTo>
                <a:lnTo>
                  <a:pt x="275329" y="114739"/>
                </a:lnTo>
                <a:lnTo>
                  <a:pt x="276512" y="113331"/>
                </a:lnTo>
                <a:lnTo>
                  <a:pt x="277639" y="111866"/>
                </a:lnTo>
                <a:lnTo>
                  <a:pt x="278653" y="110402"/>
                </a:lnTo>
                <a:lnTo>
                  <a:pt x="279667" y="108937"/>
                </a:lnTo>
                <a:lnTo>
                  <a:pt x="280624" y="107416"/>
                </a:lnTo>
                <a:lnTo>
                  <a:pt x="281469" y="105895"/>
                </a:lnTo>
                <a:lnTo>
                  <a:pt x="282258" y="104318"/>
                </a:lnTo>
                <a:lnTo>
                  <a:pt x="282934" y="102741"/>
                </a:lnTo>
                <a:lnTo>
                  <a:pt x="283610" y="101164"/>
                </a:lnTo>
                <a:lnTo>
                  <a:pt x="284173" y="99474"/>
                </a:lnTo>
                <a:lnTo>
                  <a:pt x="284623" y="97841"/>
                </a:lnTo>
                <a:lnTo>
                  <a:pt x="285018" y="96151"/>
                </a:lnTo>
                <a:lnTo>
                  <a:pt x="285356" y="94405"/>
                </a:lnTo>
                <a:lnTo>
                  <a:pt x="285581" y="92659"/>
                </a:lnTo>
                <a:lnTo>
                  <a:pt x="285750" y="90856"/>
                </a:lnTo>
                <a:lnTo>
                  <a:pt x="285750" y="89054"/>
                </a:lnTo>
                <a:lnTo>
                  <a:pt x="285750" y="87251"/>
                </a:lnTo>
                <a:lnTo>
                  <a:pt x="285581" y="85392"/>
                </a:lnTo>
                <a:lnTo>
                  <a:pt x="285356" y="83477"/>
                </a:lnTo>
                <a:lnTo>
                  <a:pt x="285018" y="81562"/>
                </a:lnTo>
                <a:lnTo>
                  <a:pt x="284567" y="79591"/>
                </a:lnTo>
                <a:lnTo>
                  <a:pt x="284004" y="77619"/>
                </a:lnTo>
                <a:lnTo>
                  <a:pt x="283384" y="75648"/>
                </a:lnTo>
                <a:lnTo>
                  <a:pt x="282596" y="73620"/>
                </a:lnTo>
                <a:lnTo>
                  <a:pt x="281751" y="71536"/>
                </a:lnTo>
                <a:lnTo>
                  <a:pt x="280737" y="69452"/>
                </a:lnTo>
                <a:lnTo>
                  <a:pt x="280737" y="69452"/>
                </a:lnTo>
                <a:lnTo>
                  <a:pt x="279554" y="67142"/>
                </a:lnTo>
                <a:lnTo>
                  <a:pt x="278258" y="64889"/>
                </a:lnTo>
                <a:lnTo>
                  <a:pt x="276907" y="62692"/>
                </a:lnTo>
                <a:lnTo>
                  <a:pt x="275442" y="60496"/>
                </a:lnTo>
                <a:lnTo>
                  <a:pt x="273921" y="58355"/>
                </a:lnTo>
                <a:lnTo>
                  <a:pt x="272288" y="56271"/>
                </a:lnTo>
                <a:lnTo>
                  <a:pt x="270654" y="54243"/>
                </a:lnTo>
                <a:lnTo>
                  <a:pt x="268908" y="52215"/>
                </a:lnTo>
                <a:lnTo>
                  <a:pt x="267049" y="50244"/>
                </a:lnTo>
                <a:lnTo>
                  <a:pt x="265190" y="48329"/>
                </a:lnTo>
                <a:lnTo>
                  <a:pt x="263219" y="46470"/>
                </a:lnTo>
                <a:lnTo>
                  <a:pt x="261191" y="44611"/>
                </a:lnTo>
                <a:lnTo>
                  <a:pt x="259107" y="42809"/>
                </a:lnTo>
                <a:lnTo>
                  <a:pt x="256967" y="41063"/>
                </a:lnTo>
                <a:lnTo>
                  <a:pt x="254770" y="39316"/>
                </a:lnTo>
                <a:lnTo>
                  <a:pt x="252517" y="37627"/>
                </a:lnTo>
                <a:lnTo>
                  <a:pt x="250207" y="35993"/>
                </a:lnTo>
                <a:lnTo>
                  <a:pt x="247842" y="34416"/>
                </a:lnTo>
                <a:lnTo>
                  <a:pt x="245476" y="32839"/>
                </a:lnTo>
                <a:lnTo>
                  <a:pt x="242997" y="31318"/>
                </a:lnTo>
                <a:lnTo>
                  <a:pt x="240519" y="29797"/>
                </a:lnTo>
                <a:lnTo>
                  <a:pt x="237984" y="28389"/>
                </a:lnTo>
                <a:lnTo>
                  <a:pt x="235393" y="26981"/>
                </a:lnTo>
                <a:lnTo>
                  <a:pt x="232746" y="25573"/>
                </a:lnTo>
                <a:lnTo>
                  <a:pt x="230098" y="24221"/>
                </a:lnTo>
                <a:lnTo>
                  <a:pt x="227395" y="22925"/>
                </a:lnTo>
                <a:lnTo>
                  <a:pt x="224691" y="21686"/>
                </a:lnTo>
                <a:lnTo>
                  <a:pt x="221931" y="20447"/>
                </a:lnTo>
                <a:lnTo>
                  <a:pt x="219171" y="19264"/>
                </a:lnTo>
                <a:lnTo>
                  <a:pt x="216354" y="18137"/>
                </a:lnTo>
                <a:lnTo>
                  <a:pt x="213538" y="17011"/>
                </a:lnTo>
                <a:lnTo>
                  <a:pt x="210722" y="15941"/>
                </a:lnTo>
                <a:lnTo>
                  <a:pt x="207849" y="14927"/>
                </a:lnTo>
                <a:lnTo>
                  <a:pt x="204920" y="13913"/>
                </a:lnTo>
                <a:lnTo>
                  <a:pt x="202047" y="12955"/>
                </a:lnTo>
                <a:lnTo>
                  <a:pt x="199118" y="11998"/>
                </a:lnTo>
                <a:lnTo>
                  <a:pt x="196245" y="11096"/>
                </a:lnTo>
                <a:lnTo>
                  <a:pt x="193316" y="10252"/>
                </a:lnTo>
                <a:lnTo>
                  <a:pt x="190387" y="9463"/>
                </a:lnTo>
                <a:lnTo>
                  <a:pt x="187458" y="8674"/>
                </a:lnTo>
                <a:lnTo>
                  <a:pt x="184473" y="7886"/>
                </a:lnTo>
                <a:lnTo>
                  <a:pt x="181544" y="7210"/>
                </a:lnTo>
                <a:lnTo>
                  <a:pt x="175686" y="5858"/>
                </a:lnTo>
                <a:lnTo>
                  <a:pt x="169884" y="4675"/>
                </a:lnTo>
                <a:lnTo>
                  <a:pt x="164082" y="3605"/>
                </a:lnTo>
                <a:lnTo>
                  <a:pt x="158393" y="2704"/>
                </a:lnTo>
                <a:lnTo>
                  <a:pt x="152704" y="1915"/>
                </a:lnTo>
                <a:lnTo>
                  <a:pt x="147184" y="1296"/>
                </a:lnTo>
                <a:lnTo>
                  <a:pt x="141777" y="789"/>
                </a:lnTo>
                <a:lnTo>
                  <a:pt x="136482" y="394"/>
                </a:lnTo>
                <a:lnTo>
                  <a:pt x="131300" y="113"/>
                </a:lnTo>
                <a:lnTo>
                  <a:pt x="126343" y="0"/>
                </a:lnTo>
                <a:lnTo>
                  <a:pt x="121555" y="0"/>
                </a:lnTo>
                <a:lnTo>
                  <a:pt x="1215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38"/>
          <p:cNvSpPr txBox="1">
            <a:spLocks noGrp="1"/>
          </p:cNvSpPr>
          <p:nvPr>
            <p:ph type="title"/>
          </p:nvPr>
        </p:nvSpPr>
        <p:spPr>
          <a:xfrm>
            <a:off x="2812800" y="1609875"/>
            <a:ext cx="3518400" cy="146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Como?</a:t>
            </a:r>
            <a:endParaRPr dirty="0"/>
          </a:p>
        </p:txBody>
      </p:sp>
      <p:sp>
        <p:nvSpPr>
          <p:cNvPr id="1301" name="Google Shape;1301;p38"/>
          <p:cNvSpPr txBox="1">
            <a:spLocks noGrp="1"/>
          </p:cNvSpPr>
          <p:nvPr>
            <p:ph type="subTitle" idx="1"/>
          </p:nvPr>
        </p:nvSpPr>
        <p:spPr>
          <a:xfrm>
            <a:off x="2275675" y="2955725"/>
            <a:ext cx="4592700" cy="13497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Criamos uma plataforma web que permite a criação e visualização desses post e também um  aplicativo que permite a visualização desses posts de forma totalmente gratuita!!!</a:t>
            </a:r>
            <a:endParaRPr dirty="0"/>
          </a:p>
        </p:txBody>
      </p:sp>
      <p:grpSp>
        <p:nvGrpSpPr>
          <p:cNvPr id="1302" name="Google Shape;1302;p38"/>
          <p:cNvGrpSpPr/>
          <p:nvPr/>
        </p:nvGrpSpPr>
        <p:grpSpPr>
          <a:xfrm>
            <a:off x="5947460" y="919229"/>
            <a:ext cx="1925926" cy="1683685"/>
            <a:chOff x="238125" y="918100"/>
            <a:chExt cx="2808700" cy="2455425"/>
          </a:xfrm>
        </p:grpSpPr>
        <p:sp>
          <p:nvSpPr>
            <p:cNvPr id="1303" name="Google Shape;1303;p38"/>
            <p:cNvSpPr/>
            <p:nvPr/>
          </p:nvSpPr>
          <p:spPr>
            <a:xfrm>
              <a:off x="238125" y="918100"/>
              <a:ext cx="2344175" cy="1723125"/>
            </a:xfrm>
            <a:custGeom>
              <a:avLst/>
              <a:gdLst/>
              <a:ahLst/>
              <a:cxnLst/>
              <a:rect l="l" t="t" r="r" b="b"/>
              <a:pathLst>
                <a:path w="93767" h="68925" extrusionOk="0">
                  <a:moveTo>
                    <a:pt x="66494" y="0"/>
                  </a:moveTo>
                  <a:lnTo>
                    <a:pt x="64516" y="83"/>
                  </a:lnTo>
                  <a:lnTo>
                    <a:pt x="62539" y="206"/>
                  </a:lnTo>
                  <a:lnTo>
                    <a:pt x="60561" y="412"/>
                  </a:lnTo>
                  <a:lnTo>
                    <a:pt x="58625" y="659"/>
                  </a:lnTo>
                  <a:lnTo>
                    <a:pt x="56730" y="948"/>
                  </a:lnTo>
                  <a:lnTo>
                    <a:pt x="54793" y="1318"/>
                  </a:lnTo>
                  <a:lnTo>
                    <a:pt x="52940" y="1689"/>
                  </a:lnTo>
                  <a:lnTo>
                    <a:pt x="51127" y="2101"/>
                  </a:lnTo>
                  <a:lnTo>
                    <a:pt x="49397" y="2513"/>
                  </a:lnTo>
                  <a:lnTo>
                    <a:pt x="47666" y="2966"/>
                  </a:lnTo>
                  <a:lnTo>
                    <a:pt x="46018" y="3461"/>
                  </a:lnTo>
                  <a:lnTo>
                    <a:pt x="42970" y="4367"/>
                  </a:lnTo>
                  <a:lnTo>
                    <a:pt x="40292" y="5274"/>
                  </a:lnTo>
                  <a:lnTo>
                    <a:pt x="38026" y="6097"/>
                  </a:lnTo>
                  <a:lnTo>
                    <a:pt x="35719" y="6880"/>
                  </a:lnTo>
                  <a:lnTo>
                    <a:pt x="33082" y="7869"/>
                  </a:lnTo>
                  <a:lnTo>
                    <a:pt x="30116" y="9064"/>
                  </a:lnTo>
                  <a:lnTo>
                    <a:pt x="28550" y="9723"/>
                  </a:lnTo>
                  <a:lnTo>
                    <a:pt x="26944" y="10464"/>
                  </a:lnTo>
                  <a:lnTo>
                    <a:pt x="25296" y="11247"/>
                  </a:lnTo>
                  <a:lnTo>
                    <a:pt x="23607" y="12030"/>
                  </a:lnTo>
                  <a:lnTo>
                    <a:pt x="21917" y="12936"/>
                  </a:lnTo>
                  <a:lnTo>
                    <a:pt x="20228" y="13843"/>
                  </a:lnTo>
                  <a:lnTo>
                    <a:pt x="18539" y="14831"/>
                  </a:lnTo>
                  <a:lnTo>
                    <a:pt x="16891" y="15861"/>
                  </a:lnTo>
                  <a:lnTo>
                    <a:pt x="15243" y="16933"/>
                  </a:lnTo>
                  <a:lnTo>
                    <a:pt x="13637" y="18045"/>
                  </a:lnTo>
                  <a:lnTo>
                    <a:pt x="12030" y="19240"/>
                  </a:lnTo>
                  <a:lnTo>
                    <a:pt x="10547" y="20476"/>
                  </a:lnTo>
                  <a:lnTo>
                    <a:pt x="9064" y="21753"/>
                  </a:lnTo>
                  <a:lnTo>
                    <a:pt x="7704" y="23112"/>
                  </a:lnTo>
                  <a:lnTo>
                    <a:pt x="7045" y="23813"/>
                  </a:lnTo>
                  <a:lnTo>
                    <a:pt x="6386" y="24513"/>
                  </a:lnTo>
                  <a:lnTo>
                    <a:pt x="5768" y="25213"/>
                  </a:lnTo>
                  <a:lnTo>
                    <a:pt x="5191" y="25955"/>
                  </a:lnTo>
                  <a:lnTo>
                    <a:pt x="4614" y="26696"/>
                  </a:lnTo>
                  <a:lnTo>
                    <a:pt x="4079" y="27438"/>
                  </a:lnTo>
                  <a:lnTo>
                    <a:pt x="3543" y="28221"/>
                  </a:lnTo>
                  <a:lnTo>
                    <a:pt x="3090" y="29004"/>
                  </a:lnTo>
                  <a:lnTo>
                    <a:pt x="2637" y="29828"/>
                  </a:lnTo>
                  <a:lnTo>
                    <a:pt x="2183" y="30610"/>
                  </a:lnTo>
                  <a:lnTo>
                    <a:pt x="1813" y="31434"/>
                  </a:lnTo>
                  <a:lnTo>
                    <a:pt x="1442" y="32299"/>
                  </a:lnTo>
                  <a:lnTo>
                    <a:pt x="1154" y="33123"/>
                  </a:lnTo>
                  <a:lnTo>
                    <a:pt x="865" y="33989"/>
                  </a:lnTo>
                  <a:lnTo>
                    <a:pt x="618" y="34895"/>
                  </a:lnTo>
                  <a:lnTo>
                    <a:pt x="412" y="35760"/>
                  </a:lnTo>
                  <a:lnTo>
                    <a:pt x="247" y="36666"/>
                  </a:lnTo>
                  <a:lnTo>
                    <a:pt x="124" y="37614"/>
                  </a:lnTo>
                  <a:lnTo>
                    <a:pt x="41" y="38520"/>
                  </a:lnTo>
                  <a:lnTo>
                    <a:pt x="0" y="39468"/>
                  </a:lnTo>
                  <a:lnTo>
                    <a:pt x="0" y="40457"/>
                  </a:lnTo>
                  <a:lnTo>
                    <a:pt x="41" y="41404"/>
                  </a:lnTo>
                  <a:lnTo>
                    <a:pt x="165" y="42393"/>
                  </a:lnTo>
                  <a:lnTo>
                    <a:pt x="288" y="43423"/>
                  </a:lnTo>
                  <a:lnTo>
                    <a:pt x="494" y="44412"/>
                  </a:lnTo>
                  <a:lnTo>
                    <a:pt x="742" y="45400"/>
                  </a:lnTo>
                  <a:lnTo>
                    <a:pt x="989" y="46389"/>
                  </a:lnTo>
                  <a:lnTo>
                    <a:pt x="1318" y="47295"/>
                  </a:lnTo>
                  <a:lnTo>
                    <a:pt x="1648" y="48243"/>
                  </a:lnTo>
                  <a:lnTo>
                    <a:pt x="2060" y="49108"/>
                  </a:lnTo>
                  <a:lnTo>
                    <a:pt x="2472" y="49973"/>
                  </a:lnTo>
                  <a:lnTo>
                    <a:pt x="2884" y="50797"/>
                  </a:lnTo>
                  <a:lnTo>
                    <a:pt x="3378" y="51621"/>
                  </a:lnTo>
                  <a:lnTo>
                    <a:pt x="3873" y="52404"/>
                  </a:lnTo>
                  <a:lnTo>
                    <a:pt x="4408" y="53187"/>
                  </a:lnTo>
                  <a:lnTo>
                    <a:pt x="4985" y="53928"/>
                  </a:lnTo>
                  <a:lnTo>
                    <a:pt x="5562" y="54629"/>
                  </a:lnTo>
                  <a:lnTo>
                    <a:pt x="6180" y="55329"/>
                  </a:lnTo>
                  <a:lnTo>
                    <a:pt x="6798" y="55988"/>
                  </a:lnTo>
                  <a:lnTo>
                    <a:pt x="7457" y="56647"/>
                  </a:lnTo>
                  <a:lnTo>
                    <a:pt x="8116" y="57265"/>
                  </a:lnTo>
                  <a:lnTo>
                    <a:pt x="8775" y="57883"/>
                  </a:lnTo>
                  <a:lnTo>
                    <a:pt x="9476" y="58460"/>
                  </a:lnTo>
                  <a:lnTo>
                    <a:pt x="10217" y="59037"/>
                  </a:lnTo>
                  <a:lnTo>
                    <a:pt x="11700" y="60108"/>
                  </a:lnTo>
                  <a:lnTo>
                    <a:pt x="13225" y="61138"/>
                  </a:lnTo>
                  <a:lnTo>
                    <a:pt x="14749" y="62044"/>
                  </a:lnTo>
                  <a:lnTo>
                    <a:pt x="16314" y="62910"/>
                  </a:lnTo>
                  <a:lnTo>
                    <a:pt x="17921" y="63692"/>
                  </a:lnTo>
                  <a:lnTo>
                    <a:pt x="19487" y="64393"/>
                  </a:lnTo>
                  <a:lnTo>
                    <a:pt x="21093" y="65052"/>
                  </a:lnTo>
                  <a:lnTo>
                    <a:pt x="22618" y="65629"/>
                  </a:lnTo>
                  <a:lnTo>
                    <a:pt x="24142" y="66164"/>
                  </a:lnTo>
                  <a:lnTo>
                    <a:pt x="25625" y="66617"/>
                  </a:lnTo>
                  <a:lnTo>
                    <a:pt x="27026" y="67071"/>
                  </a:lnTo>
                  <a:lnTo>
                    <a:pt x="28385" y="67441"/>
                  </a:lnTo>
                  <a:lnTo>
                    <a:pt x="29663" y="67730"/>
                  </a:lnTo>
                  <a:lnTo>
                    <a:pt x="30857" y="68018"/>
                  </a:lnTo>
                  <a:lnTo>
                    <a:pt x="32917" y="68430"/>
                  </a:lnTo>
                  <a:lnTo>
                    <a:pt x="34524" y="68718"/>
                  </a:lnTo>
                  <a:lnTo>
                    <a:pt x="35884" y="68924"/>
                  </a:lnTo>
                  <a:lnTo>
                    <a:pt x="35884" y="68924"/>
                  </a:lnTo>
                  <a:lnTo>
                    <a:pt x="34730" y="68512"/>
                  </a:lnTo>
                  <a:lnTo>
                    <a:pt x="33370" y="68018"/>
                  </a:lnTo>
                  <a:lnTo>
                    <a:pt x="31599" y="67318"/>
                  </a:lnTo>
                  <a:lnTo>
                    <a:pt x="29498" y="66411"/>
                  </a:lnTo>
                  <a:lnTo>
                    <a:pt x="28344" y="65876"/>
                  </a:lnTo>
                  <a:lnTo>
                    <a:pt x="27150" y="65299"/>
                  </a:lnTo>
                  <a:lnTo>
                    <a:pt x="25872" y="64640"/>
                  </a:lnTo>
                  <a:lnTo>
                    <a:pt x="24595" y="63898"/>
                  </a:lnTo>
                  <a:lnTo>
                    <a:pt x="23277" y="63157"/>
                  </a:lnTo>
                  <a:lnTo>
                    <a:pt x="21917" y="62292"/>
                  </a:lnTo>
                  <a:lnTo>
                    <a:pt x="20599" y="61426"/>
                  </a:lnTo>
                  <a:lnTo>
                    <a:pt x="19240" y="60479"/>
                  </a:lnTo>
                  <a:lnTo>
                    <a:pt x="17921" y="59449"/>
                  </a:lnTo>
                  <a:lnTo>
                    <a:pt x="16603" y="58378"/>
                  </a:lnTo>
                  <a:lnTo>
                    <a:pt x="15326" y="57224"/>
                  </a:lnTo>
                  <a:lnTo>
                    <a:pt x="14090" y="56029"/>
                  </a:lnTo>
                  <a:lnTo>
                    <a:pt x="12895" y="54752"/>
                  </a:lnTo>
                  <a:lnTo>
                    <a:pt x="11741" y="53393"/>
                  </a:lnTo>
                  <a:lnTo>
                    <a:pt x="11206" y="52692"/>
                  </a:lnTo>
                  <a:lnTo>
                    <a:pt x="10712" y="51992"/>
                  </a:lnTo>
                  <a:lnTo>
                    <a:pt x="10176" y="51250"/>
                  </a:lnTo>
                  <a:lnTo>
                    <a:pt x="9723" y="50509"/>
                  </a:lnTo>
                  <a:lnTo>
                    <a:pt x="9228" y="49767"/>
                  </a:lnTo>
                  <a:lnTo>
                    <a:pt x="8816" y="48985"/>
                  </a:lnTo>
                  <a:lnTo>
                    <a:pt x="8404" y="48202"/>
                  </a:lnTo>
                  <a:lnTo>
                    <a:pt x="7992" y="47378"/>
                  </a:lnTo>
                  <a:lnTo>
                    <a:pt x="7622" y="46554"/>
                  </a:lnTo>
                  <a:lnTo>
                    <a:pt x="7292" y="45689"/>
                  </a:lnTo>
                  <a:lnTo>
                    <a:pt x="7004" y="44824"/>
                  </a:lnTo>
                  <a:lnTo>
                    <a:pt x="6715" y="43917"/>
                  </a:lnTo>
                  <a:lnTo>
                    <a:pt x="6468" y="43011"/>
                  </a:lnTo>
                  <a:lnTo>
                    <a:pt x="6262" y="42105"/>
                  </a:lnTo>
                  <a:lnTo>
                    <a:pt x="6097" y="41157"/>
                  </a:lnTo>
                  <a:lnTo>
                    <a:pt x="5933" y="40209"/>
                  </a:lnTo>
                  <a:lnTo>
                    <a:pt x="5850" y="39509"/>
                  </a:lnTo>
                  <a:lnTo>
                    <a:pt x="5809" y="38809"/>
                  </a:lnTo>
                  <a:lnTo>
                    <a:pt x="5809" y="38150"/>
                  </a:lnTo>
                  <a:lnTo>
                    <a:pt x="5809" y="37490"/>
                  </a:lnTo>
                  <a:lnTo>
                    <a:pt x="5850" y="36831"/>
                  </a:lnTo>
                  <a:lnTo>
                    <a:pt x="5933" y="36172"/>
                  </a:lnTo>
                  <a:lnTo>
                    <a:pt x="6056" y="35513"/>
                  </a:lnTo>
                  <a:lnTo>
                    <a:pt x="6180" y="34895"/>
                  </a:lnTo>
                  <a:lnTo>
                    <a:pt x="6345" y="34236"/>
                  </a:lnTo>
                  <a:lnTo>
                    <a:pt x="6509" y="33618"/>
                  </a:lnTo>
                  <a:lnTo>
                    <a:pt x="6715" y="33000"/>
                  </a:lnTo>
                  <a:lnTo>
                    <a:pt x="6962" y="32382"/>
                  </a:lnTo>
                  <a:lnTo>
                    <a:pt x="7457" y="31187"/>
                  </a:lnTo>
                  <a:lnTo>
                    <a:pt x="8116" y="30034"/>
                  </a:lnTo>
                  <a:lnTo>
                    <a:pt x="8816" y="28880"/>
                  </a:lnTo>
                  <a:lnTo>
                    <a:pt x="9599" y="27768"/>
                  </a:lnTo>
                  <a:lnTo>
                    <a:pt x="10423" y="26655"/>
                  </a:lnTo>
                  <a:lnTo>
                    <a:pt x="11371" y="25625"/>
                  </a:lnTo>
                  <a:lnTo>
                    <a:pt x="12318" y="24595"/>
                  </a:lnTo>
                  <a:lnTo>
                    <a:pt x="13389" y="23565"/>
                  </a:lnTo>
                  <a:lnTo>
                    <a:pt x="14461" y="22618"/>
                  </a:lnTo>
                  <a:lnTo>
                    <a:pt x="15614" y="21670"/>
                  </a:lnTo>
                  <a:lnTo>
                    <a:pt x="16768" y="20764"/>
                  </a:lnTo>
                  <a:lnTo>
                    <a:pt x="17962" y="19899"/>
                  </a:lnTo>
                  <a:lnTo>
                    <a:pt x="19198" y="19034"/>
                  </a:lnTo>
                  <a:lnTo>
                    <a:pt x="20475" y="18210"/>
                  </a:lnTo>
                  <a:lnTo>
                    <a:pt x="21753" y="17427"/>
                  </a:lnTo>
                  <a:lnTo>
                    <a:pt x="23030" y="16685"/>
                  </a:lnTo>
                  <a:lnTo>
                    <a:pt x="24307" y="15944"/>
                  </a:lnTo>
                  <a:lnTo>
                    <a:pt x="25625" y="15243"/>
                  </a:lnTo>
                  <a:lnTo>
                    <a:pt x="28180" y="13966"/>
                  </a:lnTo>
                  <a:lnTo>
                    <a:pt x="30651" y="12813"/>
                  </a:lnTo>
                  <a:lnTo>
                    <a:pt x="33082" y="11742"/>
                  </a:lnTo>
                  <a:lnTo>
                    <a:pt x="35307" y="10835"/>
                  </a:lnTo>
                  <a:lnTo>
                    <a:pt x="35307" y="10876"/>
                  </a:lnTo>
                  <a:lnTo>
                    <a:pt x="36337" y="10464"/>
                  </a:lnTo>
                  <a:lnTo>
                    <a:pt x="37573" y="10011"/>
                  </a:lnTo>
                  <a:lnTo>
                    <a:pt x="39179" y="9393"/>
                  </a:lnTo>
                  <a:lnTo>
                    <a:pt x="40827" y="8858"/>
                  </a:lnTo>
                  <a:lnTo>
                    <a:pt x="42063" y="8446"/>
                  </a:lnTo>
                  <a:lnTo>
                    <a:pt x="43134" y="8116"/>
                  </a:lnTo>
                  <a:lnTo>
                    <a:pt x="43093" y="8075"/>
                  </a:lnTo>
                  <a:lnTo>
                    <a:pt x="45442" y="7375"/>
                  </a:lnTo>
                  <a:lnTo>
                    <a:pt x="47955" y="6715"/>
                  </a:lnTo>
                  <a:lnTo>
                    <a:pt x="50632" y="6056"/>
                  </a:lnTo>
                  <a:lnTo>
                    <a:pt x="53434" y="5438"/>
                  </a:lnTo>
                  <a:lnTo>
                    <a:pt x="54876" y="5150"/>
                  </a:lnTo>
                  <a:lnTo>
                    <a:pt x="56318" y="4903"/>
                  </a:lnTo>
                  <a:lnTo>
                    <a:pt x="57801" y="4697"/>
                  </a:lnTo>
                  <a:lnTo>
                    <a:pt x="59284" y="4491"/>
                  </a:lnTo>
                  <a:lnTo>
                    <a:pt x="60767" y="4367"/>
                  </a:lnTo>
                  <a:lnTo>
                    <a:pt x="62292" y="4244"/>
                  </a:lnTo>
                  <a:lnTo>
                    <a:pt x="63775" y="4161"/>
                  </a:lnTo>
                  <a:lnTo>
                    <a:pt x="65258" y="4120"/>
                  </a:lnTo>
                  <a:lnTo>
                    <a:pt x="66700" y="4161"/>
                  </a:lnTo>
                  <a:lnTo>
                    <a:pt x="68183" y="4202"/>
                  </a:lnTo>
                  <a:lnTo>
                    <a:pt x="69625" y="4326"/>
                  </a:lnTo>
                  <a:lnTo>
                    <a:pt x="71026" y="4532"/>
                  </a:lnTo>
                  <a:lnTo>
                    <a:pt x="72385" y="4779"/>
                  </a:lnTo>
                  <a:lnTo>
                    <a:pt x="73745" y="5068"/>
                  </a:lnTo>
                  <a:lnTo>
                    <a:pt x="75063" y="5438"/>
                  </a:lnTo>
                  <a:lnTo>
                    <a:pt x="76299" y="5891"/>
                  </a:lnTo>
                  <a:lnTo>
                    <a:pt x="77535" y="6427"/>
                  </a:lnTo>
                  <a:lnTo>
                    <a:pt x="78688" y="7045"/>
                  </a:lnTo>
                  <a:lnTo>
                    <a:pt x="79265" y="7375"/>
                  </a:lnTo>
                  <a:lnTo>
                    <a:pt x="79801" y="7704"/>
                  </a:lnTo>
                  <a:lnTo>
                    <a:pt x="80336" y="8075"/>
                  </a:lnTo>
                  <a:lnTo>
                    <a:pt x="80872" y="8487"/>
                  </a:lnTo>
                  <a:lnTo>
                    <a:pt x="81366" y="8899"/>
                  </a:lnTo>
                  <a:lnTo>
                    <a:pt x="81861" y="9352"/>
                  </a:lnTo>
                  <a:lnTo>
                    <a:pt x="82314" y="9805"/>
                  </a:lnTo>
                  <a:lnTo>
                    <a:pt x="82767" y="10300"/>
                  </a:lnTo>
                  <a:lnTo>
                    <a:pt x="83220" y="10794"/>
                  </a:lnTo>
                  <a:lnTo>
                    <a:pt x="83632" y="11330"/>
                  </a:lnTo>
                  <a:lnTo>
                    <a:pt x="84003" y="11906"/>
                  </a:lnTo>
                  <a:lnTo>
                    <a:pt x="84415" y="12483"/>
                  </a:lnTo>
                  <a:lnTo>
                    <a:pt x="84868" y="13307"/>
                  </a:lnTo>
                  <a:lnTo>
                    <a:pt x="85321" y="14172"/>
                  </a:lnTo>
                  <a:lnTo>
                    <a:pt x="85733" y="14996"/>
                  </a:lnTo>
                  <a:lnTo>
                    <a:pt x="86145" y="15861"/>
                  </a:lnTo>
                  <a:lnTo>
                    <a:pt x="86475" y="16727"/>
                  </a:lnTo>
                  <a:lnTo>
                    <a:pt x="86763" y="17592"/>
                  </a:lnTo>
                  <a:lnTo>
                    <a:pt x="87052" y="18457"/>
                  </a:lnTo>
                  <a:lnTo>
                    <a:pt x="87299" y="19363"/>
                  </a:lnTo>
                  <a:lnTo>
                    <a:pt x="87505" y="20228"/>
                  </a:lnTo>
                  <a:lnTo>
                    <a:pt x="87670" y="21094"/>
                  </a:lnTo>
                  <a:lnTo>
                    <a:pt x="87834" y="22000"/>
                  </a:lnTo>
                  <a:lnTo>
                    <a:pt x="87958" y="22865"/>
                  </a:lnTo>
                  <a:lnTo>
                    <a:pt x="88040" y="23771"/>
                  </a:lnTo>
                  <a:lnTo>
                    <a:pt x="88123" y="24637"/>
                  </a:lnTo>
                  <a:lnTo>
                    <a:pt x="88164" y="25543"/>
                  </a:lnTo>
                  <a:lnTo>
                    <a:pt x="88164" y="26408"/>
                  </a:lnTo>
                  <a:lnTo>
                    <a:pt x="88123" y="28180"/>
                  </a:lnTo>
                  <a:lnTo>
                    <a:pt x="87999" y="29910"/>
                  </a:lnTo>
                  <a:lnTo>
                    <a:pt x="87793" y="31640"/>
                  </a:lnTo>
                  <a:lnTo>
                    <a:pt x="87505" y="33329"/>
                  </a:lnTo>
                  <a:lnTo>
                    <a:pt x="87175" y="34977"/>
                  </a:lnTo>
                  <a:lnTo>
                    <a:pt x="86763" y="36584"/>
                  </a:lnTo>
                  <a:lnTo>
                    <a:pt x="86310" y="38191"/>
                  </a:lnTo>
                  <a:lnTo>
                    <a:pt x="85857" y="39715"/>
                  </a:lnTo>
                  <a:lnTo>
                    <a:pt x="85321" y="41198"/>
                  </a:lnTo>
                  <a:lnTo>
                    <a:pt x="84786" y="42640"/>
                  </a:lnTo>
                  <a:lnTo>
                    <a:pt x="84250" y="44000"/>
                  </a:lnTo>
                  <a:lnTo>
                    <a:pt x="83673" y="45318"/>
                  </a:lnTo>
                  <a:lnTo>
                    <a:pt x="83097" y="46513"/>
                  </a:lnTo>
                  <a:lnTo>
                    <a:pt x="82561" y="47666"/>
                  </a:lnTo>
                  <a:lnTo>
                    <a:pt x="81490" y="49726"/>
                  </a:lnTo>
                  <a:lnTo>
                    <a:pt x="80542" y="51374"/>
                  </a:lnTo>
                  <a:lnTo>
                    <a:pt x="79801" y="52610"/>
                  </a:lnTo>
                  <a:lnTo>
                    <a:pt x="79142" y="53640"/>
                  </a:lnTo>
                  <a:lnTo>
                    <a:pt x="79142" y="53640"/>
                  </a:lnTo>
                  <a:lnTo>
                    <a:pt x="80089" y="52610"/>
                  </a:lnTo>
                  <a:lnTo>
                    <a:pt x="81160" y="51415"/>
                  </a:lnTo>
                  <a:lnTo>
                    <a:pt x="82479" y="49767"/>
                  </a:lnTo>
                  <a:lnTo>
                    <a:pt x="83220" y="48820"/>
                  </a:lnTo>
                  <a:lnTo>
                    <a:pt x="84044" y="47749"/>
                  </a:lnTo>
                  <a:lnTo>
                    <a:pt x="84868" y="46636"/>
                  </a:lnTo>
                  <a:lnTo>
                    <a:pt x="85692" y="45400"/>
                  </a:lnTo>
                  <a:lnTo>
                    <a:pt x="86557" y="44123"/>
                  </a:lnTo>
                  <a:lnTo>
                    <a:pt x="87381" y="42764"/>
                  </a:lnTo>
                  <a:lnTo>
                    <a:pt x="88246" y="41322"/>
                  </a:lnTo>
                  <a:lnTo>
                    <a:pt x="89029" y="39839"/>
                  </a:lnTo>
                  <a:lnTo>
                    <a:pt x="89812" y="38273"/>
                  </a:lnTo>
                  <a:lnTo>
                    <a:pt x="90553" y="36666"/>
                  </a:lnTo>
                  <a:lnTo>
                    <a:pt x="91254" y="35018"/>
                  </a:lnTo>
                  <a:lnTo>
                    <a:pt x="91872" y="33329"/>
                  </a:lnTo>
                  <a:lnTo>
                    <a:pt x="92449" y="31599"/>
                  </a:lnTo>
                  <a:lnTo>
                    <a:pt x="92902" y="29828"/>
                  </a:lnTo>
                  <a:lnTo>
                    <a:pt x="93108" y="28921"/>
                  </a:lnTo>
                  <a:lnTo>
                    <a:pt x="93272" y="28015"/>
                  </a:lnTo>
                  <a:lnTo>
                    <a:pt x="93437" y="27108"/>
                  </a:lnTo>
                  <a:lnTo>
                    <a:pt x="93561" y="26202"/>
                  </a:lnTo>
                  <a:lnTo>
                    <a:pt x="93643" y="25296"/>
                  </a:lnTo>
                  <a:lnTo>
                    <a:pt x="93726" y="24389"/>
                  </a:lnTo>
                  <a:lnTo>
                    <a:pt x="93767" y="23442"/>
                  </a:lnTo>
                  <a:lnTo>
                    <a:pt x="93767" y="22535"/>
                  </a:lnTo>
                  <a:lnTo>
                    <a:pt x="93726" y="21629"/>
                  </a:lnTo>
                  <a:lnTo>
                    <a:pt x="93684" y="20682"/>
                  </a:lnTo>
                  <a:lnTo>
                    <a:pt x="93561" y="19734"/>
                  </a:lnTo>
                  <a:lnTo>
                    <a:pt x="93437" y="18828"/>
                  </a:lnTo>
                  <a:lnTo>
                    <a:pt x="93231" y="17880"/>
                  </a:lnTo>
                  <a:lnTo>
                    <a:pt x="93025" y="16974"/>
                  </a:lnTo>
                  <a:lnTo>
                    <a:pt x="92778" y="16026"/>
                  </a:lnTo>
                  <a:lnTo>
                    <a:pt x="92449" y="15120"/>
                  </a:lnTo>
                  <a:lnTo>
                    <a:pt x="92119" y="14172"/>
                  </a:lnTo>
                  <a:lnTo>
                    <a:pt x="91707" y="13266"/>
                  </a:lnTo>
                  <a:lnTo>
                    <a:pt x="91295" y="12360"/>
                  </a:lnTo>
                  <a:lnTo>
                    <a:pt x="90801" y="11412"/>
                  </a:lnTo>
                  <a:lnTo>
                    <a:pt x="90306" y="10547"/>
                  </a:lnTo>
                  <a:lnTo>
                    <a:pt x="89729" y="9723"/>
                  </a:lnTo>
                  <a:lnTo>
                    <a:pt x="89153" y="8940"/>
                  </a:lnTo>
                  <a:lnTo>
                    <a:pt x="88576" y="8199"/>
                  </a:lnTo>
                  <a:lnTo>
                    <a:pt x="87958" y="7457"/>
                  </a:lnTo>
                  <a:lnTo>
                    <a:pt x="87299" y="6798"/>
                  </a:lnTo>
                  <a:lnTo>
                    <a:pt x="86640" y="6139"/>
                  </a:lnTo>
                  <a:lnTo>
                    <a:pt x="85939" y="5562"/>
                  </a:lnTo>
                  <a:lnTo>
                    <a:pt x="85198" y="4985"/>
                  </a:lnTo>
                  <a:lnTo>
                    <a:pt x="84456" y="4450"/>
                  </a:lnTo>
                  <a:lnTo>
                    <a:pt x="83673" y="3955"/>
                  </a:lnTo>
                  <a:lnTo>
                    <a:pt x="82891" y="3502"/>
                  </a:lnTo>
                  <a:lnTo>
                    <a:pt x="82108" y="3090"/>
                  </a:lnTo>
                  <a:lnTo>
                    <a:pt x="81284" y="2678"/>
                  </a:lnTo>
                  <a:lnTo>
                    <a:pt x="80460" y="2307"/>
                  </a:lnTo>
                  <a:lnTo>
                    <a:pt x="79595" y="1978"/>
                  </a:lnTo>
                  <a:lnTo>
                    <a:pt x="78730" y="1689"/>
                  </a:lnTo>
                  <a:lnTo>
                    <a:pt x="77823" y="1401"/>
                  </a:lnTo>
                  <a:lnTo>
                    <a:pt x="76958" y="1154"/>
                  </a:lnTo>
                  <a:lnTo>
                    <a:pt x="76052" y="907"/>
                  </a:lnTo>
                  <a:lnTo>
                    <a:pt x="75104" y="742"/>
                  </a:lnTo>
                  <a:lnTo>
                    <a:pt x="74198" y="536"/>
                  </a:lnTo>
                  <a:lnTo>
                    <a:pt x="73250" y="412"/>
                  </a:lnTo>
                  <a:lnTo>
                    <a:pt x="72303" y="289"/>
                  </a:lnTo>
                  <a:lnTo>
                    <a:pt x="70366" y="124"/>
                  </a:lnTo>
                  <a:lnTo>
                    <a:pt x="68430" y="41"/>
                  </a:lnTo>
                  <a:lnTo>
                    <a:pt x="66494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2480325" y="1585500"/>
              <a:ext cx="566500" cy="901225"/>
            </a:xfrm>
            <a:custGeom>
              <a:avLst/>
              <a:gdLst/>
              <a:ahLst/>
              <a:cxnLst/>
              <a:rect l="l" t="t" r="r" b="b"/>
              <a:pathLst>
                <a:path w="22660" h="36049" extrusionOk="0">
                  <a:moveTo>
                    <a:pt x="15491" y="0"/>
                  </a:moveTo>
                  <a:lnTo>
                    <a:pt x="15326" y="42"/>
                  </a:lnTo>
                  <a:lnTo>
                    <a:pt x="15120" y="83"/>
                  </a:lnTo>
                  <a:lnTo>
                    <a:pt x="14049" y="412"/>
                  </a:lnTo>
                  <a:lnTo>
                    <a:pt x="13060" y="824"/>
                  </a:lnTo>
                  <a:lnTo>
                    <a:pt x="12195" y="1236"/>
                  </a:lnTo>
                  <a:lnTo>
                    <a:pt x="11453" y="1731"/>
                  </a:lnTo>
                  <a:lnTo>
                    <a:pt x="11083" y="1978"/>
                  </a:lnTo>
                  <a:lnTo>
                    <a:pt x="10753" y="2225"/>
                  </a:lnTo>
                  <a:lnTo>
                    <a:pt x="10465" y="2514"/>
                  </a:lnTo>
                  <a:lnTo>
                    <a:pt x="10176" y="2802"/>
                  </a:lnTo>
                  <a:lnTo>
                    <a:pt x="9929" y="3132"/>
                  </a:lnTo>
                  <a:lnTo>
                    <a:pt x="9682" y="3461"/>
                  </a:lnTo>
                  <a:lnTo>
                    <a:pt x="9476" y="3791"/>
                  </a:lnTo>
                  <a:lnTo>
                    <a:pt x="9270" y="4161"/>
                  </a:lnTo>
                  <a:lnTo>
                    <a:pt x="9105" y="4573"/>
                  </a:lnTo>
                  <a:lnTo>
                    <a:pt x="8981" y="4944"/>
                  </a:lnTo>
                  <a:lnTo>
                    <a:pt x="8693" y="5809"/>
                  </a:lnTo>
                  <a:lnTo>
                    <a:pt x="8528" y="6757"/>
                  </a:lnTo>
                  <a:lnTo>
                    <a:pt x="8446" y="7787"/>
                  </a:lnTo>
                  <a:lnTo>
                    <a:pt x="8405" y="8940"/>
                  </a:lnTo>
                  <a:lnTo>
                    <a:pt x="8405" y="10135"/>
                  </a:lnTo>
                  <a:lnTo>
                    <a:pt x="8487" y="11495"/>
                  </a:lnTo>
                  <a:lnTo>
                    <a:pt x="8611" y="12937"/>
                  </a:lnTo>
                  <a:lnTo>
                    <a:pt x="8652" y="13761"/>
                  </a:lnTo>
                  <a:lnTo>
                    <a:pt x="8652" y="14543"/>
                  </a:lnTo>
                  <a:lnTo>
                    <a:pt x="8611" y="15285"/>
                  </a:lnTo>
                  <a:lnTo>
                    <a:pt x="8487" y="15985"/>
                  </a:lnTo>
                  <a:lnTo>
                    <a:pt x="8363" y="16644"/>
                  </a:lnTo>
                  <a:lnTo>
                    <a:pt x="8157" y="17262"/>
                  </a:lnTo>
                  <a:lnTo>
                    <a:pt x="7910" y="17839"/>
                  </a:lnTo>
                  <a:lnTo>
                    <a:pt x="7663" y="18375"/>
                  </a:lnTo>
                  <a:lnTo>
                    <a:pt x="7334" y="18910"/>
                  </a:lnTo>
                  <a:lnTo>
                    <a:pt x="7004" y="19364"/>
                  </a:lnTo>
                  <a:lnTo>
                    <a:pt x="6674" y="19817"/>
                  </a:lnTo>
                  <a:lnTo>
                    <a:pt x="6304" y="20229"/>
                  </a:lnTo>
                  <a:lnTo>
                    <a:pt x="5892" y="20641"/>
                  </a:lnTo>
                  <a:lnTo>
                    <a:pt x="5480" y="20970"/>
                  </a:lnTo>
                  <a:lnTo>
                    <a:pt x="5068" y="21300"/>
                  </a:lnTo>
                  <a:lnTo>
                    <a:pt x="4656" y="21588"/>
                  </a:lnTo>
                  <a:lnTo>
                    <a:pt x="3790" y="22124"/>
                  </a:lnTo>
                  <a:lnTo>
                    <a:pt x="2967" y="22536"/>
                  </a:lnTo>
                  <a:lnTo>
                    <a:pt x="2184" y="22865"/>
                  </a:lnTo>
                  <a:lnTo>
                    <a:pt x="1442" y="23113"/>
                  </a:lnTo>
                  <a:lnTo>
                    <a:pt x="865" y="23277"/>
                  </a:lnTo>
                  <a:lnTo>
                    <a:pt x="371" y="23401"/>
                  </a:lnTo>
                  <a:lnTo>
                    <a:pt x="0" y="23483"/>
                  </a:lnTo>
                  <a:lnTo>
                    <a:pt x="41" y="24019"/>
                  </a:lnTo>
                  <a:lnTo>
                    <a:pt x="124" y="24637"/>
                  </a:lnTo>
                  <a:lnTo>
                    <a:pt x="247" y="25420"/>
                  </a:lnTo>
                  <a:lnTo>
                    <a:pt x="495" y="26367"/>
                  </a:lnTo>
                  <a:lnTo>
                    <a:pt x="783" y="27438"/>
                  </a:lnTo>
                  <a:lnTo>
                    <a:pt x="1195" y="28592"/>
                  </a:lnTo>
                  <a:lnTo>
                    <a:pt x="1442" y="29169"/>
                  </a:lnTo>
                  <a:lnTo>
                    <a:pt x="1689" y="29745"/>
                  </a:lnTo>
                  <a:lnTo>
                    <a:pt x="2019" y="30322"/>
                  </a:lnTo>
                  <a:lnTo>
                    <a:pt x="2349" y="30940"/>
                  </a:lnTo>
                  <a:lnTo>
                    <a:pt x="2719" y="31517"/>
                  </a:lnTo>
                  <a:lnTo>
                    <a:pt x="3131" y="32053"/>
                  </a:lnTo>
                  <a:lnTo>
                    <a:pt x="3584" y="32588"/>
                  </a:lnTo>
                  <a:lnTo>
                    <a:pt x="4038" y="33124"/>
                  </a:lnTo>
                  <a:lnTo>
                    <a:pt x="4573" y="33618"/>
                  </a:lnTo>
                  <a:lnTo>
                    <a:pt x="5150" y="34071"/>
                  </a:lnTo>
                  <a:lnTo>
                    <a:pt x="5768" y="34483"/>
                  </a:lnTo>
                  <a:lnTo>
                    <a:pt x="6427" y="34895"/>
                  </a:lnTo>
                  <a:lnTo>
                    <a:pt x="7169" y="35225"/>
                  </a:lnTo>
                  <a:lnTo>
                    <a:pt x="7910" y="35513"/>
                  </a:lnTo>
                  <a:lnTo>
                    <a:pt x="8734" y="35719"/>
                  </a:lnTo>
                  <a:lnTo>
                    <a:pt x="9599" y="35884"/>
                  </a:lnTo>
                  <a:lnTo>
                    <a:pt x="10506" y="36008"/>
                  </a:lnTo>
                  <a:lnTo>
                    <a:pt x="11495" y="36049"/>
                  </a:lnTo>
                  <a:lnTo>
                    <a:pt x="12483" y="36008"/>
                  </a:lnTo>
                  <a:lnTo>
                    <a:pt x="13431" y="35925"/>
                  </a:lnTo>
                  <a:lnTo>
                    <a:pt x="14337" y="35802"/>
                  </a:lnTo>
                  <a:lnTo>
                    <a:pt x="15202" y="35596"/>
                  </a:lnTo>
                  <a:lnTo>
                    <a:pt x="16026" y="35390"/>
                  </a:lnTo>
                  <a:lnTo>
                    <a:pt x="16809" y="35101"/>
                  </a:lnTo>
                  <a:lnTo>
                    <a:pt x="17551" y="34772"/>
                  </a:lnTo>
                  <a:lnTo>
                    <a:pt x="18210" y="34401"/>
                  </a:lnTo>
                  <a:lnTo>
                    <a:pt x="18869" y="33948"/>
                  </a:lnTo>
                  <a:lnTo>
                    <a:pt x="19446" y="33494"/>
                  </a:lnTo>
                  <a:lnTo>
                    <a:pt x="20023" y="33000"/>
                  </a:lnTo>
                  <a:lnTo>
                    <a:pt x="20517" y="32464"/>
                  </a:lnTo>
                  <a:lnTo>
                    <a:pt x="20929" y="31888"/>
                  </a:lnTo>
                  <a:lnTo>
                    <a:pt x="21341" y="31311"/>
                  </a:lnTo>
                  <a:lnTo>
                    <a:pt x="21670" y="30652"/>
                  </a:lnTo>
                  <a:lnTo>
                    <a:pt x="22000" y="29993"/>
                  </a:lnTo>
                  <a:lnTo>
                    <a:pt x="22206" y="29333"/>
                  </a:lnTo>
                  <a:lnTo>
                    <a:pt x="22412" y="28592"/>
                  </a:lnTo>
                  <a:lnTo>
                    <a:pt x="22536" y="27850"/>
                  </a:lnTo>
                  <a:lnTo>
                    <a:pt x="22618" y="27109"/>
                  </a:lnTo>
                  <a:lnTo>
                    <a:pt x="22659" y="26326"/>
                  </a:lnTo>
                  <a:lnTo>
                    <a:pt x="22618" y="25502"/>
                  </a:lnTo>
                  <a:lnTo>
                    <a:pt x="22536" y="24678"/>
                  </a:lnTo>
                  <a:lnTo>
                    <a:pt x="22371" y="23854"/>
                  </a:lnTo>
                  <a:lnTo>
                    <a:pt x="22165" y="23030"/>
                  </a:lnTo>
                  <a:lnTo>
                    <a:pt x="21876" y="22165"/>
                  </a:lnTo>
                  <a:lnTo>
                    <a:pt x="21547" y="21300"/>
                  </a:lnTo>
                  <a:lnTo>
                    <a:pt x="21176" y="20435"/>
                  </a:lnTo>
                  <a:lnTo>
                    <a:pt x="20723" y="19570"/>
                  </a:lnTo>
                  <a:lnTo>
                    <a:pt x="20229" y="18663"/>
                  </a:lnTo>
                  <a:lnTo>
                    <a:pt x="19652" y="17798"/>
                  </a:lnTo>
                  <a:lnTo>
                    <a:pt x="18993" y="16892"/>
                  </a:lnTo>
                  <a:lnTo>
                    <a:pt x="18539" y="16315"/>
                  </a:lnTo>
                  <a:lnTo>
                    <a:pt x="18169" y="15738"/>
                  </a:lnTo>
                  <a:lnTo>
                    <a:pt x="17798" y="15120"/>
                  </a:lnTo>
                  <a:lnTo>
                    <a:pt x="17427" y="14543"/>
                  </a:lnTo>
                  <a:lnTo>
                    <a:pt x="17139" y="13967"/>
                  </a:lnTo>
                  <a:lnTo>
                    <a:pt x="16850" y="13390"/>
                  </a:lnTo>
                  <a:lnTo>
                    <a:pt x="16397" y="12277"/>
                  </a:lnTo>
                  <a:lnTo>
                    <a:pt x="16026" y="11165"/>
                  </a:lnTo>
                  <a:lnTo>
                    <a:pt x="15779" y="10094"/>
                  </a:lnTo>
                  <a:lnTo>
                    <a:pt x="15614" y="9064"/>
                  </a:lnTo>
                  <a:lnTo>
                    <a:pt x="15491" y="8075"/>
                  </a:lnTo>
                  <a:lnTo>
                    <a:pt x="15491" y="7128"/>
                  </a:lnTo>
                  <a:lnTo>
                    <a:pt x="15532" y="6180"/>
                  </a:lnTo>
                  <a:lnTo>
                    <a:pt x="15614" y="5315"/>
                  </a:lnTo>
                  <a:lnTo>
                    <a:pt x="15779" y="4491"/>
                  </a:lnTo>
                  <a:lnTo>
                    <a:pt x="15944" y="3708"/>
                  </a:lnTo>
                  <a:lnTo>
                    <a:pt x="16150" y="2967"/>
                  </a:lnTo>
                  <a:lnTo>
                    <a:pt x="16397" y="2308"/>
                  </a:lnTo>
                  <a:lnTo>
                    <a:pt x="16644" y="1731"/>
                  </a:lnTo>
                  <a:lnTo>
                    <a:pt x="16685" y="1525"/>
                  </a:lnTo>
                  <a:lnTo>
                    <a:pt x="16727" y="1360"/>
                  </a:lnTo>
                  <a:lnTo>
                    <a:pt x="16727" y="1195"/>
                  </a:lnTo>
                  <a:lnTo>
                    <a:pt x="16685" y="1030"/>
                  </a:lnTo>
                  <a:lnTo>
                    <a:pt x="16603" y="701"/>
                  </a:lnTo>
                  <a:lnTo>
                    <a:pt x="16397" y="412"/>
                  </a:lnTo>
                  <a:lnTo>
                    <a:pt x="16150" y="206"/>
                  </a:lnTo>
                  <a:lnTo>
                    <a:pt x="15820" y="83"/>
                  </a:lnTo>
                  <a:lnTo>
                    <a:pt x="15656" y="42"/>
                  </a:lnTo>
                  <a:lnTo>
                    <a:pt x="15491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8"/>
            <p:cNvSpPr/>
            <p:nvPr/>
          </p:nvSpPr>
          <p:spPr>
            <a:xfrm>
              <a:off x="2480325" y="1585500"/>
              <a:ext cx="566500" cy="901225"/>
            </a:xfrm>
            <a:custGeom>
              <a:avLst/>
              <a:gdLst/>
              <a:ahLst/>
              <a:cxnLst/>
              <a:rect l="l" t="t" r="r" b="b"/>
              <a:pathLst>
                <a:path w="22660" h="36049" fill="none" extrusionOk="0">
                  <a:moveTo>
                    <a:pt x="0" y="23483"/>
                  </a:moveTo>
                  <a:lnTo>
                    <a:pt x="0" y="23483"/>
                  </a:lnTo>
                  <a:lnTo>
                    <a:pt x="371" y="23401"/>
                  </a:lnTo>
                  <a:lnTo>
                    <a:pt x="865" y="23277"/>
                  </a:lnTo>
                  <a:lnTo>
                    <a:pt x="1442" y="23113"/>
                  </a:lnTo>
                  <a:lnTo>
                    <a:pt x="2184" y="22865"/>
                  </a:lnTo>
                  <a:lnTo>
                    <a:pt x="2967" y="22536"/>
                  </a:lnTo>
                  <a:lnTo>
                    <a:pt x="3790" y="22124"/>
                  </a:lnTo>
                  <a:lnTo>
                    <a:pt x="4656" y="21588"/>
                  </a:lnTo>
                  <a:lnTo>
                    <a:pt x="5068" y="21300"/>
                  </a:lnTo>
                  <a:lnTo>
                    <a:pt x="5480" y="20970"/>
                  </a:lnTo>
                  <a:lnTo>
                    <a:pt x="5892" y="20641"/>
                  </a:lnTo>
                  <a:lnTo>
                    <a:pt x="6304" y="20229"/>
                  </a:lnTo>
                  <a:lnTo>
                    <a:pt x="6674" y="19817"/>
                  </a:lnTo>
                  <a:lnTo>
                    <a:pt x="7004" y="19364"/>
                  </a:lnTo>
                  <a:lnTo>
                    <a:pt x="7334" y="18910"/>
                  </a:lnTo>
                  <a:lnTo>
                    <a:pt x="7663" y="18375"/>
                  </a:lnTo>
                  <a:lnTo>
                    <a:pt x="7910" y="17839"/>
                  </a:lnTo>
                  <a:lnTo>
                    <a:pt x="8157" y="17262"/>
                  </a:lnTo>
                  <a:lnTo>
                    <a:pt x="8363" y="16644"/>
                  </a:lnTo>
                  <a:lnTo>
                    <a:pt x="8487" y="15985"/>
                  </a:lnTo>
                  <a:lnTo>
                    <a:pt x="8611" y="15285"/>
                  </a:lnTo>
                  <a:lnTo>
                    <a:pt x="8652" y="14543"/>
                  </a:lnTo>
                  <a:lnTo>
                    <a:pt x="8652" y="13761"/>
                  </a:lnTo>
                  <a:lnTo>
                    <a:pt x="8611" y="12937"/>
                  </a:lnTo>
                  <a:lnTo>
                    <a:pt x="8611" y="12937"/>
                  </a:lnTo>
                  <a:lnTo>
                    <a:pt x="8487" y="11495"/>
                  </a:lnTo>
                  <a:lnTo>
                    <a:pt x="8405" y="10135"/>
                  </a:lnTo>
                  <a:lnTo>
                    <a:pt x="8405" y="8940"/>
                  </a:lnTo>
                  <a:lnTo>
                    <a:pt x="8446" y="7787"/>
                  </a:lnTo>
                  <a:lnTo>
                    <a:pt x="8528" y="6757"/>
                  </a:lnTo>
                  <a:lnTo>
                    <a:pt x="8693" y="5809"/>
                  </a:lnTo>
                  <a:lnTo>
                    <a:pt x="8981" y="4944"/>
                  </a:lnTo>
                  <a:lnTo>
                    <a:pt x="9105" y="4573"/>
                  </a:lnTo>
                  <a:lnTo>
                    <a:pt x="9270" y="4161"/>
                  </a:lnTo>
                  <a:lnTo>
                    <a:pt x="9476" y="3791"/>
                  </a:lnTo>
                  <a:lnTo>
                    <a:pt x="9682" y="3461"/>
                  </a:lnTo>
                  <a:lnTo>
                    <a:pt x="9929" y="3132"/>
                  </a:lnTo>
                  <a:lnTo>
                    <a:pt x="10176" y="2802"/>
                  </a:lnTo>
                  <a:lnTo>
                    <a:pt x="10465" y="2514"/>
                  </a:lnTo>
                  <a:lnTo>
                    <a:pt x="10753" y="2225"/>
                  </a:lnTo>
                  <a:lnTo>
                    <a:pt x="11083" y="1978"/>
                  </a:lnTo>
                  <a:lnTo>
                    <a:pt x="11453" y="1731"/>
                  </a:lnTo>
                  <a:lnTo>
                    <a:pt x="12195" y="1236"/>
                  </a:lnTo>
                  <a:lnTo>
                    <a:pt x="13060" y="824"/>
                  </a:lnTo>
                  <a:lnTo>
                    <a:pt x="14049" y="412"/>
                  </a:lnTo>
                  <a:lnTo>
                    <a:pt x="15120" y="83"/>
                  </a:lnTo>
                  <a:lnTo>
                    <a:pt x="15120" y="83"/>
                  </a:lnTo>
                  <a:lnTo>
                    <a:pt x="15326" y="42"/>
                  </a:lnTo>
                  <a:lnTo>
                    <a:pt x="15491" y="0"/>
                  </a:lnTo>
                  <a:lnTo>
                    <a:pt x="15656" y="42"/>
                  </a:lnTo>
                  <a:lnTo>
                    <a:pt x="15820" y="83"/>
                  </a:lnTo>
                  <a:lnTo>
                    <a:pt x="16150" y="206"/>
                  </a:lnTo>
                  <a:lnTo>
                    <a:pt x="16397" y="412"/>
                  </a:lnTo>
                  <a:lnTo>
                    <a:pt x="16603" y="701"/>
                  </a:lnTo>
                  <a:lnTo>
                    <a:pt x="16685" y="1030"/>
                  </a:lnTo>
                  <a:lnTo>
                    <a:pt x="16727" y="1195"/>
                  </a:lnTo>
                  <a:lnTo>
                    <a:pt x="16727" y="1360"/>
                  </a:lnTo>
                  <a:lnTo>
                    <a:pt x="16685" y="1525"/>
                  </a:lnTo>
                  <a:lnTo>
                    <a:pt x="16644" y="1731"/>
                  </a:lnTo>
                  <a:lnTo>
                    <a:pt x="16644" y="1731"/>
                  </a:lnTo>
                  <a:lnTo>
                    <a:pt x="16397" y="2308"/>
                  </a:lnTo>
                  <a:lnTo>
                    <a:pt x="16150" y="2967"/>
                  </a:lnTo>
                  <a:lnTo>
                    <a:pt x="15944" y="3708"/>
                  </a:lnTo>
                  <a:lnTo>
                    <a:pt x="15779" y="4491"/>
                  </a:lnTo>
                  <a:lnTo>
                    <a:pt x="15614" y="5315"/>
                  </a:lnTo>
                  <a:lnTo>
                    <a:pt x="15532" y="6180"/>
                  </a:lnTo>
                  <a:lnTo>
                    <a:pt x="15491" y="7128"/>
                  </a:lnTo>
                  <a:lnTo>
                    <a:pt x="15491" y="8075"/>
                  </a:lnTo>
                  <a:lnTo>
                    <a:pt x="15614" y="9064"/>
                  </a:lnTo>
                  <a:lnTo>
                    <a:pt x="15779" y="10094"/>
                  </a:lnTo>
                  <a:lnTo>
                    <a:pt x="16026" y="11165"/>
                  </a:lnTo>
                  <a:lnTo>
                    <a:pt x="16397" y="12277"/>
                  </a:lnTo>
                  <a:lnTo>
                    <a:pt x="16850" y="13390"/>
                  </a:lnTo>
                  <a:lnTo>
                    <a:pt x="17139" y="13967"/>
                  </a:lnTo>
                  <a:lnTo>
                    <a:pt x="17427" y="14543"/>
                  </a:lnTo>
                  <a:lnTo>
                    <a:pt x="17798" y="15120"/>
                  </a:lnTo>
                  <a:lnTo>
                    <a:pt x="18169" y="15738"/>
                  </a:lnTo>
                  <a:lnTo>
                    <a:pt x="18539" y="16315"/>
                  </a:lnTo>
                  <a:lnTo>
                    <a:pt x="18993" y="16892"/>
                  </a:lnTo>
                  <a:lnTo>
                    <a:pt x="18993" y="16892"/>
                  </a:lnTo>
                  <a:lnTo>
                    <a:pt x="19652" y="17798"/>
                  </a:lnTo>
                  <a:lnTo>
                    <a:pt x="20229" y="18663"/>
                  </a:lnTo>
                  <a:lnTo>
                    <a:pt x="20723" y="19570"/>
                  </a:lnTo>
                  <a:lnTo>
                    <a:pt x="21176" y="20435"/>
                  </a:lnTo>
                  <a:lnTo>
                    <a:pt x="21547" y="21300"/>
                  </a:lnTo>
                  <a:lnTo>
                    <a:pt x="21876" y="22165"/>
                  </a:lnTo>
                  <a:lnTo>
                    <a:pt x="22165" y="23030"/>
                  </a:lnTo>
                  <a:lnTo>
                    <a:pt x="22371" y="23854"/>
                  </a:lnTo>
                  <a:lnTo>
                    <a:pt x="22536" y="24678"/>
                  </a:lnTo>
                  <a:lnTo>
                    <a:pt x="22618" y="25502"/>
                  </a:lnTo>
                  <a:lnTo>
                    <a:pt x="22659" y="26326"/>
                  </a:lnTo>
                  <a:lnTo>
                    <a:pt x="22618" y="27109"/>
                  </a:lnTo>
                  <a:lnTo>
                    <a:pt x="22536" y="27850"/>
                  </a:lnTo>
                  <a:lnTo>
                    <a:pt x="22412" y="28592"/>
                  </a:lnTo>
                  <a:lnTo>
                    <a:pt x="22206" y="29333"/>
                  </a:lnTo>
                  <a:lnTo>
                    <a:pt x="22000" y="29993"/>
                  </a:lnTo>
                  <a:lnTo>
                    <a:pt x="21670" y="30652"/>
                  </a:lnTo>
                  <a:lnTo>
                    <a:pt x="21341" y="31311"/>
                  </a:lnTo>
                  <a:lnTo>
                    <a:pt x="20929" y="31888"/>
                  </a:lnTo>
                  <a:lnTo>
                    <a:pt x="20517" y="32464"/>
                  </a:lnTo>
                  <a:lnTo>
                    <a:pt x="20023" y="33000"/>
                  </a:lnTo>
                  <a:lnTo>
                    <a:pt x="19446" y="33494"/>
                  </a:lnTo>
                  <a:lnTo>
                    <a:pt x="18869" y="33948"/>
                  </a:lnTo>
                  <a:lnTo>
                    <a:pt x="18210" y="34401"/>
                  </a:lnTo>
                  <a:lnTo>
                    <a:pt x="17551" y="34772"/>
                  </a:lnTo>
                  <a:lnTo>
                    <a:pt x="16809" y="35101"/>
                  </a:lnTo>
                  <a:lnTo>
                    <a:pt x="16026" y="35390"/>
                  </a:lnTo>
                  <a:lnTo>
                    <a:pt x="15202" y="35596"/>
                  </a:lnTo>
                  <a:lnTo>
                    <a:pt x="14337" y="35802"/>
                  </a:lnTo>
                  <a:lnTo>
                    <a:pt x="13431" y="35925"/>
                  </a:lnTo>
                  <a:lnTo>
                    <a:pt x="12483" y="36008"/>
                  </a:lnTo>
                  <a:lnTo>
                    <a:pt x="11495" y="36049"/>
                  </a:lnTo>
                  <a:lnTo>
                    <a:pt x="11495" y="36049"/>
                  </a:lnTo>
                  <a:lnTo>
                    <a:pt x="10506" y="36008"/>
                  </a:lnTo>
                  <a:lnTo>
                    <a:pt x="9599" y="35884"/>
                  </a:lnTo>
                  <a:lnTo>
                    <a:pt x="8734" y="35719"/>
                  </a:lnTo>
                  <a:lnTo>
                    <a:pt x="7910" y="35513"/>
                  </a:lnTo>
                  <a:lnTo>
                    <a:pt x="7169" y="35225"/>
                  </a:lnTo>
                  <a:lnTo>
                    <a:pt x="6427" y="34895"/>
                  </a:lnTo>
                  <a:lnTo>
                    <a:pt x="5768" y="34483"/>
                  </a:lnTo>
                  <a:lnTo>
                    <a:pt x="5150" y="34071"/>
                  </a:lnTo>
                  <a:lnTo>
                    <a:pt x="4573" y="33618"/>
                  </a:lnTo>
                  <a:lnTo>
                    <a:pt x="4038" y="33124"/>
                  </a:lnTo>
                  <a:lnTo>
                    <a:pt x="3584" y="32588"/>
                  </a:lnTo>
                  <a:lnTo>
                    <a:pt x="3131" y="32053"/>
                  </a:lnTo>
                  <a:lnTo>
                    <a:pt x="2719" y="31517"/>
                  </a:lnTo>
                  <a:lnTo>
                    <a:pt x="2349" y="30940"/>
                  </a:lnTo>
                  <a:lnTo>
                    <a:pt x="2019" y="30322"/>
                  </a:lnTo>
                  <a:lnTo>
                    <a:pt x="1689" y="29745"/>
                  </a:lnTo>
                  <a:lnTo>
                    <a:pt x="1442" y="29169"/>
                  </a:lnTo>
                  <a:lnTo>
                    <a:pt x="1195" y="28592"/>
                  </a:lnTo>
                  <a:lnTo>
                    <a:pt x="783" y="27438"/>
                  </a:lnTo>
                  <a:lnTo>
                    <a:pt x="495" y="26367"/>
                  </a:lnTo>
                  <a:lnTo>
                    <a:pt x="247" y="25420"/>
                  </a:lnTo>
                  <a:lnTo>
                    <a:pt x="124" y="24637"/>
                  </a:lnTo>
                  <a:lnTo>
                    <a:pt x="41" y="24019"/>
                  </a:lnTo>
                  <a:lnTo>
                    <a:pt x="0" y="234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>
              <a:off x="2560650" y="1646275"/>
              <a:ext cx="486175" cy="840450"/>
            </a:xfrm>
            <a:custGeom>
              <a:avLst/>
              <a:gdLst/>
              <a:ahLst/>
              <a:cxnLst/>
              <a:rect l="l" t="t" r="r" b="b"/>
              <a:pathLst>
                <a:path w="19447" h="33618" extrusionOk="0">
                  <a:moveTo>
                    <a:pt x="13143" y="0"/>
                  </a:moveTo>
                  <a:lnTo>
                    <a:pt x="12443" y="495"/>
                  </a:lnTo>
                  <a:lnTo>
                    <a:pt x="11866" y="989"/>
                  </a:lnTo>
                  <a:lnTo>
                    <a:pt x="11330" y="1483"/>
                  </a:lnTo>
                  <a:lnTo>
                    <a:pt x="10877" y="2060"/>
                  </a:lnTo>
                  <a:lnTo>
                    <a:pt x="10547" y="2637"/>
                  </a:lnTo>
                  <a:lnTo>
                    <a:pt x="10218" y="3214"/>
                  </a:lnTo>
                  <a:lnTo>
                    <a:pt x="9971" y="3873"/>
                  </a:lnTo>
                  <a:lnTo>
                    <a:pt x="9806" y="4491"/>
                  </a:lnTo>
                  <a:lnTo>
                    <a:pt x="9682" y="5191"/>
                  </a:lnTo>
                  <a:lnTo>
                    <a:pt x="9559" y="5891"/>
                  </a:lnTo>
                  <a:lnTo>
                    <a:pt x="9517" y="6592"/>
                  </a:lnTo>
                  <a:lnTo>
                    <a:pt x="9517" y="7333"/>
                  </a:lnTo>
                  <a:lnTo>
                    <a:pt x="9517" y="8858"/>
                  </a:lnTo>
                  <a:lnTo>
                    <a:pt x="9641" y="10464"/>
                  </a:lnTo>
                  <a:lnTo>
                    <a:pt x="9847" y="13595"/>
                  </a:lnTo>
                  <a:lnTo>
                    <a:pt x="9888" y="15161"/>
                  </a:lnTo>
                  <a:lnTo>
                    <a:pt x="9888" y="16768"/>
                  </a:lnTo>
                  <a:lnTo>
                    <a:pt x="9847" y="17551"/>
                  </a:lnTo>
                  <a:lnTo>
                    <a:pt x="9765" y="18333"/>
                  </a:lnTo>
                  <a:lnTo>
                    <a:pt x="9682" y="19116"/>
                  </a:lnTo>
                  <a:lnTo>
                    <a:pt x="9517" y="19858"/>
                  </a:lnTo>
                  <a:lnTo>
                    <a:pt x="9353" y="20640"/>
                  </a:lnTo>
                  <a:lnTo>
                    <a:pt x="9105" y="21382"/>
                  </a:lnTo>
                  <a:lnTo>
                    <a:pt x="8817" y="22123"/>
                  </a:lnTo>
                  <a:lnTo>
                    <a:pt x="8488" y="22824"/>
                  </a:lnTo>
                  <a:lnTo>
                    <a:pt x="8158" y="23483"/>
                  </a:lnTo>
                  <a:lnTo>
                    <a:pt x="7787" y="24101"/>
                  </a:lnTo>
                  <a:lnTo>
                    <a:pt x="7375" y="24678"/>
                  </a:lnTo>
                  <a:lnTo>
                    <a:pt x="6922" y="25255"/>
                  </a:lnTo>
                  <a:lnTo>
                    <a:pt x="6469" y="25749"/>
                  </a:lnTo>
                  <a:lnTo>
                    <a:pt x="5974" y="26243"/>
                  </a:lnTo>
                  <a:lnTo>
                    <a:pt x="5480" y="26738"/>
                  </a:lnTo>
                  <a:lnTo>
                    <a:pt x="4944" y="27150"/>
                  </a:lnTo>
                  <a:lnTo>
                    <a:pt x="4409" y="27562"/>
                  </a:lnTo>
                  <a:lnTo>
                    <a:pt x="3832" y="27974"/>
                  </a:lnTo>
                  <a:lnTo>
                    <a:pt x="3214" y="28344"/>
                  </a:lnTo>
                  <a:lnTo>
                    <a:pt x="2596" y="28674"/>
                  </a:lnTo>
                  <a:lnTo>
                    <a:pt x="1978" y="28962"/>
                  </a:lnTo>
                  <a:lnTo>
                    <a:pt x="1319" y="29251"/>
                  </a:lnTo>
                  <a:lnTo>
                    <a:pt x="660" y="29498"/>
                  </a:lnTo>
                  <a:lnTo>
                    <a:pt x="1" y="29745"/>
                  </a:lnTo>
                  <a:lnTo>
                    <a:pt x="330" y="30157"/>
                  </a:lnTo>
                  <a:lnTo>
                    <a:pt x="701" y="30528"/>
                  </a:lnTo>
                  <a:lnTo>
                    <a:pt x="1072" y="30899"/>
                  </a:lnTo>
                  <a:lnTo>
                    <a:pt x="1443" y="31269"/>
                  </a:lnTo>
                  <a:lnTo>
                    <a:pt x="1896" y="31599"/>
                  </a:lnTo>
                  <a:lnTo>
                    <a:pt x="2349" y="31929"/>
                  </a:lnTo>
                  <a:lnTo>
                    <a:pt x="2802" y="32217"/>
                  </a:lnTo>
                  <a:lnTo>
                    <a:pt x="3297" y="32505"/>
                  </a:lnTo>
                  <a:lnTo>
                    <a:pt x="3832" y="32753"/>
                  </a:lnTo>
                  <a:lnTo>
                    <a:pt x="4368" y="32959"/>
                  </a:lnTo>
                  <a:lnTo>
                    <a:pt x="4944" y="33165"/>
                  </a:lnTo>
                  <a:lnTo>
                    <a:pt x="5562" y="33329"/>
                  </a:lnTo>
                  <a:lnTo>
                    <a:pt x="6180" y="33453"/>
                  </a:lnTo>
                  <a:lnTo>
                    <a:pt x="6881" y="33535"/>
                  </a:lnTo>
                  <a:lnTo>
                    <a:pt x="7540" y="33577"/>
                  </a:lnTo>
                  <a:lnTo>
                    <a:pt x="8282" y="33618"/>
                  </a:lnTo>
                  <a:lnTo>
                    <a:pt x="9270" y="33577"/>
                  </a:lnTo>
                  <a:lnTo>
                    <a:pt x="10218" y="33494"/>
                  </a:lnTo>
                  <a:lnTo>
                    <a:pt x="11124" y="33371"/>
                  </a:lnTo>
                  <a:lnTo>
                    <a:pt x="11989" y="33165"/>
                  </a:lnTo>
                  <a:lnTo>
                    <a:pt x="12813" y="32959"/>
                  </a:lnTo>
                  <a:lnTo>
                    <a:pt x="13596" y="32670"/>
                  </a:lnTo>
                  <a:lnTo>
                    <a:pt x="14338" y="32341"/>
                  </a:lnTo>
                  <a:lnTo>
                    <a:pt x="14997" y="31970"/>
                  </a:lnTo>
                  <a:lnTo>
                    <a:pt x="15656" y="31517"/>
                  </a:lnTo>
                  <a:lnTo>
                    <a:pt x="16233" y="31063"/>
                  </a:lnTo>
                  <a:lnTo>
                    <a:pt x="16810" y="30569"/>
                  </a:lnTo>
                  <a:lnTo>
                    <a:pt x="17304" y="30033"/>
                  </a:lnTo>
                  <a:lnTo>
                    <a:pt x="17716" y="29457"/>
                  </a:lnTo>
                  <a:lnTo>
                    <a:pt x="18128" y="28880"/>
                  </a:lnTo>
                  <a:lnTo>
                    <a:pt x="18457" y="28221"/>
                  </a:lnTo>
                  <a:lnTo>
                    <a:pt x="18787" y="27562"/>
                  </a:lnTo>
                  <a:lnTo>
                    <a:pt x="18993" y="26902"/>
                  </a:lnTo>
                  <a:lnTo>
                    <a:pt x="19199" y="26161"/>
                  </a:lnTo>
                  <a:lnTo>
                    <a:pt x="19323" y="25419"/>
                  </a:lnTo>
                  <a:lnTo>
                    <a:pt x="19405" y="24678"/>
                  </a:lnTo>
                  <a:lnTo>
                    <a:pt x="19446" y="23895"/>
                  </a:lnTo>
                  <a:lnTo>
                    <a:pt x="19405" y="23071"/>
                  </a:lnTo>
                  <a:lnTo>
                    <a:pt x="19323" y="22247"/>
                  </a:lnTo>
                  <a:lnTo>
                    <a:pt x="19158" y="21423"/>
                  </a:lnTo>
                  <a:lnTo>
                    <a:pt x="18952" y="20599"/>
                  </a:lnTo>
                  <a:lnTo>
                    <a:pt x="18663" y="19734"/>
                  </a:lnTo>
                  <a:lnTo>
                    <a:pt x="18334" y="18869"/>
                  </a:lnTo>
                  <a:lnTo>
                    <a:pt x="17963" y="18004"/>
                  </a:lnTo>
                  <a:lnTo>
                    <a:pt x="17510" y="17139"/>
                  </a:lnTo>
                  <a:lnTo>
                    <a:pt x="17016" y="16232"/>
                  </a:lnTo>
                  <a:lnTo>
                    <a:pt x="16439" y="15367"/>
                  </a:lnTo>
                  <a:lnTo>
                    <a:pt x="15780" y="14461"/>
                  </a:lnTo>
                  <a:lnTo>
                    <a:pt x="14997" y="13390"/>
                  </a:lnTo>
                  <a:lnTo>
                    <a:pt x="14338" y="12277"/>
                  </a:lnTo>
                  <a:lnTo>
                    <a:pt x="13761" y="11247"/>
                  </a:lnTo>
                  <a:lnTo>
                    <a:pt x="13308" y="10176"/>
                  </a:lnTo>
                  <a:lnTo>
                    <a:pt x="12937" y="9146"/>
                  </a:lnTo>
                  <a:lnTo>
                    <a:pt x="12649" y="8157"/>
                  </a:lnTo>
                  <a:lnTo>
                    <a:pt x="12484" y="7169"/>
                  </a:lnTo>
                  <a:lnTo>
                    <a:pt x="12360" y="6221"/>
                  </a:lnTo>
                  <a:lnTo>
                    <a:pt x="12278" y="5315"/>
                  </a:lnTo>
                  <a:lnTo>
                    <a:pt x="12278" y="4450"/>
                  </a:lnTo>
                  <a:lnTo>
                    <a:pt x="12319" y="3584"/>
                  </a:lnTo>
                  <a:lnTo>
                    <a:pt x="12443" y="2802"/>
                  </a:lnTo>
                  <a:lnTo>
                    <a:pt x="12566" y="2019"/>
                  </a:lnTo>
                  <a:lnTo>
                    <a:pt x="12731" y="1318"/>
                  </a:lnTo>
                  <a:lnTo>
                    <a:pt x="12937" y="618"/>
                  </a:lnTo>
                  <a:lnTo>
                    <a:pt x="13143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8"/>
            <p:cNvSpPr/>
            <p:nvPr/>
          </p:nvSpPr>
          <p:spPr>
            <a:xfrm>
              <a:off x="2560650" y="1646275"/>
              <a:ext cx="486175" cy="840450"/>
            </a:xfrm>
            <a:custGeom>
              <a:avLst/>
              <a:gdLst/>
              <a:ahLst/>
              <a:cxnLst/>
              <a:rect l="l" t="t" r="r" b="b"/>
              <a:pathLst>
                <a:path w="19447" h="33618" fill="none" extrusionOk="0">
                  <a:moveTo>
                    <a:pt x="13143" y="0"/>
                  </a:moveTo>
                  <a:lnTo>
                    <a:pt x="13143" y="0"/>
                  </a:lnTo>
                  <a:lnTo>
                    <a:pt x="12443" y="495"/>
                  </a:lnTo>
                  <a:lnTo>
                    <a:pt x="11866" y="989"/>
                  </a:lnTo>
                  <a:lnTo>
                    <a:pt x="11330" y="1483"/>
                  </a:lnTo>
                  <a:lnTo>
                    <a:pt x="10877" y="2060"/>
                  </a:lnTo>
                  <a:lnTo>
                    <a:pt x="10547" y="2637"/>
                  </a:lnTo>
                  <a:lnTo>
                    <a:pt x="10218" y="3214"/>
                  </a:lnTo>
                  <a:lnTo>
                    <a:pt x="9971" y="3873"/>
                  </a:lnTo>
                  <a:lnTo>
                    <a:pt x="9806" y="4491"/>
                  </a:lnTo>
                  <a:lnTo>
                    <a:pt x="9682" y="5191"/>
                  </a:lnTo>
                  <a:lnTo>
                    <a:pt x="9559" y="5891"/>
                  </a:lnTo>
                  <a:lnTo>
                    <a:pt x="9517" y="6592"/>
                  </a:lnTo>
                  <a:lnTo>
                    <a:pt x="9517" y="7333"/>
                  </a:lnTo>
                  <a:lnTo>
                    <a:pt x="9517" y="8858"/>
                  </a:lnTo>
                  <a:lnTo>
                    <a:pt x="9641" y="10464"/>
                  </a:lnTo>
                  <a:lnTo>
                    <a:pt x="9641" y="10464"/>
                  </a:lnTo>
                  <a:lnTo>
                    <a:pt x="9847" y="13595"/>
                  </a:lnTo>
                  <a:lnTo>
                    <a:pt x="9888" y="15161"/>
                  </a:lnTo>
                  <a:lnTo>
                    <a:pt x="9888" y="16768"/>
                  </a:lnTo>
                  <a:lnTo>
                    <a:pt x="9847" y="17551"/>
                  </a:lnTo>
                  <a:lnTo>
                    <a:pt x="9765" y="18333"/>
                  </a:lnTo>
                  <a:lnTo>
                    <a:pt x="9682" y="19116"/>
                  </a:lnTo>
                  <a:lnTo>
                    <a:pt x="9517" y="19858"/>
                  </a:lnTo>
                  <a:lnTo>
                    <a:pt x="9353" y="20640"/>
                  </a:lnTo>
                  <a:lnTo>
                    <a:pt x="9105" y="21382"/>
                  </a:lnTo>
                  <a:lnTo>
                    <a:pt x="8817" y="22123"/>
                  </a:lnTo>
                  <a:lnTo>
                    <a:pt x="8488" y="22824"/>
                  </a:lnTo>
                  <a:lnTo>
                    <a:pt x="8488" y="22824"/>
                  </a:lnTo>
                  <a:lnTo>
                    <a:pt x="8158" y="23483"/>
                  </a:lnTo>
                  <a:lnTo>
                    <a:pt x="7787" y="24101"/>
                  </a:lnTo>
                  <a:lnTo>
                    <a:pt x="7375" y="24678"/>
                  </a:lnTo>
                  <a:lnTo>
                    <a:pt x="6922" y="25255"/>
                  </a:lnTo>
                  <a:lnTo>
                    <a:pt x="6469" y="25749"/>
                  </a:lnTo>
                  <a:lnTo>
                    <a:pt x="5974" y="26243"/>
                  </a:lnTo>
                  <a:lnTo>
                    <a:pt x="5480" y="26738"/>
                  </a:lnTo>
                  <a:lnTo>
                    <a:pt x="4944" y="27150"/>
                  </a:lnTo>
                  <a:lnTo>
                    <a:pt x="4409" y="27562"/>
                  </a:lnTo>
                  <a:lnTo>
                    <a:pt x="3832" y="27974"/>
                  </a:lnTo>
                  <a:lnTo>
                    <a:pt x="3214" y="28344"/>
                  </a:lnTo>
                  <a:lnTo>
                    <a:pt x="2596" y="28674"/>
                  </a:lnTo>
                  <a:lnTo>
                    <a:pt x="1978" y="28962"/>
                  </a:lnTo>
                  <a:lnTo>
                    <a:pt x="1319" y="29251"/>
                  </a:lnTo>
                  <a:lnTo>
                    <a:pt x="660" y="29498"/>
                  </a:lnTo>
                  <a:lnTo>
                    <a:pt x="1" y="29745"/>
                  </a:lnTo>
                  <a:lnTo>
                    <a:pt x="1" y="29745"/>
                  </a:lnTo>
                  <a:lnTo>
                    <a:pt x="330" y="30157"/>
                  </a:lnTo>
                  <a:lnTo>
                    <a:pt x="701" y="30528"/>
                  </a:lnTo>
                  <a:lnTo>
                    <a:pt x="1072" y="30899"/>
                  </a:lnTo>
                  <a:lnTo>
                    <a:pt x="1443" y="31269"/>
                  </a:lnTo>
                  <a:lnTo>
                    <a:pt x="1896" y="31599"/>
                  </a:lnTo>
                  <a:lnTo>
                    <a:pt x="2349" y="31929"/>
                  </a:lnTo>
                  <a:lnTo>
                    <a:pt x="2802" y="32217"/>
                  </a:lnTo>
                  <a:lnTo>
                    <a:pt x="3297" y="32505"/>
                  </a:lnTo>
                  <a:lnTo>
                    <a:pt x="3832" y="32753"/>
                  </a:lnTo>
                  <a:lnTo>
                    <a:pt x="4368" y="32959"/>
                  </a:lnTo>
                  <a:lnTo>
                    <a:pt x="4944" y="33165"/>
                  </a:lnTo>
                  <a:lnTo>
                    <a:pt x="5562" y="33329"/>
                  </a:lnTo>
                  <a:lnTo>
                    <a:pt x="6180" y="33453"/>
                  </a:lnTo>
                  <a:lnTo>
                    <a:pt x="6881" y="33535"/>
                  </a:lnTo>
                  <a:lnTo>
                    <a:pt x="7540" y="33577"/>
                  </a:lnTo>
                  <a:lnTo>
                    <a:pt x="8282" y="33618"/>
                  </a:lnTo>
                  <a:lnTo>
                    <a:pt x="8282" y="33618"/>
                  </a:lnTo>
                  <a:lnTo>
                    <a:pt x="9270" y="33577"/>
                  </a:lnTo>
                  <a:lnTo>
                    <a:pt x="10218" y="33494"/>
                  </a:lnTo>
                  <a:lnTo>
                    <a:pt x="11124" y="33371"/>
                  </a:lnTo>
                  <a:lnTo>
                    <a:pt x="11989" y="33165"/>
                  </a:lnTo>
                  <a:lnTo>
                    <a:pt x="12813" y="32959"/>
                  </a:lnTo>
                  <a:lnTo>
                    <a:pt x="13596" y="32670"/>
                  </a:lnTo>
                  <a:lnTo>
                    <a:pt x="14338" y="32341"/>
                  </a:lnTo>
                  <a:lnTo>
                    <a:pt x="14997" y="31970"/>
                  </a:lnTo>
                  <a:lnTo>
                    <a:pt x="15656" y="31517"/>
                  </a:lnTo>
                  <a:lnTo>
                    <a:pt x="16233" y="31063"/>
                  </a:lnTo>
                  <a:lnTo>
                    <a:pt x="16810" y="30569"/>
                  </a:lnTo>
                  <a:lnTo>
                    <a:pt x="17304" y="30033"/>
                  </a:lnTo>
                  <a:lnTo>
                    <a:pt x="17716" y="29457"/>
                  </a:lnTo>
                  <a:lnTo>
                    <a:pt x="18128" y="28880"/>
                  </a:lnTo>
                  <a:lnTo>
                    <a:pt x="18457" y="28221"/>
                  </a:lnTo>
                  <a:lnTo>
                    <a:pt x="18787" y="27562"/>
                  </a:lnTo>
                  <a:lnTo>
                    <a:pt x="18993" y="26902"/>
                  </a:lnTo>
                  <a:lnTo>
                    <a:pt x="19199" y="26161"/>
                  </a:lnTo>
                  <a:lnTo>
                    <a:pt x="19323" y="25419"/>
                  </a:lnTo>
                  <a:lnTo>
                    <a:pt x="19405" y="24678"/>
                  </a:lnTo>
                  <a:lnTo>
                    <a:pt x="19446" y="23895"/>
                  </a:lnTo>
                  <a:lnTo>
                    <a:pt x="19405" y="23071"/>
                  </a:lnTo>
                  <a:lnTo>
                    <a:pt x="19323" y="22247"/>
                  </a:lnTo>
                  <a:lnTo>
                    <a:pt x="19158" y="21423"/>
                  </a:lnTo>
                  <a:lnTo>
                    <a:pt x="18952" y="20599"/>
                  </a:lnTo>
                  <a:lnTo>
                    <a:pt x="18663" y="19734"/>
                  </a:lnTo>
                  <a:lnTo>
                    <a:pt x="18334" y="18869"/>
                  </a:lnTo>
                  <a:lnTo>
                    <a:pt x="17963" y="18004"/>
                  </a:lnTo>
                  <a:lnTo>
                    <a:pt x="17510" y="17139"/>
                  </a:lnTo>
                  <a:lnTo>
                    <a:pt x="17016" y="16232"/>
                  </a:lnTo>
                  <a:lnTo>
                    <a:pt x="16439" y="15367"/>
                  </a:lnTo>
                  <a:lnTo>
                    <a:pt x="15780" y="14461"/>
                  </a:lnTo>
                  <a:lnTo>
                    <a:pt x="15780" y="14461"/>
                  </a:lnTo>
                  <a:lnTo>
                    <a:pt x="14997" y="13390"/>
                  </a:lnTo>
                  <a:lnTo>
                    <a:pt x="14338" y="12277"/>
                  </a:lnTo>
                  <a:lnTo>
                    <a:pt x="13761" y="11247"/>
                  </a:lnTo>
                  <a:lnTo>
                    <a:pt x="13308" y="10176"/>
                  </a:lnTo>
                  <a:lnTo>
                    <a:pt x="12937" y="9146"/>
                  </a:lnTo>
                  <a:lnTo>
                    <a:pt x="12649" y="8157"/>
                  </a:lnTo>
                  <a:lnTo>
                    <a:pt x="12484" y="7169"/>
                  </a:lnTo>
                  <a:lnTo>
                    <a:pt x="12360" y="6221"/>
                  </a:lnTo>
                  <a:lnTo>
                    <a:pt x="12278" y="5315"/>
                  </a:lnTo>
                  <a:lnTo>
                    <a:pt x="12278" y="4450"/>
                  </a:lnTo>
                  <a:lnTo>
                    <a:pt x="12319" y="3584"/>
                  </a:lnTo>
                  <a:lnTo>
                    <a:pt x="12443" y="2802"/>
                  </a:lnTo>
                  <a:lnTo>
                    <a:pt x="12566" y="2019"/>
                  </a:lnTo>
                  <a:lnTo>
                    <a:pt x="12731" y="1318"/>
                  </a:lnTo>
                  <a:lnTo>
                    <a:pt x="12937" y="618"/>
                  </a:lnTo>
                  <a:lnTo>
                    <a:pt x="131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8"/>
            <p:cNvSpPr/>
            <p:nvPr/>
          </p:nvSpPr>
          <p:spPr>
            <a:xfrm>
              <a:off x="2800625" y="1589625"/>
              <a:ext cx="89650" cy="54600"/>
            </a:xfrm>
            <a:custGeom>
              <a:avLst/>
              <a:gdLst/>
              <a:ahLst/>
              <a:cxnLst/>
              <a:rect l="l" t="t" r="r" b="b"/>
              <a:pathLst>
                <a:path w="3586" h="2184" extrusionOk="0">
                  <a:moveTo>
                    <a:pt x="2184" y="0"/>
                  </a:moveTo>
                  <a:lnTo>
                    <a:pt x="1814" y="83"/>
                  </a:lnTo>
                  <a:lnTo>
                    <a:pt x="1443" y="165"/>
                  </a:lnTo>
                  <a:lnTo>
                    <a:pt x="1113" y="330"/>
                  </a:lnTo>
                  <a:lnTo>
                    <a:pt x="784" y="495"/>
                  </a:lnTo>
                  <a:lnTo>
                    <a:pt x="536" y="701"/>
                  </a:lnTo>
                  <a:lnTo>
                    <a:pt x="289" y="865"/>
                  </a:lnTo>
                  <a:lnTo>
                    <a:pt x="124" y="1113"/>
                  </a:lnTo>
                  <a:lnTo>
                    <a:pt x="42" y="1319"/>
                  </a:lnTo>
                  <a:lnTo>
                    <a:pt x="1" y="1525"/>
                  </a:lnTo>
                  <a:lnTo>
                    <a:pt x="1" y="1731"/>
                  </a:lnTo>
                  <a:lnTo>
                    <a:pt x="124" y="1895"/>
                  </a:lnTo>
                  <a:lnTo>
                    <a:pt x="289" y="2019"/>
                  </a:lnTo>
                  <a:lnTo>
                    <a:pt x="495" y="2101"/>
                  </a:lnTo>
                  <a:lnTo>
                    <a:pt x="742" y="2184"/>
                  </a:lnTo>
                  <a:lnTo>
                    <a:pt x="1402" y="2184"/>
                  </a:lnTo>
                  <a:lnTo>
                    <a:pt x="1731" y="2101"/>
                  </a:lnTo>
                  <a:lnTo>
                    <a:pt x="2102" y="2019"/>
                  </a:lnTo>
                  <a:lnTo>
                    <a:pt x="2473" y="1854"/>
                  </a:lnTo>
                  <a:lnTo>
                    <a:pt x="2761" y="1689"/>
                  </a:lnTo>
                  <a:lnTo>
                    <a:pt x="3050" y="1483"/>
                  </a:lnTo>
                  <a:lnTo>
                    <a:pt x="3256" y="1277"/>
                  </a:lnTo>
                  <a:lnTo>
                    <a:pt x="3420" y="1071"/>
                  </a:lnTo>
                  <a:lnTo>
                    <a:pt x="3544" y="865"/>
                  </a:lnTo>
                  <a:lnTo>
                    <a:pt x="3585" y="659"/>
                  </a:lnTo>
                  <a:lnTo>
                    <a:pt x="3544" y="453"/>
                  </a:lnTo>
                  <a:lnTo>
                    <a:pt x="3462" y="289"/>
                  </a:lnTo>
                  <a:lnTo>
                    <a:pt x="3297" y="165"/>
                  </a:lnTo>
                  <a:lnTo>
                    <a:pt x="3091" y="41"/>
                  </a:lnTo>
                  <a:lnTo>
                    <a:pt x="2802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8"/>
            <p:cNvSpPr/>
            <p:nvPr/>
          </p:nvSpPr>
          <p:spPr>
            <a:xfrm>
              <a:off x="1255700" y="2832775"/>
              <a:ext cx="1336900" cy="540750"/>
            </a:xfrm>
            <a:custGeom>
              <a:avLst/>
              <a:gdLst/>
              <a:ahLst/>
              <a:cxnLst/>
              <a:rect l="l" t="t" r="r" b="b"/>
              <a:pathLst>
                <a:path w="53476" h="21630" extrusionOk="0">
                  <a:moveTo>
                    <a:pt x="47791" y="0"/>
                  </a:moveTo>
                  <a:lnTo>
                    <a:pt x="46101" y="165"/>
                  </a:lnTo>
                  <a:lnTo>
                    <a:pt x="44247" y="371"/>
                  </a:lnTo>
                  <a:lnTo>
                    <a:pt x="42229" y="701"/>
                  </a:lnTo>
                  <a:lnTo>
                    <a:pt x="40086" y="1113"/>
                  </a:lnTo>
                  <a:lnTo>
                    <a:pt x="37779" y="1648"/>
                  </a:lnTo>
                  <a:lnTo>
                    <a:pt x="35390" y="2225"/>
                  </a:lnTo>
                  <a:lnTo>
                    <a:pt x="32877" y="2925"/>
                  </a:lnTo>
                  <a:lnTo>
                    <a:pt x="30240" y="3708"/>
                  </a:lnTo>
                  <a:lnTo>
                    <a:pt x="27562" y="4532"/>
                  </a:lnTo>
                  <a:lnTo>
                    <a:pt x="24843" y="5480"/>
                  </a:lnTo>
                  <a:lnTo>
                    <a:pt x="22124" y="6468"/>
                  </a:lnTo>
                  <a:lnTo>
                    <a:pt x="19487" y="7498"/>
                  </a:lnTo>
                  <a:lnTo>
                    <a:pt x="16974" y="8528"/>
                  </a:lnTo>
                  <a:lnTo>
                    <a:pt x="14585" y="9558"/>
                  </a:lnTo>
                  <a:lnTo>
                    <a:pt x="12360" y="10629"/>
                  </a:lnTo>
                  <a:lnTo>
                    <a:pt x="10259" y="11659"/>
                  </a:lnTo>
                  <a:lnTo>
                    <a:pt x="8282" y="12689"/>
                  </a:lnTo>
                  <a:lnTo>
                    <a:pt x="6510" y="13719"/>
                  </a:lnTo>
                  <a:lnTo>
                    <a:pt x="4944" y="14708"/>
                  </a:lnTo>
                  <a:lnTo>
                    <a:pt x="3544" y="15655"/>
                  </a:lnTo>
                  <a:lnTo>
                    <a:pt x="2349" y="16562"/>
                  </a:lnTo>
                  <a:lnTo>
                    <a:pt x="1855" y="17015"/>
                  </a:lnTo>
                  <a:lnTo>
                    <a:pt x="1401" y="17427"/>
                  </a:lnTo>
                  <a:lnTo>
                    <a:pt x="1031" y="17839"/>
                  </a:lnTo>
                  <a:lnTo>
                    <a:pt x="701" y="18251"/>
                  </a:lnTo>
                  <a:lnTo>
                    <a:pt x="413" y="18622"/>
                  </a:lnTo>
                  <a:lnTo>
                    <a:pt x="207" y="18993"/>
                  </a:lnTo>
                  <a:lnTo>
                    <a:pt x="83" y="19322"/>
                  </a:lnTo>
                  <a:lnTo>
                    <a:pt x="1" y="19652"/>
                  </a:lnTo>
                  <a:lnTo>
                    <a:pt x="1" y="19940"/>
                  </a:lnTo>
                  <a:lnTo>
                    <a:pt x="42" y="20228"/>
                  </a:lnTo>
                  <a:lnTo>
                    <a:pt x="166" y="20517"/>
                  </a:lnTo>
                  <a:lnTo>
                    <a:pt x="372" y="20723"/>
                  </a:lnTo>
                  <a:lnTo>
                    <a:pt x="619" y="20929"/>
                  </a:lnTo>
                  <a:lnTo>
                    <a:pt x="948" y="21135"/>
                  </a:lnTo>
                  <a:lnTo>
                    <a:pt x="1360" y="21300"/>
                  </a:lnTo>
                  <a:lnTo>
                    <a:pt x="1813" y="21423"/>
                  </a:lnTo>
                  <a:lnTo>
                    <a:pt x="2308" y="21506"/>
                  </a:lnTo>
                  <a:lnTo>
                    <a:pt x="2885" y="21588"/>
                  </a:lnTo>
                  <a:lnTo>
                    <a:pt x="3503" y="21629"/>
                  </a:lnTo>
                  <a:lnTo>
                    <a:pt x="5645" y="21629"/>
                  </a:lnTo>
                  <a:lnTo>
                    <a:pt x="7334" y="21464"/>
                  </a:lnTo>
                  <a:lnTo>
                    <a:pt x="9188" y="21258"/>
                  </a:lnTo>
                  <a:lnTo>
                    <a:pt x="11207" y="20929"/>
                  </a:lnTo>
                  <a:lnTo>
                    <a:pt x="13390" y="20517"/>
                  </a:lnTo>
                  <a:lnTo>
                    <a:pt x="15656" y="19981"/>
                  </a:lnTo>
                  <a:lnTo>
                    <a:pt x="18087" y="19405"/>
                  </a:lnTo>
                  <a:lnTo>
                    <a:pt x="20600" y="18704"/>
                  </a:lnTo>
                  <a:lnTo>
                    <a:pt x="23195" y="17963"/>
                  </a:lnTo>
                  <a:lnTo>
                    <a:pt x="25873" y="17097"/>
                  </a:lnTo>
                  <a:lnTo>
                    <a:pt x="28592" y="16150"/>
                  </a:lnTo>
                  <a:lnTo>
                    <a:pt x="31311" y="15161"/>
                  </a:lnTo>
                  <a:lnTo>
                    <a:pt x="33948" y="14131"/>
                  </a:lnTo>
                  <a:lnTo>
                    <a:pt x="36461" y="13101"/>
                  </a:lnTo>
                  <a:lnTo>
                    <a:pt x="38851" y="12071"/>
                  </a:lnTo>
                  <a:lnTo>
                    <a:pt x="41116" y="11000"/>
                  </a:lnTo>
                  <a:lnTo>
                    <a:pt x="43218" y="9970"/>
                  </a:lnTo>
                  <a:lnTo>
                    <a:pt x="45154" y="8940"/>
                  </a:lnTo>
                  <a:lnTo>
                    <a:pt x="46925" y="7910"/>
                  </a:lnTo>
                  <a:lnTo>
                    <a:pt x="48491" y="6922"/>
                  </a:lnTo>
                  <a:lnTo>
                    <a:pt x="49892" y="5974"/>
                  </a:lnTo>
                  <a:lnTo>
                    <a:pt x="51086" y="5068"/>
                  </a:lnTo>
                  <a:lnTo>
                    <a:pt x="51581" y="4614"/>
                  </a:lnTo>
                  <a:lnTo>
                    <a:pt x="52034" y="4202"/>
                  </a:lnTo>
                  <a:lnTo>
                    <a:pt x="52446" y="3790"/>
                  </a:lnTo>
                  <a:lnTo>
                    <a:pt x="52775" y="3420"/>
                  </a:lnTo>
                  <a:lnTo>
                    <a:pt x="53023" y="3008"/>
                  </a:lnTo>
                  <a:lnTo>
                    <a:pt x="53229" y="2637"/>
                  </a:lnTo>
                  <a:lnTo>
                    <a:pt x="53393" y="2307"/>
                  </a:lnTo>
                  <a:lnTo>
                    <a:pt x="53476" y="1978"/>
                  </a:lnTo>
                  <a:lnTo>
                    <a:pt x="53476" y="1689"/>
                  </a:lnTo>
                  <a:lnTo>
                    <a:pt x="53393" y="1401"/>
                  </a:lnTo>
                  <a:lnTo>
                    <a:pt x="53270" y="1113"/>
                  </a:lnTo>
                  <a:lnTo>
                    <a:pt x="53064" y="907"/>
                  </a:lnTo>
                  <a:lnTo>
                    <a:pt x="52817" y="701"/>
                  </a:lnTo>
                  <a:lnTo>
                    <a:pt x="52487" y="495"/>
                  </a:lnTo>
                  <a:lnTo>
                    <a:pt x="52075" y="371"/>
                  </a:lnTo>
                  <a:lnTo>
                    <a:pt x="51663" y="247"/>
                  </a:lnTo>
                  <a:lnTo>
                    <a:pt x="51128" y="124"/>
                  </a:lnTo>
                  <a:lnTo>
                    <a:pt x="50592" y="41"/>
                  </a:lnTo>
                  <a:lnTo>
                    <a:pt x="49974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8"/>
            <p:cNvSpPr/>
            <p:nvPr/>
          </p:nvSpPr>
          <p:spPr>
            <a:xfrm>
              <a:off x="735575" y="2143725"/>
              <a:ext cx="2099075" cy="1168000"/>
            </a:xfrm>
            <a:custGeom>
              <a:avLst/>
              <a:gdLst/>
              <a:ahLst/>
              <a:cxnLst/>
              <a:rect l="l" t="t" r="r" b="b"/>
              <a:pathLst>
                <a:path w="83963" h="46720" extrusionOk="0">
                  <a:moveTo>
                    <a:pt x="62292" y="1"/>
                  </a:moveTo>
                  <a:lnTo>
                    <a:pt x="61097" y="42"/>
                  </a:lnTo>
                  <a:lnTo>
                    <a:pt x="60232" y="83"/>
                  </a:lnTo>
                  <a:lnTo>
                    <a:pt x="59450" y="166"/>
                  </a:lnTo>
                  <a:lnTo>
                    <a:pt x="36461" y="9023"/>
                  </a:lnTo>
                  <a:lnTo>
                    <a:pt x="13019" y="16562"/>
                  </a:lnTo>
                  <a:lnTo>
                    <a:pt x="12401" y="17016"/>
                  </a:lnTo>
                  <a:lnTo>
                    <a:pt x="11660" y="17510"/>
                  </a:lnTo>
                  <a:lnTo>
                    <a:pt x="10712" y="18210"/>
                  </a:lnTo>
                  <a:lnTo>
                    <a:pt x="9600" y="19117"/>
                  </a:lnTo>
                  <a:lnTo>
                    <a:pt x="8405" y="20147"/>
                  </a:lnTo>
                  <a:lnTo>
                    <a:pt x="7087" y="21383"/>
                  </a:lnTo>
                  <a:lnTo>
                    <a:pt x="6428" y="22042"/>
                  </a:lnTo>
                  <a:lnTo>
                    <a:pt x="5810" y="22742"/>
                  </a:lnTo>
                  <a:lnTo>
                    <a:pt x="5150" y="23484"/>
                  </a:lnTo>
                  <a:lnTo>
                    <a:pt x="4491" y="24266"/>
                  </a:lnTo>
                  <a:lnTo>
                    <a:pt x="3873" y="25049"/>
                  </a:lnTo>
                  <a:lnTo>
                    <a:pt x="3297" y="25914"/>
                  </a:lnTo>
                  <a:lnTo>
                    <a:pt x="2720" y="26779"/>
                  </a:lnTo>
                  <a:lnTo>
                    <a:pt x="2225" y="27645"/>
                  </a:lnTo>
                  <a:lnTo>
                    <a:pt x="1731" y="28592"/>
                  </a:lnTo>
                  <a:lnTo>
                    <a:pt x="1278" y="29540"/>
                  </a:lnTo>
                  <a:lnTo>
                    <a:pt x="907" y="30529"/>
                  </a:lnTo>
                  <a:lnTo>
                    <a:pt x="577" y="31517"/>
                  </a:lnTo>
                  <a:lnTo>
                    <a:pt x="330" y="32547"/>
                  </a:lnTo>
                  <a:lnTo>
                    <a:pt x="124" y="33577"/>
                  </a:lnTo>
                  <a:lnTo>
                    <a:pt x="42" y="34648"/>
                  </a:lnTo>
                  <a:lnTo>
                    <a:pt x="1" y="35719"/>
                  </a:lnTo>
                  <a:lnTo>
                    <a:pt x="83" y="36832"/>
                  </a:lnTo>
                  <a:lnTo>
                    <a:pt x="248" y="37944"/>
                  </a:lnTo>
                  <a:lnTo>
                    <a:pt x="371" y="38521"/>
                  </a:lnTo>
                  <a:lnTo>
                    <a:pt x="495" y="39015"/>
                  </a:lnTo>
                  <a:lnTo>
                    <a:pt x="660" y="39551"/>
                  </a:lnTo>
                  <a:lnTo>
                    <a:pt x="866" y="40045"/>
                  </a:lnTo>
                  <a:lnTo>
                    <a:pt x="1113" y="40498"/>
                  </a:lnTo>
                  <a:lnTo>
                    <a:pt x="1319" y="40952"/>
                  </a:lnTo>
                  <a:lnTo>
                    <a:pt x="1607" y="41364"/>
                  </a:lnTo>
                  <a:lnTo>
                    <a:pt x="1896" y="41776"/>
                  </a:lnTo>
                  <a:lnTo>
                    <a:pt x="2184" y="42146"/>
                  </a:lnTo>
                  <a:lnTo>
                    <a:pt x="2514" y="42517"/>
                  </a:lnTo>
                  <a:lnTo>
                    <a:pt x="2885" y="42847"/>
                  </a:lnTo>
                  <a:lnTo>
                    <a:pt x="3214" y="43176"/>
                  </a:lnTo>
                  <a:lnTo>
                    <a:pt x="3997" y="43794"/>
                  </a:lnTo>
                  <a:lnTo>
                    <a:pt x="4821" y="44330"/>
                  </a:lnTo>
                  <a:lnTo>
                    <a:pt x="5727" y="44783"/>
                  </a:lnTo>
                  <a:lnTo>
                    <a:pt x="6634" y="45195"/>
                  </a:lnTo>
                  <a:lnTo>
                    <a:pt x="7581" y="45525"/>
                  </a:lnTo>
                  <a:lnTo>
                    <a:pt x="8611" y="45854"/>
                  </a:lnTo>
                  <a:lnTo>
                    <a:pt x="9600" y="46101"/>
                  </a:lnTo>
                  <a:lnTo>
                    <a:pt x="10630" y="46307"/>
                  </a:lnTo>
                  <a:lnTo>
                    <a:pt x="11660" y="46431"/>
                  </a:lnTo>
                  <a:lnTo>
                    <a:pt x="12731" y="46555"/>
                  </a:lnTo>
                  <a:lnTo>
                    <a:pt x="13761" y="46637"/>
                  </a:lnTo>
                  <a:lnTo>
                    <a:pt x="14750" y="46719"/>
                  </a:lnTo>
                  <a:lnTo>
                    <a:pt x="16727" y="46719"/>
                  </a:lnTo>
                  <a:lnTo>
                    <a:pt x="18540" y="46678"/>
                  </a:lnTo>
                  <a:lnTo>
                    <a:pt x="20188" y="46555"/>
                  </a:lnTo>
                  <a:lnTo>
                    <a:pt x="21547" y="46431"/>
                  </a:lnTo>
                  <a:lnTo>
                    <a:pt x="22577" y="46307"/>
                  </a:lnTo>
                  <a:lnTo>
                    <a:pt x="23484" y="46143"/>
                  </a:lnTo>
                  <a:lnTo>
                    <a:pt x="46431" y="38480"/>
                  </a:lnTo>
                  <a:lnTo>
                    <a:pt x="46843" y="38356"/>
                  </a:lnTo>
                  <a:lnTo>
                    <a:pt x="47214" y="38191"/>
                  </a:lnTo>
                  <a:lnTo>
                    <a:pt x="69914" y="29746"/>
                  </a:lnTo>
                  <a:lnTo>
                    <a:pt x="70697" y="29293"/>
                  </a:lnTo>
                  <a:lnTo>
                    <a:pt x="71603" y="28757"/>
                  </a:lnTo>
                  <a:lnTo>
                    <a:pt x="72757" y="28015"/>
                  </a:lnTo>
                  <a:lnTo>
                    <a:pt x="74075" y="27068"/>
                  </a:lnTo>
                  <a:lnTo>
                    <a:pt x="75517" y="25956"/>
                  </a:lnTo>
                  <a:lnTo>
                    <a:pt x="76300" y="25338"/>
                  </a:lnTo>
                  <a:lnTo>
                    <a:pt x="77041" y="24720"/>
                  </a:lnTo>
                  <a:lnTo>
                    <a:pt x="77783" y="24019"/>
                  </a:lnTo>
                  <a:lnTo>
                    <a:pt x="78565" y="23319"/>
                  </a:lnTo>
                  <a:lnTo>
                    <a:pt x="79266" y="22577"/>
                  </a:lnTo>
                  <a:lnTo>
                    <a:pt x="80007" y="21795"/>
                  </a:lnTo>
                  <a:lnTo>
                    <a:pt x="80667" y="20971"/>
                  </a:lnTo>
                  <a:lnTo>
                    <a:pt x="81285" y="20147"/>
                  </a:lnTo>
                  <a:lnTo>
                    <a:pt x="81861" y="19281"/>
                  </a:lnTo>
                  <a:lnTo>
                    <a:pt x="82397" y="18416"/>
                  </a:lnTo>
                  <a:lnTo>
                    <a:pt x="82891" y="17510"/>
                  </a:lnTo>
                  <a:lnTo>
                    <a:pt x="83262" y="16604"/>
                  </a:lnTo>
                  <a:lnTo>
                    <a:pt x="83592" y="15656"/>
                  </a:lnTo>
                  <a:lnTo>
                    <a:pt x="83798" y="14708"/>
                  </a:lnTo>
                  <a:lnTo>
                    <a:pt x="83880" y="14214"/>
                  </a:lnTo>
                  <a:lnTo>
                    <a:pt x="83921" y="13761"/>
                  </a:lnTo>
                  <a:lnTo>
                    <a:pt x="83962" y="13267"/>
                  </a:lnTo>
                  <a:lnTo>
                    <a:pt x="83962" y="12772"/>
                  </a:lnTo>
                  <a:lnTo>
                    <a:pt x="83921" y="12278"/>
                  </a:lnTo>
                  <a:lnTo>
                    <a:pt x="83839" y="11783"/>
                  </a:lnTo>
                  <a:lnTo>
                    <a:pt x="83756" y="11289"/>
                  </a:lnTo>
                  <a:lnTo>
                    <a:pt x="83633" y="10795"/>
                  </a:lnTo>
                  <a:lnTo>
                    <a:pt x="83509" y="10259"/>
                  </a:lnTo>
                  <a:lnTo>
                    <a:pt x="83303" y="9765"/>
                  </a:lnTo>
                  <a:lnTo>
                    <a:pt x="83097" y="9270"/>
                  </a:lnTo>
                  <a:lnTo>
                    <a:pt x="82850" y="8776"/>
                  </a:lnTo>
                  <a:lnTo>
                    <a:pt x="82273" y="7787"/>
                  </a:lnTo>
                  <a:lnTo>
                    <a:pt x="81614" y="6881"/>
                  </a:lnTo>
                  <a:lnTo>
                    <a:pt x="80914" y="6057"/>
                  </a:lnTo>
                  <a:lnTo>
                    <a:pt x="80172" y="5315"/>
                  </a:lnTo>
                  <a:lnTo>
                    <a:pt x="79348" y="4615"/>
                  </a:lnTo>
                  <a:lnTo>
                    <a:pt x="78524" y="3956"/>
                  </a:lnTo>
                  <a:lnTo>
                    <a:pt x="77659" y="3379"/>
                  </a:lnTo>
                  <a:lnTo>
                    <a:pt x="76753" y="2885"/>
                  </a:lnTo>
                  <a:lnTo>
                    <a:pt x="75805" y="2390"/>
                  </a:lnTo>
                  <a:lnTo>
                    <a:pt x="74858" y="1978"/>
                  </a:lnTo>
                  <a:lnTo>
                    <a:pt x="73869" y="1649"/>
                  </a:lnTo>
                  <a:lnTo>
                    <a:pt x="72880" y="1319"/>
                  </a:lnTo>
                  <a:lnTo>
                    <a:pt x="71891" y="1031"/>
                  </a:lnTo>
                  <a:lnTo>
                    <a:pt x="70903" y="784"/>
                  </a:lnTo>
                  <a:lnTo>
                    <a:pt x="69955" y="578"/>
                  </a:lnTo>
                  <a:lnTo>
                    <a:pt x="68966" y="413"/>
                  </a:lnTo>
                  <a:lnTo>
                    <a:pt x="68019" y="289"/>
                  </a:lnTo>
                  <a:lnTo>
                    <a:pt x="67071" y="207"/>
                  </a:lnTo>
                  <a:lnTo>
                    <a:pt x="65341" y="42"/>
                  </a:lnTo>
                  <a:lnTo>
                    <a:pt x="63693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8"/>
            <p:cNvSpPr/>
            <p:nvPr/>
          </p:nvSpPr>
          <p:spPr>
            <a:xfrm>
              <a:off x="735575" y="2143725"/>
              <a:ext cx="2099075" cy="1168000"/>
            </a:xfrm>
            <a:custGeom>
              <a:avLst/>
              <a:gdLst/>
              <a:ahLst/>
              <a:cxnLst/>
              <a:rect l="l" t="t" r="r" b="b"/>
              <a:pathLst>
                <a:path w="83963" h="46720" fill="none" extrusionOk="0">
                  <a:moveTo>
                    <a:pt x="82850" y="8776"/>
                  </a:moveTo>
                  <a:lnTo>
                    <a:pt x="82850" y="8776"/>
                  </a:lnTo>
                  <a:lnTo>
                    <a:pt x="82273" y="7787"/>
                  </a:lnTo>
                  <a:lnTo>
                    <a:pt x="81614" y="6881"/>
                  </a:lnTo>
                  <a:lnTo>
                    <a:pt x="80914" y="6057"/>
                  </a:lnTo>
                  <a:lnTo>
                    <a:pt x="80172" y="5315"/>
                  </a:lnTo>
                  <a:lnTo>
                    <a:pt x="79348" y="4615"/>
                  </a:lnTo>
                  <a:lnTo>
                    <a:pt x="78524" y="3956"/>
                  </a:lnTo>
                  <a:lnTo>
                    <a:pt x="77659" y="3379"/>
                  </a:lnTo>
                  <a:lnTo>
                    <a:pt x="76753" y="2885"/>
                  </a:lnTo>
                  <a:lnTo>
                    <a:pt x="75805" y="2390"/>
                  </a:lnTo>
                  <a:lnTo>
                    <a:pt x="74858" y="1978"/>
                  </a:lnTo>
                  <a:lnTo>
                    <a:pt x="73869" y="1649"/>
                  </a:lnTo>
                  <a:lnTo>
                    <a:pt x="72880" y="1319"/>
                  </a:lnTo>
                  <a:lnTo>
                    <a:pt x="71891" y="1031"/>
                  </a:lnTo>
                  <a:lnTo>
                    <a:pt x="70903" y="784"/>
                  </a:lnTo>
                  <a:lnTo>
                    <a:pt x="69955" y="578"/>
                  </a:lnTo>
                  <a:lnTo>
                    <a:pt x="68966" y="413"/>
                  </a:lnTo>
                  <a:lnTo>
                    <a:pt x="68019" y="289"/>
                  </a:lnTo>
                  <a:lnTo>
                    <a:pt x="67071" y="207"/>
                  </a:lnTo>
                  <a:lnTo>
                    <a:pt x="65341" y="42"/>
                  </a:lnTo>
                  <a:lnTo>
                    <a:pt x="63693" y="1"/>
                  </a:lnTo>
                  <a:lnTo>
                    <a:pt x="62292" y="1"/>
                  </a:lnTo>
                  <a:lnTo>
                    <a:pt x="61097" y="42"/>
                  </a:lnTo>
                  <a:lnTo>
                    <a:pt x="60232" y="83"/>
                  </a:lnTo>
                  <a:lnTo>
                    <a:pt x="59450" y="166"/>
                  </a:lnTo>
                  <a:lnTo>
                    <a:pt x="36461" y="9023"/>
                  </a:lnTo>
                  <a:lnTo>
                    <a:pt x="13019" y="16562"/>
                  </a:lnTo>
                  <a:lnTo>
                    <a:pt x="13019" y="16562"/>
                  </a:lnTo>
                  <a:lnTo>
                    <a:pt x="12401" y="17016"/>
                  </a:lnTo>
                  <a:lnTo>
                    <a:pt x="11660" y="17510"/>
                  </a:lnTo>
                  <a:lnTo>
                    <a:pt x="10712" y="18210"/>
                  </a:lnTo>
                  <a:lnTo>
                    <a:pt x="9600" y="19117"/>
                  </a:lnTo>
                  <a:lnTo>
                    <a:pt x="8405" y="20147"/>
                  </a:lnTo>
                  <a:lnTo>
                    <a:pt x="7087" y="21383"/>
                  </a:lnTo>
                  <a:lnTo>
                    <a:pt x="6428" y="22042"/>
                  </a:lnTo>
                  <a:lnTo>
                    <a:pt x="5810" y="22742"/>
                  </a:lnTo>
                  <a:lnTo>
                    <a:pt x="5150" y="23484"/>
                  </a:lnTo>
                  <a:lnTo>
                    <a:pt x="4491" y="24266"/>
                  </a:lnTo>
                  <a:lnTo>
                    <a:pt x="3873" y="25049"/>
                  </a:lnTo>
                  <a:lnTo>
                    <a:pt x="3297" y="25914"/>
                  </a:lnTo>
                  <a:lnTo>
                    <a:pt x="2720" y="26779"/>
                  </a:lnTo>
                  <a:lnTo>
                    <a:pt x="2225" y="27645"/>
                  </a:lnTo>
                  <a:lnTo>
                    <a:pt x="1731" y="28592"/>
                  </a:lnTo>
                  <a:lnTo>
                    <a:pt x="1278" y="29540"/>
                  </a:lnTo>
                  <a:lnTo>
                    <a:pt x="907" y="30529"/>
                  </a:lnTo>
                  <a:lnTo>
                    <a:pt x="577" y="31517"/>
                  </a:lnTo>
                  <a:lnTo>
                    <a:pt x="330" y="32547"/>
                  </a:lnTo>
                  <a:lnTo>
                    <a:pt x="124" y="33577"/>
                  </a:lnTo>
                  <a:lnTo>
                    <a:pt x="42" y="34648"/>
                  </a:lnTo>
                  <a:lnTo>
                    <a:pt x="1" y="35719"/>
                  </a:lnTo>
                  <a:lnTo>
                    <a:pt x="83" y="36832"/>
                  </a:lnTo>
                  <a:lnTo>
                    <a:pt x="248" y="37944"/>
                  </a:lnTo>
                  <a:lnTo>
                    <a:pt x="248" y="37944"/>
                  </a:lnTo>
                  <a:lnTo>
                    <a:pt x="371" y="38521"/>
                  </a:lnTo>
                  <a:lnTo>
                    <a:pt x="495" y="39015"/>
                  </a:lnTo>
                  <a:lnTo>
                    <a:pt x="660" y="39551"/>
                  </a:lnTo>
                  <a:lnTo>
                    <a:pt x="866" y="40045"/>
                  </a:lnTo>
                  <a:lnTo>
                    <a:pt x="1113" y="40498"/>
                  </a:lnTo>
                  <a:lnTo>
                    <a:pt x="1319" y="40952"/>
                  </a:lnTo>
                  <a:lnTo>
                    <a:pt x="1607" y="41364"/>
                  </a:lnTo>
                  <a:lnTo>
                    <a:pt x="1896" y="41776"/>
                  </a:lnTo>
                  <a:lnTo>
                    <a:pt x="2184" y="42146"/>
                  </a:lnTo>
                  <a:lnTo>
                    <a:pt x="2514" y="42517"/>
                  </a:lnTo>
                  <a:lnTo>
                    <a:pt x="2885" y="42847"/>
                  </a:lnTo>
                  <a:lnTo>
                    <a:pt x="3214" y="43176"/>
                  </a:lnTo>
                  <a:lnTo>
                    <a:pt x="3997" y="43794"/>
                  </a:lnTo>
                  <a:lnTo>
                    <a:pt x="4821" y="44330"/>
                  </a:lnTo>
                  <a:lnTo>
                    <a:pt x="5727" y="44783"/>
                  </a:lnTo>
                  <a:lnTo>
                    <a:pt x="6634" y="45195"/>
                  </a:lnTo>
                  <a:lnTo>
                    <a:pt x="7581" y="45525"/>
                  </a:lnTo>
                  <a:lnTo>
                    <a:pt x="8611" y="45854"/>
                  </a:lnTo>
                  <a:lnTo>
                    <a:pt x="9600" y="46101"/>
                  </a:lnTo>
                  <a:lnTo>
                    <a:pt x="10630" y="46307"/>
                  </a:lnTo>
                  <a:lnTo>
                    <a:pt x="11660" y="46431"/>
                  </a:lnTo>
                  <a:lnTo>
                    <a:pt x="12731" y="46555"/>
                  </a:lnTo>
                  <a:lnTo>
                    <a:pt x="13761" y="46637"/>
                  </a:lnTo>
                  <a:lnTo>
                    <a:pt x="14750" y="46719"/>
                  </a:lnTo>
                  <a:lnTo>
                    <a:pt x="15780" y="46719"/>
                  </a:lnTo>
                  <a:lnTo>
                    <a:pt x="16727" y="46719"/>
                  </a:lnTo>
                  <a:lnTo>
                    <a:pt x="18540" y="46678"/>
                  </a:lnTo>
                  <a:lnTo>
                    <a:pt x="20188" y="46555"/>
                  </a:lnTo>
                  <a:lnTo>
                    <a:pt x="21547" y="46431"/>
                  </a:lnTo>
                  <a:lnTo>
                    <a:pt x="22577" y="46307"/>
                  </a:lnTo>
                  <a:lnTo>
                    <a:pt x="23484" y="46143"/>
                  </a:lnTo>
                  <a:lnTo>
                    <a:pt x="46431" y="38480"/>
                  </a:lnTo>
                  <a:lnTo>
                    <a:pt x="46431" y="38480"/>
                  </a:lnTo>
                  <a:lnTo>
                    <a:pt x="46843" y="38356"/>
                  </a:lnTo>
                  <a:lnTo>
                    <a:pt x="47214" y="38191"/>
                  </a:lnTo>
                  <a:lnTo>
                    <a:pt x="47214" y="38191"/>
                  </a:lnTo>
                  <a:lnTo>
                    <a:pt x="69914" y="29746"/>
                  </a:lnTo>
                  <a:lnTo>
                    <a:pt x="69914" y="29746"/>
                  </a:lnTo>
                  <a:lnTo>
                    <a:pt x="70697" y="29293"/>
                  </a:lnTo>
                  <a:lnTo>
                    <a:pt x="71603" y="28757"/>
                  </a:lnTo>
                  <a:lnTo>
                    <a:pt x="72757" y="28015"/>
                  </a:lnTo>
                  <a:lnTo>
                    <a:pt x="74075" y="27068"/>
                  </a:lnTo>
                  <a:lnTo>
                    <a:pt x="75517" y="25956"/>
                  </a:lnTo>
                  <a:lnTo>
                    <a:pt x="76300" y="25338"/>
                  </a:lnTo>
                  <a:lnTo>
                    <a:pt x="77041" y="24720"/>
                  </a:lnTo>
                  <a:lnTo>
                    <a:pt x="77783" y="24019"/>
                  </a:lnTo>
                  <a:lnTo>
                    <a:pt x="78565" y="23319"/>
                  </a:lnTo>
                  <a:lnTo>
                    <a:pt x="79266" y="22577"/>
                  </a:lnTo>
                  <a:lnTo>
                    <a:pt x="80007" y="21795"/>
                  </a:lnTo>
                  <a:lnTo>
                    <a:pt x="80667" y="20971"/>
                  </a:lnTo>
                  <a:lnTo>
                    <a:pt x="81285" y="20147"/>
                  </a:lnTo>
                  <a:lnTo>
                    <a:pt x="81861" y="19281"/>
                  </a:lnTo>
                  <a:lnTo>
                    <a:pt x="82397" y="18416"/>
                  </a:lnTo>
                  <a:lnTo>
                    <a:pt x="82891" y="17510"/>
                  </a:lnTo>
                  <a:lnTo>
                    <a:pt x="83262" y="16604"/>
                  </a:lnTo>
                  <a:lnTo>
                    <a:pt x="83592" y="15656"/>
                  </a:lnTo>
                  <a:lnTo>
                    <a:pt x="83798" y="14708"/>
                  </a:lnTo>
                  <a:lnTo>
                    <a:pt x="83880" y="14214"/>
                  </a:lnTo>
                  <a:lnTo>
                    <a:pt x="83921" y="13761"/>
                  </a:lnTo>
                  <a:lnTo>
                    <a:pt x="83962" y="13267"/>
                  </a:lnTo>
                  <a:lnTo>
                    <a:pt x="83962" y="12772"/>
                  </a:lnTo>
                  <a:lnTo>
                    <a:pt x="83921" y="12278"/>
                  </a:lnTo>
                  <a:lnTo>
                    <a:pt x="83839" y="11783"/>
                  </a:lnTo>
                  <a:lnTo>
                    <a:pt x="83756" y="11289"/>
                  </a:lnTo>
                  <a:lnTo>
                    <a:pt x="83633" y="10795"/>
                  </a:lnTo>
                  <a:lnTo>
                    <a:pt x="83509" y="10259"/>
                  </a:lnTo>
                  <a:lnTo>
                    <a:pt x="83303" y="9765"/>
                  </a:lnTo>
                  <a:lnTo>
                    <a:pt x="83097" y="9270"/>
                  </a:lnTo>
                  <a:lnTo>
                    <a:pt x="82850" y="877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8"/>
            <p:cNvSpPr/>
            <p:nvPr/>
          </p:nvSpPr>
          <p:spPr>
            <a:xfrm>
              <a:off x="801500" y="2174625"/>
              <a:ext cx="2033150" cy="1153575"/>
            </a:xfrm>
            <a:custGeom>
              <a:avLst/>
              <a:gdLst/>
              <a:ahLst/>
              <a:cxnLst/>
              <a:rect l="l" t="t" r="r" b="b"/>
              <a:pathLst>
                <a:path w="81326" h="46143" extrusionOk="0">
                  <a:moveTo>
                    <a:pt x="70037" y="1"/>
                  </a:moveTo>
                  <a:lnTo>
                    <a:pt x="70408" y="619"/>
                  </a:lnTo>
                  <a:lnTo>
                    <a:pt x="70655" y="1278"/>
                  </a:lnTo>
                  <a:lnTo>
                    <a:pt x="70861" y="1978"/>
                  </a:lnTo>
                  <a:lnTo>
                    <a:pt x="70985" y="2679"/>
                  </a:lnTo>
                  <a:lnTo>
                    <a:pt x="70985" y="3379"/>
                  </a:lnTo>
                  <a:lnTo>
                    <a:pt x="70943" y="4162"/>
                  </a:lnTo>
                  <a:lnTo>
                    <a:pt x="70820" y="4903"/>
                  </a:lnTo>
                  <a:lnTo>
                    <a:pt x="70614" y="5727"/>
                  </a:lnTo>
                  <a:lnTo>
                    <a:pt x="70326" y="6510"/>
                  </a:lnTo>
                  <a:lnTo>
                    <a:pt x="69955" y="7334"/>
                  </a:lnTo>
                  <a:lnTo>
                    <a:pt x="69543" y="8158"/>
                  </a:lnTo>
                  <a:lnTo>
                    <a:pt x="69007" y="9023"/>
                  </a:lnTo>
                  <a:lnTo>
                    <a:pt x="68472" y="9847"/>
                  </a:lnTo>
                  <a:lnTo>
                    <a:pt x="67812" y="10712"/>
                  </a:lnTo>
                  <a:lnTo>
                    <a:pt x="67153" y="11577"/>
                  </a:lnTo>
                  <a:lnTo>
                    <a:pt x="66370" y="12443"/>
                  </a:lnTo>
                  <a:lnTo>
                    <a:pt x="65382" y="13514"/>
                  </a:lnTo>
                  <a:lnTo>
                    <a:pt x="64352" y="14585"/>
                  </a:lnTo>
                  <a:lnTo>
                    <a:pt x="63281" y="15615"/>
                  </a:lnTo>
                  <a:lnTo>
                    <a:pt x="62209" y="16645"/>
                  </a:lnTo>
                  <a:lnTo>
                    <a:pt x="61056" y="17675"/>
                  </a:lnTo>
                  <a:lnTo>
                    <a:pt x="59902" y="18663"/>
                  </a:lnTo>
                  <a:lnTo>
                    <a:pt x="58749" y="19652"/>
                  </a:lnTo>
                  <a:lnTo>
                    <a:pt x="57513" y="20600"/>
                  </a:lnTo>
                  <a:lnTo>
                    <a:pt x="56277" y="21547"/>
                  </a:lnTo>
                  <a:lnTo>
                    <a:pt x="55000" y="22495"/>
                  </a:lnTo>
                  <a:lnTo>
                    <a:pt x="53723" y="23401"/>
                  </a:lnTo>
                  <a:lnTo>
                    <a:pt x="52404" y="24308"/>
                  </a:lnTo>
                  <a:lnTo>
                    <a:pt x="51045" y="25173"/>
                  </a:lnTo>
                  <a:lnTo>
                    <a:pt x="49685" y="26038"/>
                  </a:lnTo>
                  <a:lnTo>
                    <a:pt x="48285" y="26903"/>
                  </a:lnTo>
                  <a:lnTo>
                    <a:pt x="46884" y="27727"/>
                  </a:lnTo>
                  <a:lnTo>
                    <a:pt x="45442" y="28510"/>
                  </a:lnTo>
                  <a:lnTo>
                    <a:pt x="44000" y="29293"/>
                  </a:lnTo>
                  <a:lnTo>
                    <a:pt x="42517" y="30034"/>
                  </a:lnTo>
                  <a:lnTo>
                    <a:pt x="41034" y="30776"/>
                  </a:lnTo>
                  <a:lnTo>
                    <a:pt x="39551" y="31517"/>
                  </a:lnTo>
                  <a:lnTo>
                    <a:pt x="38026" y="32218"/>
                  </a:lnTo>
                  <a:lnTo>
                    <a:pt x="36502" y="32877"/>
                  </a:lnTo>
                  <a:lnTo>
                    <a:pt x="34978" y="33536"/>
                  </a:lnTo>
                  <a:lnTo>
                    <a:pt x="33412" y="34154"/>
                  </a:lnTo>
                  <a:lnTo>
                    <a:pt x="31846" y="34772"/>
                  </a:lnTo>
                  <a:lnTo>
                    <a:pt x="30281" y="35349"/>
                  </a:lnTo>
                  <a:lnTo>
                    <a:pt x="28674" y="35925"/>
                  </a:lnTo>
                  <a:lnTo>
                    <a:pt x="27109" y="36461"/>
                  </a:lnTo>
                  <a:lnTo>
                    <a:pt x="25502" y="36955"/>
                  </a:lnTo>
                  <a:lnTo>
                    <a:pt x="23895" y="37450"/>
                  </a:lnTo>
                  <a:lnTo>
                    <a:pt x="22289" y="37903"/>
                  </a:lnTo>
                  <a:lnTo>
                    <a:pt x="19528" y="38644"/>
                  </a:lnTo>
                  <a:lnTo>
                    <a:pt x="16686" y="39304"/>
                  </a:lnTo>
                  <a:lnTo>
                    <a:pt x="13884" y="39880"/>
                  </a:lnTo>
                  <a:lnTo>
                    <a:pt x="11041" y="40375"/>
                  </a:lnTo>
                  <a:lnTo>
                    <a:pt x="8240" y="40787"/>
                  </a:lnTo>
                  <a:lnTo>
                    <a:pt x="5439" y="41116"/>
                  </a:lnTo>
                  <a:lnTo>
                    <a:pt x="4079" y="41199"/>
                  </a:lnTo>
                  <a:lnTo>
                    <a:pt x="2719" y="41322"/>
                  </a:lnTo>
                  <a:lnTo>
                    <a:pt x="1360" y="41364"/>
                  </a:lnTo>
                  <a:lnTo>
                    <a:pt x="0" y="41405"/>
                  </a:lnTo>
                  <a:lnTo>
                    <a:pt x="495" y="41858"/>
                  </a:lnTo>
                  <a:lnTo>
                    <a:pt x="989" y="42270"/>
                  </a:lnTo>
                  <a:lnTo>
                    <a:pt x="1566" y="42682"/>
                  </a:lnTo>
                  <a:lnTo>
                    <a:pt x="2101" y="43011"/>
                  </a:lnTo>
                  <a:lnTo>
                    <a:pt x="2719" y="43341"/>
                  </a:lnTo>
                  <a:lnTo>
                    <a:pt x="3337" y="43671"/>
                  </a:lnTo>
                  <a:lnTo>
                    <a:pt x="3955" y="43918"/>
                  </a:lnTo>
                  <a:lnTo>
                    <a:pt x="4615" y="44165"/>
                  </a:lnTo>
                  <a:lnTo>
                    <a:pt x="5274" y="44412"/>
                  </a:lnTo>
                  <a:lnTo>
                    <a:pt x="5974" y="44618"/>
                  </a:lnTo>
                  <a:lnTo>
                    <a:pt x="7334" y="44907"/>
                  </a:lnTo>
                  <a:lnTo>
                    <a:pt x="8776" y="45154"/>
                  </a:lnTo>
                  <a:lnTo>
                    <a:pt x="10176" y="45360"/>
                  </a:lnTo>
                  <a:lnTo>
                    <a:pt x="11577" y="45442"/>
                  </a:lnTo>
                  <a:lnTo>
                    <a:pt x="12937" y="45483"/>
                  </a:lnTo>
                  <a:lnTo>
                    <a:pt x="14255" y="45483"/>
                  </a:lnTo>
                  <a:lnTo>
                    <a:pt x="15532" y="45442"/>
                  </a:lnTo>
                  <a:lnTo>
                    <a:pt x="16686" y="45401"/>
                  </a:lnTo>
                  <a:lnTo>
                    <a:pt x="17757" y="45319"/>
                  </a:lnTo>
                  <a:lnTo>
                    <a:pt x="19446" y="45113"/>
                  </a:lnTo>
                  <a:lnTo>
                    <a:pt x="19652" y="45319"/>
                  </a:lnTo>
                  <a:lnTo>
                    <a:pt x="19899" y="45525"/>
                  </a:lnTo>
                  <a:lnTo>
                    <a:pt x="20229" y="45689"/>
                  </a:lnTo>
                  <a:lnTo>
                    <a:pt x="20558" y="45813"/>
                  </a:lnTo>
                  <a:lnTo>
                    <a:pt x="20970" y="45937"/>
                  </a:lnTo>
                  <a:lnTo>
                    <a:pt x="21423" y="46019"/>
                  </a:lnTo>
                  <a:lnTo>
                    <a:pt x="21959" y="46101"/>
                  </a:lnTo>
                  <a:lnTo>
                    <a:pt x="22495" y="46142"/>
                  </a:lnTo>
                  <a:lnTo>
                    <a:pt x="23772" y="46142"/>
                  </a:lnTo>
                  <a:lnTo>
                    <a:pt x="25172" y="46101"/>
                  </a:lnTo>
                  <a:lnTo>
                    <a:pt x="26779" y="45937"/>
                  </a:lnTo>
                  <a:lnTo>
                    <a:pt x="28509" y="45689"/>
                  </a:lnTo>
                  <a:lnTo>
                    <a:pt x="30363" y="45360"/>
                  </a:lnTo>
                  <a:lnTo>
                    <a:pt x="32382" y="44989"/>
                  </a:lnTo>
                  <a:lnTo>
                    <a:pt x="34483" y="44495"/>
                  </a:lnTo>
                  <a:lnTo>
                    <a:pt x="36667" y="43918"/>
                  </a:lnTo>
                  <a:lnTo>
                    <a:pt x="38974" y="43300"/>
                  </a:lnTo>
                  <a:lnTo>
                    <a:pt x="41322" y="42599"/>
                  </a:lnTo>
                  <a:lnTo>
                    <a:pt x="43753" y="41817"/>
                  </a:lnTo>
                  <a:lnTo>
                    <a:pt x="46225" y="40952"/>
                  </a:lnTo>
                  <a:lnTo>
                    <a:pt x="48779" y="40045"/>
                  </a:lnTo>
                  <a:lnTo>
                    <a:pt x="51251" y="39098"/>
                  </a:lnTo>
                  <a:lnTo>
                    <a:pt x="53640" y="38109"/>
                  </a:lnTo>
                  <a:lnTo>
                    <a:pt x="55865" y="37120"/>
                  </a:lnTo>
                  <a:lnTo>
                    <a:pt x="58007" y="36131"/>
                  </a:lnTo>
                  <a:lnTo>
                    <a:pt x="59985" y="35143"/>
                  </a:lnTo>
                  <a:lnTo>
                    <a:pt x="61798" y="34195"/>
                  </a:lnTo>
                  <a:lnTo>
                    <a:pt x="63487" y="33248"/>
                  </a:lnTo>
                  <a:lnTo>
                    <a:pt x="64970" y="32300"/>
                  </a:lnTo>
                  <a:lnTo>
                    <a:pt x="66288" y="31394"/>
                  </a:lnTo>
                  <a:lnTo>
                    <a:pt x="67400" y="30528"/>
                  </a:lnTo>
                  <a:lnTo>
                    <a:pt x="67895" y="30116"/>
                  </a:lnTo>
                  <a:lnTo>
                    <a:pt x="68307" y="29746"/>
                  </a:lnTo>
                  <a:lnTo>
                    <a:pt x="68678" y="29334"/>
                  </a:lnTo>
                  <a:lnTo>
                    <a:pt x="69007" y="28963"/>
                  </a:lnTo>
                  <a:lnTo>
                    <a:pt x="69254" y="28592"/>
                  </a:lnTo>
                  <a:lnTo>
                    <a:pt x="69460" y="28263"/>
                  </a:lnTo>
                  <a:lnTo>
                    <a:pt x="69584" y="27933"/>
                  </a:lnTo>
                  <a:lnTo>
                    <a:pt x="69666" y="27645"/>
                  </a:lnTo>
                  <a:lnTo>
                    <a:pt x="69708" y="27356"/>
                  </a:lnTo>
                  <a:lnTo>
                    <a:pt x="69625" y="27068"/>
                  </a:lnTo>
                  <a:lnTo>
                    <a:pt x="70614" y="26409"/>
                  </a:lnTo>
                  <a:lnTo>
                    <a:pt x="71685" y="25667"/>
                  </a:lnTo>
                  <a:lnTo>
                    <a:pt x="72797" y="24802"/>
                  </a:lnTo>
                  <a:lnTo>
                    <a:pt x="73951" y="23854"/>
                  </a:lnTo>
                  <a:lnTo>
                    <a:pt x="75146" y="22824"/>
                  </a:lnTo>
                  <a:lnTo>
                    <a:pt x="76299" y="21671"/>
                  </a:lnTo>
                  <a:lnTo>
                    <a:pt x="77412" y="20476"/>
                  </a:lnTo>
                  <a:lnTo>
                    <a:pt x="77906" y="19858"/>
                  </a:lnTo>
                  <a:lnTo>
                    <a:pt x="78442" y="19240"/>
                  </a:lnTo>
                  <a:lnTo>
                    <a:pt x="78895" y="18581"/>
                  </a:lnTo>
                  <a:lnTo>
                    <a:pt x="79348" y="17922"/>
                  </a:lnTo>
                  <a:lnTo>
                    <a:pt x="79760" y="17221"/>
                  </a:lnTo>
                  <a:lnTo>
                    <a:pt x="80131" y="16521"/>
                  </a:lnTo>
                  <a:lnTo>
                    <a:pt x="80419" y="15821"/>
                  </a:lnTo>
                  <a:lnTo>
                    <a:pt x="80707" y="15120"/>
                  </a:lnTo>
                  <a:lnTo>
                    <a:pt x="80955" y="14379"/>
                  </a:lnTo>
                  <a:lnTo>
                    <a:pt x="81119" y="13637"/>
                  </a:lnTo>
                  <a:lnTo>
                    <a:pt x="81243" y="12896"/>
                  </a:lnTo>
                  <a:lnTo>
                    <a:pt x="81325" y="12154"/>
                  </a:lnTo>
                  <a:lnTo>
                    <a:pt x="81325" y="11413"/>
                  </a:lnTo>
                  <a:lnTo>
                    <a:pt x="81243" y="10630"/>
                  </a:lnTo>
                  <a:lnTo>
                    <a:pt x="81078" y="9847"/>
                  </a:lnTo>
                  <a:lnTo>
                    <a:pt x="80872" y="9105"/>
                  </a:lnTo>
                  <a:lnTo>
                    <a:pt x="80584" y="8323"/>
                  </a:lnTo>
                  <a:lnTo>
                    <a:pt x="80213" y="7540"/>
                  </a:lnTo>
                  <a:lnTo>
                    <a:pt x="79760" y="6798"/>
                  </a:lnTo>
                  <a:lnTo>
                    <a:pt x="79307" y="6057"/>
                  </a:lnTo>
                  <a:lnTo>
                    <a:pt x="78771" y="5398"/>
                  </a:lnTo>
                  <a:lnTo>
                    <a:pt x="78236" y="4780"/>
                  </a:lnTo>
                  <a:lnTo>
                    <a:pt x="77659" y="4203"/>
                  </a:lnTo>
                  <a:lnTo>
                    <a:pt x="77082" y="3667"/>
                  </a:lnTo>
                  <a:lnTo>
                    <a:pt x="76423" y="3132"/>
                  </a:lnTo>
                  <a:lnTo>
                    <a:pt x="75805" y="2679"/>
                  </a:lnTo>
                  <a:lnTo>
                    <a:pt x="75104" y="2225"/>
                  </a:lnTo>
                  <a:lnTo>
                    <a:pt x="74445" y="1813"/>
                  </a:lnTo>
                  <a:lnTo>
                    <a:pt x="73704" y="1443"/>
                  </a:lnTo>
                  <a:lnTo>
                    <a:pt x="73003" y="1113"/>
                  </a:lnTo>
                  <a:lnTo>
                    <a:pt x="72262" y="783"/>
                  </a:lnTo>
                  <a:lnTo>
                    <a:pt x="71520" y="495"/>
                  </a:lnTo>
                  <a:lnTo>
                    <a:pt x="70779" y="248"/>
                  </a:lnTo>
                  <a:lnTo>
                    <a:pt x="70037" y="1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801500" y="2174625"/>
              <a:ext cx="2033150" cy="1153575"/>
            </a:xfrm>
            <a:custGeom>
              <a:avLst/>
              <a:gdLst/>
              <a:ahLst/>
              <a:cxnLst/>
              <a:rect l="l" t="t" r="r" b="b"/>
              <a:pathLst>
                <a:path w="81326" h="46143" fill="none" extrusionOk="0">
                  <a:moveTo>
                    <a:pt x="80213" y="7540"/>
                  </a:moveTo>
                  <a:lnTo>
                    <a:pt x="80213" y="7540"/>
                  </a:lnTo>
                  <a:lnTo>
                    <a:pt x="79760" y="6798"/>
                  </a:lnTo>
                  <a:lnTo>
                    <a:pt x="79307" y="6057"/>
                  </a:lnTo>
                  <a:lnTo>
                    <a:pt x="78771" y="5398"/>
                  </a:lnTo>
                  <a:lnTo>
                    <a:pt x="78236" y="4780"/>
                  </a:lnTo>
                  <a:lnTo>
                    <a:pt x="77659" y="4203"/>
                  </a:lnTo>
                  <a:lnTo>
                    <a:pt x="77082" y="3667"/>
                  </a:lnTo>
                  <a:lnTo>
                    <a:pt x="76423" y="3132"/>
                  </a:lnTo>
                  <a:lnTo>
                    <a:pt x="75805" y="2679"/>
                  </a:lnTo>
                  <a:lnTo>
                    <a:pt x="75104" y="2225"/>
                  </a:lnTo>
                  <a:lnTo>
                    <a:pt x="74445" y="1813"/>
                  </a:lnTo>
                  <a:lnTo>
                    <a:pt x="73704" y="1443"/>
                  </a:lnTo>
                  <a:lnTo>
                    <a:pt x="73003" y="1113"/>
                  </a:lnTo>
                  <a:lnTo>
                    <a:pt x="72262" y="783"/>
                  </a:lnTo>
                  <a:lnTo>
                    <a:pt x="71520" y="495"/>
                  </a:lnTo>
                  <a:lnTo>
                    <a:pt x="70779" y="248"/>
                  </a:lnTo>
                  <a:lnTo>
                    <a:pt x="70037" y="1"/>
                  </a:lnTo>
                  <a:lnTo>
                    <a:pt x="70037" y="1"/>
                  </a:lnTo>
                  <a:lnTo>
                    <a:pt x="70408" y="619"/>
                  </a:lnTo>
                  <a:lnTo>
                    <a:pt x="70655" y="1278"/>
                  </a:lnTo>
                  <a:lnTo>
                    <a:pt x="70861" y="1978"/>
                  </a:lnTo>
                  <a:lnTo>
                    <a:pt x="70985" y="2679"/>
                  </a:lnTo>
                  <a:lnTo>
                    <a:pt x="70985" y="3379"/>
                  </a:lnTo>
                  <a:lnTo>
                    <a:pt x="70943" y="4162"/>
                  </a:lnTo>
                  <a:lnTo>
                    <a:pt x="70820" y="4903"/>
                  </a:lnTo>
                  <a:lnTo>
                    <a:pt x="70614" y="5727"/>
                  </a:lnTo>
                  <a:lnTo>
                    <a:pt x="70326" y="6510"/>
                  </a:lnTo>
                  <a:lnTo>
                    <a:pt x="69955" y="7334"/>
                  </a:lnTo>
                  <a:lnTo>
                    <a:pt x="69543" y="8158"/>
                  </a:lnTo>
                  <a:lnTo>
                    <a:pt x="69007" y="9023"/>
                  </a:lnTo>
                  <a:lnTo>
                    <a:pt x="68472" y="9847"/>
                  </a:lnTo>
                  <a:lnTo>
                    <a:pt x="67812" y="10712"/>
                  </a:lnTo>
                  <a:lnTo>
                    <a:pt x="67153" y="11577"/>
                  </a:lnTo>
                  <a:lnTo>
                    <a:pt x="66370" y="12443"/>
                  </a:lnTo>
                  <a:lnTo>
                    <a:pt x="66370" y="12443"/>
                  </a:lnTo>
                  <a:lnTo>
                    <a:pt x="65382" y="13514"/>
                  </a:lnTo>
                  <a:lnTo>
                    <a:pt x="64352" y="14585"/>
                  </a:lnTo>
                  <a:lnTo>
                    <a:pt x="63281" y="15615"/>
                  </a:lnTo>
                  <a:lnTo>
                    <a:pt x="62209" y="16645"/>
                  </a:lnTo>
                  <a:lnTo>
                    <a:pt x="61056" y="17675"/>
                  </a:lnTo>
                  <a:lnTo>
                    <a:pt x="59902" y="18663"/>
                  </a:lnTo>
                  <a:lnTo>
                    <a:pt x="58749" y="19652"/>
                  </a:lnTo>
                  <a:lnTo>
                    <a:pt x="57513" y="20600"/>
                  </a:lnTo>
                  <a:lnTo>
                    <a:pt x="56277" y="21547"/>
                  </a:lnTo>
                  <a:lnTo>
                    <a:pt x="55000" y="22495"/>
                  </a:lnTo>
                  <a:lnTo>
                    <a:pt x="53723" y="23401"/>
                  </a:lnTo>
                  <a:lnTo>
                    <a:pt x="52404" y="24308"/>
                  </a:lnTo>
                  <a:lnTo>
                    <a:pt x="51045" y="25173"/>
                  </a:lnTo>
                  <a:lnTo>
                    <a:pt x="49685" y="26038"/>
                  </a:lnTo>
                  <a:lnTo>
                    <a:pt x="48285" y="26903"/>
                  </a:lnTo>
                  <a:lnTo>
                    <a:pt x="46884" y="27727"/>
                  </a:lnTo>
                  <a:lnTo>
                    <a:pt x="45442" y="28510"/>
                  </a:lnTo>
                  <a:lnTo>
                    <a:pt x="44000" y="29293"/>
                  </a:lnTo>
                  <a:lnTo>
                    <a:pt x="42517" y="30034"/>
                  </a:lnTo>
                  <a:lnTo>
                    <a:pt x="41034" y="30776"/>
                  </a:lnTo>
                  <a:lnTo>
                    <a:pt x="39551" y="31517"/>
                  </a:lnTo>
                  <a:lnTo>
                    <a:pt x="38026" y="32218"/>
                  </a:lnTo>
                  <a:lnTo>
                    <a:pt x="36502" y="32877"/>
                  </a:lnTo>
                  <a:lnTo>
                    <a:pt x="34978" y="33536"/>
                  </a:lnTo>
                  <a:lnTo>
                    <a:pt x="33412" y="34154"/>
                  </a:lnTo>
                  <a:lnTo>
                    <a:pt x="31846" y="34772"/>
                  </a:lnTo>
                  <a:lnTo>
                    <a:pt x="30281" y="35349"/>
                  </a:lnTo>
                  <a:lnTo>
                    <a:pt x="28674" y="35925"/>
                  </a:lnTo>
                  <a:lnTo>
                    <a:pt x="27109" y="36461"/>
                  </a:lnTo>
                  <a:lnTo>
                    <a:pt x="25502" y="36955"/>
                  </a:lnTo>
                  <a:lnTo>
                    <a:pt x="23895" y="37450"/>
                  </a:lnTo>
                  <a:lnTo>
                    <a:pt x="22289" y="37903"/>
                  </a:lnTo>
                  <a:lnTo>
                    <a:pt x="22289" y="37903"/>
                  </a:lnTo>
                  <a:lnTo>
                    <a:pt x="19528" y="38644"/>
                  </a:lnTo>
                  <a:lnTo>
                    <a:pt x="16686" y="39304"/>
                  </a:lnTo>
                  <a:lnTo>
                    <a:pt x="13884" y="39880"/>
                  </a:lnTo>
                  <a:lnTo>
                    <a:pt x="11041" y="40375"/>
                  </a:lnTo>
                  <a:lnTo>
                    <a:pt x="8240" y="40787"/>
                  </a:lnTo>
                  <a:lnTo>
                    <a:pt x="5439" y="41116"/>
                  </a:lnTo>
                  <a:lnTo>
                    <a:pt x="4079" y="41199"/>
                  </a:lnTo>
                  <a:lnTo>
                    <a:pt x="2719" y="41322"/>
                  </a:lnTo>
                  <a:lnTo>
                    <a:pt x="1360" y="41364"/>
                  </a:lnTo>
                  <a:lnTo>
                    <a:pt x="0" y="41405"/>
                  </a:lnTo>
                  <a:lnTo>
                    <a:pt x="0" y="41405"/>
                  </a:lnTo>
                  <a:lnTo>
                    <a:pt x="495" y="41858"/>
                  </a:lnTo>
                  <a:lnTo>
                    <a:pt x="989" y="42270"/>
                  </a:lnTo>
                  <a:lnTo>
                    <a:pt x="1566" y="42682"/>
                  </a:lnTo>
                  <a:lnTo>
                    <a:pt x="2101" y="43011"/>
                  </a:lnTo>
                  <a:lnTo>
                    <a:pt x="2719" y="43341"/>
                  </a:lnTo>
                  <a:lnTo>
                    <a:pt x="3337" y="43671"/>
                  </a:lnTo>
                  <a:lnTo>
                    <a:pt x="3955" y="43918"/>
                  </a:lnTo>
                  <a:lnTo>
                    <a:pt x="4615" y="44165"/>
                  </a:lnTo>
                  <a:lnTo>
                    <a:pt x="5274" y="44412"/>
                  </a:lnTo>
                  <a:lnTo>
                    <a:pt x="5974" y="44618"/>
                  </a:lnTo>
                  <a:lnTo>
                    <a:pt x="7334" y="44907"/>
                  </a:lnTo>
                  <a:lnTo>
                    <a:pt x="8776" y="45154"/>
                  </a:lnTo>
                  <a:lnTo>
                    <a:pt x="10176" y="45360"/>
                  </a:lnTo>
                  <a:lnTo>
                    <a:pt x="11577" y="45442"/>
                  </a:lnTo>
                  <a:lnTo>
                    <a:pt x="12937" y="45483"/>
                  </a:lnTo>
                  <a:lnTo>
                    <a:pt x="14255" y="45483"/>
                  </a:lnTo>
                  <a:lnTo>
                    <a:pt x="15532" y="45442"/>
                  </a:lnTo>
                  <a:lnTo>
                    <a:pt x="16686" y="45401"/>
                  </a:lnTo>
                  <a:lnTo>
                    <a:pt x="17757" y="45319"/>
                  </a:lnTo>
                  <a:lnTo>
                    <a:pt x="19446" y="45113"/>
                  </a:lnTo>
                  <a:lnTo>
                    <a:pt x="19446" y="45113"/>
                  </a:lnTo>
                  <a:lnTo>
                    <a:pt x="19652" y="45319"/>
                  </a:lnTo>
                  <a:lnTo>
                    <a:pt x="19899" y="45525"/>
                  </a:lnTo>
                  <a:lnTo>
                    <a:pt x="20229" y="45689"/>
                  </a:lnTo>
                  <a:lnTo>
                    <a:pt x="20558" y="45813"/>
                  </a:lnTo>
                  <a:lnTo>
                    <a:pt x="20970" y="45937"/>
                  </a:lnTo>
                  <a:lnTo>
                    <a:pt x="21423" y="46019"/>
                  </a:lnTo>
                  <a:lnTo>
                    <a:pt x="21959" y="46101"/>
                  </a:lnTo>
                  <a:lnTo>
                    <a:pt x="22495" y="46142"/>
                  </a:lnTo>
                  <a:lnTo>
                    <a:pt x="23772" y="46142"/>
                  </a:lnTo>
                  <a:lnTo>
                    <a:pt x="25172" y="46101"/>
                  </a:lnTo>
                  <a:lnTo>
                    <a:pt x="26779" y="45937"/>
                  </a:lnTo>
                  <a:lnTo>
                    <a:pt x="28509" y="45689"/>
                  </a:lnTo>
                  <a:lnTo>
                    <a:pt x="30363" y="45360"/>
                  </a:lnTo>
                  <a:lnTo>
                    <a:pt x="32382" y="44989"/>
                  </a:lnTo>
                  <a:lnTo>
                    <a:pt x="34483" y="44495"/>
                  </a:lnTo>
                  <a:lnTo>
                    <a:pt x="36667" y="43918"/>
                  </a:lnTo>
                  <a:lnTo>
                    <a:pt x="38974" y="43300"/>
                  </a:lnTo>
                  <a:lnTo>
                    <a:pt x="41322" y="42599"/>
                  </a:lnTo>
                  <a:lnTo>
                    <a:pt x="43753" y="41817"/>
                  </a:lnTo>
                  <a:lnTo>
                    <a:pt x="46225" y="40952"/>
                  </a:lnTo>
                  <a:lnTo>
                    <a:pt x="46225" y="40952"/>
                  </a:lnTo>
                  <a:lnTo>
                    <a:pt x="48779" y="40045"/>
                  </a:lnTo>
                  <a:lnTo>
                    <a:pt x="51251" y="39098"/>
                  </a:lnTo>
                  <a:lnTo>
                    <a:pt x="53640" y="38109"/>
                  </a:lnTo>
                  <a:lnTo>
                    <a:pt x="55865" y="37120"/>
                  </a:lnTo>
                  <a:lnTo>
                    <a:pt x="58007" y="36131"/>
                  </a:lnTo>
                  <a:lnTo>
                    <a:pt x="59985" y="35143"/>
                  </a:lnTo>
                  <a:lnTo>
                    <a:pt x="61798" y="34195"/>
                  </a:lnTo>
                  <a:lnTo>
                    <a:pt x="63487" y="33248"/>
                  </a:lnTo>
                  <a:lnTo>
                    <a:pt x="64970" y="32300"/>
                  </a:lnTo>
                  <a:lnTo>
                    <a:pt x="66288" y="31394"/>
                  </a:lnTo>
                  <a:lnTo>
                    <a:pt x="67400" y="30528"/>
                  </a:lnTo>
                  <a:lnTo>
                    <a:pt x="67895" y="30116"/>
                  </a:lnTo>
                  <a:lnTo>
                    <a:pt x="68307" y="29746"/>
                  </a:lnTo>
                  <a:lnTo>
                    <a:pt x="68678" y="29334"/>
                  </a:lnTo>
                  <a:lnTo>
                    <a:pt x="69007" y="28963"/>
                  </a:lnTo>
                  <a:lnTo>
                    <a:pt x="69254" y="28592"/>
                  </a:lnTo>
                  <a:lnTo>
                    <a:pt x="69460" y="28263"/>
                  </a:lnTo>
                  <a:lnTo>
                    <a:pt x="69584" y="27933"/>
                  </a:lnTo>
                  <a:lnTo>
                    <a:pt x="69666" y="27645"/>
                  </a:lnTo>
                  <a:lnTo>
                    <a:pt x="69708" y="27356"/>
                  </a:lnTo>
                  <a:lnTo>
                    <a:pt x="69625" y="27068"/>
                  </a:lnTo>
                  <a:lnTo>
                    <a:pt x="69625" y="27068"/>
                  </a:lnTo>
                  <a:lnTo>
                    <a:pt x="70614" y="26409"/>
                  </a:lnTo>
                  <a:lnTo>
                    <a:pt x="71685" y="25667"/>
                  </a:lnTo>
                  <a:lnTo>
                    <a:pt x="72797" y="24802"/>
                  </a:lnTo>
                  <a:lnTo>
                    <a:pt x="73951" y="23854"/>
                  </a:lnTo>
                  <a:lnTo>
                    <a:pt x="75146" y="22824"/>
                  </a:lnTo>
                  <a:lnTo>
                    <a:pt x="76299" y="21671"/>
                  </a:lnTo>
                  <a:lnTo>
                    <a:pt x="77412" y="20476"/>
                  </a:lnTo>
                  <a:lnTo>
                    <a:pt x="77906" y="19858"/>
                  </a:lnTo>
                  <a:lnTo>
                    <a:pt x="78442" y="19240"/>
                  </a:lnTo>
                  <a:lnTo>
                    <a:pt x="78895" y="18581"/>
                  </a:lnTo>
                  <a:lnTo>
                    <a:pt x="79348" y="17922"/>
                  </a:lnTo>
                  <a:lnTo>
                    <a:pt x="79760" y="17221"/>
                  </a:lnTo>
                  <a:lnTo>
                    <a:pt x="80131" y="16521"/>
                  </a:lnTo>
                  <a:lnTo>
                    <a:pt x="80419" y="15821"/>
                  </a:lnTo>
                  <a:lnTo>
                    <a:pt x="80707" y="15120"/>
                  </a:lnTo>
                  <a:lnTo>
                    <a:pt x="80955" y="14379"/>
                  </a:lnTo>
                  <a:lnTo>
                    <a:pt x="81119" y="13637"/>
                  </a:lnTo>
                  <a:lnTo>
                    <a:pt x="81243" y="12896"/>
                  </a:lnTo>
                  <a:lnTo>
                    <a:pt x="81325" y="12154"/>
                  </a:lnTo>
                  <a:lnTo>
                    <a:pt x="81325" y="11413"/>
                  </a:lnTo>
                  <a:lnTo>
                    <a:pt x="81243" y="10630"/>
                  </a:lnTo>
                  <a:lnTo>
                    <a:pt x="81078" y="9847"/>
                  </a:lnTo>
                  <a:lnTo>
                    <a:pt x="80872" y="9105"/>
                  </a:lnTo>
                  <a:lnTo>
                    <a:pt x="80584" y="8323"/>
                  </a:lnTo>
                  <a:lnTo>
                    <a:pt x="80213" y="75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8"/>
            <p:cNvSpPr/>
            <p:nvPr/>
          </p:nvSpPr>
          <p:spPr>
            <a:xfrm>
              <a:off x="1021900" y="2061325"/>
              <a:ext cx="1266875" cy="600500"/>
            </a:xfrm>
            <a:custGeom>
              <a:avLst/>
              <a:gdLst/>
              <a:ahLst/>
              <a:cxnLst/>
              <a:rect l="l" t="t" r="r" b="b"/>
              <a:pathLst>
                <a:path w="50675" h="24020" extrusionOk="0">
                  <a:moveTo>
                    <a:pt x="41116" y="1"/>
                  </a:moveTo>
                  <a:lnTo>
                    <a:pt x="40169" y="42"/>
                  </a:lnTo>
                  <a:lnTo>
                    <a:pt x="39180" y="125"/>
                  </a:lnTo>
                  <a:lnTo>
                    <a:pt x="37079" y="372"/>
                  </a:lnTo>
                  <a:lnTo>
                    <a:pt x="34854" y="701"/>
                  </a:lnTo>
                  <a:lnTo>
                    <a:pt x="32506" y="1113"/>
                  </a:lnTo>
                  <a:lnTo>
                    <a:pt x="30117" y="1649"/>
                  </a:lnTo>
                  <a:lnTo>
                    <a:pt x="27645" y="2308"/>
                  </a:lnTo>
                  <a:lnTo>
                    <a:pt x="25090" y="3091"/>
                  </a:lnTo>
                  <a:lnTo>
                    <a:pt x="22495" y="3956"/>
                  </a:lnTo>
                  <a:lnTo>
                    <a:pt x="19941" y="4904"/>
                  </a:lnTo>
                  <a:lnTo>
                    <a:pt x="17469" y="5892"/>
                  </a:lnTo>
                  <a:lnTo>
                    <a:pt x="15162" y="6963"/>
                  </a:lnTo>
                  <a:lnTo>
                    <a:pt x="12937" y="8035"/>
                  </a:lnTo>
                  <a:lnTo>
                    <a:pt x="10836" y="9147"/>
                  </a:lnTo>
                  <a:lnTo>
                    <a:pt x="8900" y="10300"/>
                  </a:lnTo>
                  <a:lnTo>
                    <a:pt x="7128" y="11454"/>
                  </a:lnTo>
                  <a:lnTo>
                    <a:pt x="6304" y="12031"/>
                  </a:lnTo>
                  <a:lnTo>
                    <a:pt x="5521" y="12608"/>
                  </a:lnTo>
                  <a:lnTo>
                    <a:pt x="4821" y="13184"/>
                  </a:lnTo>
                  <a:lnTo>
                    <a:pt x="4121" y="13761"/>
                  </a:lnTo>
                  <a:lnTo>
                    <a:pt x="3461" y="14297"/>
                  </a:lnTo>
                  <a:lnTo>
                    <a:pt x="2885" y="14873"/>
                  </a:lnTo>
                  <a:lnTo>
                    <a:pt x="2349" y="15450"/>
                  </a:lnTo>
                  <a:lnTo>
                    <a:pt x="1855" y="15986"/>
                  </a:lnTo>
                  <a:lnTo>
                    <a:pt x="1443" y="16521"/>
                  </a:lnTo>
                  <a:lnTo>
                    <a:pt x="1031" y="17057"/>
                  </a:lnTo>
                  <a:lnTo>
                    <a:pt x="742" y="17592"/>
                  </a:lnTo>
                  <a:lnTo>
                    <a:pt x="454" y="18087"/>
                  </a:lnTo>
                  <a:lnTo>
                    <a:pt x="248" y="18622"/>
                  </a:lnTo>
                  <a:lnTo>
                    <a:pt x="124" y="19117"/>
                  </a:lnTo>
                  <a:lnTo>
                    <a:pt x="42" y="19570"/>
                  </a:lnTo>
                  <a:lnTo>
                    <a:pt x="1" y="20023"/>
                  </a:lnTo>
                  <a:lnTo>
                    <a:pt x="83" y="20476"/>
                  </a:lnTo>
                  <a:lnTo>
                    <a:pt x="166" y="20888"/>
                  </a:lnTo>
                  <a:lnTo>
                    <a:pt x="372" y="21300"/>
                  </a:lnTo>
                  <a:lnTo>
                    <a:pt x="619" y="21671"/>
                  </a:lnTo>
                  <a:lnTo>
                    <a:pt x="907" y="22042"/>
                  </a:lnTo>
                  <a:lnTo>
                    <a:pt x="1278" y="22330"/>
                  </a:lnTo>
                  <a:lnTo>
                    <a:pt x="1690" y="22619"/>
                  </a:lnTo>
                  <a:lnTo>
                    <a:pt x="2143" y="22907"/>
                  </a:lnTo>
                  <a:lnTo>
                    <a:pt x="2679" y="23154"/>
                  </a:lnTo>
                  <a:lnTo>
                    <a:pt x="3255" y="23360"/>
                  </a:lnTo>
                  <a:lnTo>
                    <a:pt x="3915" y="23525"/>
                  </a:lnTo>
                  <a:lnTo>
                    <a:pt x="4574" y="23690"/>
                  </a:lnTo>
                  <a:lnTo>
                    <a:pt x="5315" y="23813"/>
                  </a:lnTo>
                  <a:lnTo>
                    <a:pt x="6057" y="23896"/>
                  </a:lnTo>
                  <a:lnTo>
                    <a:pt x="6881" y="23978"/>
                  </a:lnTo>
                  <a:lnTo>
                    <a:pt x="7746" y="24019"/>
                  </a:lnTo>
                  <a:lnTo>
                    <a:pt x="9559" y="24019"/>
                  </a:lnTo>
                  <a:lnTo>
                    <a:pt x="10547" y="23978"/>
                  </a:lnTo>
                  <a:lnTo>
                    <a:pt x="11536" y="23896"/>
                  </a:lnTo>
                  <a:lnTo>
                    <a:pt x="13637" y="23649"/>
                  </a:lnTo>
                  <a:lnTo>
                    <a:pt x="15862" y="23319"/>
                  </a:lnTo>
                  <a:lnTo>
                    <a:pt x="18169" y="22907"/>
                  </a:lnTo>
                  <a:lnTo>
                    <a:pt x="20600" y="22371"/>
                  </a:lnTo>
                  <a:lnTo>
                    <a:pt x="23072" y="21712"/>
                  </a:lnTo>
                  <a:lnTo>
                    <a:pt x="25626" y="20930"/>
                  </a:lnTo>
                  <a:lnTo>
                    <a:pt x="28221" y="20064"/>
                  </a:lnTo>
                  <a:lnTo>
                    <a:pt x="30776" y="19117"/>
                  </a:lnTo>
                  <a:lnTo>
                    <a:pt x="33206" y="18128"/>
                  </a:lnTo>
                  <a:lnTo>
                    <a:pt x="35555" y="17057"/>
                  </a:lnTo>
                  <a:lnTo>
                    <a:pt x="37779" y="15986"/>
                  </a:lnTo>
                  <a:lnTo>
                    <a:pt x="39839" y="14873"/>
                  </a:lnTo>
                  <a:lnTo>
                    <a:pt x="41776" y="13720"/>
                  </a:lnTo>
                  <a:lnTo>
                    <a:pt x="43547" y="12566"/>
                  </a:lnTo>
                  <a:lnTo>
                    <a:pt x="44371" y="11990"/>
                  </a:lnTo>
                  <a:lnTo>
                    <a:pt x="45154" y="11413"/>
                  </a:lnTo>
                  <a:lnTo>
                    <a:pt x="45895" y="10836"/>
                  </a:lnTo>
                  <a:lnTo>
                    <a:pt x="46596" y="10259"/>
                  </a:lnTo>
                  <a:lnTo>
                    <a:pt x="47214" y="9724"/>
                  </a:lnTo>
                  <a:lnTo>
                    <a:pt x="47832" y="9147"/>
                  </a:lnTo>
                  <a:lnTo>
                    <a:pt x="48367" y="8570"/>
                  </a:lnTo>
                  <a:lnTo>
                    <a:pt x="48862" y="8035"/>
                  </a:lnTo>
                  <a:lnTo>
                    <a:pt x="49274" y="7499"/>
                  </a:lnTo>
                  <a:lnTo>
                    <a:pt x="49644" y="6963"/>
                  </a:lnTo>
                  <a:lnTo>
                    <a:pt x="49974" y="6428"/>
                  </a:lnTo>
                  <a:lnTo>
                    <a:pt x="50221" y="5892"/>
                  </a:lnTo>
                  <a:lnTo>
                    <a:pt x="50427" y="5398"/>
                  </a:lnTo>
                  <a:lnTo>
                    <a:pt x="50592" y="4904"/>
                  </a:lnTo>
                  <a:lnTo>
                    <a:pt x="50674" y="4450"/>
                  </a:lnTo>
                  <a:lnTo>
                    <a:pt x="50674" y="3997"/>
                  </a:lnTo>
                  <a:lnTo>
                    <a:pt x="50633" y="3544"/>
                  </a:lnTo>
                  <a:lnTo>
                    <a:pt x="50510" y="3132"/>
                  </a:lnTo>
                  <a:lnTo>
                    <a:pt x="50345" y="2720"/>
                  </a:lnTo>
                  <a:lnTo>
                    <a:pt x="50098" y="2349"/>
                  </a:lnTo>
                  <a:lnTo>
                    <a:pt x="49809" y="1978"/>
                  </a:lnTo>
                  <a:lnTo>
                    <a:pt x="49438" y="1690"/>
                  </a:lnTo>
                  <a:lnTo>
                    <a:pt x="49026" y="1360"/>
                  </a:lnTo>
                  <a:lnTo>
                    <a:pt x="48532" y="1113"/>
                  </a:lnTo>
                  <a:lnTo>
                    <a:pt x="47997" y="866"/>
                  </a:lnTo>
                  <a:lnTo>
                    <a:pt x="47420" y="660"/>
                  </a:lnTo>
                  <a:lnTo>
                    <a:pt x="46802" y="495"/>
                  </a:lnTo>
                  <a:lnTo>
                    <a:pt x="46143" y="331"/>
                  </a:lnTo>
                  <a:lnTo>
                    <a:pt x="45401" y="207"/>
                  </a:lnTo>
                  <a:lnTo>
                    <a:pt x="44618" y="125"/>
                  </a:lnTo>
                  <a:lnTo>
                    <a:pt x="43836" y="42"/>
                  </a:lnTo>
                  <a:lnTo>
                    <a:pt x="42970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8"/>
            <p:cNvSpPr/>
            <p:nvPr/>
          </p:nvSpPr>
          <p:spPr>
            <a:xfrm>
              <a:off x="1022925" y="2061325"/>
              <a:ext cx="1265850" cy="600500"/>
            </a:xfrm>
            <a:custGeom>
              <a:avLst/>
              <a:gdLst/>
              <a:ahLst/>
              <a:cxnLst/>
              <a:rect l="l" t="t" r="r" b="b"/>
              <a:pathLst>
                <a:path w="50634" h="24020" extrusionOk="0">
                  <a:moveTo>
                    <a:pt x="41652" y="1"/>
                  </a:moveTo>
                  <a:lnTo>
                    <a:pt x="40457" y="42"/>
                  </a:lnTo>
                  <a:lnTo>
                    <a:pt x="39180" y="125"/>
                  </a:lnTo>
                  <a:lnTo>
                    <a:pt x="37821" y="248"/>
                  </a:lnTo>
                  <a:lnTo>
                    <a:pt x="36461" y="413"/>
                  </a:lnTo>
                  <a:lnTo>
                    <a:pt x="36750" y="743"/>
                  </a:lnTo>
                  <a:lnTo>
                    <a:pt x="37038" y="1031"/>
                  </a:lnTo>
                  <a:lnTo>
                    <a:pt x="37285" y="1360"/>
                  </a:lnTo>
                  <a:lnTo>
                    <a:pt x="37491" y="1690"/>
                  </a:lnTo>
                  <a:lnTo>
                    <a:pt x="37697" y="2061"/>
                  </a:lnTo>
                  <a:lnTo>
                    <a:pt x="37862" y="2390"/>
                  </a:lnTo>
                  <a:lnTo>
                    <a:pt x="38027" y="2802"/>
                  </a:lnTo>
                  <a:lnTo>
                    <a:pt x="38109" y="3173"/>
                  </a:lnTo>
                  <a:lnTo>
                    <a:pt x="38192" y="3585"/>
                  </a:lnTo>
                  <a:lnTo>
                    <a:pt x="38233" y="3997"/>
                  </a:lnTo>
                  <a:lnTo>
                    <a:pt x="38233" y="4409"/>
                  </a:lnTo>
                  <a:lnTo>
                    <a:pt x="38192" y="4862"/>
                  </a:lnTo>
                  <a:lnTo>
                    <a:pt x="38109" y="5315"/>
                  </a:lnTo>
                  <a:lnTo>
                    <a:pt x="38027" y="5769"/>
                  </a:lnTo>
                  <a:lnTo>
                    <a:pt x="37862" y="6263"/>
                  </a:lnTo>
                  <a:lnTo>
                    <a:pt x="37656" y="6757"/>
                  </a:lnTo>
                  <a:lnTo>
                    <a:pt x="37285" y="7417"/>
                  </a:lnTo>
                  <a:lnTo>
                    <a:pt x="36914" y="8035"/>
                  </a:lnTo>
                  <a:lnTo>
                    <a:pt x="36461" y="8611"/>
                  </a:lnTo>
                  <a:lnTo>
                    <a:pt x="35967" y="9188"/>
                  </a:lnTo>
                  <a:lnTo>
                    <a:pt x="35473" y="9724"/>
                  </a:lnTo>
                  <a:lnTo>
                    <a:pt x="34896" y="10218"/>
                  </a:lnTo>
                  <a:lnTo>
                    <a:pt x="34319" y="10712"/>
                  </a:lnTo>
                  <a:lnTo>
                    <a:pt x="33701" y="11166"/>
                  </a:lnTo>
                  <a:lnTo>
                    <a:pt x="33042" y="11619"/>
                  </a:lnTo>
                  <a:lnTo>
                    <a:pt x="32424" y="12031"/>
                  </a:lnTo>
                  <a:lnTo>
                    <a:pt x="31106" y="12814"/>
                  </a:lnTo>
                  <a:lnTo>
                    <a:pt x="29746" y="13514"/>
                  </a:lnTo>
                  <a:lnTo>
                    <a:pt x="28469" y="14173"/>
                  </a:lnTo>
                  <a:lnTo>
                    <a:pt x="26656" y="15121"/>
                  </a:lnTo>
                  <a:lnTo>
                    <a:pt x="24761" y="15986"/>
                  </a:lnTo>
                  <a:lnTo>
                    <a:pt x="22866" y="16810"/>
                  </a:lnTo>
                  <a:lnTo>
                    <a:pt x="20930" y="17592"/>
                  </a:lnTo>
                  <a:lnTo>
                    <a:pt x="18993" y="18293"/>
                  </a:lnTo>
                  <a:lnTo>
                    <a:pt x="17016" y="18911"/>
                  </a:lnTo>
                  <a:lnTo>
                    <a:pt x="15038" y="19488"/>
                  </a:lnTo>
                  <a:lnTo>
                    <a:pt x="13020" y="19941"/>
                  </a:lnTo>
                  <a:lnTo>
                    <a:pt x="11619" y="20229"/>
                  </a:lnTo>
                  <a:lnTo>
                    <a:pt x="10094" y="20476"/>
                  </a:lnTo>
                  <a:lnTo>
                    <a:pt x="8488" y="20641"/>
                  </a:lnTo>
                  <a:lnTo>
                    <a:pt x="6799" y="20765"/>
                  </a:lnTo>
                  <a:lnTo>
                    <a:pt x="5110" y="20806"/>
                  </a:lnTo>
                  <a:lnTo>
                    <a:pt x="3379" y="20806"/>
                  </a:lnTo>
                  <a:lnTo>
                    <a:pt x="2514" y="20724"/>
                  </a:lnTo>
                  <a:lnTo>
                    <a:pt x="1649" y="20641"/>
                  </a:lnTo>
                  <a:lnTo>
                    <a:pt x="825" y="20559"/>
                  </a:lnTo>
                  <a:lnTo>
                    <a:pt x="1" y="20435"/>
                  </a:lnTo>
                  <a:lnTo>
                    <a:pt x="1" y="20435"/>
                  </a:lnTo>
                  <a:lnTo>
                    <a:pt x="125" y="20888"/>
                  </a:lnTo>
                  <a:lnTo>
                    <a:pt x="331" y="21300"/>
                  </a:lnTo>
                  <a:lnTo>
                    <a:pt x="578" y="21671"/>
                  </a:lnTo>
                  <a:lnTo>
                    <a:pt x="866" y="22042"/>
                  </a:lnTo>
                  <a:lnTo>
                    <a:pt x="1237" y="22330"/>
                  </a:lnTo>
                  <a:lnTo>
                    <a:pt x="1649" y="22619"/>
                  </a:lnTo>
                  <a:lnTo>
                    <a:pt x="2102" y="22907"/>
                  </a:lnTo>
                  <a:lnTo>
                    <a:pt x="2638" y="23154"/>
                  </a:lnTo>
                  <a:lnTo>
                    <a:pt x="3214" y="23360"/>
                  </a:lnTo>
                  <a:lnTo>
                    <a:pt x="3874" y="23525"/>
                  </a:lnTo>
                  <a:lnTo>
                    <a:pt x="4533" y="23690"/>
                  </a:lnTo>
                  <a:lnTo>
                    <a:pt x="5274" y="23813"/>
                  </a:lnTo>
                  <a:lnTo>
                    <a:pt x="6016" y="23896"/>
                  </a:lnTo>
                  <a:lnTo>
                    <a:pt x="6840" y="23978"/>
                  </a:lnTo>
                  <a:lnTo>
                    <a:pt x="7705" y="24019"/>
                  </a:lnTo>
                  <a:lnTo>
                    <a:pt x="9518" y="24019"/>
                  </a:lnTo>
                  <a:lnTo>
                    <a:pt x="10506" y="23978"/>
                  </a:lnTo>
                  <a:lnTo>
                    <a:pt x="11495" y="23896"/>
                  </a:lnTo>
                  <a:lnTo>
                    <a:pt x="13596" y="23649"/>
                  </a:lnTo>
                  <a:lnTo>
                    <a:pt x="15821" y="23319"/>
                  </a:lnTo>
                  <a:lnTo>
                    <a:pt x="18128" y="22907"/>
                  </a:lnTo>
                  <a:lnTo>
                    <a:pt x="20559" y="22371"/>
                  </a:lnTo>
                  <a:lnTo>
                    <a:pt x="23031" y="21712"/>
                  </a:lnTo>
                  <a:lnTo>
                    <a:pt x="25585" y="20930"/>
                  </a:lnTo>
                  <a:lnTo>
                    <a:pt x="28180" y="20064"/>
                  </a:lnTo>
                  <a:lnTo>
                    <a:pt x="30735" y="19117"/>
                  </a:lnTo>
                  <a:lnTo>
                    <a:pt x="33165" y="18128"/>
                  </a:lnTo>
                  <a:lnTo>
                    <a:pt x="35514" y="17057"/>
                  </a:lnTo>
                  <a:lnTo>
                    <a:pt x="37738" y="15986"/>
                  </a:lnTo>
                  <a:lnTo>
                    <a:pt x="39798" y="14873"/>
                  </a:lnTo>
                  <a:lnTo>
                    <a:pt x="41735" y="13720"/>
                  </a:lnTo>
                  <a:lnTo>
                    <a:pt x="43506" y="12566"/>
                  </a:lnTo>
                  <a:lnTo>
                    <a:pt x="44330" y="11990"/>
                  </a:lnTo>
                  <a:lnTo>
                    <a:pt x="45113" y="11413"/>
                  </a:lnTo>
                  <a:lnTo>
                    <a:pt x="45854" y="10836"/>
                  </a:lnTo>
                  <a:lnTo>
                    <a:pt x="46555" y="10259"/>
                  </a:lnTo>
                  <a:lnTo>
                    <a:pt x="47173" y="9724"/>
                  </a:lnTo>
                  <a:lnTo>
                    <a:pt x="47791" y="9147"/>
                  </a:lnTo>
                  <a:lnTo>
                    <a:pt x="48326" y="8570"/>
                  </a:lnTo>
                  <a:lnTo>
                    <a:pt x="48821" y="8035"/>
                  </a:lnTo>
                  <a:lnTo>
                    <a:pt x="49233" y="7499"/>
                  </a:lnTo>
                  <a:lnTo>
                    <a:pt x="49603" y="6963"/>
                  </a:lnTo>
                  <a:lnTo>
                    <a:pt x="49933" y="6428"/>
                  </a:lnTo>
                  <a:lnTo>
                    <a:pt x="50180" y="5892"/>
                  </a:lnTo>
                  <a:lnTo>
                    <a:pt x="50386" y="5398"/>
                  </a:lnTo>
                  <a:lnTo>
                    <a:pt x="50551" y="4904"/>
                  </a:lnTo>
                  <a:lnTo>
                    <a:pt x="50633" y="4450"/>
                  </a:lnTo>
                  <a:lnTo>
                    <a:pt x="50633" y="3997"/>
                  </a:lnTo>
                  <a:lnTo>
                    <a:pt x="50592" y="3544"/>
                  </a:lnTo>
                  <a:lnTo>
                    <a:pt x="50469" y="3132"/>
                  </a:lnTo>
                  <a:lnTo>
                    <a:pt x="50386" y="2844"/>
                  </a:lnTo>
                  <a:lnTo>
                    <a:pt x="50221" y="2596"/>
                  </a:lnTo>
                  <a:lnTo>
                    <a:pt x="50098" y="2349"/>
                  </a:lnTo>
                  <a:lnTo>
                    <a:pt x="49892" y="2143"/>
                  </a:lnTo>
                  <a:lnTo>
                    <a:pt x="49686" y="1937"/>
                  </a:lnTo>
                  <a:lnTo>
                    <a:pt x="49439" y="1731"/>
                  </a:lnTo>
                  <a:lnTo>
                    <a:pt x="48903" y="1360"/>
                  </a:lnTo>
                  <a:lnTo>
                    <a:pt x="48285" y="1031"/>
                  </a:lnTo>
                  <a:lnTo>
                    <a:pt x="47585" y="743"/>
                  </a:lnTo>
                  <a:lnTo>
                    <a:pt x="46761" y="495"/>
                  </a:lnTo>
                  <a:lnTo>
                    <a:pt x="45896" y="331"/>
                  </a:lnTo>
                  <a:lnTo>
                    <a:pt x="44948" y="166"/>
                  </a:lnTo>
                  <a:lnTo>
                    <a:pt x="43918" y="83"/>
                  </a:lnTo>
                  <a:lnTo>
                    <a:pt x="42847" y="1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1445225" y="1959375"/>
              <a:ext cx="219400" cy="262650"/>
            </a:xfrm>
            <a:custGeom>
              <a:avLst/>
              <a:gdLst/>
              <a:ahLst/>
              <a:cxnLst/>
              <a:rect l="l" t="t" r="r" b="b"/>
              <a:pathLst>
                <a:path w="8776" h="10506" extrusionOk="0">
                  <a:moveTo>
                    <a:pt x="4326" y="0"/>
                  </a:moveTo>
                  <a:lnTo>
                    <a:pt x="3955" y="42"/>
                  </a:lnTo>
                  <a:lnTo>
                    <a:pt x="3584" y="83"/>
                  </a:lnTo>
                  <a:lnTo>
                    <a:pt x="3214" y="165"/>
                  </a:lnTo>
                  <a:lnTo>
                    <a:pt x="2843" y="289"/>
                  </a:lnTo>
                  <a:lnTo>
                    <a:pt x="2513" y="412"/>
                  </a:lnTo>
                  <a:lnTo>
                    <a:pt x="2184" y="577"/>
                  </a:lnTo>
                  <a:lnTo>
                    <a:pt x="1854" y="742"/>
                  </a:lnTo>
                  <a:lnTo>
                    <a:pt x="1566" y="948"/>
                  </a:lnTo>
                  <a:lnTo>
                    <a:pt x="1277" y="1195"/>
                  </a:lnTo>
                  <a:lnTo>
                    <a:pt x="1030" y="1442"/>
                  </a:lnTo>
                  <a:lnTo>
                    <a:pt x="783" y="1731"/>
                  </a:lnTo>
                  <a:lnTo>
                    <a:pt x="577" y="2019"/>
                  </a:lnTo>
                  <a:lnTo>
                    <a:pt x="371" y="2349"/>
                  </a:lnTo>
                  <a:lnTo>
                    <a:pt x="247" y="2678"/>
                  </a:lnTo>
                  <a:lnTo>
                    <a:pt x="124" y="3049"/>
                  </a:lnTo>
                  <a:lnTo>
                    <a:pt x="41" y="3420"/>
                  </a:lnTo>
                  <a:lnTo>
                    <a:pt x="0" y="3832"/>
                  </a:lnTo>
                  <a:lnTo>
                    <a:pt x="0" y="4244"/>
                  </a:lnTo>
                  <a:lnTo>
                    <a:pt x="0" y="4656"/>
                  </a:lnTo>
                  <a:lnTo>
                    <a:pt x="83" y="5109"/>
                  </a:lnTo>
                  <a:lnTo>
                    <a:pt x="289" y="5768"/>
                  </a:lnTo>
                  <a:lnTo>
                    <a:pt x="577" y="6427"/>
                  </a:lnTo>
                  <a:lnTo>
                    <a:pt x="907" y="7045"/>
                  </a:lnTo>
                  <a:lnTo>
                    <a:pt x="1277" y="7663"/>
                  </a:lnTo>
                  <a:lnTo>
                    <a:pt x="1730" y="8199"/>
                  </a:lnTo>
                  <a:lnTo>
                    <a:pt x="2184" y="8734"/>
                  </a:lnTo>
                  <a:lnTo>
                    <a:pt x="2678" y="9229"/>
                  </a:lnTo>
                  <a:lnTo>
                    <a:pt x="3172" y="9723"/>
                  </a:lnTo>
                  <a:lnTo>
                    <a:pt x="3543" y="10011"/>
                  </a:lnTo>
                  <a:lnTo>
                    <a:pt x="3914" y="10217"/>
                  </a:lnTo>
                  <a:lnTo>
                    <a:pt x="4326" y="10382"/>
                  </a:lnTo>
                  <a:lnTo>
                    <a:pt x="4697" y="10465"/>
                  </a:lnTo>
                  <a:lnTo>
                    <a:pt x="5109" y="10506"/>
                  </a:lnTo>
                  <a:lnTo>
                    <a:pt x="5521" y="10506"/>
                  </a:lnTo>
                  <a:lnTo>
                    <a:pt x="5933" y="10465"/>
                  </a:lnTo>
                  <a:lnTo>
                    <a:pt x="6303" y="10341"/>
                  </a:lnTo>
                  <a:lnTo>
                    <a:pt x="6715" y="10217"/>
                  </a:lnTo>
                  <a:lnTo>
                    <a:pt x="7045" y="10011"/>
                  </a:lnTo>
                  <a:lnTo>
                    <a:pt x="7375" y="9764"/>
                  </a:lnTo>
                  <a:lnTo>
                    <a:pt x="7704" y="9476"/>
                  </a:lnTo>
                  <a:lnTo>
                    <a:pt x="7951" y="9146"/>
                  </a:lnTo>
                  <a:lnTo>
                    <a:pt x="8199" y="8776"/>
                  </a:lnTo>
                  <a:lnTo>
                    <a:pt x="8363" y="8364"/>
                  </a:lnTo>
                  <a:lnTo>
                    <a:pt x="8487" y="7952"/>
                  </a:lnTo>
                  <a:lnTo>
                    <a:pt x="8652" y="7045"/>
                  </a:lnTo>
                  <a:lnTo>
                    <a:pt x="8734" y="6221"/>
                  </a:lnTo>
                  <a:lnTo>
                    <a:pt x="8775" y="5438"/>
                  </a:lnTo>
                  <a:lnTo>
                    <a:pt x="8734" y="4697"/>
                  </a:lnTo>
                  <a:lnTo>
                    <a:pt x="8652" y="4038"/>
                  </a:lnTo>
                  <a:lnTo>
                    <a:pt x="8528" y="3420"/>
                  </a:lnTo>
                  <a:lnTo>
                    <a:pt x="8322" y="2843"/>
                  </a:lnTo>
                  <a:lnTo>
                    <a:pt x="8116" y="2349"/>
                  </a:lnTo>
                  <a:lnTo>
                    <a:pt x="7869" y="1937"/>
                  </a:lnTo>
                  <a:lnTo>
                    <a:pt x="7622" y="1607"/>
                  </a:lnTo>
                  <a:lnTo>
                    <a:pt x="7375" y="1277"/>
                  </a:lnTo>
                  <a:lnTo>
                    <a:pt x="7086" y="989"/>
                  </a:lnTo>
                  <a:lnTo>
                    <a:pt x="6798" y="742"/>
                  </a:lnTo>
                  <a:lnTo>
                    <a:pt x="6468" y="536"/>
                  </a:lnTo>
                  <a:lnTo>
                    <a:pt x="6139" y="371"/>
                  </a:lnTo>
                  <a:lnTo>
                    <a:pt x="5768" y="248"/>
                  </a:lnTo>
                  <a:lnTo>
                    <a:pt x="5397" y="124"/>
                  </a:lnTo>
                  <a:lnTo>
                    <a:pt x="5068" y="83"/>
                  </a:lnTo>
                  <a:lnTo>
                    <a:pt x="4697" y="42"/>
                  </a:lnTo>
                  <a:lnTo>
                    <a:pt x="4326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8"/>
            <p:cNvSpPr/>
            <p:nvPr/>
          </p:nvSpPr>
          <p:spPr>
            <a:xfrm>
              <a:off x="1499800" y="1971725"/>
              <a:ext cx="164825" cy="250300"/>
            </a:xfrm>
            <a:custGeom>
              <a:avLst/>
              <a:gdLst/>
              <a:ahLst/>
              <a:cxnLst/>
              <a:rect l="l" t="t" r="r" b="b"/>
              <a:pathLst>
                <a:path w="6593" h="10012" extrusionOk="0">
                  <a:moveTo>
                    <a:pt x="4162" y="1"/>
                  </a:moveTo>
                  <a:lnTo>
                    <a:pt x="4368" y="536"/>
                  </a:lnTo>
                  <a:lnTo>
                    <a:pt x="4532" y="1031"/>
                  </a:lnTo>
                  <a:lnTo>
                    <a:pt x="4615" y="1566"/>
                  </a:lnTo>
                  <a:lnTo>
                    <a:pt x="4656" y="2102"/>
                  </a:lnTo>
                  <a:lnTo>
                    <a:pt x="4656" y="2596"/>
                  </a:lnTo>
                  <a:lnTo>
                    <a:pt x="4615" y="3132"/>
                  </a:lnTo>
                  <a:lnTo>
                    <a:pt x="4532" y="3626"/>
                  </a:lnTo>
                  <a:lnTo>
                    <a:pt x="4409" y="4162"/>
                  </a:lnTo>
                  <a:lnTo>
                    <a:pt x="4244" y="4615"/>
                  </a:lnTo>
                  <a:lnTo>
                    <a:pt x="3997" y="5109"/>
                  </a:lnTo>
                  <a:lnTo>
                    <a:pt x="3750" y="5562"/>
                  </a:lnTo>
                  <a:lnTo>
                    <a:pt x="3461" y="5974"/>
                  </a:lnTo>
                  <a:lnTo>
                    <a:pt x="3132" y="6386"/>
                  </a:lnTo>
                  <a:lnTo>
                    <a:pt x="2720" y="6757"/>
                  </a:lnTo>
                  <a:lnTo>
                    <a:pt x="2308" y="7128"/>
                  </a:lnTo>
                  <a:lnTo>
                    <a:pt x="1855" y="7416"/>
                  </a:lnTo>
                  <a:lnTo>
                    <a:pt x="1401" y="7664"/>
                  </a:lnTo>
                  <a:lnTo>
                    <a:pt x="948" y="7911"/>
                  </a:lnTo>
                  <a:lnTo>
                    <a:pt x="495" y="8117"/>
                  </a:lnTo>
                  <a:lnTo>
                    <a:pt x="1" y="8282"/>
                  </a:lnTo>
                  <a:lnTo>
                    <a:pt x="495" y="8776"/>
                  </a:lnTo>
                  <a:lnTo>
                    <a:pt x="989" y="9229"/>
                  </a:lnTo>
                  <a:lnTo>
                    <a:pt x="1360" y="9517"/>
                  </a:lnTo>
                  <a:lnTo>
                    <a:pt x="1731" y="9723"/>
                  </a:lnTo>
                  <a:lnTo>
                    <a:pt x="2143" y="9888"/>
                  </a:lnTo>
                  <a:lnTo>
                    <a:pt x="2514" y="9971"/>
                  </a:lnTo>
                  <a:lnTo>
                    <a:pt x="2926" y="10012"/>
                  </a:lnTo>
                  <a:lnTo>
                    <a:pt x="3338" y="10012"/>
                  </a:lnTo>
                  <a:lnTo>
                    <a:pt x="3750" y="9971"/>
                  </a:lnTo>
                  <a:lnTo>
                    <a:pt x="4120" y="9847"/>
                  </a:lnTo>
                  <a:lnTo>
                    <a:pt x="4532" y="9723"/>
                  </a:lnTo>
                  <a:lnTo>
                    <a:pt x="4862" y="9517"/>
                  </a:lnTo>
                  <a:lnTo>
                    <a:pt x="5192" y="9270"/>
                  </a:lnTo>
                  <a:lnTo>
                    <a:pt x="5521" y="8982"/>
                  </a:lnTo>
                  <a:lnTo>
                    <a:pt x="5768" y="8652"/>
                  </a:lnTo>
                  <a:lnTo>
                    <a:pt x="6016" y="8282"/>
                  </a:lnTo>
                  <a:lnTo>
                    <a:pt x="6180" y="7870"/>
                  </a:lnTo>
                  <a:lnTo>
                    <a:pt x="6304" y="7458"/>
                  </a:lnTo>
                  <a:lnTo>
                    <a:pt x="6469" y="6551"/>
                  </a:lnTo>
                  <a:lnTo>
                    <a:pt x="6551" y="5727"/>
                  </a:lnTo>
                  <a:lnTo>
                    <a:pt x="6592" y="4944"/>
                  </a:lnTo>
                  <a:lnTo>
                    <a:pt x="6551" y="4203"/>
                  </a:lnTo>
                  <a:lnTo>
                    <a:pt x="6469" y="3544"/>
                  </a:lnTo>
                  <a:lnTo>
                    <a:pt x="6345" y="2926"/>
                  </a:lnTo>
                  <a:lnTo>
                    <a:pt x="6139" y="2349"/>
                  </a:lnTo>
                  <a:lnTo>
                    <a:pt x="5933" y="1855"/>
                  </a:lnTo>
                  <a:lnTo>
                    <a:pt x="5768" y="1525"/>
                  </a:lnTo>
                  <a:lnTo>
                    <a:pt x="5562" y="1237"/>
                  </a:lnTo>
                  <a:lnTo>
                    <a:pt x="5356" y="989"/>
                  </a:lnTo>
                  <a:lnTo>
                    <a:pt x="5150" y="742"/>
                  </a:lnTo>
                  <a:lnTo>
                    <a:pt x="4903" y="536"/>
                  </a:lnTo>
                  <a:lnTo>
                    <a:pt x="4697" y="330"/>
                  </a:lnTo>
                  <a:lnTo>
                    <a:pt x="4162" y="1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>
              <a:off x="982775" y="2762725"/>
              <a:ext cx="441875" cy="299750"/>
            </a:xfrm>
            <a:custGeom>
              <a:avLst/>
              <a:gdLst/>
              <a:ahLst/>
              <a:cxnLst/>
              <a:rect l="l" t="t" r="r" b="b"/>
              <a:pathLst>
                <a:path w="17675" h="11990" extrusionOk="0">
                  <a:moveTo>
                    <a:pt x="2390" y="1"/>
                  </a:moveTo>
                  <a:lnTo>
                    <a:pt x="2225" y="42"/>
                  </a:lnTo>
                  <a:lnTo>
                    <a:pt x="2101" y="83"/>
                  </a:lnTo>
                  <a:lnTo>
                    <a:pt x="1978" y="124"/>
                  </a:lnTo>
                  <a:lnTo>
                    <a:pt x="1854" y="248"/>
                  </a:lnTo>
                  <a:lnTo>
                    <a:pt x="1442" y="825"/>
                  </a:lnTo>
                  <a:lnTo>
                    <a:pt x="1071" y="1443"/>
                  </a:lnTo>
                  <a:lnTo>
                    <a:pt x="783" y="2061"/>
                  </a:lnTo>
                  <a:lnTo>
                    <a:pt x="495" y="2679"/>
                  </a:lnTo>
                  <a:lnTo>
                    <a:pt x="330" y="3297"/>
                  </a:lnTo>
                  <a:lnTo>
                    <a:pt x="165" y="3915"/>
                  </a:lnTo>
                  <a:lnTo>
                    <a:pt x="83" y="4533"/>
                  </a:lnTo>
                  <a:lnTo>
                    <a:pt x="0" y="5192"/>
                  </a:lnTo>
                  <a:lnTo>
                    <a:pt x="0" y="5810"/>
                  </a:lnTo>
                  <a:lnTo>
                    <a:pt x="0" y="6386"/>
                  </a:lnTo>
                  <a:lnTo>
                    <a:pt x="41" y="7004"/>
                  </a:lnTo>
                  <a:lnTo>
                    <a:pt x="83" y="7581"/>
                  </a:lnTo>
                  <a:lnTo>
                    <a:pt x="289" y="8652"/>
                  </a:lnTo>
                  <a:lnTo>
                    <a:pt x="536" y="9682"/>
                  </a:lnTo>
                  <a:lnTo>
                    <a:pt x="3749" y="9106"/>
                  </a:lnTo>
                  <a:lnTo>
                    <a:pt x="7292" y="8364"/>
                  </a:lnTo>
                  <a:lnTo>
                    <a:pt x="17386" y="1360"/>
                  </a:lnTo>
                  <a:lnTo>
                    <a:pt x="17551" y="1196"/>
                  </a:lnTo>
                  <a:lnTo>
                    <a:pt x="17633" y="1031"/>
                  </a:lnTo>
                  <a:lnTo>
                    <a:pt x="17674" y="825"/>
                  </a:lnTo>
                  <a:lnTo>
                    <a:pt x="17633" y="619"/>
                  </a:lnTo>
                  <a:lnTo>
                    <a:pt x="17551" y="454"/>
                  </a:lnTo>
                  <a:lnTo>
                    <a:pt x="17427" y="289"/>
                  </a:lnTo>
                  <a:lnTo>
                    <a:pt x="17221" y="207"/>
                  </a:lnTo>
                  <a:lnTo>
                    <a:pt x="17015" y="166"/>
                  </a:lnTo>
                  <a:lnTo>
                    <a:pt x="16850" y="207"/>
                  </a:lnTo>
                  <a:lnTo>
                    <a:pt x="15656" y="495"/>
                  </a:lnTo>
                  <a:lnTo>
                    <a:pt x="14543" y="742"/>
                  </a:lnTo>
                  <a:lnTo>
                    <a:pt x="13513" y="907"/>
                  </a:lnTo>
                  <a:lnTo>
                    <a:pt x="12483" y="1072"/>
                  </a:lnTo>
                  <a:lnTo>
                    <a:pt x="11536" y="1196"/>
                  </a:lnTo>
                  <a:lnTo>
                    <a:pt x="10629" y="1278"/>
                  </a:lnTo>
                  <a:lnTo>
                    <a:pt x="9764" y="1319"/>
                  </a:lnTo>
                  <a:lnTo>
                    <a:pt x="8981" y="1319"/>
                  </a:lnTo>
                  <a:lnTo>
                    <a:pt x="7745" y="1278"/>
                  </a:lnTo>
                  <a:lnTo>
                    <a:pt x="6633" y="1196"/>
                  </a:lnTo>
                  <a:lnTo>
                    <a:pt x="5686" y="1031"/>
                  </a:lnTo>
                  <a:lnTo>
                    <a:pt x="4820" y="866"/>
                  </a:lnTo>
                  <a:lnTo>
                    <a:pt x="4120" y="660"/>
                  </a:lnTo>
                  <a:lnTo>
                    <a:pt x="3502" y="454"/>
                  </a:lnTo>
                  <a:lnTo>
                    <a:pt x="3049" y="248"/>
                  </a:lnTo>
                  <a:lnTo>
                    <a:pt x="2678" y="83"/>
                  </a:lnTo>
                  <a:lnTo>
                    <a:pt x="2513" y="42"/>
                  </a:lnTo>
                  <a:lnTo>
                    <a:pt x="2390" y="1"/>
                  </a:lnTo>
                  <a:close/>
                  <a:moveTo>
                    <a:pt x="5933" y="9312"/>
                  </a:moveTo>
                  <a:lnTo>
                    <a:pt x="3214" y="9847"/>
                  </a:lnTo>
                  <a:lnTo>
                    <a:pt x="742" y="10300"/>
                  </a:lnTo>
                  <a:lnTo>
                    <a:pt x="989" y="11001"/>
                  </a:lnTo>
                  <a:lnTo>
                    <a:pt x="1236" y="11577"/>
                  </a:lnTo>
                  <a:lnTo>
                    <a:pt x="1319" y="11783"/>
                  </a:lnTo>
                  <a:lnTo>
                    <a:pt x="1483" y="11907"/>
                  </a:lnTo>
                  <a:lnTo>
                    <a:pt x="1648" y="11948"/>
                  </a:lnTo>
                  <a:lnTo>
                    <a:pt x="1813" y="11989"/>
                  </a:lnTo>
                  <a:lnTo>
                    <a:pt x="2019" y="11948"/>
                  </a:lnTo>
                  <a:lnTo>
                    <a:pt x="2184" y="11866"/>
                  </a:lnTo>
                  <a:lnTo>
                    <a:pt x="5933" y="9312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1001300" y="2995500"/>
              <a:ext cx="129800" cy="66975"/>
            </a:xfrm>
            <a:custGeom>
              <a:avLst/>
              <a:gdLst/>
              <a:ahLst/>
              <a:cxnLst/>
              <a:rect l="l" t="t" r="r" b="b"/>
              <a:pathLst>
                <a:path w="5192" h="2679" fill="none" extrusionOk="0">
                  <a:moveTo>
                    <a:pt x="5192" y="1"/>
                  </a:moveTo>
                  <a:lnTo>
                    <a:pt x="5192" y="1"/>
                  </a:lnTo>
                  <a:lnTo>
                    <a:pt x="2473" y="536"/>
                  </a:lnTo>
                  <a:lnTo>
                    <a:pt x="1" y="989"/>
                  </a:lnTo>
                  <a:lnTo>
                    <a:pt x="1" y="989"/>
                  </a:lnTo>
                  <a:lnTo>
                    <a:pt x="248" y="1690"/>
                  </a:lnTo>
                  <a:lnTo>
                    <a:pt x="495" y="2266"/>
                  </a:lnTo>
                  <a:lnTo>
                    <a:pt x="495" y="2266"/>
                  </a:lnTo>
                  <a:lnTo>
                    <a:pt x="578" y="2472"/>
                  </a:lnTo>
                  <a:lnTo>
                    <a:pt x="742" y="2596"/>
                  </a:lnTo>
                  <a:lnTo>
                    <a:pt x="907" y="2637"/>
                  </a:lnTo>
                  <a:lnTo>
                    <a:pt x="1072" y="2678"/>
                  </a:lnTo>
                  <a:lnTo>
                    <a:pt x="1072" y="2678"/>
                  </a:lnTo>
                  <a:lnTo>
                    <a:pt x="1278" y="2637"/>
                  </a:lnTo>
                  <a:lnTo>
                    <a:pt x="1443" y="2555"/>
                  </a:lnTo>
                  <a:lnTo>
                    <a:pt x="51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8"/>
            <p:cNvSpPr/>
            <p:nvPr/>
          </p:nvSpPr>
          <p:spPr>
            <a:xfrm>
              <a:off x="982775" y="2762725"/>
              <a:ext cx="441875" cy="242075"/>
            </a:xfrm>
            <a:custGeom>
              <a:avLst/>
              <a:gdLst/>
              <a:ahLst/>
              <a:cxnLst/>
              <a:rect l="l" t="t" r="r" b="b"/>
              <a:pathLst>
                <a:path w="17675" h="9683" fill="none" extrusionOk="0">
                  <a:moveTo>
                    <a:pt x="2390" y="1"/>
                  </a:moveTo>
                  <a:lnTo>
                    <a:pt x="2390" y="1"/>
                  </a:lnTo>
                  <a:lnTo>
                    <a:pt x="2225" y="42"/>
                  </a:lnTo>
                  <a:lnTo>
                    <a:pt x="2101" y="83"/>
                  </a:lnTo>
                  <a:lnTo>
                    <a:pt x="1978" y="124"/>
                  </a:lnTo>
                  <a:lnTo>
                    <a:pt x="1854" y="248"/>
                  </a:lnTo>
                  <a:lnTo>
                    <a:pt x="1854" y="248"/>
                  </a:lnTo>
                  <a:lnTo>
                    <a:pt x="1442" y="825"/>
                  </a:lnTo>
                  <a:lnTo>
                    <a:pt x="1071" y="1443"/>
                  </a:lnTo>
                  <a:lnTo>
                    <a:pt x="783" y="2061"/>
                  </a:lnTo>
                  <a:lnTo>
                    <a:pt x="495" y="2679"/>
                  </a:lnTo>
                  <a:lnTo>
                    <a:pt x="330" y="3297"/>
                  </a:lnTo>
                  <a:lnTo>
                    <a:pt x="165" y="3915"/>
                  </a:lnTo>
                  <a:lnTo>
                    <a:pt x="83" y="4533"/>
                  </a:lnTo>
                  <a:lnTo>
                    <a:pt x="0" y="5192"/>
                  </a:lnTo>
                  <a:lnTo>
                    <a:pt x="0" y="5810"/>
                  </a:lnTo>
                  <a:lnTo>
                    <a:pt x="0" y="6386"/>
                  </a:lnTo>
                  <a:lnTo>
                    <a:pt x="41" y="7004"/>
                  </a:lnTo>
                  <a:lnTo>
                    <a:pt x="83" y="7581"/>
                  </a:lnTo>
                  <a:lnTo>
                    <a:pt x="289" y="8652"/>
                  </a:lnTo>
                  <a:lnTo>
                    <a:pt x="536" y="9682"/>
                  </a:lnTo>
                  <a:lnTo>
                    <a:pt x="536" y="9682"/>
                  </a:lnTo>
                  <a:lnTo>
                    <a:pt x="3749" y="9106"/>
                  </a:lnTo>
                  <a:lnTo>
                    <a:pt x="7292" y="8364"/>
                  </a:lnTo>
                  <a:lnTo>
                    <a:pt x="17386" y="1360"/>
                  </a:lnTo>
                  <a:lnTo>
                    <a:pt x="17386" y="1360"/>
                  </a:lnTo>
                  <a:lnTo>
                    <a:pt x="17551" y="1196"/>
                  </a:lnTo>
                  <a:lnTo>
                    <a:pt x="17633" y="1031"/>
                  </a:lnTo>
                  <a:lnTo>
                    <a:pt x="17674" y="825"/>
                  </a:lnTo>
                  <a:lnTo>
                    <a:pt x="17633" y="619"/>
                  </a:lnTo>
                  <a:lnTo>
                    <a:pt x="17551" y="454"/>
                  </a:lnTo>
                  <a:lnTo>
                    <a:pt x="17427" y="289"/>
                  </a:lnTo>
                  <a:lnTo>
                    <a:pt x="17221" y="207"/>
                  </a:lnTo>
                  <a:lnTo>
                    <a:pt x="17015" y="166"/>
                  </a:lnTo>
                  <a:lnTo>
                    <a:pt x="17015" y="166"/>
                  </a:lnTo>
                  <a:lnTo>
                    <a:pt x="16850" y="207"/>
                  </a:lnTo>
                  <a:lnTo>
                    <a:pt x="16850" y="207"/>
                  </a:lnTo>
                  <a:lnTo>
                    <a:pt x="15656" y="495"/>
                  </a:lnTo>
                  <a:lnTo>
                    <a:pt x="14543" y="742"/>
                  </a:lnTo>
                  <a:lnTo>
                    <a:pt x="13513" y="907"/>
                  </a:lnTo>
                  <a:lnTo>
                    <a:pt x="12483" y="1072"/>
                  </a:lnTo>
                  <a:lnTo>
                    <a:pt x="11536" y="1196"/>
                  </a:lnTo>
                  <a:lnTo>
                    <a:pt x="10629" y="1278"/>
                  </a:lnTo>
                  <a:lnTo>
                    <a:pt x="9764" y="1319"/>
                  </a:lnTo>
                  <a:lnTo>
                    <a:pt x="8981" y="1319"/>
                  </a:lnTo>
                  <a:lnTo>
                    <a:pt x="8981" y="1319"/>
                  </a:lnTo>
                  <a:lnTo>
                    <a:pt x="7745" y="1278"/>
                  </a:lnTo>
                  <a:lnTo>
                    <a:pt x="6633" y="1196"/>
                  </a:lnTo>
                  <a:lnTo>
                    <a:pt x="5686" y="1031"/>
                  </a:lnTo>
                  <a:lnTo>
                    <a:pt x="4820" y="866"/>
                  </a:lnTo>
                  <a:lnTo>
                    <a:pt x="4120" y="660"/>
                  </a:lnTo>
                  <a:lnTo>
                    <a:pt x="3502" y="454"/>
                  </a:lnTo>
                  <a:lnTo>
                    <a:pt x="3049" y="248"/>
                  </a:lnTo>
                  <a:lnTo>
                    <a:pt x="2678" y="83"/>
                  </a:lnTo>
                  <a:lnTo>
                    <a:pt x="2678" y="83"/>
                  </a:lnTo>
                  <a:lnTo>
                    <a:pt x="2513" y="42"/>
                  </a:lnTo>
                  <a:lnTo>
                    <a:pt x="239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8"/>
            <p:cNvSpPr/>
            <p:nvPr/>
          </p:nvSpPr>
          <p:spPr>
            <a:xfrm>
              <a:off x="1131075" y="2467125"/>
              <a:ext cx="1346175" cy="528400"/>
            </a:xfrm>
            <a:custGeom>
              <a:avLst/>
              <a:gdLst/>
              <a:ahLst/>
              <a:cxnLst/>
              <a:rect l="l" t="t" r="r" b="b"/>
              <a:pathLst>
                <a:path w="53847" h="21136" extrusionOk="0">
                  <a:moveTo>
                    <a:pt x="53847" y="1"/>
                  </a:moveTo>
                  <a:lnTo>
                    <a:pt x="51993" y="1072"/>
                  </a:lnTo>
                  <a:lnTo>
                    <a:pt x="50139" y="2102"/>
                  </a:lnTo>
                  <a:lnTo>
                    <a:pt x="48285" y="3091"/>
                  </a:lnTo>
                  <a:lnTo>
                    <a:pt x="46431" y="4080"/>
                  </a:lnTo>
                  <a:lnTo>
                    <a:pt x="42723" y="5933"/>
                  </a:lnTo>
                  <a:lnTo>
                    <a:pt x="39098" y="7623"/>
                  </a:lnTo>
                  <a:lnTo>
                    <a:pt x="35514" y="9229"/>
                  </a:lnTo>
                  <a:lnTo>
                    <a:pt x="31970" y="10712"/>
                  </a:lnTo>
                  <a:lnTo>
                    <a:pt x="28469" y="12113"/>
                  </a:lnTo>
                  <a:lnTo>
                    <a:pt x="25090" y="13349"/>
                  </a:lnTo>
                  <a:lnTo>
                    <a:pt x="21753" y="14544"/>
                  </a:lnTo>
                  <a:lnTo>
                    <a:pt x="18499" y="15615"/>
                  </a:lnTo>
                  <a:lnTo>
                    <a:pt x="15368" y="16563"/>
                  </a:lnTo>
                  <a:lnTo>
                    <a:pt x="12319" y="17469"/>
                  </a:lnTo>
                  <a:lnTo>
                    <a:pt x="9394" y="18252"/>
                  </a:lnTo>
                  <a:lnTo>
                    <a:pt x="6592" y="18993"/>
                  </a:lnTo>
                  <a:lnTo>
                    <a:pt x="3915" y="19611"/>
                  </a:lnTo>
                  <a:lnTo>
                    <a:pt x="1360" y="20188"/>
                  </a:lnTo>
                  <a:lnTo>
                    <a:pt x="1" y="21136"/>
                  </a:lnTo>
                  <a:lnTo>
                    <a:pt x="1" y="21136"/>
                  </a:lnTo>
                  <a:lnTo>
                    <a:pt x="2514" y="20600"/>
                  </a:lnTo>
                  <a:lnTo>
                    <a:pt x="5151" y="19982"/>
                  </a:lnTo>
                  <a:lnTo>
                    <a:pt x="7911" y="19282"/>
                  </a:lnTo>
                  <a:lnTo>
                    <a:pt x="10836" y="18540"/>
                  </a:lnTo>
                  <a:lnTo>
                    <a:pt x="13843" y="17675"/>
                  </a:lnTo>
                  <a:lnTo>
                    <a:pt x="16974" y="16769"/>
                  </a:lnTo>
                  <a:lnTo>
                    <a:pt x="20188" y="15697"/>
                  </a:lnTo>
                  <a:lnTo>
                    <a:pt x="23525" y="14585"/>
                  </a:lnTo>
                  <a:lnTo>
                    <a:pt x="26944" y="13349"/>
                  </a:lnTo>
                  <a:lnTo>
                    <a:pt x="30446" y="12031"/>
                  </a:lnTo>
                  <a:lnTo>
                    <a:pt x="33989" y="10589"/>
                  </a:lnTo>
                  <a:lnTo>
                    <a:pt x="37615" y="9023"/>
                  </a:lnTo>
                  <a:lnTo>
                    <a:pt x="41281" y="7334"/>
                  </a:lnTo>
                  <a:lnTo>
                    <a:pt x="44989" y="5521"/>
                  </a:lnTo>
                  <a:lnTo>
                    <a:pt x="46843" y="4574"/>
                  </a:lnTo>
                  <a:lnTo>
                    <a:pt x="48738" y="3585"/>
                  </a:lnTo>
                  <a:lnTo>
                    <a:pt x="50633" y="2555"/>
                  </a:lnTo>
                  <a:lnTo>
                    <a:pt x="52487" y="1525"/>
                  </a:lnTo>
                  <a:lnTo>
                    <a:pt x="53187" y="743"/>
                  </a:lnTo>
                  <a:lnTo>
                    <a:pt x="53847" y="1"/>
                  </a:lnTo>
                  <a:close/>
                </a:path>
              </a:pathLst>
            </a:custGeom>
            <a:solidFill>
              <a:srgbClr val="BD84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8"/>
            <p:cNvSpPr/>
            <p:nvPr/>
          </p:nvSpPr>
          <p:spPr>
            <a:xfrm>
              <a:off x="1131075" y="2467125"/>
              <a:ext cx="1346175" cy="528400"/>
            </a:xfrm>
            <a:custGeom>
              <a:avLst/>
              <a:gdLst/>
              <a:ahLst/>
              <a:cxnLst/>
              <a:rect l="l" t="t" r="r" b="b"/>
              <a:pathLst>
                <a:path w="53847" h="21136" fill="none" extrusionOk="0">
                  <a:moveTo>
                    <a:pt x="53847" y="1"/>
                  </a:moveTo>
                  <a:lnTo>
                    <a:pt x="53847" y="1"/>
                  </a:lnTo>
                  <a:lnTo>
                    <a:pt x="51993" y="1072"/>
                  </a:lnTo>
                  <a:lnTo>
                    <a:pt x="50139" y="2102"/>
                  </a:lnTo>
                  <a:lnTo>
                    <a:pt x="48285" y="3091"/>
                  </a:lnTo>
                  <a:lnTo>
                    <a:pt x="46431" y="4080"/>
                  </a:lnTo>
                  <a:lnTo>
                    <a:pt x="42723" y="5933"/>
                  </a:lnTo>
                  <a:lnTo>
                    <a:pt x="39098" y="7623"/>
                  </a:lnTo>
                  <a:lnTo>
                    <a:pt x="35514" y="9229"/>
                  </a:lnTo>
                  <a:lnTo>
                    <a:pt x="31970" y="10712"/>
                  </a:lnTo>
                  <a:lnTo>
                    <a:pt x="28469" y="12113"/>
                  </a:lnTo>
                  <a:lnTo>
                    <a:pt x="25090" y="13349"/>
                  </a:lnTo>
                  <a:lnTo>
                    <a:pt x="21753" y="14544"/>
                  </a:lnTo>
                  <a:lnTo>
                    <a:pt x="18499" y="15615"/>
                  </a:lnTo>
                  <a:lnTo>
                    <a:pt x="15368" y="16563"/>
                  </a:lnTo>
                  <a:lnTo>
                    <a:pt x="12319" y="17469"/>
                  </a:lnTo>
                  <a:lnTo>
                    <a:pt x="9394" y="18252"/>
                  </a:lnTo>
                  <a:lnTo>
                    <a:pt x="6592" y="18993"/>
                  </a:lnTo>
                  <a:lnTo>
                    <a:pt x="3915" y="19611"/>
                  </a:lnTo>
                  <a:lnTo>
                    <a:pt x="1360" y="20188"/>
                  </a:lnTo>
                  <a:lnTo>
                    <a:pt x="1" y="21136"/>
                  </a:lnTo>
                  <a:lnTo>
                    <a:pt x="1" y="21136"/>
                  </a:lnTo>
                  <a:lnTo>
                    <a:pt x="2514" y="20600"/>
                  </a:lnTo>
                  <a:lnTo>
                    <a:pt x="5151" y="19982"/>
                  </a:lnTo>
                  <a:lnTo>
                    <a:pt x="7911" y="19282"/>
                  </a:lnTo>
                  <a:lnTo>
                    <a:pt x="10836" y="18540"/>
                  </a:lnTo>
                  <a:lnTo>
                    <a:pt x="13843" y="17675"/>
                  </a:lnTo>
                  <a:lnTo>
                    <a:pt x="16974" y="16769"/>
                  </a:lnTo>
                  <a:lnTo>
                    <a:pt x="20188" y="15697"/>
                  </a:lnTo>
                  <a:lnTo>
                    <a:pt x="23525" y="14585"/>
                  </a:lnTo>
                  <a:lnTo>
                    <a:pt x="26944" y="13349"/>
                  </a:lnTo>
                  <a:lnTo>
                    <a:pt x="30446" y="12031"/>
                  </a:lnTo>
                  <a:lnTo>
                    <a:pt x="33989" y="10589"/>
                  </a:lnTo>
                  <a:lnTo>
                    <a:pt x="37615" y="9023"/>
                  </a:lnTo>
                  <a:lnTo>
                    <a:pt x="41281" y="7334"/>
                  </a:lnTo>
                  <a:lnTo>
                    <a:pt x="44989" y="5521"/>
                  </a:lnTo>
                  <a:lnTo>
                    <a:pt x="46843" y="4574"/>
                  </a:lnTo>
                  <a:lnTo>
                    <a:pt x="48738" y="3585"/>
                  </a:lnTo>
                  <a:lnTo>
                    <a:pt x="50633" y="2555"/>
                  </a:lnTo>
                  <a:lnTo>
                    <a:pt x="52487" y="1525"/>
                  </a:lnTo>
                  <a:lnTo>
                    <a:pt x="52487" y="1525"/>
                  </a:lnTo>
                  <a:lnTo>
                    <a:pt x="53187" y="743"/>
                  </a:lnTo>
                  <a:lnTo>
                    <a:pt x="53187" y="743"/>
                  </a:lnTo>
                  <a:lnTo>
                    <a:pt x="5384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>
              <a:off x="2443250" y="2303375"/>
              <a:ext cx="303850" cy="201900"/>
            </a:xfrm>
            <a:custGeom>
              <a:avLst/>
              <a:gdLst/>
              <a:ahLst/>
              <a:cxnLst/>
              <a:rect l="l" t="t" r="r" b="b"/>
              <a:pathLst>
                <a:path w="12154" h="8076" extrusionOk="0">
                  <a:moveTo>
                    <a:pt x="11783" y="0"/>
                  </a:moveTo>
                  <a:lnTo>
                    <a:pt x="9187" y="1731"/>
                  </a:lnTo>
                  <a:lnTo>
                    <a:pt x="6592" y="3420"/>
                  </a:lnTo>
                  <a:lnTo>
                    <a:pt x="3955" y="5027"/>
                  </a:lnTo>
                  <a:lnTo>
                    <a:pt x="1360" y="6551"/>
                  </a:lnTo>
                  <a:lnTo>
                    <a:pt x="700" y="7293"/>
                  </a:lnTo>
                  <a:lnTo>
                    <a:pt x="0" y="8075"/>
                  </a:lnTo>
                  <a:lnTo>
                    <a:pt x="3049" y="6304"/>
                  </a:lnTo>
                  <a:lnTo>
                    <a:pt x="6056" y="4450"/>
                  </a:lnTo>
                  <a:lnTo>
                    <a:pt x="9105" y="2555"/>
                  </a:lnTo>
                  <a:lnTo>
                    <a:pt x="12154" y="495"/>
                  </a:lnTo>
                  <a:lnTo>
                    <a:pt x="11783" y="0"/>
                  </a:lnTo>
                  <a:close/>
                </a:path>
              </a:pathLst>
            </a:custGeom>
            <a:solidFill>
              <a:srgbClr val="AF7C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38"/>
            <p:cNvSpPr/>
            <p:nvPr/>
          </p:nvSpPr>
          <p:spPr>
            <a:xfrm>
              <a:off x="2443250" y="2303375"/>
              <a:ext cx="303850" cy="201900"/>
            </a:xfrm>
            <a:custGeom>
              <a:avLst/>
              <a:gdLst/>
              <a:ahLst/>
              <a:cxnLst/>
              <a:rect l="l" t="t" r="r" b="b"/>
              <a:pathLst>
                <a:path w="12154" h="8076" fill="none" extrusionOk="0">
                  <a:moveTo>
                    <a:pt x="11783" y="0"/>
                  </a:moveTo>
                  <a:lnTo>
                    <a:pt x="11783" y="0"/>
                  </a:lnTo>
                  <a:lnTo>
                    <a:pt x="9187" y="1731"/>
                  </a:lnTo>
                  <a:lnTo>
                    <a:pt x="6592" y="3420"/>
                  </a:lnTo>
                  <a:lnTo>
                    <a:pt x="3955" y="5027"/>
                  </a:lnTo>
                  <a:lnTo>
                    <a:pt x="1360" y="6551"/>
                  </a:lnTo>
                  <a:lnTo>
                    <a:pt x="1360" y="6551"/>
                  </a:lnTo>
                  <a:lnTo>
                    <a:pt x="700" y="7293"/>
                  </a:lnTo>
                  <a:lnTo>
                    <a:pt x="700" y="7293"/>
                  </a:lnTo>
                  <a:lnTo>
                    <a:pt x="0" y="8075"/>
                  </a:lnTo>
                  <a:lnTo>
                    <a:pt x="0" y="8075"/>
                  </a:lnTo>
                  <a:lnTo>
                    <a:pt x="3049" y="6304"/>
                  </a:lnTo>
                  <a:lnTo>
                    <a:pt x="6056" y="4450"/>
                  </a:lnTo>
                  <a:lnTo>
                    <a:pt x="9105" y="2555"/>
                  </a:lnTo>
                  <a:lnTo>
                    <a:pt x="12154" y="495"/>
                  </a:lnTo>
                  <a:lnTo>
                    <a:pt x="117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38"/>
            <p:cNvSpPr/>
            <p:nvPr/>
          </p:nvSpPr>
          <p:spPr>
            <a:xfrm>
              <a:off x="735575" y="3038750"/>
              <a:ext cx="25" cy="4150"/>
            </a:xfrm>
            <a:custGeom>
              <a:avLst/>
              <a:gdLst/>
              <a:ahLst/>
              <a:cxnLst/>
              <a:rect l="l" t="t" r="r" b="b"/>
              <a:pathLst>
                <a:path w="1" h="166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66"/>
                  </a:lnTo>
                  <a:lnTo>
                    <a:pt x="1" y="1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38"/>
            <p:cNvSpPr/>
            <p:nvPr/>
          </p:nvSpPr>
          <p:spPr>
            <a:xfrm>
              <a:off x="735575" y="3038750"/>
              <a:ext cx="25" cy="4150"/>
            </a:xfrm>
            <a:custGeom>
              <a:avLst/>
              <a:gdLst/>
              <a:ahLst/>
              <a:cxnLst/>
              <a:rect l="l" t="t" r="r" b="b"/>
              <a:pathLst>
                <a:path w="1" h="166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66"/>
                  </a:lnTo>
                  <a:lnTo>
                    <a:pt x="1" y="166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38"/>
            <p:cNvSpPr/>
            <p:nvPr/>
          </p:nvSpPr>
          <p:spPr>
            <a:xfrm>
              <a:off x="735575" y="3004775"/>
              <a:ext cx="265750" cy="49450"/>
            </a:xfrm>
            <a:custGeom>
              <a:avLst/>
              <a:gdLst/>
              <a:ahLst/>
              <a:cxnLst/>
              <a:rect l="l" t="t" r="r" b="b"/>
              <a:pathLst>
                <a:path w="10630" h="1978" extrusionOk="0">
                  <a:moveTo>
                    <a:pt x="10424" y="0"/>
                  </a:moveTo>
                  <a:lnTo>
                    <a:pt x="8158" y="371"/>
                  </a:lnTo>
                  <a:lnTo>
                    <a:pt x="6139" y="659"/>
                  </a:lnTo>
                  <a:lnTo>
                    <a:pt x="4368" y="907"/>
                  </a:lnTo>
                  <a:lnTo>
                    <a:pt x="2885" y="1071"/>
                  </a:lnTo>
                  <a:lnTo>
                    <a:pt x="825" y="1277"/>
                  </a:lnTo>
                  <a:lnTo>
                    <a:pt x="1" y="1360"/>
                  </a:lnTo>
                  <a:lnTo>
                    <a:pt x="1" y="1525"/>
                  </a:lnTo>
                  <a:lnTo>
                    <a:pt x="42" y="1978"/>
                  </a:lnTo>
                  <a:lnTo>
                    <a:pt x="825" y="1937"/>
                  </a:lnTo>
                  <a:lnTo>
                    <a:pt x="2926" y="1731"/>
                  </a:lnTo>
                  <a:lnTo>
                    <a:pt x="4450" y="1525"/>
                  </a:lnTo>
                  <a:lnTo>
                    <a:pt x="6222" y="1277"/>
                  </a:lnTo>
                  <a:lnTo>
                    <a:pt x="8282" y="989"/>
                  </a:lnTo>
                  <a:lnTo>
                    <a:pt x="10630" y="618"/>
                  </a:lnTo>
                  <a:lnTo>
                    <a:pt x="10424" y="0"/>
                  </a:lnTo>
                  <a:close/>
                </a:path>
              </a:pathLst>
            </a:custGeom>
            <a:solidFill>
              <a:srgbClr val="BD84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38"/>
            <p:cNvSpPr/>
            <p:nvPr/>
          </p:nvSpPr>
          <p:spPr>
            <a:xfrm>
              <a:off x="735575" y="3004775"/>
              <a:ext cx="265750" cy="49450"/>
            </a:xfrm>
            <a:custGeom>
              <a:avLst/>
              <a:gdLst/>
              <a:ahLst/>
              <a:cxnLst/>
              <a:rect l="l" t="t" r="r" b="b"/>
              <a:pathLst>
                <a:path w="10630" h="1978" fill="none" extrusionOk="0">
                  <a:moveTo>
                    <a:pt x="10424" y="0"/>
                  </a:moveTo>
                  <a:lnTo>
                    <a:pt x="10424" y="0"/>
                  </a:lnTo>
                  <a:lnTo>
                    <a:pt x="8158" y="371"/>
                  </a:lnTo>
                  <a:lnTo>
                    <a:pt x="6139" y="659"/>
                  </a:lnTo>
                  <a:lnTo>
                    <a:pt x="4368" y="907"/>
                  </a:lnTo>
                  <a:lnTo>
                    <a:pt x="2885" y="1071"/>
                  </a:lnTo>
                  <a:lnTo>
                    <a:pt x="825" y="1277"/>
                  </a:lnTo>
                  <a:lnTo>
                    <a:pt x="1" y="1360"/>
                  </a:lnTo>
                  <a:lnTo>
                    <a:pt x="1" y="1360"/>
                  </a:lnTo>
                  <a:lnTo>
                    <a:pt x="1" y="1525"/>
                  </a:lnTo>
                  <a:lnTo>
                    <a:pt x="42" y="1978"/>
                  </a:lnTo>
                  <a:lnTo>
                    <a:pt x="42" y="1978"/>
                  </a:lnTo>
                  <a:lnTo>
                    <a:pt x="825" y="1937"/>
                  </a:lnTo>
                  <a:lnTo>
                    <a:pt x="2926" y="1731"/>
                  </a:lnTo>
                  <a:lnTo>
                    <a:pt x="4450" y="1525"/>
                  </a:lnTo>
                  <a:lnTo>
                    <a:pt x="6222" y="1277"/>
                  </a:lnTo>
                  <a:lnTo>
                    <a:pt x="8282" y="989"/>
                  </a:lnTo>
                  <a:lnTo>
                    <a:pt x="10630" y="618"/>
                  </a:lnTo>
                  <a:lnTo>
                    <a:pt x="10630" y="618"/>
                  </a:lnTo>
                  <a:lnTo>
                    <a:pt x="1042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38"/>
            <p:cNvSpPr/>
            <p:nvPr/>
          </p:nvSpPr>
          <p:spPr>
            <a:xfrm>
              <a:off x="996150" y="2971800"/>
              <a:ext cx="168950" cy="48450"/>
            </a:xfrm>
            <a:custGeom>
              <a:avLst/>
              <a:gdLst/>
              <a:ahLst/>
              <a:cxnLst/>
              <a:rect l="l" t="t" r="r" b="b"/>
              <a:pathLst>
                <a:path w="6758" h="1938" extrusionOk="0">
                  <a:moveTo>
                    <a:pt x="6757" y="1"/>
                  </a:moveTo>
                  <a:lnTo>
                    <a:pt x="3214" y="743"/>
                  </a:lnTo>
                  <a:lnTo>
                    <a:pt x="1" y="1319"/>
                  </a:lnTo>
                  <a:lnTo>
                    <a:pt x="207" y="1937"/>
                  </a:lnTo>
                  <a:lnTo>
                    <a:pt x="2679" y="1484"/>
                  </a:lnTo>
                  <a:lnTo>
                    <a:pt x="5398" y="949"/>
                  </a:lnTo>
                  <a:lnTo>
                    <a:pt x="6757" y="1"/>
                  </a:lnTo>
                  <a:close/>
                </a:path>
              </a:pathLst>
            </a:custGeom>
            <a:solidFill>
              <a:srgbClr val="C28D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38"/>
            <p:cNvSpPr/>
            <p:nvPr/>
          </p:nvSpPr>
          <p:spPr>
            <a:xfrm>
              <a:off x="996150" y="2971800"/>
              <a:ext cx="168950" cy="48450"/>
            </a:xfrm>
            <a:custGeom>
              <a:avLst/>
              <a:gdLst/>
              <a:ahLst/>
              <a:cxnLst/>
              <a:rect l="l" t="t" r="r" b="b"/>
              <a:pathLst>
                <a:path w="6758" h="1938" fill="none" extrusionOk="0">
                  <a:moveTo>
                    <a:pt x="6757" y="1"/>
                  </a:moveTo>
                  <a:lnTo>
                    <a:pt x="6757" y="1"/>
                  </a:lnTo>
                  <a:lnTo>
                    <a:pt x="3214" y="743"/>
                  </a:lnTo>
                  <a:lnTo>
                    <a:pt x="1" y="1319"/>
                  </a:lnTo>
                  <a:lnTo>
                    <a:pt x="1" y="1319"/>
                  </a:lnTo>
                  <a:lnTo>
                    <a:pt x="207" y="1937"/>
                  </a:lnTo>
                  <a:lnTo>
                    <a:pt x="207" y="1937"/>
                  </a:lnTo>
                  <a:lnTo>
                    <a:pt x="2679" y="1484"/>
                  </a:lnTo>
                  <a:lnTo>
                    <a:pt x="5398" y="949"/>
                  </a:lnTo>
                  <a:lnTo>
                    <a:pt x="67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38"/>
            <p:cNvSpPr/>
            <p:nvPr/>
          </p:nvSpPr>
          <p:spPr>
            <a:xfrm>
              <a:off x="767500" y="3167500"/>
              <a:ext cx="12400" cy="16500"/>
            </a:xfrm>
            <a:custGeom>
              <a:avLst/>
              <a:gdLst/>
              <a:ahLst/>
              <a:cxnLst/>
              <a:rect l="l" t="t" r="r" b="b"/>
              <a:pathLst>
                <a:path w="496" h="660" extrusionOk="0">
                  <a:moveTo>
                    <a:pt x="42" y="1"/>
                  </a:moveTo>
                  <a:lnTo>
                    <a:pt x="1" y="660"/>
                  </a:lnTo>
                  <a:lnTo>
                    <a:pt x="495" y="660"/>
                  </a:lnTo>
                  <a:lnTo>
                    <a:pt x="83" y="42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38"/>
            <p:cNvSpPr/>
            <p:nvPr/>
          </p:nvSpPr>
          <p:spPr>
            <a:xfrm>
              <a:off x="767500" y="3167500"/>
              <a:ext cx="12400" cy="16500"/>
            </a:xfrm>
            <a:custGeom>
              <a:avLst/>
              <a:gdLst/>
              <a:ahLst/>
              <a:cxnLst/>
              <a:rect l="l" t="t" r="r" b="b"/>
              <a:pathLst>
                <a:path w="496" h="660" fill="none" extrusionOk="0">
                  <a:moveTo>
                    <a:pt x="42" y="1"/>
                  </a:moveTo>
                  <a:lnTo>
                    <a:pt x="1" y="660"/>
                  </a:lnTo>
                  <a:lnTo>
                    <a:pt x="1" y="660"/>
                  </a:lnTo>
                  <a:lnTo>
                    <a:pt x="495" y="660"/>
                  </a:lnTo>
                  <a:lnTo>
                    <a:pt x="495" y="660"/>
                  </a:lnTo>
                  <a:lnTo>
                    <a:pt x="83" y="42"/>
                  </a:lnTo>
                  <a:lnTo>
                    <a:pt x="83" y="42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>
              <a:off x="769575" y="3018150"/>
              <a:ext cx="892975" cy="166875"/>
            </a:xfrm>
            <a:custGeom>
              <a:avLst/>
              <a:gdLst/>
              <a:ahLst/>
              <a:cxnLst/>
              <a:rect l="l" t="t" r="r" b="b"/>
              <a:pathLst>
                <a:path w="35719" h="6675" extrusionOk="0">
                  <a:moveTo>
                    <a:pt x="35719" y="1"/>
                  </a:moveTo>
                  <a:lnTo>
                    <a:pt x="32588" y="990"/>
                  </a:lnTo>
                  <a:lnTo>
                    <a:pt x="29539" y="1855"/>
                  </a:lnTo>
                  <a:lnTo>
                    <a:pt x="26614" y="2596"/>
                  </a:lnTo>
                  <a:lnTo>
                    <a:pt x="23813" y="3256"/>
                  </a:lnTo>
                  <a:lnTo>
                    <a:pt x="21135" y="3832"/>
                  </a:lnTo>
                  <a:lnTo>
                    <a:pt x="18622" y="4327"/>
                  </a:lnTo>
                  <a:lnTo>
                    <a:pt x="16191" y="4739"/>
                  </a:lnTo>
                  <a:lnTo>
                    <a:pt x="13925" y="5068"/>
                  </a:lnTo>
                  <a:lnTo>
                    <a:pt x="11824" y="5357"/>
                  </a:lnTo>
                  <a:lnTo>
                    <a:pt x="9888" y="5563"/>
                  </a:lnTo>
                  <a:lnTo>
                    <a:pt x="8075" y="5727"/>
                  </a:lnTo>
                  <a:lnTo>
                    <a:pt x="6427" y="5851"/>
                  </a:lnTo>
                  <a:lnTo>
                    <a:pt x="4985" y="5933"/>
                  </a:lnTo>
                  <a:lnTo>
                    <a:pt x="3708" y="5975"/>
                  </a:lnTo>
                  <a:lnTo>
                    <a:pt x="1648" y="6016"/>
                  </a:lnTo>
                  <a:lnTo>
                    <a:pt x="0" y="6016"/>
                  </a:lnTo>
                  <a:lnTo>
                    <a:pt x="412" y="6634"/>
                  </a:lnTo>
                  <a:lnTo>
                    <a:pt x="1648" y="6675"/>
                  </a:lnTo>
                  <a:lnTo>
                    <a:pt x="3255" y="6634"/>
                  </a:lnTo>
                  <a:lnTo>
                    <a:pt x="5397" y="6551"/>
                  </a:lnTo>
                  <a:lnTo>
                    <a:pt x="7951" y="6387"/>
                  </a:lnTo>
                  <a:lnTo>
                    <a:pt x="11000" y="6098"/>
                  </a:lnTo>
                  <a:lnTo>
                    <a:pt x="12648" y="5892"/>
                  </a:lnTo>
                  <a:lnTo>
                    <a:pt x="14420" y="5645"/>
                  </a:lnTo>
                  <a:lnTo>
                    <a:pt x="16315" y="5357"/>
                  </a:lnTo>
                  <a:lnTo>
                    <a:pt x="18292" y="5027"/>
                  </a:lnTo>
                  <a:lnTo>
                    <a:pt x="20352" y="4615"/>
                  </a:lnTo>
                  <a:lnTo>
                    <a:pt x="22494" y="4203"/>
                  </a:lnTo>
                  <a:lnTo>
                    <a:pt x="24760" y="3709"/>
                  </a:lnTo>
                  <a:lnTo>
                    <a:pt x="27067" y="3132"/>
                  </a:lnTo>
                  <a:lnTo>
                    <a:pt x="29251" y="2432"/>
                  </a:lnTo>
                  <a:lnTo>
                    <a:pt x="31434" y="1649"/>
                  </a:lnTo>
                  <a:lnTo>
                    <a:pt x="33577" y="866"/>
                  </a:lnTo>
                  <a:lnTo>
                    <a:pt x="35719" y="1"/>
                  </a:lnTo>
                  <a:close/>
                </a:path>
              </a:pathLst>
            </a:custGeom>
            <a:solidFill>
              <a:srgbClr val="BD84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8"/>
            <p:cNvSpPr/>
            <p:nvPr/>
          </p:nvSpPr>
          <p:spPr>
            <a:xfrm>
              <a:off x="769575" y="3018150"/>
              <a:ext cx="892975" cy="166875"/>
            </a:xfrm>
            <a:custGeom>
              <a:avLst/>
              <a:gdLst/>
              <a:ahLst/>
              <a:cxnLst/>
              <a:rect l="l" t="t" r="r" b="b"/>
              <a:pathLst>
                <a:path w="35719" h="6675" fill="none" extrusionOk="0">
                  <a:moveTo>
                    <a:pt x="35719" y="1"/>
                  </a:moveTo>
                  <a:lnTo>
                    <a:pt x="35719" y="1"/>
                  </a:lnTo>
                  <a:lnTo>
                    <a:pt x="32588" y="990"/>
                  </a:lnTo>
                  <a:lnTo>
                    <a:pt x="29539" y="1855"/>
                  </a:lnTo>
                  <a:lnTo>
                    <a:pt x="26614" y="2596"/>
                  </a:lnTo>
                  <a:lnTo>
                    <a:pt x="23813" y="3256"/>
                  </a:lnTo>
                  <a:lnTo>
                    <a:pt x="21135" y="3832"/>
                  </a:lnTo>
                  <a:lnTo>
                    <a:pt x="18622" y="4327"/>
                  </a:lnTo>
                  <a:lnTo>
                    <a:pt x="16191" y="4739"/>
                  </a:lnTo>
                  <a:lnTo>
                    <a:pt x="13925" y="5068"/>
                  </a:lnTo>
                  <a:lnTo>
                    <a:pt x="11824" y="5357"/>
                  </a:lnTo>
                  <a:lnTo>
                    <a:pt x="9888" y="5563"/>
                  </a:lnTo>
                  <a:lnTo>
                    <a:pt x="8075" y="5727"/>
                  </a:lnTo>
                  <a:lnTo>
                    <a:pt x="6427" y="5851"/>
                  </a:lnTo>
                  <a:lnTo>
                    <a:pt x="4985" y="5933"/>
                  </a:lnTo>
                  <a:lnTo>
                    <a:pt x="3708" y="5975"/>
                  </a:lnTo>
                  <a:lnTo>
                    <a:pt x="1648" y="6016"/>
                  </a:lnTo>
                  <a:lnTo>
                    <a:pt x="1648" y="6016"/>
                  </a:lnTo>
                  <a:lnTo>
                    <a:pt x="536" y="6016"/>
                  </a:lnTo>
                  <a:lnTo>
                    <a:pt x="0" y="6016"/>
                  </a:lnTo>
                  <a:lnTo>
                    <a:pt x="0" y="6016"/>
                  </a:lnTo>
                  <a:lnTo>
                    <a:pt x="412" y="6634"/>
                  </a:lnTo>
                  <a:lnTo>
                    <a:pt x="412" y="6634"/>
                  </a:lnTo>
                  <a:lnTo>
                    <a:pt x="1648" y="6675"/>
                  </a:lnTo>
                  <a:lnTo>
                    <a:pt x="1648" y="6675"/>
                  </a:lnTo>
                  <a:lnTo>
                    <a:pt x="3255" y="6634"/>
                  </a:lnTo>
                  <a:lnTo>
                    <a:pt x="5397" y="6551"/>
                  </a:lnTo>
                  <a:lnTo>
                    <a:pt x="7951" y="6387"/>
                  </a:lnTo>
                  <a:lnTo>
                    <a:pt x="11000" y="6098"/>
                  </a:lnTo>
                  <a:lnTo>
                    <a:pt x="12648" y="5892"/>
                  </a:lnTo>
                  <a:lnTo>
                    <a:pt x="14420" y="5645"/>
                  </a:lnTo>
                  <a:lnTo>
                    <a:pt x="16315" y="5357"/>
                  </a:lnTo>
                  <a:lnTo>
                    <a:pt x="18292" y="5027"/>
                  </a:lnTo>
                  <a:lnTo>
                    <a:pt x="20352" y="4615"/>
                  </a:lnTo>
                  <a:lnTo>
                    <a:pt x="22494" y="4203"/>
                  </a:lnTo>
                  <a:lnTo>
                    <a:pt x="24760" y="3709"/>
                  </a:lnTo>
                  <a:lnTo>
                    <a:pt x="27067" y="3132"/>
                  </a:lnTo>
                  <a:lnTo>
                    <a:pt x="27067" y="3132"/>
                  </a:lnTo>
                  <a:lnTo>
                    <a:pt x="29251" y="2432"/>
                  </a:lnTo>
                  <a:lnTo>
                    <a:pt x="31434" y="1649"/>
                  </a:lnTo>
                  <a:lnTo>
                    <a:pt x="33577" y="866"/>
                  </a:lnTo>
                  <a:lnTo>
                    <a:pt x="3571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8"/>
            <p:cNvSpPr/>
            <p:nvPr/>
          </p:nvSpPr>
          <p:spPr>
            <a:xfrm>
              <a:off x="1446250" y="2429025"/>
              <a:ext cx="1377075" cy="667425"/>
            </a:xfrm>
            <a:custGeom>
              <a:avLst/>
              <a:gdLst/>
              <a:ahLst/>
              <a:cxnLst/>
              <a:rect l="l" t="t" r="r" b="b"/>
              <a:pathLst>
                <a:path w="55083" h="26697" extrusionOk="0">
                  <a:moveTo>
                    <a:pt x="54711" y="1"/>
                  </a:moveTo>
                  <a:lnTo>
                    <a:pt x="51580" y="2225"/>
                  </a:lnTo>
                  <a:lnTo>
                    <a:pt x="48449" y="4326"/>
                  </a:lnTo>
                  <a:lnTo>
                    <a:pt x="45318" y="6345"/>
                  </a:lnTo>
                  <a:lnTo>
                    <a:pt x="42270" y="8240"/>
                  </a:lnTo>
                  <a:lnTo>
                    <a:pt x="39221" y="10012"/>
                  </a:lnTo>
                  <a:lnTo>
                    <a:pt x="36213" y="11701"/>
                  </a:lnTo>
                  <a:lnTo>
                    <a:pt x="33247" y="13266"/>
                  </a:lnTo>
                  <a:lnTo>
                    <a:pt x="30322" y="14750"/>
                  </a:lnTo>
                  <a:lnTo>
                    <a:pt x="27438" y="16150"/>
                  </a:lnTo>
                  <a:lnTo>
                    <a:pt x="24596" y="17469"/>
                  </a:lnTo>
                  <a:lnTo>
                    <a:pt x="21794" y="18705"/>
                  </a:lnTo>
                  <a:lnTo>
                    <a:pt x="19075" y="19817"/>
                  </a:lnTo>
                  <a:lnTo>
                    <a:pt x="16356" y="20888"/>
                  </a:lnTo>
                  <a:lnTo>
                    <a:pt x="13719" y="21836"/>
                  </a:lnTo>
                  <a:lnTo>
                    <a:pt x="11165" y="22742"/>
                  </a:lnTo>
                  <a:lnTo>
                    <a:pt x="8652" y="23566"/>
                  </a:lnTo>
                  <a:lnTo>
                    <a:pt x="6510" y="24431"/>
                  </a:lnTo>
                  <a:lnTo>
                    <a:pt x="4367" y="25214"/>
                  </a:lnTo>
                  <a:lnTo>
                    <a:pt x="2184" y="25997"/>
                  </a:lnTo>
                  <a:lnTo>
                    <a:pt x="0" y="26697"/>
                  </a:lnTo>
                  <a:lnTo>
                    <a:pt x="0" y="26697"/>
                  </a:lnTo>
                  <a:lnTo>
                    <a:pt x="2802" y="25955"/>
                  </a:lnTo>
                  <a:lnTo>
                    <a:pt x="5727" y="25131"/>
                  </a:lnTo>
                  <a:lnTo>
                    <a:pt x="8776" y="24225"/>
                  </a:lnTo>
                  <a:lnTo>
                    <a:pt x="11865" y="23195"/>
                  </a:lnTo>
                  <a:lnTo>
                    <a:pt x="15079" y="22042"/>
                  </a:lnTo>
                  <a:lnTo>
                    <a:pt x="18375" y="20764"/>
                  </a:lnTo>
                  <a:lnTo>
                    <a:pt x="21753" y="19405"/>
                  </a:lnTo>
                  <a:lnTo>
                    <a:pt x="25214" y="17881"/>
                  </a:lnTo>
                  <a:lnTo>
                    <a:pt x="28757" y="16233"/>
                  </a:lnTo>
                  <a:lnTo>
                    <a:pt x="32341" y="14461"/>
                  </a:lnTo>
                  <a:lnTo>
                    <a:pt x="34154" y="13514"/>
                  </a:lnTo>
                  <a:lnTo>
                    <a:pt x="36008" y="12525"/>
                  </a:lnTo>
                  <a:lnTo>
                    <a:pt x="37861" y="11495"/>
                  </a:lnTo>
                  <a:lnTo>
                    <a:pt x="39715" y="10465"/>
                  </a:lnTo>
                  <a:lnTo>
                    <a:pt x="41610" y="9353"/>
                  </a:lnTo>
                  <a:lnTo>
                    <a:pt x="43506" y="8199"/>
                  </a:lnTo>
                  <a:lnTo>
                    <a:pt x="45401" y="7045"/>
                  </a:lnTo>
                  <a:lnTo>
                    <a:pt x="47337" y="5810"/>
                  </a:lnTo>
                  <a:lnTo>
                    <a:pt x="49232" y="4574"/>
                  </a:lnTo>
                  <a:lnTo>
                    <a:pt x="51210" y="3255"/>
                  </a:lnTo>
                  <a:lnTo>
                    <a:pt x="53146" y="1937"/>
                  </a:lnTo>
                  <a:lnTo>
                    <a:pt x="55082" y="536"/>
                  </a:lnTo>
                  <a:lnTo>
                    <a:pt x="54711" y="1"/>
                  </a:lnTo>
                  <a:close/>
                </a:path>
              </a:pathLst>
            </a:custGeom>
            <a:solidFill>
              <a:srgbClr val="AF7C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>
              <a:off x="1446250" y="2429025"/>
              <a:ext cx="1377075" cy="667425"/>
            </a:xfrm>
            <a:custGeom>
              <a:avLst/>
              <a:gdLst/>
              <a:ahLst/>
              <a:cxnLst/>
              <a:rect l="l" t="t" r="r" b="b"/>
              <a:pathLst>
                <a:path w="55083" h="26697" fill="none" extrusionOk="0">
                  <a:moveTo>
                    <a:pt x="54711" y="1"/>
                  </a:moveTo>
                  <a:lnTo>
                    <a:pt x="54711" y="1"/>
                  </a:lnTo>
                  <a:lnTo>
                    <a:pt x="51580" y="2225"/>
                  </a:lnTo>
                  <a:lnTo>
                    <a:pt x="48449" y="4326"/>
                  </a:lnTo>
                  <a:lnTo>
                    <a:pt x="45318" y="6345"/>
                  </a:lnTo>
                  <a:lnTo>
                    <a:pt x="42270" y="8240"/>
                  </a:lnTo>
                  <a:lnTo>
                    <a:pt x="39221" y="10012"/>
                  </a:lnTo>
                  <a:lnTo>
                    <a:pt x="36213" y="11701"/>
                  </a:lnTo>
                  <a:lnTo>
                    <a:pt x="33247" y="13266"/>
                  </a:lnTo>
                  <a:lnTo>
                    <a:pt x="30322" y="14750"/>
                  </a:lnTo>
                  <a:lnTo>
                    <a:pt x="27438" y="16150"/>
                  </a:lnTo>
                  <a:lnTo>
                    <a:pt x="24596" y="17469"/>
                  </a:lnTo>
                  <a:lnTo>
                    <a:pt x="21794" y="18705"/>
                  </a:lnTo>
                  <a:lnTo>
                    <a:pt x="19075" y="19817"/>
                  </a:lnTo>
                  <a:lnTo>
                    <a:pt x="16356" y="20888"/>
                  </a:lnTo>
                  <a:lnTo>
                    <a:pt x="13719" y="21836"/>
                  </a:lnTo>
                  <a:lnTo>
                    <a:pt x="11165" y="22742"/>
                  </a:lnTo>
                  <a:lnTo>
                    <a:pt x="8652" y="23566"/>
                  </a:lnTo>
                  <a:lnTo>
                    <a:pt x="8652" y="23566"/>
                  </a:lnTo>
                  <a:lnTo>
                    <a:pt x="6510" y="24431"/>
                  </a:lnTo>
                  <a:lnTo>
                    <a:pt x="4367" y="25214"/>
                  </a:lnTo>
                  <a:lnTo>
                    <a:pt x="2184" y="25997"/>
                  </a:lnTo>
                  <a:lnTo>
                    <a:pt x="0" y="26697"/>
                  </a:lnTo>
                  <a:lnTo>
                    <a:pt x="0" y="26697"/>
                  </a:lnTo>
                  <a:lnTo>
                    <a:pt x="2802" y="25955"/>
                  </a:lnTo>
                  <a:lnTo>
                    <a:pt x="5727" y="25131"/>
                  </a:lnTo>
                  <a:lnTo>
                    <a:pt x="8776" y="24225"/>
                  </a:lnTo>
                  <a:lnTo>
                    <a:pt x="11865" y="23195"/>
                  </a:lnTo>
                  <a:lnTo>
                    <a:pt x="15079" y="22042"/>
                  </a:lnTo>
                  <a:lnTo>
                    <a:pt x="18375" y="20764"/>
                  </a:lnTo>
                  <a:lnTo>
                    <a:pt x="21753" y="19405"/>
                  </a:lnTo>
                  <a:lnTo>
                    <a:pt x="25214" y="17881"/>
                  </a:lnTo>
                  <a:lnTo>
                    <a:pt x="28757" y="16233"/>
                  </a:lnTo>
                  <a:lnTo>
                    <a:pt x="32341" y="14461"/>
                  </a:lnTo>
                  <a:lnTo>
                    <a:pt x="34154" y="13514"/>
                  </a:lnTo>
                  <a:lnTo>
                    <a:pt x="36008" y="12525"/>
                  </a:lnTo>
                  <a:lnTo>
                    <a:pt x="37861" y="11495"/>
                  </a:lnTo>
                  <a:lnTo>
                    <a:pt x="39715" y="10465"/>
                  </a:lnTo>
                  <a:lnTo>
                    <a:pt x="41610" y="9353"/>
                  </a:lnTo>
                  <a:lnTo>
                    <a:pt x="43506" y="8199"/>
                  </a:lnTo>
                  <a:lnTo>
                    <a:pt x="45401" y="7045"/>
                  </a:lnTo>
                  <a:lnTo>
                    <a:pt x="47337" y="5810"/>
                  </a:lnTo>
                  <a:lnTo>
                    <a:pt x="49232" y="4574"/>
                  </a:lnTo>
                  <a:lnTo>
                    <a:pt x="51210" y="3255"/>
                  </a:lnTo>
                  <a:lnTo>
                    <a:pt x="53146" y="1937"/>
                  </a:lnTo>
                  <a:lnTo>
                    <a:pt x="55082" y="536"/>
                  </a:lnTo>
                  <a:lnTo>
                    <a:pt x="5471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7" name="Google Shape;1337;p38"/>
          <p:cNvGrpSpPr/>
          <p:nvPr/>
        </p:nvGrpSpPr>
        <p:grpSpPr>
          <a:xfrm>
            <a:off x="1524203" y="1326840"/>
            <a:ext cx="1481282" cy="1276091"/>
            <a:chOff x="4942925" y="3524900"/>
            <a:chExt cx="1866300" cy="1607775"/>
          </a:xfrm>
        </p:grpSpPr>
        <p:sp>
          <p:nvSpPr>
            <p:cNvPr id="1338" name="Google Shape;1338;p38"/>
            <p:cNvSpPr/>
            <p:nvPr/>
          </p:nvSpPr>
          <p:spPr>
            <a:xfrm>
              <a:off x="6149000" y="3524900"/>
              <a:ext cx="304900" cy="404800"/>
            </a:xfrm>
            <a:custGeom>
              <a:avLst/>
              <a:gdLst/>
              <a:ahLst/>
              <a:cxnLst/>
              <a:rect l="l" t="t" r="r" b="b"/>
              <a:pathLst>
                <a:path w="12196" h="16192" extrusionOk="0">
                  <a:moveTo>
                    <a:pt x="12113" y="0"/>
                  </a:moveTo>
                  <a:lnTo>
                    <a:pt x="10960" y="289"/>
                  </a:lnTo>
                  <a:lnTo>
                    <a:pt x="9888" y="659"/>
                  </a:lnTo>
                  <a:lnTo>
                    <a:pt x="8858" y="1071"/>
                  </a:lnTo>
                  <a:lnTo>
                    <a:pt x="7952" y="1525"/>
                  </a:lnTo>
                  <a:lnTo>
                    <a:pt x="7087" y="2060"/>
                  </a:lnTo>
                  <a:lnTo>
                    <a:pt x="6263" y="2596"/>
                  </a:lnTo>
                  <a:lnTo>
                    <a:pt x="5521" y="3173"/>
                  </a:lnTo>
                  <a:lnTo>
                    <a:pt x="4862" y="3791"/>
                  </a:lnTo>
                  <a:lnTo>
                    <a:pt x="4203" y="4408"/>
                  </a:lnTo>
                  <a:lnTo>
                    <a:pt x="3668" y="5068"/>
                  </a:lnTo>
                  <a:lnTo>
                    <a:pt x="3132" y="5727"/>
                  </a:lnTo>
                  <a:lnTo>
                    <a:pt x="2679" y="6427"/>
                  </a:lnTo>
                  <a:lnTo>
                    <a:pt x="2267" y="7128"/>
                  </a:lnTo>
                  <a:lnTo>
                    <a:pt x="1896" y="7828"/>
                  </a:lnTo>
                  <a:lnTo>
                    <a:pt x="1566" y="8528"/>
                  </a:lnTo>
                  <a:lnTo>
                    <a:pt x="1278" y="9187"/>
                  </a:lnTo>
                  <a:lnTo>
                    <a:pt x="1031" y="9888"/>
                  </a:lnTo>
                  <a:lnTo>
                    <a:pt x="825" y="10547"/>
                  </a:lnTo>
                  <a:lnTo>
                    <a:pt x="454" y="11824"/>
                  </a:lnTo>
                  <a:lnTo>
                    <a:pt x="248" y="13019"/>
                  </a:lnTo>
                  <a:lnTo>
                    <a:pt x="83" y="14049"/>
                  </a:lnTo>
                  <a:lnTo>
                    <a:pt x="1" y="14955"/>
                  </a:lnTo>
                  <a:lnTo>
                    <a:pt x="1" y="15614"/>
                  </a:lnTo>
                  <a:lnTo>
                    <a:pt x="1" y="16191"/>
                  </a:lnTo>
                  <a:lnTo>
                    <a:pt x="1237" y="15820"/>
                  </a:lnTo>
                  <a:lnTo>
                    <a:pt x="2432" y="15408"/>
                  </a:lnTo>
                  <a:lnTo>
                    <a:pt x="3503" y="14955"/>
                  </a:lnTo>
                  <a:lnTo>
                    <a:pt x="4491" y="14461"/>
                  </a:lnTo>
                  <a:lnTo>
                    <a:pt x="5398" y="13925"/>
                  </a:lnTo>
                  <a:lnTo>
                    <a:pt x="6263" y="13348"/>
                  </a:lnTo>
                  <a:lnTo>
                    <a:pt x="7046" y="12730"/>
                  </a:lnTo>
                  <a:lnTo>
                    <a:pt x="7746" y="12113"/>
                  </a:lnTo>
                  <a:lnTo>
                    <a:pt x="8364" y="11495"/>
                  </a:lnTo>
                  <a:lnTo>
                    <a:pt x="8941" y="10835"/>
                  </a:lnTo>
                  <a:lnTo>
                    <a:pt x="9476" y="10135"/>
                  </a:lnTo>
                  <a:lnTo>
                    <a:pt x="9930" y="9476"/>
                  </a:lnTo>
                  <a:lnTo>
                    <a:pt x="10342" y="8775"/>
                  </a:lnTo>
                  <a:lnTo>
                    <a:pt x="10671" y="8075"/>
                  </a:lnTo>
                  <a:lnTo>
                    <a:pt x="11001" y="7416"/>
                  </a:lnTo>
                  <a:lnTo>
                    <a:pt x="11248" y="6716"/>
                  </a:lnTo>
                  <a:lnTo>
                    <a:pt x="11495" y="6056"/>
                  </a:lnTo>
                  <a:lnTo>
                    <a:pt x="11660" y="5397"/>
                  </a:lnTo>
                  <a:lnTo>
                    <a:pt x="11825" y="4779"/>
                  </a:lnTo>
                  <a:lnTo>
                    <a:pt x="11948" y="4161"/>
                  </a:lnTo>
                  <a:lnTo>
                    <a:pt x="12113" y="3008"/>
                  </a:lnTo>
                  <a:lnTo>
                    <a:pt x="12154" y="2019"/>
                  </a:lnTo>
                  <a:lnTo>
                    <a:pt x="12196" y="1154"/>
                  </a:lnTo>
                  <a:lnTo>
                    <a:pt x="12154" y="536"/>
                  </a:lnTo>
                  <a:lnTo>
                    <a:pt x="12113" y="0"/>
                  </a:lnTo>
                  <a:close/>
                </a:path>
              </a:pathLst>
            </a:custGeom>
            <a:solidFill>
              <a:srgbClr val="649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8"/>
            <p:cNvSpPr/>
            <p:nvPr/>
          </p:nvSpPr>
          <p:spPr>
            <a:xfrm>
              <a:off x="6149000" y="3524900"/>
              <a:ext cx="304900" cy="404800"/>
            </a:xfrm>
            <a:custGeom>
              <a:avLst/>
              <a:gdLst/>
              <a:ahLst/>
              <a:cxnLst/>
              <a:rect l="l" t="t" r="r" b="b"/>
              <a:pathLst>
                <a:path w="12196" h="16192" fill="none" extrusionOk="0">
                  <a:moveTo>
                    <a:pt x="1" y="16191"/>
                  </a:moveTo>
                  <a:lnTo>
                    <a:pt x="1" y="16191"/>
                  </a:lnTo>
                  <a:lnTo>
                    <a:pt x="1" y="15614"/>
                  </a:lnTo>
                  <a:lnTo>
                    <a:pt x="1" y="14955"/>
                  </a:lnTo>
                  <a:lnTo>
                    <a:pt x="83" y="14049"/>
                  </a:lnTo>
                  <a:lnTo>
                    <a:pt x="248" y="13019"/>
                  </a:lnTo>
                  <a:lnTo>
                    <a:pt x="454" y="11824"/>
                  </a:lnTo>
                  <a:lnTo>
                    <a:pt x="825" y="10547"/>
                  </a:lnTo>
                  <a:lnTo>
                    <a:pt x="1031" y="9888"/>
                  </a:lnTo>
                  <a:lnTo>
                    <a:pt x="1278" y="9187"/>
                  </a:lnTo>
                  <a:lnTo>
                    <a:pt x="1566" y="8528"/>
                  </a:lnTo>
                  <a:lnTo>
                    <a:pt x="1896" y="7828"/>
                  </a:lnTo>
                  <a:lnTo>
                    <a:pt x="2267" y="7128"/>
                  </a:lnTo>
                  <a:lnTo>
                    <a:pt x="2679" y="6427"/>
                  </a:lnTo>
                  <a:lnTo>
                    <a:pt x="3132" y="5727"/>
                  </a:lnTo>
                  <a:lnTo>
                    <a:pt x="3668" y="5068"/>
                  </a:lnTo>
                  <a:lnTo>
                    <a:pt x="4203" y="4408"/>
                  </a:lnTo>
                  <a:lnTo>
                    <a:pt x="4862" y="3791"/>
                  </a:lnTo>
                  <a:lnTo>
                    <a:pt x="5521" y="3173"/>
                  </a:lnTo>
                  <a:lnTo>
                    <a:pt x="6263" y="2596"/>
                  </a:lnTo>
                  <a:lnTo>
                    <a:pt x="7087" y="2060"/>
                  </a:lnTo>
                  <a:lnTo>
                    <a:pt x="7952" y="1525"/>
                  </a:lnTo>
                  <a:lnTo>
                    <a:pt x="8858" y="1071"/>
                  </a:lnTo>
                  <a:lnTo>
                    <a:pt x="9888" y="659"/>
                  </a:lnTo>
                  <a:lnTo>
                    <a:pt x="10960" y="289"/>
                  </a:lnTo>
                  <a:lnTo>
                    <a:pt x="12113" y="0"/>
                  </a:lnTo>
                  <a:lnTo>
                    <a:pt x="12113" y="0"/>
                  </a:lnTo>
                  <a:lnTo>
                    <a:pt x="12154" y="536"/>
                  </a:lnTo>
                  <a:lnTo>
                    <a:pt x="12196" y="1154"/>
                  </a:lnTo>
                  <a:lnTo>
                    <a:pt x="12154" y="2019"/>
                  </a:lnTo>
                  <a:lnTo>
                    <a:pt x="12113" y="3008"/>
                  </a:lnTo>
                  <a:lnTo>
                    <a:pt x="11948" y="4161"/>
                  </a:lnTo>
                  <a:lnTo>
                    <a:pt x="11825" y="4779"/>
                  </a:lnTo>
                  <a:lnTo>
                    <a:pt x="11660" y="5397"/>
                  </a:lnTo>
                  <a:lnTo>
                    <a:pt x="11495" y="6056"/>
                  </a:lnTo>
                  <a:lnTo>
                    <a:pt x="11248" y="6716"/>
                  </a:lnTo>
                  <a:lnTo>
                    <a:pt x="11001" y="7416"/>
                  </a:lnTo>
                  <a:lnTo>
                    <a:pt x="10671" y="8075"/>
                  </a:lnTo>
                  <a:lnTo>
                    <a:pt x="10342" y="8775"/>
                  </a:lnTo>
                  <a:lnTo>
                    <a:pt x="9930" y="9476"/>
                  </a:lnTo>
                  <a:lnTo>
                    <a:pt x="9476" y="10135"/>
                  </a:lnTo>
                  <a:lnTo>
                    <a:pt x="8941" y="10835"/>
                  </a:lnTo>
                  <a:lnTo>
                    <a:pt x="8364" y="11495"/>
                  </a:lnTo>
                  <a:lnTo>
                    <a:pt x="7746" y="12113"/>
                  </a:lnTo>
                  <a:lnTo>
                    <a:pt x="7046" y="12730"/>
                  </a:lnTo>
                  <a:lnTo>
                    <a:pt x="6263" y="13348"/>
                  </a:lnTo>
                  <a:lnTo>
                    <a:pt x="5398" y="13925"/>
                  </a:lnTo>
                  <a:lnTo>
                    <a:pt x="4491" y="14461"/>
                  </a:lnTo>
                  <a:lnTo>
                    <a:pt x="3503" y="14955"/>
                  </a:lnTo>
                  <a:lnTo>
                    <a:pt x="2432" y="15408"/>
                  </a:lnTo>
                  <a:lnTo>
                    <a:pt x="1237" y="15820"/>
                  </a:lnTo>
                  <a:lnTo>
                    <a:pt x="1" y="1619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8"/>
            <p:cNvSpPr/>
            <p:nvPr/>
          </p:nvSpPr>
          <p:spPr>
            <a:xfrm>
              <a:off x="6190200" y="3555800"/>
              <a:ext cx="240000" cy="313125"/>
            </a:xfrm>
            <a:custGeom>
              <a:avLst/>
              <a:gdLst/>
              <a:ahLst/>
              <a:cxnLst/>
              <a:rect l="l" t="t" r="r" b="b"/>
              <a:pathLst>
                <a:path w="9600" h="12525" extrusionOk="0">
                  <a:moveTo>
                    <a:pt x="9394" y="0"/>
                  </a:moveTo>
                  <a:lnTo>
                    <a:pt x="9353" y="41"/>
                  </a:lnTo>
                  <a:lnTo>
                    <a:pt x="9270" y="83"/>
                  </a:lnTo>
                  <a:lnTo>
                    <a:pt x="5975" y="4408"/>
                  </a:lnTo>
                  <a:lnTo>
                    <a:pt x="5727" y="2184"/>
                  </a:lnTo>
                  <a:lnTo>
                    <a:pt x="5686" y="1813"/>
                  </a:lnTo>
                  <a:lnTo>
                    <a:pt x="5645" y="1731"/>
                  </a:lnTo>
                  <a:lnTo>
                    <a:pt x="5604" y="1689"/>
                  </a:lnTo>
                  <a:lnTo>
                    <a:pt x="5480" y="1648"/>
                  </a:lnTo>
                  <a:lnTo>
                    <a:pt x="5398" y="1689"/>
                  </a:lnTo>
                  <a:lnTo>
                    <a:pt x="5357" y="1731"/>
                  </a:lnTo>
                  <a:lnTo>
                    <a:pt x="5357" y="1813"/>
                  </a:lnTo>
                  <a:lnTo>
                    <a:pt x="5686" y="4408"/>
                  </a:lnTo>
                  <a:lnTo>
                    <a:pt x="5727" y="4738"/>
                  </a:lnTo>
                  <a:lnTo>
                    <a:pt x="3091" y="8199"/>
                  </a:lnTo>
                  <a:lnTo>
                    <a:pt x="2802" y="4408"/>
                  </a:lnTo>
                  <a:lnTo>
                    <a:pt x="2802" y="4326"/>
                  </a:lnTo>
                  <a:lnTo>
                    <a:pt x="2761" y="4285"/>
                  </a:lnTo>
                  <a:lnTo>
                    <a:pt x="2637" y="4244"/>
                  </a:lnTo>
                  <a:lnTo>
                    <a:pt x="2514" y="4285"/>
                  </a:lnTo>
                  <a:lnTo>
                    <a:pt x="2514" y="4326"/>
                  </a:lnTo>
                  <a:lnTo>
                    <a:pt x="2473" y="4408"/>
                  </a:lnTo>
                  <a:lnTo>
                    <a:pt x="2802" y="8569"/>
                  </a:lnTo>
                  <a:lnTo>
                    <a:pt x="372" y="11783"/>
                  </a:lnTo>
                  <a:lnTo>
                    <a:pt x="372" y="8034"/>
                  </a:lnTo>
                  <a:lnTo>
                    <a:pt x="330" y="7993"/>
                  </a:lnTo>
                  <a:lnTo>
                    <a:pt x="289" y="7910"/>
                  </a:lnTo>
                  <a:lnTo>
                    <a:pt x="207" y="7869"/>
                  </a:lnTo>
                  <a:lnTo>
                    <a:pt x="83" y="7910"/>
                  </a:lnTo>
                  <a:lnTo>
                    <a:pt x="42" y="7993"/>
                  </a:lnTo>
                  <a:lnTo>
                    <a:pt x="42" y="8034"/>
                  </a:lnTo>
                  <a:lnTo>
                    <a:pt x="42" y="11989"/>
                  </a:lnTo>
                  <a:lnTo>
                    <a:pt x="42" y="12071"/>
                  </a:lnTo>
                  <a:lnTo>
                    <a:pt x="83" y="12112"/>
                  </a:lnTo>
                  <a:lnTo>
                    <a:pt x="1" y="12236"/>
                  </a:lnTo>
                  <a:lnTo>
                    <a:pt x="207" y="12524"/>
                  </a:lnTo>
                  <a:lnTo>
                    <a:pt x="536" y="12071"/>
                  </a:lnTo>
                  <a:lnTo>
                    <a:pt x="2473" y="11577"/>
                  </a:lnTo>
                  <a:lnTo>
                    <a:pt x="3338" y="11041"/>
                  </a:lnTo>
                  <a:lnTo>
                    <a:pt x="825" y="11659"/>
                  </a:lnTo>
                  <a:lnTo>
                    <a:pt x="2679" y="9229"/>
                  </a:lnTo>
                  <a:lnTo>
                    <a:pt x="3049" y="8775"/>
                  </a:lnTo>
                  <a:lnTo>
                    <a:pt x="7293" y="7951"/>
                  </a:lnTo>
                  <a:lnTo>
                    <a:pt x="7911" y="7828"/>
                  </a:lnTo>
                  <a:lnTo>
                    <a:pt x="7993" y="7787"/>
                  </a:lnTo>
                  <a:lnTo>
                    <a:pt x="8034" y="7745"/>
                  </a:lnTo>
                  <a:lnTo>
                    <a:pt x="8034" y="7663"/>
                  </a:lnTo>
                  <a:lnTo>
                    <a:pt x="7993" y="7539"/>
                  </a:lnTo>
                  <a:lnTo>
                    <a:pt x="7870" y="7498"/>
                  </a:lnTo>
                  <a:lnTo>
                    <a:pt x="7828" y="7498"/>
                  </a:lnTo>
                  <a:lnTo>
                    <a:pt x="3544" y="8363"/>
                  </a:lnTo>
                  <a:lnTo>
                    <a:pt x="3338" y="8405"/>
                  </a:lnTo>
                  <a:lnTo>
                    <a:pt x="5975" y="4944"/>
                  </a:lnTo>
                  <a:lnTo>
                    <a:pt x="8446" y="4161"/>
                  </a:lnTo>
                  <a:lnTo>
                    <a:pt x="8776" y="4038"/>
                  </a:lnTo>
                  <a:lnTo>
                    <a:pt x="8858" y="3996"/>
                  </a:lnTo>
                  <a:lnTo>
                    <a:pt x="8900" y="3955"/>
                  </a:lnTo>
                  <a:lnTo>
                    <a:pt x="8900" y="3873"/>
                  </a:lnTo>
                  <a:lnTo>
                    <a:pt x="8858" y="3790"/>
                  </a:lnTo>
                  <a:lnTo>
                    <a:pt x="8776" y="3708"/>
                  </a:lnTo>
                  <a:lnTo>
                    <a:pt x="8694" y="3749"/>
                  </a:lnTo>
                  <a:lnTo>
                    <a:pt x="6304" y="4491"/>
                  </a:lnTo>
                  <a:lnTo>
                    <a:pt x="8282" y="1937"/>
                  </a:lnTo>
                  <a:lnTo>
                    <a:pt x="9559" y="247"/>
                  </a:lnTo>
                  <a:lnTo>
                    <a:pt x="9600" y="165"/>
                  </a:lnTo>
                  <a:lnTo>
                    <a:pt x="9559" y="83"/>
                  </a:lnTo>
                  <a:lnTo>
                    <a:pt x="9476" y="41"/>
                  </a:lnTo>
                  <a:lnTo>
                    <a:pt x="9394" y="0"/>
                  </a:lnTo>
                  <a:close/>
                </a:path>
              </a:pathLst>
            </a:custGeom>
            <a:solidFill>
              <a:srgbClr val="ABC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8"/>
            <p:cNvSpPr/>
            <p:nvPr/>
          </p:nvSpPr>
          <p:spPr>
            <a:xfrm>
              <a:off x="6190200" y="3555800"/>
              <a:ext cx="240000" cy="313125"/>
            </a:xfrm>
            <a:custGeom>
              <a:avLst/>
              <a:gdLst/>
              <a:ahLst/>
              <a:cxnLst/>
              <a:rect l="l" t="t" r="r" b="b"/>
              <a:pathLst>
                <a:path w="9600" h="12525" fill="none" extrusionOk="0">
                  <a:moveTo>
                    <a:pt x="9394" y="0"/>
                  </a:moveTo>
                  <a:lnTo>
                    <a:pt x="9394" y="0"/>
                  </a:lnTo>
                  <a:lnTo>
                    <a:pt x="9353" y="41"/>
                  </a:lnTo>
                  <a:lnTo>
                    <a:pt x="9270" y="83"/>
                  </a:lnTo>
                  <a:lnTo>
                    <a:pt x="9270" y="83"/>
                  </a:lnTo>
                  <a:lnTo>
                    <a:pt x="5975" y="4408"/>
                  </a:lnTo>
                  <a:lnTo>
                    <a:pt x="5975" y="4408"/>
                  </a:lnTo>
                  <a:lnTo>
                    <a:pt x="5727" y="2184"/>
                  </a:lnTo>
                  <a:lnTo>
                    <a:pt x="5727" y="2184"/>
                  </a:lnTo>
                  <a:lnTo>
                    <a:pt x="5686" y="1813"/>
                  </a:lnTo>
                  <a:lnTo>
                    <a:pt x="5686" y="1813"/>
                  </a:lnTo>
                  <a:lnTo>
                    <a:pt x="5645" y="1731"/>
                  </a:lnTo>
                  <a:lnTo>
                    <a:pt x="5604" y="1689"/>
                  </a:lnTo>
                  <a:lnTo>
                    <a:pt x="5480" y="1648"/>
                  </a:lnTo>
                  <a:lnTo>
                    <a:pt x="5480" y="1648"/>
                  </a:lnTo>
                  <a:lnTo>
                    <a:pt x="5398" y="1689"/>
                  </a:lnTo>
                  <a:lnTo>
                    <a:pt x="5357" y="1731"/>
                  </a:lnTo>
                  <a:lnTo>
                    <a:pt x="5357" y="1813"/>
                  </a:lnTo>
                  <a:lnTo>
                    <a:pt x="5357" y="1813"/>
                  </a:lnTo>
                  <a:lnTo>
                    <a:pt x="5686" y="4408"/>
                  </a:lnTo>
                  <a:lnTo>
                    <a:pt x="5686" y="4408"/>
                  </a:lnTo>
                  <a:lnTo>
                    <a:pt x="5727" y="4738"/>
                  </a:lnTo>
                  <a:lnTo>
                    <a:pt x="5727" y="4738"/>
                  </a:lnTo>
                  <a:lnTo>
                    <a:pt x="3091" y="8199"/>
                  </a:lnTo>
                  <a:lnTo>
                    <a:pt x="3091" y="8199"/>
                  </a:lnTo>
                  <a:lnTo>
                    <a:pt x="2802" y="4408"/>
                  </a:lnTo>
                  <a:lnTo>
                    <a:pt x="2802" y="4408"/>
                  </a:lnTo>
                  <a:lnTo>
                    <a:pt x="2802" y="4326"/>
                  </a:lnTo>
                  <a:lnTo>
                    <a:pt x="2761" y="4285"/>
                  </a:lnTo>
                  <a:lnTo>
                    <a:pt x="2637" y="4244"/>
                  </a:lnTo>
                  <a:lnTo>
                    <a:pt x="2637" y="4244"/>
                  </a:lnTo>
                  <a:lnTo>
                    <a:pt x="2514" y="4285"/>
                  </a:lnTo>
                  <a:lnTo>
                    <a:pt x="2514" y="4326"/>
                  </a:lnTo>
                  <a:lnTo>
                    <a:pt x="2473" y="4408"/>
                  </a:lnTo>
                  <a:lnTo>
                    <a:pt x="2473" y="4408"/>
                  </a:lnTo>
                  <a:lnTo>
                    <a:pt x="2802" y="8569"/>
                  </a:lnTo>
                  <a:lnTo>
                    <a:pt x="2802" y="8569"/>
                  </a:lnTo>
                  <a:lnTo>
                    <a:pt x="372" y="11783"/>
                  </a:lnTo>
                  <a:lnTo>
                    <a:pt x="372" y="11783"/>
                  </a:lnTo>
                  <a:lnTo>
                    <a:pt x="372" y="8034"/>
                  </a:lnTo>
                  <a:lnTo>
                    <a:pt x="372" y="8034"/>
                  </a:lnTo>
                  <a:lnTo>
                    <a:pt x="330" y="7993"/>
                  </a:lnTo>
                  <a:lnTo>
                    <a:pt x="289" y="7910"/>
                  </a:lnTo>
                  <a:lnTo>
                    <a:pt x="207" y="7869"/>
                  </a:lnTo>
                  <a:lnTo>
                    <a:pt x="207" y="7869"/>
                  </a:lnTo>
                  <a:lnTo>
                    <a:pt x="83" y="7910"/>
                  </a:lnTo>
                  <a:lnTo>
                    <a:pt x="42" y="7993"/>
                  </a:lnTo>
                  <a:lnTo>
                    <a:pt x="42" y="8034"/>
                  </a:lnTo>
                  <a:lnTo>
                    <a:pt x="42" y="8034"/>
                  </a:lnTo>
                  <a:lnTo>
                    <a:pt x="42" y="11989"/>
                  </a:lnTo>
                  <a:lnTo>
                    <a:pt x="42" y="11989"/>
                  </a:lnTo>
                  <a:lnTo>
                    <a:pt x="42" y="12071"/>
                  </a:lnTo>
                  <a:lnTo>
                    <a:pt x="83" y="12112"/>
                  </a:lnTo>
                  <a:lnTo>
                    <a:pt x="83" y="12112"/>
                  </a:lnTo>
                  <a:lnTo>
                    <a:pt x="1" y="12236"/>
                  </a:lnTo>
                  <a:lnTo>
                    <a:pt x="1" y="12236"/>
                  </a:lnTo>
                  <a:lnTo>
                    <a:pt x="207" y="12524"/>
                  </a:lnTo>
                  <a:lnTo>
                    <a:pt x="207" y="12524"/>
                  </a:lnTo>
                  <a:lnTo>
                    <a:pt x="536" y="12071"/>
                  </a:lnTo>
                  <a:lnTo>
                    <a:pt x="536" y="12071"/>
                  </a:lnTo>
                  <a:lnTo>
                    <a:pt x="2473" y="11577"/>
                  </a:lnTo>
                  <a:lnTo>
                    <a:pt x="2473" y="11577"/>
                  </a:lnTo>
                  <a:lnTo>
                    <a:pt x="3338" y="11041"/>
                  </a:lnTo>
                  <a:lnTo>
                    <a:pt x="3338" y="11041"/>
                  </a:lnTo>
                  <a:lnTo>
                    <a:pt x="825" y="11659"/>
                  </a:lnTo>
                  <a:lnTo>
                    <a:pt x="825" y="11659"/>
                  </a:lnTo>
                  <a:lnTo>
                    <a:pt x="2679" y="9229"/>
                  </a:lnTo>
                  <a:lnTo>
                    <a:pt x="2679" y="9229"/>
                  </a:lnTo>
                  <a:lnTo>
                    <a:pt x="3049" y="8775"/>
                  </a:lnTo>
                  <a:lnTo>
                    <a:pt x="3049" y="8775"/>
                  </a:lnTo>
                  <a:lnTo>
                    <a:pt x="7293" y="7951"/>
                  </a:lnTo>
                  <a:lnTo>
                    <a:pt x="7293" y="7951"/>
                  </a:lnTo>
                  <a:lnTo>
                    <a:pt x="7911" y="7828"/>
                  </a:lnTo>
                  <a:lnTo>
                    <a:pt x="7911" y="7828"/>
                  </a:lnTo>
                  <a:lnTo>
                    <a:pt x="7993" y="7787"/>
                  </a:lnTo>
                  <a:lnTo>
                    <a:pt x="8034" y="7745"/>
                  </a:lnTo>
                  <a:lnTo>
                    <a:pt x="8034" y="7663"/>
                  </a:lnTo>
                  <a:lnTo>
                    <a:pt x="7993" y="7539"/>
                  </a:lnTo>
                  <a:lnTo>
                    <a:pt x="7870" y="7498"/>
                  </a:lnTo>
                  <a:lnTo>
                    <a:pt x="7870" y="7498"/>
                  </a:lnTo>
                  <a:lnTo>
                    <a:pt x="7828" y="7498"/>
                  </a:lnTo>
                  <a:lnTo>
                    <a:pt x="7828" y="7498"/>
                  </a:lnTo>
                  <a:lnTo>
                    <a:pt x="3544" y="8363"/>
                  </a:lnTo>
                  <a:lnTo>
                    <a:pt x="3544" y="8363"/>
                  </a:lnTo>
                  <a:lnTo>
                    <a:pt x="3338" y="8405"/>
                  </a:lnTo>
                  <a:lnTo>
                    <a:pt x="3338" y="8405"/>
                  </a:lnTo>
                  <a:lnTo>
                    <a:pt x="5975" y="4944"/>
                  </a:lnTo>
                  <a:lnTo>
                    <a:pt x="5975" y="4944"/>
                  </a:lnTo>
                  <a:lnTo>
                    <a:pt x="8446" y="4161"/>
                  </a:lnTo>
                  <a:lnTo>
                    <a:pt x="8446" y="4161"/>
                  </a:lnTo>
                  <a:lnTo>
                    <a:pt x="8776" y="4038"/>
                  </a:lnTo>
                  <a:lnTo>
                    <a:pt x="8776" y="4038"/>
                  </a:lnTo>
                  <a:lnTo>
                    <a:pt x="8858" y="3996"/>
                  </a:lnTo>
                  <a:lnTo>
                    <a:pt x="8900" y="3955"/>
                  </a:lnTo>
                  <a:lnTo>
                    <a:pt x="8900" y="3873"/>
                  </a:lnTo>
                  <a:lnTo>
                    <a:pt x="8858" y="3790"/>
                  </a:lnTo>
                  <a:lnTo>
                    <a:pt x="8776" y="3708"/>
                  </a:lnTo>
                  <a:lnTo>
                    <a:pt x="8776" y="3708"/>
                  </a:lnTo>
                  <a:lnTo>
                    <a:pt x="8694" y="3749"/>
                  </a:lnTo>
                  <a:lnTo>
                    <a:pt x="8694" y="3749"/>
                  </a:lnTo>
                  <a:lnTo>
                    <a:pt x="6304" y="4491"/>
                  </a:lnTo>
                  <a:lnTo>
                    <a:pt x="6304" y="4491"/>
                  </a:lnTo>
                  <a:lnTo>
                    <a:pt x="8282" y="1937"/>
                  </a:lnTo>
                  <a:lnTo>
                    <a:pt x="8282" y="1937"/>
                  </a:lnTo>
                  <a:lnTo>
                    <a:pt x="9559" y="247"/>
                  </a:lnTo>
                  <a:lnTo>
                    <a:pt x="9559" y="247"/>
                  </a:lnTo>
                  <a:lnTo>
                    <a:pt x="9600" y="165"/>
                  </a:lnTo>
                  <a:lnTo>
                    <a:pt x="9559" y="83"/>
                  </a:lnTo>
                  <a:lnTo>
                    <a:pt x="9476" y="41"/>
                  </a:lnTo>
                  <a:lnTo>
                    <a:pt x="93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8"/>
            <p:cNvSpPr/>
            <p:nvPr/>
          </p:nvSpPr>
          <p:spPr>
            <a:xfrm>
              <a:off x="6162400" y="3775175"/>
              <a:ext cx="496450" cy="203950"/>
            </a:xfrm>
            <a:custGeom>
              <a:avLst/>
              <a:gdLst/>
              <a:ahLst/>
              <a:cxnLst/>
              <a:rect l="l" t="t" r="r" b="b"/>
              <a:pathLst>
                <a:path w="19858" h="8158" extrusionOk="0">
                  <a:moveTo>
                    <a:pt x="11948" y="0"/>
                  </a:moveTo>
                  <a:lnTo>
                    <a:pt x="11042" y="83"/>
                  </a:lnTo>
                  <a:lnTo>
                    <a:pt x="10218" y="165"/>
                  </a:lnTo>
                  <a:lnTo>
                    <a:pt x="9352" y="330"/>
                  </a:lnTo>
                  <a:lnTo>
                    <a:pt x="8570" y="536"/>
                  </a:lnTo>
                  <a:lnTo>
                    <a:pt x="7787" y="742"/>
                  </a:lnTo>
                  <a:lnTo>
                    <a:pt x="7045" y="1030"/>
                  </a:lnTo>
                  <a:lnTo>
                    <a:pt x="6345" y="1319"/>
                  </a:lnTo>
                  <a:lnTo>
                    <a:pt x="5645" y="1607"/>
                  </a:lnTo>
                  <a:lnTo>
                    <a:pt x="4985" y="1978"/>
                  </a:lnTo>
                  <a:lnTo>
                    <a:pt x="4409" y="2308"/>
                  </a:lnTo>
                  <a:lnTo>
                    <a:pt x="3255" y="3049"/>
                  </a:lnTo>
                  <a:lnTo>
                    <a:pt x="2308" y="3749"/>
                  </a:lnTo>
                  <a:lnTo>
                    <a:pt x="1484" y="4450"/>
                  </a:lnTo>
                  <a:lnTo>
                    <a:pt x="866" y="5027"/>
                  </a:lnTo>
                  <a:lnTo>
                    <a:pt x="371" y="5480"/>
                  </a:lnTo>
                  <a:lnTo>
                    <a:pt x="0" y="5933"/>
                  </a:lnTo>
                  <a:lnTo>
                    <a:pt x="1195" y="6510"/>
                  </a:lnTo>
                  <a:lnTo>
                    <a:pt x="2308" y="6963"/>
                  </a:lnTo>
                  <a:lnTo>
                    <a:pt x="3420" y="7375"/>
                  </a:lnTo>
                  <a:lnTo>
                    <a:pt x="4491" y="7663"/>
                  </a:lnTo>
                  <a:lnTo>
                    <a:pt x="5521" y="7910"/>
                  </a:lnTo>
                  <a:lnTo>
                    <a:pt x="6551" y="8034"/>
                  </a:lnTo>
                  <a:lnTo>
                    <a:pt x="7540" y="8116"/>
                  </a:lnTo>
                  <a:lnTo>
                    <a:pt x="8446" y="8158"/>
                  </a:lnTo>
                  <a:lnTo>
                    <a:pt x="9352" y="8116"/>
                  </a:lnTo>
                  <a:lnTo>
                    <a:pt x="10218" y="7993"/>
                  </a:lnTo>
                  <a:lnTo>
                    <a:pt x="11083" y="7828"/>
                  </a:lnTo>
                  <a:lnTo>
                    <a:pt x="11866" y="7663"/>
                  </a:lnTo>
                  <a:lnTo>
                    <a:pt x="12648" y="7416"/>
                  </a:lnTo>
                  <a:lnTo>
                    <a:pt x="13349" y="7128"/>
                  </a:lnTo>
                  <a:lnTo>
                    <a:pt x="14049" y="6839"/>
                  </a:lnTo>
                  <a:lnTo>
                    <a:pt x="14708" y="6510"/>
                  </a:lnTo>
                  <a:lnTo>
                    <a:pt x="15326" y="6180"/>
                  </a:lnTo>
                  <a:lnTo>
                    <a:pt x="15903" y="5809"/>
                  </a:lnTo>
                  <a:lnTo>
                    <a:pt x="16439" y="5439"/>
                  </a:lnTo>
                  <a:lnTo>
                    <a:pt x="16933" y="5068"/>
                  </a:lnTo>
                  <a:lnTo>
                    <a:pt x="17839" y="4326"/>
                  </a:lnTo>
                  <a:lnTo>
                    <a:pt x="18540" y="3626"/>
                  </a:lnTo>
                  <a:lnTo>
                    <a:pt x="19116" y="3049"/>
                  </a:lnTo>
                  <a:lnTo>
                    <a:pt x="19528" y="2555"/>
                  </a:lnTo>
                  <a:lnTo>
                    <a:pt x="19858" y="2102"/>
                  </a:lnTo>
                  <a:lnTo>
                    <a:pt x="18828" y="1566"/>
                  </a:lnTo>
                  <a:lnTo>
                    <a:pt x="17757" y="1113"/>
                  </a:lnTo>
                  <a:lnTo>
                    <a:pt x="16727" y="742"/>
                  </a:lnTo>
                  <a:lnTo>
                    <a:pt x="15738" y="454"/>
                  </a:lnTo>
                  <a:lnTo>
                    <a:pt x="14749" y="248"/>
                  </a:lnTo>
                  <a:lnTo>
                    <a:pt x="13802" y="83"/>
                  </a:lnTo>
                  <a:lnTo>
                    <a:pt x="12854" y="42"/>
                  </a:lnTo>
                  <a:lnTo>
                    <a:pt x="11948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8"/>
            <p:cNvSpPr/>
            <p:nvPr/>
          </p:nvSpPr>
          <p:spPr>
            <a:xfrm>
              <a:off x="6162400" y="3775175"/>
              <a:ext cx="496450" cy="203950"/>
            </a:xfrm>
            <a:custGeom>
              <a:avLst/>
              <a:gdLst/>
              <a:ahLst/>
              <a:cxnLst/>
              <a:rect l="l" t="t" r="r" b="b"/>
              <a:pathLst>
                <a:path w="19858" h="8158" fill="none" extrusionOk="0">
                  <a:moveTo>
                    <a:pt x="0" y="5933"/>
                  </a:moveTo>
                  <a:lnTo>
                    <a:pt x="0" y="5933"/>
                  </a:lnTo>
                  <a:lnTo>
                    <a:pt x="371" y="5480"/>
                  </a:lnTo>
                  <a:lnTo>
                    <a:pt x="866" y="5027"/>
                  </a:lnTo>
                  <a:lnTo>
                    <a:pt x="1484" y="4450"/>
                  </a:lnTo>
                  <a:lnTo>
                    <a:pt x="2308" y="3749"/>
                  </a:lnTo>
                  <a:lnTo>
                    <a:pt x="3255" y="3049"/>
                  </a:lnTo>
                  <a:lnTo>
                    <a:pt x="4409" y="2308"/>
                  </a:lnTo>
                  <a:lnTo>
                    <a:pt x="4985" y="1978"/>
                  </a:lnTo>
                  <a:lnTo>
                    <a:pt x="5645" y="1607"/>
                  </a:lnTo>
                  <a:lnTo>
                    <a:pt x="6345" y="1319"/>
                  </a:lnTo>
                  <a:lnTo>
                    <a:pt x="7045" y="1030"/>
                  </a:lnTo>
                  <a:lnTo>
                    <a:pt x="7787" y="742"/>
                  </a:lnTo>
                  <a:lnTo>
                    <a:pt x="8570" y="536"/>
                  </a:lnTo>
                  <a:lnTo>
                    <a:pt x="9352" y="330"/>
                  </a:lnTo>
                  <a:lnTo>
                    <a:pt x="10218" y="165"/>
                  </a:lnTo>
                  <a:lnTo>
                    <a:pt x="11042" y="83"/>
                  </a:lnTo>
                  <a:lnTo>
                    <a:pt x="11948" y="0"/>
                  </a:lnTo>
                  <a:lnTo>
                    <a:pt x="12854" y="42"/>
                  </a:lnTo>
                  <a:lnTo>
                    <a:pt x="13802" y="83"/>
                  </a:lnTo>
                  <a:lnTo>
                    <a:pt x="14749" y="248"/>
                  </a:lnTo>
                  <a:lnTo>
                    <a:pt x="15738" y="454"/>
                  </a:lnTo>
                  <a:lnTo>
                    <a:pt x="16727" y="742"/>
                  </a:lnTo>
                  <a:lnTo>
                    <a:pt x="17757" y="1113"/>
                  </a:lnTo>
                  <a:lnTo>
                    <a:pt x="18828" y="1566"/>
                  </a:lnTo>
                  <a:lnTo>
                    <a:pt x="19858" y="2102"/>
                  </a:lnTo>
                  <a:lnTo>
                    <a:pt x="19858" y="2102"/>
                  </a:lnTo>
                  <a:lnTo>
                    <a:pt x="19528" y="2555"/>
                  </a:lnTo>
                  <a:lnTo>
                    <a:pt x="19116" y="3049"/>
                  </a:lnTo>
                  <a:lnTo>
                    <a:pt x="18540" y="3626"/>
                  </a:lnTo>
                  <a:lnTo>
                    <a:pt x="17839" y="4326"/>
                  </a:lnTo>
                  <a:lnTo>
                    <a:pt x="16933" y="5068"/>
                  </a:lnTo>
                  <a:lnTo>
                    <a:pt x="16439" y="5439"/>
                  </a:lnTo>
                  <a:lnTo>
                    <a:pt x="15903" y="5809"/>
                  </a:lnTo>
                  <a:lnTo>
                    <a:pt x="15326" y="6180"/>
                  </a:lnTo>
                  <a:lnTo>
                    <a:pt x="14708" y="6510"/>
                  </a:lnTo>
                  <a:lnTo>
                    <a:pt x="14049" y="6839"/>
                  </a:lnTo>
                  <a:lnTo>
                    <a:pt x="13349" y="7128"/>
                  </a:lnTo>
                  <a:lnTo>
                    <a:pt x="12648" y="7416"/>
                  </a:lnTo>
                  <a:lnTo>
                    <a:pt x="11866" y="7663"/>
                  </a:lnTo>
                  <a:lnTo>
                    <a:pt x="11083" y="7828"/>
                  </a:lnTo>
                  <a:lnTo>
                    <a:pt x="10218" y="7993"/>
                  </a:lnTo>
                  <a:lnTo>
                    <a:pt x="9352" y="8116"/>
                  </a:lnTo>
                  <a:lnTo>
                    <a:pt x="8446" y="8158"/>
                  </a:lnTo>
                  <a:lnTo>
                    <a:pt x="7540" y="8116"/>
                  </a:lnTo>
                  <a:lnTo>
                    <a:pt x="6551" y="8034"/>
                  </a:lnTo>
                  <a:lnTo>
                    <a:pt x="5521" y="7910"/>
                  </a:lnTo>
                  <a:lnTo>
                    <a:pt x="4491" y="7663"/>
                  </a:lnTo>
                  <a:lnTo>
                    <a:pt x="3420" y="7375"/>
                  </a:lnTo>
                  <a:lnTo>
                    <a:pt x="2308" y="6963"/>
                  </a:lnTo>
                  <a:lnTo>
                    <a:pt x="1195" y="6510"/>
                  </a:lnTo>
                  <a:lnTo>
                    <a:pt x="0" y="59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8"/>
            <p:cNvSpPr/>
            <p:nvPr/>
          </p:nvSpPr>
          <p:spPr>
            <a:xfrm>
              <a:off x="6221100" y="3796800"/>
              <a:ext cx="398625" cy="166875"/>
            </a:xfrm>
            <a:custGeom>
              <a:avLst/>
              <a:gdLst/>
              <a:ahLst/>
              <a:cxnLst/>
              <a:rect l="l" t="t" r="r" b="b"/>
              <a:pathLst>
                <a:path w="15945" h="6675" extrusionOk="0">
                  <a:moveTo>
                    <a:pt x="7870" y="1"/>
                  </a:moveTo>
                  <a:lnTo>
                    <a:pt x="7828" y="42"/>
                  </a:lnTo>
                  <a:lnTo>
                    <a:pt x="5233" y="3338"/>
                  </a:lnTo>
                  <a:lnTo>
                    <a:pt x="1278" y="4079"/>
                  </a:lnTo>
                  <a:lnTo>
                    <a:pt x="3791" y="1319"/>
                  </a:lnTo>
                  <a:lnTo>
                    <a:pt x="3832" y="1237"/>
                  </a:lnTo>
                  <a:lnTo>
                    <a:pt x="3791" y="1154"/>
                  </a:lnTo>
                  <a:lnTo>
                    <a:pt x="3750" y="1072"/>
                  </a:lnTo>
                  <a:lnTo>
                    <a:pt x="3667" y="1031"/>
                  </a:lnTo>
                  <a:lnTo>
                    <a:pt x="3626" y="1072"/>
                  </a:lnTo>
                  <a:lnTo>
                    <a:pt x="3544" y="1113"/>
                  </a:lnTo>
                  <a:lnTo>
                    <a:pt x="907" y="3997"/>
                  </a:lnTo>
                  <a:lnTo>
                    <a:pt x="866" y="4079"/>
                  </a:lnTo>
                  <a:lnTo>
                    <a:pt x="866" y="4162"/>
                  </a:lnTo>
                  <a:lnTo>
                    <a:pt x="1" y="4326"/>
                  </a:lnTo>
                  <a:lnTo>
                    <a:pt x="207" y="4574"/>
                  </a:lnTo>
                  <a:lnTo>
                    <a:pt x="1195" y="4409"/>
                  </a:lnTo>
                  <a:lnTo>
                    <a:pt x="4821" y="6386"/>
                  </a:lnTo>
                  <a:lnTo>
                    <a:pt x="5398" y="6675"/>
                  </a:lnTo>
                  <a:lnTo>
                    <a:pt x="5562" y="6675"/>
                  </a:lnTo>
                  <a:lnTo>
                    <a:pt x="5604" y="6592"/>
                  </a:lnTo>
                  <a:lnTo>
                    <a:pt x="5604" y="6469"/>
                  </a:lnTo>
                  <a:lnTo>
                    <a:pt x="5521" y="6386"/>
                  </a:lnTo>
                  <a:lnTo>
                    <a:pt x="1690" y="4326"/>
                  </a:lnTo>
                  <a:lnTo>
                    <a:pt x="4739" y="3750"/>
                  </a:lnTo>
                  <a:lnTo>
                    <a:pt x="5274" y="3667"/>
                  </a:lnTo>
                  <a:lnTo>
                    <a:pt x="8982" y="5933"/>
                  </a:lnTo>
                  <a:lnTo>
                    <a:pt x="9518" y="6263"/>
                  </a:lnTo>
                  <a:lnTo>
                    <a:pt x="9600" y="6263"/>
                  </a:lnTo>
                  <a:lnTo>
                    <a:pt x="9682" y="6221"/>
                  </a:lnTo>
                  <a:lnTo>
                    <a:pt x="9765" y="6139"/>
                  </a:lnTo>
                  <a:lnTo>
                    <a:pt x="9765" y="6057"/>
                  </a:lnTo>
                  <a:lnTo>
                    <a:pt x="9682" y="5974"/>
                  </a:lnTo>
                  <a:lnTo>
                    <a:pt x="5933" y="3667"/>
                  </a:lnTo>
                  <a:lnTo>
                    <a:pt x="5768" y="3585"/>
                  </a:lnTo>
                  <a:lnTo>
                    <a:pt x="10053" y="2802"/>
                  </a:lnTo>
                  <a:lnTo>
                    <a:pt x="12360" y="3873"/>
                  </a:lnTo>
                  <a:lnTo>
                    <a:pt x="12731" y="4038"/>
                  </a:lnTo>
                  <a:lnTo>
                    <a:pt x="12772" y="4038"/>
                  </a:lnTo>
                  <a:lnTo>
                    <a:pt x="12896" y="3997"/>
                  </a:lnTo>
                  <a:lnTo>
                    <a:pt x="12937" y="3914"/>
                  </a:lnTo>
                  <a:lnTo>
                    <a:pt x="12937" y="3832"/>
                  </a:lnTo>
                  <a:lnTo>
                    <a:pt x="12855" y="3750"/>
                  </a:lnTo>
                  <a:lnTo>
                    <a:pt x="10589" y="2678"/>
                  </a:lnTo>
                  <a:lnTo>
                    <a:pt x="13761" y="2102"/>
                  </a:lnTo>
                  <a:lnTo>
                    <a:pt x="15821" y="1731"/>
                  </a:lnTo>
                  <a:lnTo>
                    <a:pt x="15903" y="1731"/>
                  </a:lnTo>
                  <a:lnTo>
                    <a:pt x="15944" y="1690"/>
                  </a:lnTo>
                  <a:lnTo>
                    <a:pt x="15944" y="1566"/>
                  </a:lnTo>
                  <a:lnTo>
                    <a:pt x="15903" y="1484"/>
                  </a:lnTo>
                  <a:lnTo>
                    <a:pt x="15780" y="1443"/>
                  </a:lnTo>
                  <a:lnTo>
                    <a:pt x="15738" y="1443"/>
                  </a:lnTo>
                  <a:lnTo>
                    <a:pt x="10424" y="2390"/>
                  </a:lnTo>
                  <a:lnTo>
                    <a:pt x="10424" y="2390"/>
                  </a:lnTo>
                  <a:lnTo>
                    <a:pt x="11701" y="577"/>
                  </a:lnTo>
                  <a:lnTo>
                    <a:pt x="11907" y="289"/>
                  </a:lnTo>
                  <a:lnTo>
                    <a:pt x="11948" y="207"/>
                  </a:lnTo>
                  <a:lnTo>
                    <a:pt x="11907" y="83"/>
                  </a:lnTo>
                  <a:lnTo>
                    <a:pt x="11866" y="42"/>
                  </a:lnTo>
                  <a:lnTo>
                    <a:pt x="11783" y="1"/>
                  </a:lnTo>
                  <a:lnTo>
                    <a:pt x="11742" y="42"/>
                  </a:lnTo>
                  <a:lnTo>
                    <a:pt x="11660" y="83"/>
                  </a:lnTo>
                  <a:lnTo>
                    <a:pt x="10177" y="2225"/>
                  </a:lnTo>
                  <a:lnTo>
                    <a:pt x="9971" y="2472"/>
                  </a:lnTo>
                  <a:lnTo>
                    <a:pt x="5686" y="3255"/>
                  </a:lnTo>
                  <a:lnTo>
                    <a:pt x="8076" y="248"/>
                  </a:lnTo>
                  <a:lnTo>
                    <a:pt x="8117" y="165"/>
                  </a:lnTo>
                  <a:lnTo>
                    <a:pt x="8076" y="83"/>
                  </a:lnTo>
                  <a:lnTo>
                    <a:pt x="8034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8"/>
            <p:cNvSpPr/>
            <p:nvPr/>
          </p:nvSpPr>
          <p:spPr>
            <a:xfrm>
              <a:off x="6221100" y="3796800"/>
              <a:ext cx="398625" cy="166875"/>
            </a:xfrm>
            <a:custGeom>
              <a:avLst/>
              <a:gdLst/>
              <a:ahLst/>
              <a:cxnLst/>
              <a:rect l="l" t="t" r="r" b="b"/>
              <a:pathLst>
                <a:path w="15945" h="6675" fill="none" extrusionOk="0">
                  <a:moveTo>
                    <a:pt x="7952" y="1"/>
                  </a:moveTo>
                  <a:lnTo>
                    <a:pt x="7952" y="1"/>
                  </a:lnTo>
                  <a:lnTo>
                    <a:pt x="7870" y="1"/>
                  </a:lnTo>
                  <a:lnTo>
                    <a:pt x="7828" y="42"/>
                  </a:lnTo>
                  <a:lnTo>
                    <a:pt x="7828" y="42"/>
                  </a:lnTo>
                  <a:lnTo>
                    <a:pt x="5233" y="3338"/>
                  </a:lnTo>
                  <a:lnTo>
                    <a:pt x="5233" y="3338"/>
                  </a:lnTo>
                  <a:lnTo>
                    <a:pt x="1278" y="4079"/>
                  </a:lnTo>
                  <a:lnTo>
                    <a:pt x="1278" y="4079"/>
                  </a:lnTo>
                  <a:lnTo>
                    <a:pt x="3791" y="1319"/>
                  </a:lnTo>
                  <a:lnTo>
                    <a:pt x="3791" y="1319"/>
                  </a:lnTo>
                  <a:lnTo>
                    <a:pt x="3832" y="1237"/>
                  </a:lnTo>
                  <a:lnTo>
                    <a:pt x="3791" y="1154"/>
                  </a:lnTo>
                  <a:lnTo>
                    <a:pt x="3750" y="1072"/>
                  </a:lnTo>
                  <a:lnTo>
                    <a:pt x="3667" y="1031"/>
                  </a:lnTo>
                  <a:lnTo>
                    <a:pt x="3667" y="1031"/>
                  </a:lnTo>
                  <a:lnTo>
                    <a:pt x="3626" y="1072"/>
                  </a:lnTo>
                  <a:lnTo>
                    <a:pt x="3544" y="1113"/>
                  </a:lnTo>
                  <a:lnTo>
                    <a:pt x="3544" y="1113"/>
                  </a:lnTo>
                  <a:lnTo>
                    <a:pt x="907" y="3997"/>
                  </a:lnTo>
                  <a:lnTo>
                    <a:pt x="907" y="3997"/>
                  </a:lnTo>
                  <a:lnTo>
                    <a:pt x="866" y="4079"/>
                  </a:lnTo>
                  <a:lnTo>
                    <a:pt x="866" y="4162"/>
                  </a:lnTo>
                  <a:lnTo>
                    <a:pt x="866" y="4162"/>
                  </a:lnTo>
                  <a:lnTo>
                    <a:pt x="1" y="4326"/>
                  </a:lnTo>
                  <a:lnTo>
                    <a:pt x="1" y="4326"/>
                  </a:lnTo>
                  <a:lnTo>
                    <a:pt x="207" y="4574"/>
                  </a:lnTo>
                  <a:lnTo>
                    <a:pt x="207" y="4574"/>
                  </a:lnTo>
                  <a:lnTo>
                    <a:pt x="1195" y="4409"/>
                  </a:lnTo>
                  <a:lnTo>
                    <a:pt x="1195" y="4409"/>
                  </a:lnTo>
                  <a:lnTo>
                    <a:pt x="4821" y="6386"/>
                  </a:lnTo>
                  <a:lnTo>
                    <a:pt x="4821" y="6386"/>
                  </a:lnTo>
                  <a:lnTo>
                    <a:pt x="5398" y="6675"/>
                  </a:lnTo>
                  <a:lnTo>
                    <a:pt x="5398" y="6675"/>
                  </a:lnTo>
                  <a:lnTo>
                    <a:pt x="5439" y="6675"/>
                  </a:lnTo>
                  <a:lnTo>
                    <a:pt x="5439" y="6675"/>
                  </a:lnTo>
                  <a:lnTo>
                    <a:pt x="5562" y="6675"/>
                  </a:lnTo>
                  <a:lnTo>
                    <a:pt x="5604" y="6592"/>
                  </a:lnTo>
                  <a:lnTo>
                    <a:pt x="5604" y="6469"/>
                  </a:lnTo>
                  <a:lnTo>
                    <a:pt x="5521" y="6386"/>
                  </a:lnTo>
                  <a:lnTo>
                    <a:pt x="5521" y="6386"/>
                  </a:lnTo>
                  <a:lnTo>
                    <a:pt x="1690" y="4326"/>
                  </a:lnTo>
                  <a:lnTo>
                    <a:pt x="1690" y="4326"/>
                  </a:lnTo>
                  <a:lnTo>
                    <a:pt x="4739" y="3750"/>
                  </a:lnTo>
                  <a:lnTo>
                    <a:pt x="4739" y="3750"/>
                  </a:lnTo>
                  <a:lnTo>
                    <a:pt x="5274" y="3667"/>
                  </a:lnTo>
                  <a:lnTo>
                    <a:pt x="5274" y="3667"/>
                  </a:lnTo>
                  <a:lnTo>
                    <a:pt x="8982" y="5933"/>
                  </a:lnTo>
                  <a:lnTo>
                    <a:pt x="8982" y="5933"/>
                  </a:lnTo>
                  <a:lnTo>
                    <a:pt x="9518" y="6263"/>
                  </a:lnTo>
                  <a:lnTo>
                    <a:pt x="9518" y="6263"/>
                  </a:lnTo>
                  <a:lnTo>
                    <a:pt x="9600" y="6263"/>
                  </a:lnTo>
                  <a:lnTo>
                    <a:pt x="9600" y="6263"/>
                  </a:lnTo>
                  <a:lnTo>
                    <a:pt x="9682" y="6221"/>
                  </a:lnTo>
                  <a:lnTo>
                    <a:pt x="9765" y="6139"/>
                  </a:lnTo>
                  <a:lnTo>
                    <a:pt x="9765" y="6057"/>
                  </a:lnTo>
                  <a:lnTo>
                    <a:pt x="9682" y="5974"/>
                  </a:lnTo>
                  <a:lnTo>
                    <a:pt x="9682" y="5974"/>
                  </a:lnTo>
                  <a:lnTo>
                    <a:pt x="5933" y="3667"/>
                  </a:lnTo>
                  <a:lnTo>
                    <a:pt x="5933" y="3667"/>
                  </a:lnTo>
                  <a:lnTo>
                    <a:pt x="5768" y="3585"/>
                  </a:lnTo>
                  <a:lnTo>
                    <a:pt x="5768" y="3585"/>
                  </a:lnTo>
                  <a:lnTo>
                    <a:pt x="10053" y="2802"/>
                  </a:lnTo>
                  <a:lnTo>
                    <a:pt x="10053" y="2802"/>
                  </a:lnTo>
                  <a:lnTo>
                    <a:pt x="12360" y="3873"/>
                  </a:lnTo>
                  <a:lnTo>
                    <a:pt x="12360" y="3873"/>
                  </a:lnTo>
                  <a:lnTo>
                    <a:pt x="12731" y="4038"/>
                  </a:lnTo>
                  <a:lnTo>
                    <a:pt x="12731" y="4038"/>
                  </a:lnTo>
                  <a:lnTo>
                    <a:pt x="12772" y="4038"/>
                  </a:lnTo>
                  <a:lnTo>
                    <a:pt x="12772" y="4038"/>
                  </a:lnTo>
                  <a:lnTo>
                    <a:pt x="12896" y="3997"/>
                  </a:lnTo>
                  <a:lnTo>
                    <a:pt x="12937" y="3914"/>
                  </a:lnTo>
                  <a:lnTo>
                    <a:pt x="12937" y="3832"/>
                  </a:lnTo>
                  <a:lnTo>
                    <a:pt x="12855" y="3750"/>
                  </a:lnTo>
                  <a:lnTo>
                    <a:pt x="12855" y="3750"/>
                  </a:lnTo>
                  <a:lnTo>
                    <a:pt x="10589" y="2678"/>
                  </a:lnTo>
                  <a:lnTo>
                    <a:pt x="10589" y="2678"/>
                  </a:lnTo>
                  <a:lnTo>
                    <a:pt x="13761" y="2102"/>
                  </a:lnTo>
                  <a:lnTo>
                    <a:pt x="13761" y="2102"/>
                  </a:lnTo>
                  <a:lnTo>
                    <a:pt x="15821" y="1731"/>
                  </a:lnTo>
                  <a:lnTo>
                    <a:pt x="15821" y="1731"/>
                  </a:lnTo>
                  <a:lnTo>
                    <a:pt x="15903" y="1731"/>
                  </a:lnTo>
                  <a:lnTo>
                    <a:pt x="15944" y="1690"/>
                  </a:lnTo>
                  <a:lnTo>
                    <a:pt x="15944" y="1566"/>
                  </a:lnTo>
                  <a:lnTo>
                    <a:pt x="15903" y="1484"/>
                  </a:lnTo>
                  <a:lnTo>
                    <a:pt x="15780" y="1443"/>
                  </a:lnTo>
                  <a:lnTo>
                    <a:pt x="15780" y="1443"/>
                  </a:lnTo>
                  <a:lnTo>
                    <a:pt x="15738" y="1443"/>
                  </a:lnTo>
                  <a:lnTo>
                    <a:pt x="15738" y="1443"/>
                  </a:lnTo>
                  <a:lnTo>
                    <a:pt x="10424" y="2390"/>
                  </a:lnTo>
                  <a:lnTo>
                    <a:pt x="10424" y="2390"/>
                  </a:lnTo>
                  <a:lnTo>
                    <a:pt x="11701" y="577"/>
                  </a:lnTo>
                  <a:lnTo>
                    <a:pt x="11701" y="577"/>
                  </a:lnTo>
                  <a:lnTo>
                    <a:pt x="11907" y="289"/>
                  </a:lnTo>
                  <a:lnTo>
                    <a:pt x="11907" y="289"/>
                  </a:lnTo>
                  <a:lnTo>
                    <a:pt x="11948" y="207"/>
                  </a:lnTo>
                  <a:lnTo>
                    <a:pt x="11907" y="83"/>
                  </a:lnTo>
                  <a:lnTo>
                    <a:pt x="11866" y="42"/>
                  </a:lnTo>
                  <a:lnTo>
                    <a:pt x="11783" y="1"/>
                  </a:lnTo>
                  <a:lnTo>
                    <a:pt x="11783" y="1"/>
                  </a:lnTo>
                  <a:lnTo>
                    <a:pt x="11742" y="42"/>
                  </a:lnTo>
                  <a:lnTo>
                    <a:pt x="11660" y="83"/>
                  </a:lnTo>
                  <a:lnTo>
                    <a:pt x="11660" y="83"/>
                  </a:lnTo>
                  <a:lnTo>
                    <a:pt x="10177" y="2225"/>
                  </a:lnTo>
                  <a:lnTo>
                    <a:pt x="10177" y="2225"/>
                  </a:lnTo>
                  <a:lnTo>
                    <a:pt x="9971" y="2472"/>
                  </a:lnTo>
                  <a:lnTo>
                    <a:pt x="9971" y="2472"/>
                  </a:lnTo>
                  <a:lnTo>
                    <a:pt x="5686" y="3255"/>
                  </a:lnTo>
                  <a:lnTo>
                    <a:pt x="5686" y="3255"/>
                  </a:lnTo>
                  <a:lnTo>
                    <a:pt x="8076" y="248"/>
                  </a:lnTo>
                  <a:lnTo>
                    <a:pt x="8076" y="248"/>
                  </a:lnTo>
                  <a:lnTo>
                    <a:pt x="8117" y="165"/>
                  </a:lnTo>
                  <a:lnTo>
                    <a:pt x="8076" y="83"/>
                  </a:lnTo>
                  <a:lnTo>
                    <a:pt x="8034" y="1"/>
                  </a:lnTo>
                  <a:lnTo>
                    <a:pt x="795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8"/>
            <p:cNvSpPr/>
            <p:nvPr/>
          </p:nvSpPr>
          <p:spPr>
            <a:xfrm>
              <a:off x="4942925" y="4210850"/>
              <a:ext cx="1866300" cy="503650"/>
            </a:xfrm>
            <a:custGeom>
              <a:avLst/>
              <a:gdLst/>
              <a:ahLst/>
              <a:cxnLst/>
              <a:rect l="l" t="t" r="r" b="b"/>
              <a:pathLst>
                <a:path w="74652" h="20146" extrusionOk="0">
                  <a:moveTo>
                    <a:pt x="35390" y="0"/>
                  </a:moveTo>
                  <a:lnTo>
                    <a:pt x="33495" y="41"/>
                  </a:lnTo>
                  <a:lnTo>
                    <a:pt x="31641" y="124"/>
                  </a:lnTo>
                  <a:lnTo>
                    <a:pt x="29787" y="206"/>
                  </a:lnTo>
                  <a:lnTo>
                    <a:pt x="28016" y="289"/>
                  </a:lnTo>
                  <a:lnTo>
                    <a:pt x="26244" y="453"/>
                  </a:lnTo>
                  <a:lnTo>
                    <a:pt x="24473" y="618"/>
                  </a:lnTo>
                  <a:lnTo>
                    <a:pt x="22783" y="783"/>
                  </a:lnTo>
                  <a:lnTo>
                    <a:pt x="21136" y="989"/>
                  </a:lnTo>
                  <a:lnTo>
                    <a:pt x="19529" y="1195"/>
                  </a:lnTo>
                  <a:lnTo>
                    <a:pt x="17963" y="1442"/>
                  </a:lnTo>
                  <a:lnTo>
                    <a:pt x="16439" y="1730"/>
                  </a:lnTo>
                  <a:lnTo>
                    <a:pt x="14997" y="1978"/>
                  </a:lnTo>
                  <a:lnTo>
                    <a:pt x="13596" y="2307"/>
                  </a:lnTo>
                  <a:lnTo>
                    <a:pt x="12237" y="2596"/>
                  </a:lnTo>
                  <a:lnTo>
                    <a:pt x="10918" y="2925"/>
                  </a:lnTo>
                  <a:lnTo>
                    <a:pt x="9682" y="3296"/>
                  </a:lnTo>
                  <a:lnTo>
                    <a:pt x="8529" y="3667"/>
                  </a:lnTo>
                  <a:lnTo>
                    <a:pt x="7417" y="4038"/>
                  </a:lnTo>
                  <a:lnTo>
                    <a:pt x="6387" y="4450"/>
                  </a:lnTo>
                  <a:lnTo>
                    <a:pt x="5398" y="4862"/>
                  </a:lnTo>
                  <a:lnTo>
                    <a:pt x="4492" y="5274"/>
                  </a:lnTo>
                  <a:lnTo>
                    <a:pt x="3668" y="5686"/>
                  </a:lnTo>
                  <a:lnTo>
                    <a:pt x="2926" y="6139"/>
                  </a:lnTo>
                  <a:lnTo>
                    <a:pt x="2267" y="6592"/>
                  </a:lnTo>
                  <a:lnTo>
                    <a:pt x="1690" y="7086"/>
                  </a:lnTo>
                  <a:lnTo>
                    <a:pt x="1196" y="7539"/>
                  </a:lnTo>
                  <a:lnTo>
                    <a:pt x="742" y="8034"/>
                  </a:lnTo>
                  <a:lnTo>
                    <a:pt x="413" y="8528"/>
                  </a:lnTo>
                  <a:lnTo>
                    <a:pt x="207" y="9023"/>
                  </a:lnTo>
                  <a:lnTo>
                    <a:pt x="42" y="9558"/>
                  </a:lnTo>
                  <a:lnTo>
                    <a:pt x="1" y="10052"/>
                  </a:lnTo>
                  <a:lnTo>
                    <a:pt x="83" y="10423"/>
                  </a:lnTo>
                  <a:lnTo>
                    <a:pt x="330" y="11412"/>
                  </a:lnTo>
                  <a:lnTo>
                    <a:pt x="619" y="11865"/>
                  </a:lnTo>
                  <a:lnTo>
                    <a:pt x="948" y="12318"/>
                  </a:lnTo>
                  <a:lnTo>
                    <a:pt x="1360" y="12772"/>
                  </a:lnTo>
                  <a:lnTo>
                    <a:pt x="1855" y="13225"/>
                  </a:lnTo>
                  <a:lnTo>
                    <a:pt x="2432" y="13637"/>
                  </a:lnTo>
                  <a:lnTo>
                    <a:pt x="3050" y="14049"/>
                  </a:lnTo>
                  <a:lnTo>
                    <a:pt x="3750" y="14461"/>
                  </a:lnTo>
                  <a:lnTo>
                    <a:pt x="4492" y="14873"/>
                  </a:lnTo>
                  <a:lnTo>
                    <a:pt x="5315" y="15243"/>
                  </a:lnTo>
                  <a:lnTo>
                    <a:pt x="6181" y="15614"/>
                  </a:lnTo>
                  <a:lnTo>
                    <a:pt x="7128" y="15985"/>
                  </a:lnTo>
                  <a:lnTo>
                    <a:pt x="8117" y="16356"/>
                  </a:lnTo>
                  <a:lnTo>
                    <a:pt x="9188" y="16685"/>
                  </a:lnTo>
                  <a:lnTo>
                    <a:pt x="10300" y="17015"/>
                  </a:lnTo>
                  <a:lnTo>
                    <a:pt x="11454" y="17345"/>
                  </a:lnTo>
                  <a:lnTo>
                    <a:pt x="12649" y="17633"/>
                  </a:lnTo>
                  <a:lnTo>
                    <a:pt x="15203" y="18169"/>
                  </a:lnTo>
                  <a:lnTo>
                    <a:pt x="17963" y="18704"/>
                  </a:lnTo>
                  <a:lnTo>
                    <a:pt x="20847" y="19116"/>
                  </a:lnTo>
                  <a:lnTo>
                    <a:pt x="23896" y="19487"/>
                  </a:lnTo>
                  <a:lnTo>
                    <a:pt x="27109" y="19775"/>
                  </a:lnTo>
                  <a:lnTo>
                    <a:pt x="30405" y="19981"/>
                  </a:lnTo>
                  <a:lnTo>
                    <a:pt x="33825" y="20105"/>
                  </a:lnTo>
                  <a:lnTo>
                    <a:pt x="37326" y="20146"/>
                  </a:lnTo>
                  <a:lnTo>
                    <a:pt x="40952" y="20105"/>
                  </a:lnTo>
                  <a:lnTo>
                    <a:pt x="44495" y="19940"/>
                  </a:lnTo>
                  <a:lnTo>
                    <a:pt x="47955" y="19734"/>
                  </a:lnTo>
                  <a:lnTo>
                    <a:pt x="51210" y="19404"/>
                  </a:lnTo>
                  <a:lnTo>
                    <a:pt x="54382" y="19034"/>
                  </a:lnTo>
                  <a:lnTo>
                    <a:pt x="57349" y="18580"/>
                  </a:lnTo>
                  <a:lnTo>
                    <a:pt x="58791" y="18333"/>
                  </a:lnTo>
                  <a:lnTo>
                    <a:pt x="60150" y="18045"/>
                  </a:lnTo>
                  <a:lnTo>
                    <a:pt x="61468" y="17757"/>
                  </a:lnTo>
                  <a:lnTo>
                    <a:pt x="62746" y="17427"/>
                  </a:lnTo>
                  <a:lnTo>
                    <a:pt x="63982" y="17139"/>
                  </a:lnTo>
                  <a:lnTo>
                    <a:pt x="65135" y="16768"/>
                  </a:lnTo>
                  <a:lnTo>
                    <a:pt x="66247" y="16438"/>
                  </a:lnTo>
                  <a:lnTo>
                    <a:pt x="67319" y="16067"/>
                  </a:lnTo>
                  <a:lnTo>
                    <a:pt x="68307" y="15697"/>
                  </a:lnTo>
                  <a:lnTo>
                    <a:pt x="69214" y="15285"/>
                  </a:lnTo>
                  <a:lnTo>
                    <a:pt x="70079" y="14914"/>
                  </a:lnTo>
                  <a:lnTo>
                    <a:pt x="70862" y="14502"/>
                  </a:lnTo>
                  <a:lnTo>
                    <a:pt x="71603" y="14049"/>
                  </a:lnTo>
                  <a:lnTo>
                    <a:pt x="72262" y="13637"/>
                  </a:lnTo>
                  <a:lnTo>
                    <a:pt x="72839" y="13184"/>
                  </a:lnTo>
                  <a:lnTo>
                    <a:pt x="73334" y="12730"/>
                  </a:lnTo>
                  <a:lnTo>
                    <a:pt x="73746" y="12277"/>
                  </a:lnTo>
                  <a:lnTo>
                    <a:pt x="74075" y="11783"/>
                  </a:lnTo>
                  <a:lnTo>
                    <a:pt x="74363" y="11330"/>
                  </a:lnTo>
                  <a:lnTo>
                    <a:pt x="74528" y="10835"/>
                  </a:lnTo>
                  <a:lnTo>
                    <a:pt x="74652" y="10052"/>
                  </a:lnTo>
                  <a:lnTo>
                    <a:pt x="74611" y="9558"/>
                  </a:lnTo>
                  <a:lnTo>
                    <a:pt x="74446" y="9023"/>
                  </a:lnTo>
                  <a:lnTo>
                    <a:pt x="74199" y="8528"/>
                  </a:lnTo>
                  <a:lnTo>
                    <a:pt x="73869" y="8034"/>
                  </a:lnTo>
                  <a:lnTo>
                    <a:pt x="73457" y="7539"/>
                  </a:lnTo>
                  <a:lnTo>
                    <a:pt x="72963" y="7086"/>
                  </a:lnTo>
                  <a:lnTo>
                    <a:pt x="72386" y="6592"/>
                  </a:lnTo>
                  <a:lnTo>
                    <a:pt x="71727" y="6139"/>
                  </a:lnTo>
                  <a:lnTo>
                    <a:pt x="70944" y="5686"/>
                  </a:lnTo>
                  <a:lnTo>
                    <a:pt x="70120" y="5274"/>
                  </a:lnTo>
                  <a:lnTo>
                    <a:pt x="69255" y="4862"/>
                  </a:lnTo>
                  <a:lnTo>
                    <a:pt x="68266" y="4450"/>
                  </a:lnTo>
                  <a:lnTo>
                    <a:pt x="67236" y="4038"/>
                  </a:lnTo>
                  <a:lnTo>
                    <a:pt x="66124" y="3667"/>
                  </a:lnTo>
                  <a:lnTo>
                    <a:pt x="64929" y="3296"/>
                  </a:lnTo>
                  <a:lnTo>
                    <a:pt x="63693" y="2925"/>
                  </a:lnTo>
                  <a:lnTo>
                    <a:pt x="62416" y="2596"/>
                  </a:lnTo>
                  <a:lnTo>
                    <a:pt x="61056" y="2307"/>
                  </a:lnTo>
                  <a:lnTo>
                    <a:pt x="59656" y="1978"/>
                  </a:lnTo>
                  <a:lnTo>
                    <a:pt x="58173" y="1730"/>
                  </a:lnTo>
                  <a:lnTo>
                    <a:pt x="56689" y="1442"/>
                  </a:lnTo>
                  <a:lnTo>
                    <a:pt x="55124" y="1195"/>
                  </a:lnTo>
                  <a:lnTo>
                    <a:pt x="53517" y="989"/>
                  </a:lnTo>
                  <a:lnTo>
                    <a:pt x="51869" y="783"/>
                  </a:lnTo>
                  <a:lnTo>
                    <a:pt x="50139" y="618"/>
                  </a:lnTo>
                  <a:lnTo>
                    <a:pt x="48409" y="453"/>
                  </a:lnTo>
                  <a:lnTo>
                    <a:pt x="46637" y="289"/>
                  </a:lnTo>
                  <a:lnTo>
                    <a:pt x="44824" y="206"/>
                  </a:lnTo>
                  <a:lnTo>
                    <a:pt x="43012" y="124"/>
                  </a:lnTo>
                  <a:lnTo>
                    <a:pt x="41158" y="41"/>
                  </a:lnTo>
                  <a:lnTo>
                    <a:pt x="39263" y="0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8"/>
            <p:cNvSpPr/>
            <p:nvPr/>
          </p:nvSpPr>
          <p:spPr>
            <a:xfrm>
              <a:off x="4942925" y="4210850"/>
              <a:ext cx="1866300" cy="503650"/>
            </a:xfrm>
            <a:custGeom>
              <a:avLst/>
              <a:gdLst/>
              <a:ahLst/>
              <a:cxnLst/>
              <a:rect l="l" t="t" r="r" b="b"/>
              <a:pathLst>
                <a:path w="74652" h="20146" fill="none" extrusionOk="0">
                  <a:moveTo>
                    <a:pt x="37326" y="0"/>
                  </a:moveTo>
                  <a:lnTo>
                    <a:pt x="37326" y="0"/>
                  </a:lnTo>
                  <a:lnTo>
                    <a:pt x="35390" y="0"/>
                  </a:lnTo>
                  <a:lnTo>
                    <a:pt x="33495" y="41"/>
                  </a:lnTo>
                  <a:lnTo>
                    <a:pt x="31641" y="124"/>
                  </a:lnTo>
                  <a:lnTo>
                    <a:pt x="29787" y="206"/>
                  </a:lnTo>
                  <a:lnTo>
                    <a:pt x="28016" y="289"/>
                  </a:lnTo>
                  <a:lnTo>
                    <a:pt x="26244" y="453"/>
                  </a:lnTo>
                  <a:lnTo>
                    <a:pt x="24473" y="618"/>
                  </a:lnTo>
                  <a:lnTo>
                    <a:pt x="22783" y="783"/>
                  </a:lnTo>
                  <a:lnTo>
                    <a:pt x="21136" y="989"/>
                  </a:lnTo>
                  <a:lnTo>
                    <a:pt x="19529" y="1195"/>
                  </a:lnTo>
                  <a:lnTo>
                    <a:pt x="17963" y="1442"/>
                  </a:lnTo>
                  <a:lnTo>
                    <a:pt x="16439" y="1730"/>
                  </a:lnTo>
                  <a:lnTo>
                    <a:pt x="14997" y="1978"/>
                  </a:lnTo>
                  <a:lnTo>
                    <a:pt x="13596" y="2307"/>
                  </a:lnTo>
                  <a:lnTo>
                    <a:pt x="12237" y="2596"/>
                  </a:lnTo>
                  <a:lnTo>
                    <a:pt x="10918" y="2925"/>
                  </a:lnTo>
                  <a:lnTo>
                    <a:pt x="9682" y="3296"/>
                  </a:lnTo>
                  <a:lnTo>
                    <a:pt x="8529" y="3667"/>
                  </a:lnTo>
                  <a:lnTo>
                    <a:pt x="7417" y="4038"/>
                  </a:lnTo>
                  <a:lnTo>
                    <a:pt x="6387" y="4450"/>
                  </a:lnTo>
                  <a:lnTo>
                    <a:pt x="5398" y="4862"/>
                  </a:lnTo>
                  <a:lnTo>
                    <a:pt x="4492" y="5274"/>
                  </a:lnTo>
                  <a:lnTo>
                    <a:pt x="3668" y="5686"/>
                  </a:lnTo>
                  <a:lnTo>
                    <a:pt x="2926" y="6139"/>
                  </a:lnTo>
                  <a:lnTo>
                    <a:pt x="2267" y="6592"/>
                  </a:lnTo>
                  <a:lnTo>
                    <a:pt x="1690" y="7086"/>
                  </a:lnTo>
                  <a:lnTo>
                    <a:pt x="1196" y="7539"/>
                  </a:lnTo>
                  <a:lnTo>
                    <a:pt x="742" y="8034"/>
                  </a:lnTo>
                  <a:lnTo>
                    <a:pt x="413" y="8528"/>
                  </a:lnTo>
                  <a:lnTo>
                    <a:pt x="207" y="9023"/>
                  </a:lnTo>
                  <a:lnTo>
                    <a:pt x="42" y="9558"/>
                  </a:lnTo>
                  <a:lnTo>
                    <a:pt x="1" y="10052"/>
                  </a:lnTo>
                  <a:lnTo>
                    <a:pt x="1" y="10052"/>
                  </a:lnTo>
                  <a:lnTo>
                    <a:pt x="83" y="10423"/>
                  </a:lnTo>
                  <a:lnTo>
                    <a:pt x="330" y="11412"/>
                  </a:lnTo>
                  <a:lnTo>
                    <a:pt x="330" y="11412"/>
                  </a:lnTo>
                  <a:lnTo>
                    <a:pt x="619" y="11865"/>
                  </a:lnTo>
                  <a:lnTo>
                    <a:pt x="948" y="12318"/>
                  </a:lnTo>
                  <a:lnTo>
                    <a:pt x="1360" y="12772"/>
                  </a:lnTo>
                  <a:lnTo>
                    <a:pt x="1855" y="13225"/>
                  </a:lnTo>
                  <a:lnTo>
                    <a:pt x="2432" y="13637"/>
                  </a:lnTo>
                  <a:lnTo>
                    <a:pt x="3050" y="14049"/>
                  </a:lnTo>
                  <a:lnTo>
                    <a:pt x="3750" y="14461"/>
                  </a:lnTo>
                  <a:lnTo>
                    <a:pt x="4492" y="14873"/>
                  </a:lnTo>
                  <a:lnTo>
                    <a:pt x="5315" y="15243"/>
                  </a:lnTo>
                  <a:lnTo>
                    <a:pt x="6181" y="15614"/>
                  </a:lnTo>
                  <a:lnTo>
                    <a:pt x="7128" y="15985"/>
                  </a:lnTo>
                  <a:lnTo>
                    <a:pt x="8117" y="16356"/>
                  </a:lnTo>
                  <a:lnTo>
                    <a:pt x="9188" y="16685"/>
                  </a:lnTo>
                  <a:lnTo>
                    <a:pt x="10300" y="17015"/>
                  </a:lnTo>
                  <a:lnTo>
                    <a:pt x="11454" y="17345"/>
                  </a:lnTo>
                  <a:lnTo>
                    <a:pt x="12649" y="17633"/>
                  </a:lnTo>
                  <a:lnTo>
                    <a:pt x="15203" y="18169"/>
                  </a:lnTo>
                  <a:lnTo>
                    <a:pt x="17963" y="18704"/>
                  </a:lnTo>
                  <a:lnTo>
                    <a:pt x="20847" y="19116"/>
                  </a:lnTo>
                  <a:lnTo>
                    <a:pt x="23896" y="19487"/>
                  </a:lnTo>
                  <a:lnTo>
                    <a:pt x="27109" y="19775"/>
                  </a:lnTo>
                  <a:lnTo>
                    <a:pt x="30405" y="19981"/>
                  </a:lnTo>
                  <a:lnTo>
                    <a:pt x="33825" y="20105"/>
                  </a:lnTo>
                  <a:lnTo>
                    <a:pt x="37326" y="20146"/>
                  </a:lnTo>
                  <a:lnTo>
                    <a:pt x="37326" y="20146"/>
                  </a:lnTo>
                  <a:lnTo>
                    <a:pt x="40952" y="20105"/>
                  </a:lnTo>
                  <a:lnTo>
                    <a:pt x="44495" y="19940"/>
                  </a:lnTo>
                  <a:lnTo>
                    <a:pt x="47955" y="19734"/>
                  </a:lnTo>
                  <a:lnTo>
                    <a:pt x="51210" y="19404"/>
                  </a:lnTo>
                  <a:lnTo>
                    <a:pt x="54382" y="19034"/>
                  </a:lnTo>
                  <a:lnTo>
                    <a:pt x="57349" y="18580"/>
                  </a:lnTo>
                  <a:lnTo>
                    <a:pt x="58791" y="18333"/>
                  </a:lnTo>
                  <a:lnTo>
                    <a:pt x="60150" y="18045"/>
                  </a:lnTo>
                  <a:lnTo>
                    <a:pt x="61468" y="17757"/>
                  </a:lnTo>
                  <a:lnTo>
                    <a:pt x="62746" y="17427"/>
                  </a:lnTo>
                  <a:lnTo>
                    <a:pt x="63982" y="17139"/>
                  </a:lnTo>
                  <a:lnTo>
                    <a:pt x="65135" y="16768"/>
                  </a:lnTo>
                  <a:lnTo>
                    <a:pt x="66247" y="16438"/>
                  </a:lnTo>
                  <a:lnTo>
                    <a:pt x="67319" y="16067"/>
                  </a:lnTo>
                  <a:lnTo>
                    <a:pt x="68307" y="15697"/>
                  </a:lnTo>
                  <a:lnTo>
                    <a:pt x="69214" y="15285"/>
                  </a:lnTo>
                  <a:lnTo>
                    <a:pt x="70079" y="14914"/>
                  </a:lnTo>
                  <a:lnTo>
                    <a:pt x="70862" y="14502"/>
                  </a:lnTo>
                  <a:lnTo>
                    <a:pt x="71603" y="14049"/>
                  </a:lnTo>
                  <a:lnTo>
                    <a:pt x="72262" y="13637"/>
                  </a:lnTo>
                  <a:lnTo>
                    <a:pt x="72839" y="13184"/>
                  </a:lnTo>
                  <a:lnTo>
                    <a:pt x="73334" y="12730"/>
                  </a:lnTo>
                  <a:lnTo>
                    <a:pt x="73746" y="12277"/>
                  </a:lnTo>
                  <a:lnTo>
                    <a:pt x="74075" y="11783"/>
                  </a:lnTo>
                  <a:lnTo>
                    <a:pt x="74363" y="11330"/>
                  </a:lnTo>
                  <a:lnTo>
                    <a:pt x="74528" y="10835"/>
                  </a:lnTo>
                  <a:lnTo>
                    <a:pt x="74528" y="10835"/>
                  </a:lnTo>
                  <a:lnTo>
                    <a:pt x="74652" y="10052"/>
                  </a:lnTo>
                  <a:lnTo>
                    <a:pt x="74652" y="10052"/>
                  </a:lnTo>
                  <a:lnTo>
                    <a:pt x="74611" y="9558"/>
                  </a:lnTo>
                  <a:lnTo>
                    <a:pt x="74446" y="9023"/>
                  </a:lnTo>
                  <a:lnTo>
                    <a:pt x="74199" y="8528"/>
                  </a:lnTo>
                  <a:lnTo>
                    <a:pt x="73869" y="8034"/>
                  </a:lnTo>
                  <a:lnTo>
                    <a:pt x="73457" y="7539"/>
                  </a:lnTo>
                  <a:lnTo>
                    <a:pt x="72963" y="7086"/>
                  </a:lnTo>
                  <a:lnTo>
                    <a:pt x="72386" y="6592"/>
                  </a:lnTo>
                  <a:lnTo>
                    <a:pt x="71727" y="6139"/>
                  </a:lnTo>
                  <a:lnTo>
                    <a:pt x="70944" y="5686"/>
                  </a:lnTo>
                  <a:lnTo>
                    <a:pt x="70120" y="5274"/>
                  </a:lnTo>
                  <a:lnTo>
                    <a:pt x="69255" y="4862"/>
                  </a:lnTo>
                  <a:lnTo>
                    <a:pt x="68266" y="4450"/>
                  </a:lnTo>
                  <a:lnTo>
                    <a:pt x="67236" y="4038"/>
                  </a:lnTo>
                  <a:lnTo>
                    <a:pt x="66124" y="3667"/>
                  </a:lnTo>
                  <a:lnTo>
                    <a:pt x="64929" y="3296"/>
                  </a:lnTo>
                  <a:lnTo>
                    <a:pt x="63693" y="2925"/>
                  </a:lnTo>
                  <a:lnTo>
                    <a:pt x="62416" y="2596"/>
                  </a:lnTo>
                  <a:lnTo>
                    <a:pt x="61056" y="2307"/>
                  </a:lnTo>
                  <a:lnTo>
                    <a:pt x="59656" y="1978"/>
                  </a:lnTo>
                  <a:lnTo>
                    <a:pt x="58173" y="1730"/>
                  </a:lnTo>
                  <a:lnTo>
                    <a:pt x="56689" y="1442"/>
                  </a:lnTo>
                  <a:lnTo>
                    <a:pt x="55124" y="1195"/>
                  </a:lnTo>
                  <a:lnTo>
                    <a:pt x="53517" y="989"/>
                  </a:lnTo>
                  <a:lnTo>
                    <a:pt x="51869" y="783"/>
                  </a:lnTo>
                  <a:lnTo>
                    <a:pt x="50139" y="618"/>
                  </a:lnTo>
                  <a:lnTo>
                    <a:pt x="48409" y="453"/>
                  </a:lnTo>
                  <a:lnTo>
                    <a:pt x="46637" y="289"/>
                  </a:lnTo>
                  <a:lnTo>
                    <a:pt x="44824" y="206"/>
                  </a:lnTo>
                  <a:lnTo>
                    <a:pt x="43012" y="124"/>
                  </a:lnTo>
                  <a:lnTo>
                    <a:pt x="41158" y="41"/>
                  </a:lnTo>
                  <a:lnTo>
                    <a:pt x="39263" y="0"/>
                  </a:lnTo>
                  <a:lnTo>
                    <a:pt x="373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8"/>
            <p:cNvSpPr/>
            <p:nvPr/>
          </p:nvSpPr>
          <p:spPr>
            <a:xfrm>
              <a:off x="4951175" y="4481725"/>
              <a:ext cx="1854975" cy="650950"/>
            </a:xfrm>
            <a:custGeom>
              <a:avLst/>
              <a:gdLst/>
              <a:ahLst/>
              <a:cxnLst/>
              <a:rect l="l" t="t" r="r" b="b"/>
              <a:pathLst>
                <a:path w="74199" h="26038" extrusionOk="0">
                  <a:moveTo>
                    <a:pt x="74198" y="0"/>
                  </a:moveTo>
                  <a:lnTo>
                    <a:pt x="74033" y="495"/>
                  </a:lnTo>
                  <a:lnTo>
                    <a:pt x="73745" y="948"/>
                  </a:lnTo>
                  <a:lnTo>
                    <a:pt x="73416" y="1442"/>
                  </a:lnTo>
                  <a:lnTo>
                    <a:pt x="73004" y="1895"/>
                  </a:lnTo>
                  <a:lnTo>
                    <a:pt x="72509" y="2349"/>
                  </a:lnTo>
                  <a:lnTo>
                    <a:pt x="71932" y="2802"/>
                  </a:lnTo>
                  <a:lnTo>
                    <a:pt x="71273" y="3214"/>
                  </a:lnTo>
                  <a:lnTo>
                    <a:pt x="70532" y="3667"/>
                  </a:lnTo>
                  <a:lnTo>
                    <a:pt x="69749" y="4079"/>
                  </a:lnTo>
                  <a:lnTo>
                    <a:pt x="68884" y="4450"/>
                  </a:lnTo>
                  <a:lnTo>
                    <a:pt x="67977" y="4862"/>
                  </a:lnTo>
                  <a:lnTo>
                    <a:pt x="66989" y="5232"/>
                  </a:lnTo>
                  <a:lnTo>
                    <a:pt x="65917" y="5603"/>
                  </a:lnTo>
                  <a:lnTo>
                    <a:pt x="64805" y="5933"/>
                  </a:lnTo>
                  <a:lnTo>
                    <a:pt x="63652" y="6304"/>
                  </a:lnTo>
                  <a:lnTo>
                    <a:pt x="62416" y="6592"/>
                  </a:lnTo>
                  <a:lnTo>
                    <a:pt x="61138" y="6922"/>
                  </a:lnTo>
                  <a:lnTo>
                    <a:pt x="59820" y="7210"/>
                  </a:lnTo>
                  <a:lnTo>
                    <a:pt x="58461" y="7498"/>
                  </a:lnTo>
                  <a:lnTo>
                    <a:pt x="57019" y="7745"/>
                  </a:lnTo>
                  <a:lnTo>
                    <a:pt x="54052" y="8199"/>
                  </a:lnTo>
                  <a:lnTo>
                    <a:pt x="50880" y="8569"/>
                  </a:lnTo>
                  <a:lnTo>
                    <a:pt x="47625" y="8899"/>
                  </a:lnTo>
                  <a:lnTo>
                    <a:pt x="44165" y="9105"/>
                  </a:lnTo>
                  <a:lnTo>
                    <a:pt x="40622" y="9270"/>
                  </a:lnTo>
                  <a:lnTo>
                    <a:pt x="36996" y="9311"/>
                  </a:lnTo>
                  <a:lnTo>
                    <a:pt x="33495" y="9270"/>
                  </a:lnTo>
                  <a:lnTo>
                    <a:pt x="30075" y="9146"/>
                  </a:lnTo>
                  <a:lnTo>
                    <a:pt x="26779" y="8940"/>
                  </a:lnTo>
                  <a:lnTo>
                    <a:pt x="23566" y="8652"/>
                  </a:lnTo>
                  <a:lnTo>
                    <a:pt x="20517" y="8281"/>
                  </a:lnTo>
                  <a:lnTo>
                    <a:pt x="17633" y="7869"/>
                  </a:lnTo>
                  <a:lnTo>
                    <a:pt x="14873" y="7334"/>
                  </a:lnTo>
                  <a:lnTo>
                    <a:pt x="12319" y="6798"/>
                  </a:lnTo>
                  <a:lnTo>
                    <a:pt x="11124" y="6510"/>
                  </a:lnTo>
                  <a:lnTo>
                    <a:pt x="9970" y="6180"/>
                  </a:lnTo>
                  <a:lnTo>
                    <a:pt x="8858" y="5850"/>
                  </a:lnTo>
                  <a:lnTo>
                    <a:pt x="7787" y="5521"/>
                  </a:lnTo>
                  <a:lnTo>
                    <a:pt x="6798" y="5150"/>
                  </a:lnTo>
                  <a:lnTo>
                    <a:pt x="5851" y="4779"/>
                  </a:lnTo>
                  <a:lnTo>
                    <a:pt x="4985" y="4408"/>
                  </a:lnTo>
                  <a:lnTo>
                    <a:pt x="4162" y="4038"/>
                  </a:lnTo>
                  <a:lnTo>
                    <a:pt x="3420" y="3626"/>
                  </a:lnTo>
                  <a:lnTo>
                    <a:pt x="2720" y="3214"/>
                  </a:lnTo>
                  <a:lnTo>
                    <a:pt x="2102" y="2802"/>
                  </a:lnTo>
                  <a:lnTo>
                    <a:pt x="1525" y="2390"/>
                  </a:lnTo>
                  <a:lnTo>
                    <a:pt x="1030" y="1937"/>
                  </a:lnTo>
                  <a:lnTo>
                    <a:pt x="618" y="1483"/>
                  </a:lnTo>
                  <a:lnTo>
                    <a:pt x="289" y="1030"/>
                  </a:lnTo>
                  <a:lnTo>
                    <a:pt x="0" y="577"/>
                  </a:lnTo>
                  <a:lnTo>
                    <a:pt x="536" y="2307"/>
                  </a:lnTo>
                  <a:lnTo>
                    <a:pt x="907" y="3378"/>
                  </a:lnTo>
                  <a:lnTo>
                    <a:pt x="1319" y="4532"/>
                  </a:lnTo>
                  <a:lnTo>
                    <a:pt x="1854" y="5809"/>
                  </a:lnTo>
                  <a:lnTo>
                    <a:pt x="2431" y="7128"/>
                  </a:lnTo>
                  <a:lnTo>
                    <a:pt x="3090" y="8487"/>
                  </a:lnTo>
                  <a:lnTo>
                    <a:pt x="3873" y="9888"/>
                  </a:lnTo>
                  <a:lnTo>
                    <a:pt x="4697" y="11289"/>
                  </a:lnTo>
                  <a:lnTo>
                    <a:pt x="5645" y="12689"/>
                  </a:lnTo>
                  <a:lnTo>
                    <a:pt x="6139" y="13390"/>
                  </a:lnTo>
                  <a:lnTo>
                    <a:pt x="6675" y="14049"/>
                  </a:lnTo>
                  <a:lnTo>
                    <a:pt x="7210" y="14749"/>
                  </a:lnTo>
                  <a:lnTo>
                    <a:pt x="7787" y="15408"/>
                  </a:lnTo>
                  <a:lnTo>
                    <a:pt x="8405" y="16026"/>
                  </a:lnTo>
                  <a:lnTo>
                    <a:pt x="9023" y="16644"/>
                  </a:lnTo>
                  <a:lnTo>
                    <a:pt x="9682" y="17262"/>
                  </a:lnTo>
                  <a:lnTo>
                    <a:pt x="10382" y="17839"/>
                  </a:lnTo>
                  <a:lnTo>
                    <a:pt x="11083" y="18375"/>
                  </a:lnTo>
                  <a:lnTo>
                    <a:pt x="11824" y="18910"/>
                  </a:lnTo>
                  <a:lnTo>
                    <a:pt x="12566" y="19405"/>
                  </a:lnTo>
                  <a:lnTo>
                    <a:pt x="13390" y="19858"/>
                  </a:lnTo>
                  <a:lnTo>
                    <a:pt x="13431" y="20146"/>
                  </a:lnTo>
                  <a:lnTo>
                    <a:pt x="13513" y="20476"/>
                  </a:lnTo>
                  <a:lnTo>
                    <a:pt x="13678" y="20764"/>
                  </a:lnTo>
                  <a:lnTo>
                    <a:pt x="13884" y="21094"/>
                  </a:lnTo>
                  <a:lnTo>
                    <a:pt x="14173" y="21382"/>
                  </a:lnTo>
                  <a:lnTo>
                    <a:pt x="14502" y="21670"/>
                  </a:lnTo>
                  <a:lnTo>
                    <a:pt x="14873" y="21959"/>
                  </a:lnTo>
                  <a:lnTo>
                    <a:pt x="15326" y="22247"/>
                  </a:lnTo>
                  <a:lnTo>
                    <a:pt x="15821" y="22536"/>
                  </a:lnTo>
                  <a:lnTo>
                    <a:pt x="16356" y="22783"/>
                  </a:lnTo>
                  <a:lnTo>
                    <a:pt x="16974" y="23030"/>
                  </a:lnTo>
                  <a:lnTo>
                    <a:pt x="17592" y="23318"/>
                  </a:lnTo>
                  <a:lnTo>
                    <a:pt x="18993" y="23772"/>
                  </a:lnTo>
                  <a:lnTo>
                    <a:pt x="20558" y="24225"/>
                  </a:lnTo>
                  <a:lnTo>
                    <a:pt x="22330" y="24595"/>
                  </a:lnTo>
                  <a:lnTo>
                    <a:pt x="24184" y="24966"/>
                  </a:lnTo>
                  <a:lnTo>
                    <a:pt x="26202" y="25296"/>
                  </a:lnTo>
                  <a:lnTo>
                    <a:pt x="28345" y="25543"/>
                  </a:lnTo>
                  <a:lnTo>
                    <a:pt x="30569" y="25749"/>
                  </a:lnTo>
                  <a:lnTo>
                    <a:pt x="32918" y="25914"/>
                  </a:lnTo>
                  <a:lnTo>
                    <a:pt x="35348" y="25996"/>
                  </a:lnTo>
                  <a:lnTo>
                    <a:pt x="37820" y="26037"/>
                  </a:lnTo>
                  <a:lnTo>
                    <a:pt x="40333" y="25996"/>
                  </a:lnTo>
                  <a:lnTo>
                    <a:pt x="42723" y="25914"/>
                  </a:lnTo>
                  <a:lnTo>
                    <a:pt x="45071" y="25749"/>
                  </a:lnTo>
                  <a:lnTo>
                    <a:pt x="47296" y="25543"/>
                  </a:lnTo>
                  <a:lnTo>
                    <a:pt x="49438" y="25296"/>
                  </a:lnTo>
                  <a:lnTo>
                    <a:pt x="51457" y="24966"/>
                  </a:lnTo>
                  <a:lnTo>
                    <a:pt x="53352" y="24595"/>
                  </a:lnTo>
                  <a:lnTo>
                    <a:pt x="55082" y="24225"/>
                  </a:lnTo>
                  <a:lnTo>
                    <a:pt x="56648" y="23772"/>
                  </a:lnTo>
                  <a:lnTo>
                    <a:pt x="58049" y="23318"/>
                  </a:lnTo>
                  <a:lnTo>
                    <a:pt x="58708" y="23030"/>
                  </a:lnTo>
                  <a:lnTo>
                    <a:pt x="59285" y="22783"/>
                  </a:lnTo>
                  <a:lnTo>
                    <a:pt x="59820" y="22536"/>
                  </a:lnTo>
                  <a:lnTo>
                    <a:pt x="60315" y="22247"/>
                  </a:lnTo>
                  <a:lnTo>
                    <a:pt x="60768" y="21959"/>
                  </a:lnTo>
                  <a:lnTo>
                    <a:pt x="61138" y="21670"/>
                  </a:lnTo>
                  <a:lnTo>
                    <a:pt x="61468" y="21382"/>
                  </a:lnTo>
                  <a:lnTo>
                    <a:pt x="61756" y="21094"/>
                  </a:lnTo>
                  <a:lnTo>
                    <a:pt x="61962" y="20764"/>
                  </a:lnTo>
                  <a:lnTo>
                    <a:pt x="62127" y="20476"/>
                  </a:lnTo>
                  <a:lnTo>
                    <a:pt x="62251" y="20146"/>
                  </a:lnTo>
                  <a:lnTo>
                    <a:pt x="62292" y="19858"/>
                  </a:lnTo>
                  <a:lnTo>
                    <a:pt x="62704" y="19528"/>
                  </a:lnTo>
                  <a:lnTo>
                    <a:pt x="63198" y="19157"/>
                  </a:lnTo>
                  <a:lnTo>
                    <a:pt x="63858" y="18581"/>
                  </a:lnTo>
                  <a:lnTo>
                    <a:pt x="64640" y="17880"/>
                  </a:lnTo>
                  <a:lnTo>
                    <a:pt x="65505" y="17056"/>
                  </a:lnTo>
                  <a:lnTo>
                    <a:pt x="66453" y="16026"/>
                  </a:lnTo>
                  <a:lnTo>
                    <a:pt x="67442" y="14873"/>
                  </a:lnTo>
                  <a:lnTo>
                    <a:pt x="68472" y="13554"/>
                  </a:lnTo>
                  <a:lnTo>
                    <a:pt x="69007" y="12813"/>
                  </a:lnTo>
                  <a:lnTo>
                    <a:pt x="69502" y="12071"/>
                  </a:lnTo>
                  <a:lnTo>
                    <a:pt x="70037" y="11289"/>
                  </a:lnTo>
                  <a:lnTo>
                    <a:pt x="70532" y="10423"/>
                  </a:lnTo>
                  <a:lnTo>
                    <a:pt x="70985" y="9558"/>
                  </a:lnTo>
                  <a:lnTo>
                    <a:pt x="71479" y="8652"/>
                  </a:lnTo>
                  <a:lnTo>
                    <a:pt x="71891" y="7704"/>
                  </a:lnTo>
                  <a:lnTo>
                    <a:pt x="72344" y="6716"/>
                  </a:lnTo>
                  <a:lnTo>
                    <a:pt x="72715" y="5686"/>
                  </a:lnTo>
                  <a:lnTo>
                    <a:pt x="73086" y="4614"/>
                  </a:lnTo>
                  <a:lnTo>
                    <a:pt x="73416" y="3543"/>
                  </a:lnTo>
                  <a:lnTo>
                    <a:pt x="73704" y="2390"/>
                  </a:lnTo>
                  <a:lnTo>
                    <a:pt x="73992" y="1195"/>
                  </a:lnTo>
                  <a:lnTo>
                    <a:pt x="74198" y="0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8"/>
            <p:cNvSpPr/>
            <p:nvPr/>
          </p:nvSpPr>
          <p:spPr>
            <a:xfrm>
              <a:off x="4951175" y="4481725"/>
              <a:ext cx="1854975" cy="650950"/>
            </a:xfrm>
            <a:custGeom>
              <a:avLst/>
              <a:gdLst/>
              <a:ahLst/>
              <a:cxnLst/>
              <a:rect l="l" t="t" r="r" b="b"/>
              <a:pathLst>
                <a:path w="74199" h="26038" fill="none" extrusionOk="0">
                  <a:moveTo>
                    <a:pt x="36996" y="9311"/>
                  </a:moveTo>
                  <a:lnTo>
                    <a:pt x="36996" y="9311"/>
                  </a:lnTo>
                  <a:lnTo>
                    <a:pt x="33495" y="9270"/>
                  </a:lnTo>
                  <a:lnTo>
                    <a:pt x="30075" y="9146"/>
                  </a:lnTo>
                  <a:lnTo>
                    <a:pt x="26779" y="8940"/>
                  </a:lnTo>
                  <a:lnTo>
                    <a:pt x="23566" y="8652"/>
                  </a:lnTo>
                  <a:lnTo>
                    <a:pt x="20517" y="8281"/>
                  </a:lnTo>
                  <a:lnTo>
                    <a:pt x="17633" y="7869"/>
                  </a:lnTo>
                  <a:lnTo>
                    <a:pt x="14873" y="7334"/>
                  </a:lnTo>
                  <a:lnTo>
                    <a:pt x="12319" y="6798"/>
                  </a:lnTo>
                  <a:lnTo>
                    <a:pt x="11124" y="6510"/>
                  </a:lnTo>
                  <a:lnTo>
                    <a:pt x="9970" y="6180"/>
                  </a:lnTo>
                  <a:lnTo>
                    <a:pt x="8858" y="5850"/>
                  </a:lnTo>
                  <a:lnTo>
                    <a:pt x="7787" y="5521"/>
                  </a:lnTo>
                  <a:lnTo>
                    <a:pt x="6798" y="5150"/>
                  </a:lnTo>
                  <a:lnTo>
                    <a:pt x="5851" y="4779"/>
                  </a:lnTo>
                  <a:lnTo>
                    <a:pt x="4985" y="4408"/>
                  </a:lnTo>
                  <a:lnTo>
                    <a:pt x="4162" y="4038"/>
                  </a:lnTo>
                  <a:lnTo>
                    <a:pt x="3420" y="3626"/>
                  </a:lnTo>
                  <a:lnTo>
                    <a:pt x="2720" y="3214"/>
                  </a:lnTo>
                  <a:lnTo>
                    <a:pt x="2102" y="2802"/>
                  </a:lnTo>
                  <a:lnTo>
                    <a:pt x="1525" y="2390"/>
                  </a:lnTo>
                  <a:lnTo>
                    <a:pt x="1030" y="1937"/>
                  </a:lnTo>
                  <a:lnTo>
                    <a:pt x="618" y="1483"/>
                  </a:lnTo>
                  <a:lnTo>
                    <a:pt x="289" y="1030"/>
                  </a:lnTo>
                  <a:lnTo>
                    <a:pt x="0" y="577"/>
                  </a:lnTo>
                  <a:lnTo>
                    <a:pt x="0" y="577"/>
                  </a:lnTo>
                  <a:lnTo>
                    <a:pt x="536" y="2307"/>
                  </a:lnTo>
                  <a:lnTo>
                    <a:pt x="907" y="3378"/>
                  </a:lnTo>
                  <a:lnTo>
                    <a:pt x="1319" y="4532"/>
                  </a:lnTo>
                  <a:lnTo>
                    <a:pt x="1854" y="5809"/>
                  </a:lnTo>
                  <a:lnTo>
                    <a:pt x="2431" y="7128"/>
                  </a:lnTo>
                  <a:lnTo>
                    <a:pt x="3090" y="8487"/>
                  </a:lnTo>
                  <a:lnTo>
                    <a:pt x="3873" y="9888"/>
                  </a:lnTo>
                  <a:lnTo>
                    <a:pt x="4697" y="11289"/>
                  </a:lnTo>
                  <a:lnTo>
                    <a:pt x="5645" y="12689"/>
                  </a:lnTo>
                  <a:lnTo>
                    <a:pt x="6139" y="13390"/>
                  </a:lnTo>
                  <a:lnTo>
                    <a:pt x="6675" y="14049"/>
                  </a:lnTo>
                  <a:lnTo>
                    <a:pt x="7210" y="14749"/>
                  </a:lnTo>
                  <a:lnTo>
                    <a:pt x="7787" y="15408"/>
                  </a:lnTo>
                  <a:lnTo>
                    <a:pt x="8405" y="16026"/>
                  </a:lnTo>
                  <a:lnTo>
                    <a:pt x="9023" y="16644"/>
                  </a:lnTo>
                  <a:lnTo>
                    <a:pt x="9682" y="17262"/>
                  </a:lnTo>
                  <a:lnTo>
                    <a:pt x="10382" y="17839"/>
                  </a:lnTo>
                  <a:lnTo>
                    <a:pt x="11083" y="18375"/>
                  </a:lnTo>
                  <a:lnTo>
                    <a:pt x="11824" y="18910"/>
                  </a:lnTo>
                  <a:lnTo>
                    <a:pt x="12566" y="19405"/>
                  </a:lnTo>
                  <a:lnTo>
                    <a:pt x="13390" y="19858"/>
                  </a:lnTo>
                  <a:lnTo>
                    <a:pt x="13390" y="19858"/>
                  </a:lnTo>
                  <a:lnTo>
                    <a:pt x="13390" y="19858"/>
                  </a:lnTo>
                  <a:lnTo>
                    <a:pt x="13431" y="20146"/>
                  </a:lnTo>
                  <a:lnTo>
                    <a:pt x="13513" y="20476"/>
                  </a:lnTo>
                  <a:lnTo>
                    <a:pt x="13678" y="20764"/>
                  </a:lnTo>
                  <a:lnTo>
                    <a:pt x="13884" y="21094"/>
                  </a:lnTo>
                  <a:lnTo>
                    <a:pt x="14173" y="21382"/>
                  </a:lnTo>
                  <a:lnTo>
                    <a:pt x="14502" y="21670"/>
                  </a:lnTo>
                  <a:lnTo>
                    <a:pt x="14873" y="21959"/>
                  </a:lnTo>
                  <a:lnTo>
                    <a:pt x="15326" y="22247"/>
                  </a:lnTo>
                  <a:lnTo>
                    <a:pt x="15821" y="22536"/>
                  </a:lnTo>
                  <a:lnTo>
                    <a:pt x="16356" y="22783"/>
                  </a:lnTo>
                  <a:lnTo>
                    <a:pt x="16974" y="23030"/>
                  </a:lnTo>
                  <a:lnTo>
                    <a:pt x="17592" y="23318"/>
                  </a:lnTo>
                  <a:lnTo>
                    <a:pt x="18993" y="23772"/>
                  </a:lnTo>
                  <a:lnTo>
                    <a:pt x="20558" y="24225"/>
                  </a:lnTo>
                  <a:lnTo>
                    <a:pt x="22330" y="24595"/>
                  </a:lnTo>
                  <a:lnTo>
                    <a:pt x="24184" y="24966"/>
                  </a:lnTo>
                  <a:lnTo>
                    <a:pt x="26202" y="25296"/>
                  </a:lnTo>
                  <a:lnTo>
                    <a:pt x="28345" y="25543"/>
                  </a:lnTo>
                  <a:lnTo>
                    <a:pt x="30569" y="25749"/>
                  </a:lnTo>
                  <a:lnTo>
                    <a:pt x="32918" y="25914"/>
                  </a:lnTo>
                  <a:lnTo>
                    <a:pt x="35348" y="25996"/>
                  </a:lnTo>
                  <a:lnTo>
                    <a:pt x="37820" y="26037"/>
                  </a:lnTo>
                  <a:lnTo>
                    <a:pt x="37820" y="26037"/>
                  </a:lnTo>
                  <a:lnTo>
                    <a:pt x="40333" y="25996"/>
                  </a:lnTo>
                  <a:lnTo>
                    <a:pt x="42723" y="25914"/>
                  </a:lnTo>
                  <a:lnTo>
                    <a:pt x="45071" y="25749"/>
                  </a:lnTo>
                  <a:lnTo>
                    <a:pt x="47296" y="25543"/>
                  </a:lnTo>
                  <a:lnTo>
                    <a:pt x="49438" y="25296"/>
                  </a:lnTo>
                  <a:lnTo>
                    <a:pt x="51457" y="24966"/>
                  </a:lnTo>
                  <a:lnTo>
                    <a:pt x="53352" y="24595"/>
                  </a:lnTo>
                  <a:lnTo>
                    <a:pt x="55082" y="24225"/>
                  </a:lnTo>
                  <a:lnTo>
                    <a:pt x="56648" y="23772"/>
                  </a:lnTo>
                  <a:lnTo>
                    <a:pt x="58049" y="23318"/>
                  </a:lnTo>
                  <a:lnTo>
                    <a:pt x="58708" y="23030"/>
                  </a:lnTo>
                  <a:lnTo>
                    <a:pt x="59285" y="22783"/>
                  </a:lnTo>
                  <a:lnTo>
                    <a:pt x="59820" y="22536"/>
                  </a:lnTo>
                  <a:lnTo>
                    <a:pt x="60315" y="22247"/>
                  </a:lnTo>
                  <a:lnTo>
                    <a:pt x="60768" y="21959"/>
                  </a:lnTo>
                  <a:lnTo>
                    <a:pt x="61138" y="21670"/>
                  </a:lnTo>
                  <a:lnTo>
                    <a:pt x="61468" y="21382"/>
                  </a:lnTo>
                  <a:lnTo>
                    <a:pt x="61756" y="21094"/>
                  </a:lnTo>
                  <a:lnTo>
                    <a:pt x="61962" y="20764"/>
                  </a:lnTo>
                  <a:lnTo>
                    <a:pt x="62127" y="20476"/>
                  </a:lnTo>
                  <a:lnTo>
                    <a:pt x="62251" y="20146"/>
                  </a:lnTo>
                  <a:lnTo>
                    <a:pt x="62292" y="19858"/>
                  </a:lnTo>
                  <a:lnTo>
                    <a:pt x="62292" y="19858"/>
                  </a:lnTo>
                  <a:lnTo>
                    <a:pt x="62292" y="19858"/>
                  </a:lnTo>
                  <a:lnTo>
                    <a:pt x="62704" y="19528"/>
                  </a:lnTo>
                  <a:lnTo>
                    <a:pt x="63198" y="19157"/>
                  </a:lnTo>
                  <a:lnTo>
                    <a:pt x="63858" y="18581"/>
                  </a:lnTo>
                  <a:lnTo>
                    <a:pt x="64640" y="17880"/>
                  </a:lnTo>
                  <a:lnTo>
                    <a:pt x="65505" y="17056"/>
                  </a:lnTo>
                  <a:lnTo>
                    <a:pt x="66453" y="16026"/>
                  </a:lnTo>
                  <a:lnTo>
                    <a:pt x="67442" y="14873"/>
                  </a:lnTo>
                  <a:lnTo>
                    <a:pt x="68472" y="13554"/>
                  </a:lnTo>
                  <a:lnTo>
                    <a:pt x="69007" y="12813"/>
                  </a:lnTo>
                  <a:lnTo>
                    <a:pt x="69502" y="12071"/>
                  </a:lnTo>
                  <a:lnTo>
                    <a:pt x="70037" y="11289"/>
                  </a:lnTo>
                  <a:lnTo>
                    <a:pt x="70532" y="10423"/>
                  </a:lnTo>
                  <a:lnTo>
                    <a:pt x="70985" y="9558"/>
                  </a:lnTo>
                  <a:lnTo>
                    <a:pt x="71479" y="8652"/>
                  </a:lnTo>
                  <a:lnTo>
                    <a:pt x="71891" y="7704"/>
                  </a:lnTo>
                  <a:lnTo>
                    <a:pt x="72344" y="6716"/>
                  </a:lnTo>
                  <a:lnTo>
                    <a:pt x="72715" y="5686"/>
                  </a:lnTo>
                  <a:lnTo>
                    <a:pt x="73086" y="4614"/>
                  </a:lnTo>
                  <a:lnTo>
                    <a:pt x="73416" y="3543"/>
                  </a:lnTo>
                  <a:lnTo>
                    <a:pt x="73704" y="2390"/>
                  </a:lnTo>
                  <a:lnTo>
                    <a:pt x="73992" y="1195"/>
                  </a:lnTo>
                  <a:lnTo>
                    <a:pt x="74198" y="0"/>
                  </a:lnTo>
                  <a:lnTo>
                    <a:pt x="74198" y="0"/>
                  </a:lnTo>
                  <a:lnTo>
                    <a:pt x="74033" y="495"/>
                  </a:lnTo>
                  <a:lnTo>
                    <a:pt x="73745" y="948"/>
                  </a:lnTo>
                  <a:lnTo>
                    <a:pt x="73416" y="1442"/>
                  </a:lnTo>
                  <a:lnTo>
                    <a:pt x="73004" y="1895"/>
                  </a:lnTo>
                  <a:lnTo>
                    <a:pt x="72509" y="2349"/>
                  </a:lnTo>
                  <a:lnTo>
                    <a:pt x="71932" y="2802"/>
                  </a:lnTo>
                  <a:lnTo>
                    <a:pt x="71273" y="3214"/>
                  </a:lnTo>
                  <a:lnTo>
                    <a:pt x="70532" y="3667"/>
                  </a:lnTo>
                  <a:lnTo>
                    <a:pt x="69749" y="4079"/>
                  </a:lnTo>
                  <a:lnTo>
                    <a:pt x="68884" y="4450"/>
                  </a:lnTo>
                  <a:lnTo>
                    <a:pt x="67977" y="4862"/>
                  </a:lnTo>
                  <a:lnTo>
                    <a:pt x="66989" y="5232"/>
                  </a:lnTo>
                  <a:lnTo>
                    <a:pt x="65917" y="5603"/>
                  </a:lnTo>
                  <a:lnTo>
                    <a:pt x="64805" y="5933"/>
                  </a:lnTo>
                  <a:lnTo>
                    <a:pt x="63652" y="6304"/>
                  </a:lnTo>
                  <a:lnTo>
                    <a:pt x="62416" y="6592"/>
                  </a:lnTo>
                  <a:lnTo>
                    <a:pt x="61138" y="6922"/>
                  </a:lnTo>
                  <a:lnTo>
                    <a:pt x="59820" y="7210"/>
                  </a:lnTo>
                  <a:lnTo>
                    <a:pt x="58461" y="7498"/>
                  </a:lnTo>
                  <a:lnTo>
                    <a:pt x="57019" y="7745"/>
                  </a:lnTo>
                  <a:lnTo>
                    <a:pt x="54052" y="8199"/>
                  </a:lnTo>
                  <a:lnTo>
                    <a:pt x="50880" y="8569"/>
                  </a:lnTo>
                  <a:lnTo>
                    <a:pt x="47625" y="8899"/>
                  </a:lnTo>
                  <a:lnTo>
                    <a:pt x="44165" y="9105"/>
                  </a:lnTo>
                  <a:lnTo>
                    <a:pt x="40622" y="9270"/>
                  </a:lnTo>
                  <a:lnTo>
                    <a:pt x="36996" y="931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8"/>
            <p:cNvSpPr/>
            <p:nvPr/>
          </p:nvSpPr>
          <p:spPr>
            <a:xfrm>
              <a:off x="5181875" y="4699050"/>
              <a:ext cx="400675" cy="232775"/>
            </a:xfrm>
            <a:custGeom>
              <a:avLst/>
              <a:gdLst/>
              <a:ahLst/>
              <a:cxnLst/>
              <a:rect l="l" t="t" r="r" b="b"/>
              <a:pathLst>
                <a:path w="16027" h="9311" extrusionOk="0">
                  <a:moveTo>
                    <a:pt x="1" y="0"/>
                  </a:moveTo>
                  <a:lnTo>
                    <a:pt x="1649" y="2390"/>
                  </a:lnTo>
                  <a:lnTo>
                    <a:pt x="4327" y="2966"/>
                  </a:lnTo>
                  <a:lnTo>
                    <a:pt x="7293" y="3584"/>
                  </a:lnTo>
                  <a:lnTo>
                    <a:pt x="8941" y="3831"/>
                  </a:lnTo>
                  <a:lnTo>
                    <a:pt x="10630" y="4120"/>
                  </a:lnTo>
                  <a:lnTo>
                    <a:pt x="12443" y="4367"/>
                  </a:lnTo>
                  <a:lnTo>
                    <a:pt x="14297" y="4614"/>
                  </a:lnTo>
                  <a:lnTo>
                    <a:pt x="16027" y="3502"/>
                  </a:lnTo>
                  <a:lnTo>
                    <a:pt x="14956" y="3584"/>
                  </a:lnTo>
                  <a:lnTo>
                    <a:pt x="13843" y="3625"/>
                  </a:lnTo>
                  <a:lnTo>
                    <a:pt x="12443" y="3584"/>
                  </a:lnTo>
                  <a:lnTo>
                    <a:pt x="11124" y="3461"/>
                  </a:lnTo>
                  <a:lnTo>
                    <a:pt x="9806" y="3255"/>
                  </a:lnTo>
                  <a:lnTo>
                    <a:pt x="8529" y="3049"/>
                  </a:lnTo>
                  <a:lnTo>
                    <a:pt x="7334" y="2760"/>
                  </a:lnTo>
                  <a:lnTo>
                    <a:pt x="6181" y="2472"/>
                  </a:lnTo>
                  <a:lnTo>
                    <a:pt x="5109" y="2142"/>
                  </a:lnTo>
                  <a:lnTo>
                    <a:pt x="4121" y="1813"/>
                  </a:lnTo>
                  <a:lnTo>
                    <a:pt x="3214" y="1483"/>
                  </a:lnTo>
                  <a:lnTo>
                    <a:pt x="2432" y="1154"/>
                  </a:lnTo>
                  <a:lnTo>
                    <a:pt x="1113" y="577"/>
                  </a:lnTo>
                  <a:lnTo>
                    <a:pt x="289" y="165"/>
                  </a:lnTo>
                  <a:lnTo>
                    <a:pt x="1" y="0"/>
                  </a:lnTo>
                  <a:close/>
                  <a:moveTo>
                    <a:pt x="2184" y="3131"/>
                  </a:moveTo>
                  <a:lnTo>
                    <a:pt x="6469" y="9228"/>
                  </a:lnTo>
                  <a:lnTo>
                    <a:pt x="6963" y="9311"/>
                  </a:lnTo>
                  <a:lnTo>
                    <a:pt x="13473" y="5150"/>
                  </a:lnTo>
                  <a:lnTo>
                    <a:pt x="10259" y="4697"/>
                  </a:lnTo>
                  <a:lnTo>
                    <a:pt x="7334" y="4202"/>
                  </a:lnTo>
                  <a:lnTo>
                    <a:pt x="4615" y="3667"/>
                  </a:lnTo>
                  <a:lnTo>
                    <a:pt x="2184" y="3131"/>
                  </a:lnTo>
                  <a:close/>
                </a:path>
              </a:pathLst>
            </a:custGeom>
            <a:solidFill>
              <a:srgbClr val="963A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8"/>
            <p:cNvSpPr/>
            <p:nvPr/>
          </p:nvSpPr>
          <p:spPr>
            <a:xfrm>
              <a:off x="5236475" y="4777325"/>
              <a:ext cx="282225" cy="154500"/>
            </a:xfrm>
            <a:custGeom>
              <a:avLst/>
              <a:gdLst/>
              <a:ahLst/>
              <a:cxnLst/>
              <a:rect l="l" t="t" r="r" b="b"/>
              <a:pathLst>
                <a:path w="11289" h="6180" fill="none" extrusionOk="0">
                  <a:moveTo>
                    <a:pt x="0" y="0"/>
                  </a:moveTo>
                  <a:lnTo>
                    <a:pt x="4285" y="6097"/>
                  </a:lnTo>
                  <a:lnTo>
                    <a:pt x="4285" y="6097"/>
                  </a:lnTo>
                  <a:lnTo>
                    <a:pt x="4779" y="6180"/>
                  </a:lnTo>
                  <a:lnTo>
                    <a:pt x="11289" y="2019"/>
                  </a:lnTo>
                  <a:lnTo>
                    <a:pt x="11289" y="2019"/>
                  </a:lnTo>
                  <a:lnTo>
                    <a:pt x="8075" y="1566"/>
                  </a:lnTo>
                  <a:lnTo>
                    <a:pt x="5150" y="1071"/>
                  </a:lnTo>
                  <a:lnTo>
                    <a:pt x="2431" y="53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8"/>
            <p:cNvSpPr/>
            <p:nvPr/>
          </p:nvSpPr>
          <p:spPr>
            <a:xfrm>
              <a:off x="5181875" y="4699050"/>
              <a:ext cx="400675" cy="115375"/>
            </a:xfrm>
            <a:custGeom>
              <a:avLst/>
              <a:gdLst/>
              <a:ahLst/>
              <a:cxnLst/>
              <a:rect l="l" t="t" r="r" b="b"/>
              <a:pathLst>
                <a:path w="16027" h="4615" fill="none" extrusionOk="0">
                  <a:moveTo>
                    <a:pt x="1" y="0"/>
                  </a:moveTo>
                  <a:lnTo>
                    <a:pt x="1649" y="2390"/>
                  </a:lnTo>
                  <a:lnTo>
                    <a:pt x="1649" y="2390"/>
                  </a:lnTo>
                  <a:lnTo>
                    <a:pt x="4327" y="2966"/>
                  </a:lnTo>
                  <a:lnTo>
                    <a:pt x="7293" y="3584"/>
                  </a:lnTo>
                  <a:lnTo>
                    <a:pt x="8941" y="3831"/>
                  </a:lnTo>
                  <a:lnTo>
                    <a:pt x="10630" y="4120"/>
                  </a:lnTo>
                  <a:lnTo>
                    <a:pt x="12443" y="4367"/>
                  </a:lnTo>
                  <a:lnTo>
                    <a:pt x="14297" y="4614"/>
                  </a:lnTo>
                  <a:lnTo>
                    <a:pt x="16027" y="3502"/>
                  </a:lnTo>
                  <a:lnTo>
                    <a:pt x="16027" y="3502"/>
                  </a:lnTo>
                  <a:lnTo>
                    <a:pt x="14956" y="3584"/>
                  </a:lnTo>
                  <a:lnTo>
                    <a:pt x="13843" y="3625"/>
                  </a:lnTo>
                  <a:lnTo>
                    <a:pt x="13843" y="3625"/>
                  </a:lnTo>
                  <a:lnTo>
                    <a:pt x="12443" y="3584"/>
                  </a:lnTo>
                  <a:lnTo>
                    <a:pt x="11124" y="3461"/>
                  </a:lnTo>
                  <a:lnTo>
                    <a:pt x="9806" y="3255"/>
                  </a:lnTo>
                  <a:lnTo>
                    <a:pt x="8529" y="3049"/>
                  </a:lnTo>
                  <a:lnTo>
                    <a:pt x="7334" y="2760"/>
                  </a:lnTo>
                  <a:lnTo>
                    <a:pt x="6181" y="2472"/>
                  </a:lnTo>
                  <a:lnTo>
                    <a:pt x="5109" y="2142"/>
                  </a:lnTo>
                  <a:lnTo>
                    <a:pt x="4121" y="1813"/>
                  </a:lnTo>
                  <a:lnTo>
                    <a:pt x="3214" y="1483"/>
                  </a:lnTo>
                  <a:lnTo>
                    <a:pt x="2432" y="1154"/>
                  </a:lnTo>
                  <a:lnTo>
                    <a:pt x="1113" y="577"/>
                  </a:lnTo>
                  <a:lnTo>
                    <a:pt x="289" y="165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8"/>
            <p:cNvSpPr/>
            <p:nvPr/>
          </p:nvSpPr>
          <p:spPr>
            <a:xfrm>
              <a:off x="5283850" y="4566175"/>
              <a:ext cx="1503750" cy="412000"/>
            </a:xfrm>
            <a:custGeom>
              <a:avLst/>
              <a:gdLst/>
              <a:ahLst/>
              <a:cxnLst/>
              <a:rect l="l" t="t" r="r" b="b"/>
              <a:pathLst>
                <a:path w="60150" h="16480" extrusionOk="0">
                  <a:moveTo>
                    <a:pt x="48985" y="16480"/>
                  </a:move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close/>
                  <a:moveTo>
                    <a:pt x="48985" y="16480"/>
                  </a:move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close/>
                  <a:moveTo>
                    <a:pt x="48985" y="16480"/>
                  </a:move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close/>
                  <a:moveTo>
                    <a:pt x="48985" y="16480"/>
                  </a:move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close/>
                  <a:moveTo>
                    <a:pt x="48985" y="16480"/>
                  </a:move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lnTo>
                    <a:pt x="48985" y="16480"/>
                  </a:lnTo>
                  <a:close/>
                  <a:moveTo>
                    <a:pt x="48985" y="16438"/>
                  </a:moveTo>
                  <a:lnTo>
                    <a:pt x="48985" y="16438"/>
                  </a:lnTo>
                  <a:lnTo>
                    <a:pt x="48985" y="16480"/>
                  </a:lnTo>
                  <a:lnTo>
                    <a:pt x="48985" y="16480"/>
                  </a:lnTo>
                  <a:lnTo>
                    <a:pt x="48985" y="16438"/>
                  </a:lnTo>
                  <a:close/>
                  <a:moveTo>
                    <a:pt x="42" y="16438"/>
                  </a:moveTo>
                  <a:lnTo>
                    <a:pt x="42" y="16438"/>
                  </a:lnTo>
                  <a:lnTo>
                    <a:pt x="83" y="16480"/>
                  </a:lnTo>
                  <a:lnTo>
                    <a:pt x="83" y="16480"/>
                  </a:lnTo>
                  <a:lnTo>
                    <a:pt x="42" y="16438"/>
                  </a:lnTo>
                  <a:close/>
                  <a:moveTo>
                    <a:pt x="0" y="16438"/>
                  </a:moveTo>
                  <a:lnTo>
                    <a:pt x="0" y="16438"/>
                  </a:lnTo>
                  <a:lnTo>
                    <a:pt x="42" y="16438"/>
                  </a:lnTo>
                  <a:lnTo>
                    <a:pt x="42" y="16438"/>
                  </a:lnTo>
                  <a:lnTo>
                    <a:pt x="0" y="16438"/>
                  </a:lnTo>
                  <a:close/>
                  <a:moveTo>
                    <a:pt x="57595" y="6345"/>
                  </a:moveTo>
                  <a:lnTo>
                    <a:pt x="57595" y="6345"/>
                  </a:lnTo>
                  <a:lnTo>
                    <a:pt x="57595" y="6345"/>
                  </a:lnTo>
                  <a:lnTo>
                    <a:pt x="57595" y="6345"/>
                  </a:lnTo>
                  <a:lnTo>
                    <a:pt x="57060" y="7293"/>
                  </a:lnTo>
                  <a:lnTo>
                    <a:pt x="56483" y="8240"/>
                  </a:lnTo>
                  <a:lnTo>
                    <a:pt x="55906" y="9105"/>
                  </a:lnTo>
                  <a:lnTo>
                    <a:pt x="55330" y="9970"/>
                  </a:lnTo>
                  <a:lnTo>
                    <a:pt x="55330" y="9970"/>
                  </a:lnTo>
                  <a:lnTo>
                    <a:pt x="55906" y="9105"/>
                  </a:lnTo>
                  <a:lnTo>
                    <a:pt x="56483" y="8240"/>
                  </a:lnTo>
                  <a:lnTo>
                    <a:pt x="57060" y="7293"/>
                  </a:lnTo>
                  <a:lnTo>
                    <a:pt x="57595" y="6345"/>
                  </a:lnTo>
                  <a:close/>
                  <a:moveTo>
                    <a:pt x="60150" y="0"/>
                  </a:moveTo>
                  <a:lnTo>
                    <a:pt x="60150" y="0"/>
                  </a:lnTo>
                  <a:lnTo>
                    <a:pt x="60150" y="0"/>
                  </a:lnTo>
                  <a:lnTo>
                    <a:pt x="60150" y="0"/>
                  </a:lnTo>
                  <a:lnTo>
                    <a:pt x="59655" y="1607"/>
                  </a:lnTo>
                  <a:lnTo>
                    <a:pt x="59120" y="3132"/>
                  </a:lnTo>
                  <a:lnTo>
                    <a:pt x="58502" y="4573"/>
                  </a:lnTo>
                  <a:lnTo>
                    <a:pt x="57801" y="5933"/>
                  </a:lnTo>
                  <a:lnTo>
                    <a:pt x="57801" y="5933"/>
                  </a:lnTo>
                  <a:lnTo>
                    <a:pt x="57801" y="5933"/>
                  </a:lnTo>
                  <a:lnTo>
                    <a:pt x="58502" y="4573"/>
                  </a:lnTo>
                  <a:lnTo>
                    <a:pt x="59120" y="3132"/>
                  </a:lnTo>
                  <a:lnTo>
                    <a:pt x="59655" y="1607"/>
                  </a:lnTo>
                  <a:lnTo>
                    <a:pt x="60150" y="0"/>
                  </a:lnTo>
                  <a:close/>
                </a:path>
              </a:pathLst>
            </a:custGeom>
            <a:solidFill>
              <a:srgbClr val="AC78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8"/>
            <p:cNvSpPr/>
            <p:nvPr/>
          </p:nvSpPr>
          <p:spPr>
            <a:xfrm>
              <a:off x="6508475" y="4978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8"/>
            <p:cNvSpPr/>
            <p:nvPr/>
          </p:nvSpPr>
          <p:spPr>
            <a:xfrm>
              <a:off x="6508475" y="4978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8"/>
            <p:cNvSpPr/>
            <p:nvPr/>
          </p:nvSpPr>
          <p:spPr>
            <a:xfrm>
              <a:off x="6508475" y="4978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8"/>
            <p:cNvSpPr/>
            <p:nvPr/>
          </p:nvSpPr>
          <p:spPr>
            <a:xfrm>
              <a:off x="6508475" y="4978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8"/>
            <p:cNvSpPr/>
            <p:nvPr/>
          </p:nvSpPr>
          <p:spPr>
            <a:xfrm>
              <a:off x="6508475" y="49781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8"/>
            <p:cNvSpPr/>
            <p:nvPr/>
          </p:nvSpPr>
          <p:spPr>
            <a:xfrm>
              <a:off x="6508475" y="4977125"/>
              <a:ext cx="25" cy="1050"/>
            </a:xfrm>
            <a:custGeom>
              <a:avLst/>
              <a:gdLst/>
              <a:ahLst/>
              <a:cxnLst/>
              <a:rect l="l" t="t" r="r" b="b"/>
              <a:pathLst>
                <a:path w="1" h="4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8"/>
            <p:cNvSpPr/>
            <p:nvPr/>
          </p:nvSpPr>
          <p:spPr>
            <a:xfrm>
              <a:off x="5284875" y="4977125"/>
              <a:ext cx="1050" cy="1050"/>
            </a:xfrm>
            <a:custGeom>
              <a:avLst/>
              <a:gdLst/>
              <a:ahLst/>
              <a:cxnLst/>
              <a:rect l="l" t="t" r="r" b="b"/>
              <a:pathLst>
                <a:path w="42" h="4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8"/>
            <p:cNvSpPr/>
            <p:nvPr/>
          </p:nvSpPr>
          <p:spPr>
            <a:xfrm>
              <a:off x="5283850" y="4977125"/>
              <a:ext cx="1050" cy="25"/>
            </a:xfrm>
            <a:custGeom>
              <a:avLst/>
              <a:gdLst/>
              <a:ahLst/>
              <a:cxnLst/>
              <a:rect l="l" t="t" r="r" b="b"/>
              <a:pathLst>
                <a:path w="42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8"/>
            <p:cNvSpPr/>
            <p:nvPr/>
          </p:nvSpPr>
          <p:spPr>
            <a:xfrm>
              <a:off x="6667075" y="4724775"/>
              <a:ext cx="56675" cy="90675"/>
            </a:xfrm>
            <a:custGeom>
              <a:avLst/>
              <a:gdLst/>
              <a:ahLst/>
              <a:cxnLst/>
              <a:rect l="l" t="t" r="r" b="b"/>
              <a:pathLst>
                <a:path w="2267" h="3627" fill="none" extrusionOk="0">
                  <a:moveTo>
                    <a:pt x="2266" y="1"/>
                  </a:moveTo>
                  <a:lnTo>
                    <a:pt x="2266" y="1"/>
                  </a:lnTo>
                  <a:lnTo>
                    <a:pt x="2266" y="1"/>
                  </a:lnTo>
                  <a:lnTo>
                    <a:pt x="2266" y="1"/>
                  </a:lnTo>
                  <a:lnTo>
                    <a:pt x="1731" y="949"/>
                  </a:lnTo>
                  <a:lnTo>
                    <a:pt x="1154" y="1896"/>
                  </a:lnTo>
                  <a:lnTo>
                    <a:pt x="577" y="2761"/>
                  </a:lnTo>
                  <a:lnTo>
                    <a:pt x="1" y="3626"/>
                  </a:lnTo>
                  <a:lnTo>
                    <a:pt x="1" y="3626"/>
                  </a:lnTo>
                  <a:lnTo>
                    <a:pt x="577" y="2761"/>
                  </a:lnTo>
                  <a:lnTo>
                    <a:pt x="1154" y="1896"/>
                  </a:lnTo>
                  <a:lnTo>
                    <a:pt x="1731" y="949"/>
                  </a:lnTo>
                  <a:lnTo>
                    <a:pt x="226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8"/>
            <p:cNvSpPr/>
            <p:nvPr/>
          </p:nvSpPr>
          <p:spPr>
            <a:xfrm>
              <a:off x="6728875" y="4566175"/>
              <a:ext cx="58725" cy="148325"/>
            </a:xfrm>
            <a:custGeom>
              <a:avLst/>
              <a:gdLst/>
              <a:ahLst/>
              <a:cxnLst/>
              <a:rect l="l" t="t" r="r" b="b"/>
              <a:pathLst>
                <a:path w="2349" h="5933" fill="none" extrusionOk="0">
                  <a:moveTo>
                    <a:pt x="2349" y="0"/>
                  </a:moveTo>
                  <a:lnTo>
                    <a:pt x="2349" y="0"/>
                  </a:lnTo>
                  <a:lnTo>
                    <a:pt x="2349" y="0"/>
                  </a:lnTo>
                  <a:lnTo>
                    <a:pt x="2349" y="0"/>
                  </a:lnTo>
                  <a:lnTo>
                    <a:pt x="1854" y="1607"/>
                  </a:lnTo>
                  <a:lnTo>
                    <a:pt x="1319" y="3132"/>
                  </a:lnTo>
                  <a:lnTo>
                    <a:pt x="701" y="4573"/>
                  </a:lnTo>
                  <a:lnTo>
                    <a:pt x="0" y="5933"/>
                  </a:lnTo>
                  <a:lnTo>
                    <a:pt x="0" y="5933"/>
                  </a:lnTo>
                  <a:lnTo>
                    <a:pt x="0" y="5933"/>
                  </a:lnTo>
                  <a:lnTo>
                    <a:pt x="701" y="4573"/>
                  </a:lnTo>
                  <a:lnTo>
                    <a:pt x="1319" y="3132"/>
                  </a:lnTo>
                  <a:lnTo>
                    <a:pt x="1854" y="1607"/>
                  </a:lnTo>
                  <a:lnTo>
                    <a:pt x="23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8"/>
            <p:cNvSpPr/>
            <p:nvPr/>
          </p:nvSpPr>
          <p:spPr>
            <a:xfrm>
              <a:off x="5225150" y="4566175"/>
              <a:ext cx="1562450" cy="566500"/>
            </a:xfrm>
            <a:custGeom>
              <a:avLst/>
              <a:gdLst/>
              <a:ahLst/>
              <a:cxnLst/>
              <a:rect l="l" t="t" r="r" b="b"/>
              <a:pathLst>
                <a:path w="62498" h="22660" extrusionOk="0">
                  <a:moveTo>
                    <a:pt x="62498" y="0"/>
                  </a:moveTo>
                  <a:lnTo>
                    <a:pt x="61427" y="824"/>
                  </a:lnTo>
                  <a:lnTo>
                    <a:pt x="60314" y="1566"/>
                  </a:lnTo>
                  <a:lnTo>
                    <a:pt x="58048" y="3008"/>
                  </a:lnTo>
                  <a:lnTo>
                    <a:pt x="56112" y="4285"/>
                  </a:lnTo>
                  <a:lnTo>
                    <a:pt x="54217" y="5562"/>
                  </a:lnTo>
                  <a:lnTo>
                    <a:pt x="52281" y="6798"/>
                  </a:lnTo>
                  <a:lnTo>
                    <a:pt x="51292" y="7416"/>
                  </a:lnTo>
                  <a:lnTo>
                    <a:pt x="50303" y="7993"/>
                  </a:lnTo>
                  <a:lnTo>
                    <a:pt x="49232" y="8528"/>
                  </a:lnTo>
                  <a:lnTo>
                    <a:pt x="51910" y="7952"/>
                  </a:lnTo>
                  <a:lnTo>
                    <a:pt x="54629" y="7251"/>
                  </a:lnTo>
                  <a:lnTo>
                    <a:pt x="57348" y="6510"/>
                  </a:lnTo>
                  <a:lnTo>
                    <a:pt x="60067" y="5645"/>
                  </a:lnTo>
                  <a:lnTo>
                    <a:pt x="60149" y="5933"/>
                  </a:lnTo>
                  <a:lnTo>
                    <a:pt x="60850" y="4573"/>
                  </a:lnTo>
                  <a:lnTo>
                    <a:pt x="61468" y="3132"/>
                  </a:lnTo>
                  <a:lnTo>
                    <a:pt x="62003" y="1607"/>
                  </a:lnTo>
                  <a:lnTo>
                    <a:pt x="62498" y="0"/>
                  </a:lnTo>
                  <a:close/>
                  <a:moveTo>
                    <a:pt x="59943" y="6345"/>
                  </a:moveTo>
                  <a:lnTo>
                    <a:pt x="58337" y="6839"/>
                  </a:lnTo>
                  <a:lnTo>
                    <a:pt x="56689" y="7334"/>
                  </a:lnTo>
                  <a:lnTo>
                    <a:pt x="55041" y="7787"/>
                  </a:lnTo>
                  <a:lnTo>
                    <a:pt x="53434" y="8199"/>
                  </a:lnTo>
                  <a:lnTo>
                    <a:pt x="51827" y="8611"/>
                  </a:lnTo>
                  <a:lnTo>
                    <a:pt x="50221" y="8982"/>
                  </a:lnTo>
                  <a:lnTo>
                    <a:pt x="48614" y="9311"/>
                  </a:lnTo>
                  <a:lnTo>
                    <a:pt x="47007" y="9600"/>
                  </a:lnTo>
                  <a:lnTo>
                    <a:pt x="45112" y="10424"/>
                  </a:lnTo>
                  <a:lnTo>
                    <a:pt x="43176" y="11124"/>
                  </a:lnTo>
                  <a:lnTo>
                    <a:pt x="41198" y="11783"/>
                  </a:lnTo>
                  <a:lnTo>
                    <a:pt x="39221" y="12360"/>
                  </a:lnTo>
                  <a:lnTo>
                    <a:pt x="37202" y="12854"/>
                  </a:lnTo>
                  <a:lnTo>
                    <a:pt x="35183" y="13266"/>
                  </a:lnTo>
                  <a:lnTo>
                    <a:pt x="33123" y="13637"/>
                  </a:lnTo>
                  <a:lnTo>
                    <a:pt x="31064" y="13925"/>
                  </a:lnTo>
                  <a:lnTo>
                    <a:pt x="29663" y="14090"/>
                  </a:lnTo>
                  <a:lnTo>
                    <a:pt x="28303" y="14214"/>
                  </a:lnTo>
                  <a:lnTo>
                    <a:pt x="25502" y="14461"/>
                  </a:lnTo>
                  <a:lnTo>
                    <a:pt x="22700" y="14626"/>
                  </a:lnTo>
                  <a:lnTo>
                    <a:pt x="19899" y="14708"/>
                  </a:lnTo>
                  <a:lnTo>
                    <a:pt x="17097" y="14749"/>
                  </a:lnTo>
                  <a:lnTo>
                    <a:pt x="8693" y="14749"/>
                  </a:lnTo>
                  <a:lnTo>
                    <a:pt x="6180" y="14791"/>
                  </a:lnTo>
                  <a:lnTo>
                    <a:pt x="8116" y="15079"/>
                  </a:lnTo>
                  <a:lnTo>
                    <a:pt x="10217" y="15367"/>
                  </a:lnTo>
                  <a:lnTo>
                    <a:pt x="12524" y="15656"/>
                  </a:lnTo>
                  <a:lnTo>
                    <a:pt x="14996" y="15903"/>
                  </a:lnTo>
                  <a:lnTo>
                    <a:pt x="17633" y="16109"/>
                  </a:lnTo>
                  <a:lnTo>
                    <a:pt x="20393" y="16274"/>
                  </a:lnTo>
                  <a:lnTo>
                    <a:pt x="23318" y="16356"/>
                  </a:lnTo>
                  <a:lnTo>
                    <a:pt x="26367" y="16397"/>
                  </a:lnTo>
                  <a:lnTo>
                    <a:pt x="29539" y="16356"/>
                  </a:lnTo>
                  <a:lnTo>
                    <a:pt x="32835" y="16233"/>
                  </a:lnTo>
                  <a:lnTo>
                    <a:pt x="36255" y="16027"/>
                  </a:lnTo>
                  <a:lnTo>
                    <a:pt x="38026" y="15862"/>
                  </a:lnTo>
                  <a:lnTo>
                    <a:pt x="39798" y="15697"/>
                  </a:lnTo>
                  <a:lnTo>
                    <a:pt x="41569" y="15491"/>
                  </a:lnTo>
                  <a:lnTo>
                    <a:pt x="43382" y="15244"/>
                  </a:lnTo>
                  <a:lnTo>
                    <a:pt x="45236" y="14997"/>
                  </a:lnTo>
                  <a:lnTo>
                    <a:pt x="47090" y="14708"/>
                  </a:lnTo>
                  <a:lnTo>
                    <a:pt x="48944" y="14379"/>
                  </a:lnTo>
                  <a:lnTo>
                    <a:pt x="50839" y="14008"/>
                  </a:lnTo>
                  <a:lnTo>
                    <a:pt x="52734" y="13596"/>
                  </a:lnTo>
                  <a:lnTo>
                    <a:pt x="54670" y="13184"/>
                  </a:lnTo>
                  <a:lnTo>
                    <a:pt x="54711" y="13472"/>
                  </a:lnTo>
                  <a:lnTo>
                    <a:pt x="55453" y="12731"/>
                  </a:lnTo>
                  <a:lnTo>
                    <a:pt x="56153" y="11866"/>
                  </a:lnTo>
                  <a:lnTo>
                    <a:pt x="56936" y="10959"/>
                  </a:lnTo>
                  <a:lnTo>
                    <a:pt x="57678" y="9970"/>
                  </a:lnTo>
                  <a:lnTo>
                    <a:pt x="58254" y="9105"/>
                  </a:lnTo>
                  <a:lnTo>
                    <a:pt x="58831" y="8240"/>
                  </a:lnTo>
                  <a:lnTo>
                    <a:pt x="59408" y="7293"/>
                  </a:lnTo>
                  <a:lnTo>
                    <a:pt x="59943" y="6345"/>
                  </a:lnTo>
                  <a:close/>
                  <a:moveTo>
                    <a:pt x="54340" y="13884"/>
                  </a:moveTo>
                  <a:lnTo>
                    <a:pt x="52445" y="14296"/>
                  </a:lnTo>
                  <a:lnTo>
                    <a:pt x="50550" y="14667"/>
                  </a:lnTo>
                  <a:lnTo>
                    <a:pt x="48696" y="15038"/>
                  </a:lnTo>
                  <a:lnTo>
                    <a:pt x="46842" y="15367"/>
                  </a:lnTo>
                  <a:lnTo>
                    <a:pt x="44989" y="15656"/>
                  </a:lnTo>
                  <a:lnTo>
                    <a:pt x="43176" y="15903"/>
                  </a:lnTo>
                  <a:lnTo>
                    <a:pt x="41404" y="16109"/>
                  </a:lnTo>
                  <a:lnTo>
                    <a:pt x="39633" y="16315"/>
                  </a:lnTo>
                  <a:lnTo>
                    <a:pt x="36172" y="16644"/>
                  </a:lnTo>
                  <a:lnTo>
                    <a:pt x="32794" y="16850"/>
                  </a:lnTo>
                  <a:lnTo>
                    <a:pt x="29498" y="16974"/>
                  </a:lnTo>
                  <a:lnTo>
                    <a:pt x="26367" y="17015"/>
                  </a:lnTo>
                  <a:lnTo>
                    <a:pt x="24472" y="16974"/>
                  </a:lnTo>
                  <a:lnTo>
                    <a:pt x="22618" y="16974"/>
                  </a:lnTo>
                  <a:lnTo>
                    <a:pt x="19075" y="16809"/>
                  </a:lnTo>
                  <a:lnTo>
                    <a:pt x="15779" y="16562"/>
                  </a:lnTo>
                  <a:lnTo>
                    <a:pt x="12689" y="16274"/>
                  </a:lnTo>
                  <a:lnTo>
                    <a:pt x="9888" y="15944"/>
                  </a:lnTo>
                  <a:lnTo>
                    <a:pt x="7333" y="15615"/>
                  </a:lnTo>
                  <a:lnTo>
                    <a:pt x="5026" y="15244"/>
                  </a:lnTo>
                  <a:lnTo>
                    <a:pt x="3049" y="14873"/>
                  </a:lnTo>
                  <a:lnTo>
                    <a:pt x="0" y="14914"/>
                  </a:lnTo>
                  <a:lnTo>
                    <a:pt x="1154" y="15697"/>
                  </a:lnTo>
                  <a:lnTo>
                    <a:pt x="1772" y="16068"/>
                  </a:lnTo>
                  <a:lnTo>
                    <a:pt x="2348" y="16438"/>
                  </a:lnTo>
                  <a:lnTo>
                    <a:pt x="2390" y="16438"/>
                  </a:lnTo>
                  <a:lnTo>
                    <a:pt x="2431" y="16480"/>
                  </a:lnTo>
                  <a:lnTo>
                    <a:pt x="2472" y="16768"/>
                  </a:lnTo>
                  <a:lnTo>
                    <a:pt x="2554" y="17098"/>
                  </a:lnTo>
                  <a:lnTo>
                    <a:pt x="2719" y="17386"/>
                  </a:lnTo>
                  <a:lnTo>
                    <a:pt x="2925" y="17716"/>
                  </a:lnTo>
                  <a:lnTo>
                    <a:pt x="3214" y="18004"/>
                  </a:lnTo>
                  <a:lnTo>
                    <a:pt x="3543" y="18292"/>
                  </a:lnTo>
                  <a:lnTo>
                    <a:pt x="3914" y="18581"/>
                  </a:lnTo>
                  <a:lnTo>
                    <a:pt x="4367" y="18869"/>
                  </a:lnTo>
                  <a:lnTo>
                    <a:pt x="4862" y="19158"/>
                  </a:lnTo>
                  <a:lnTo>
                    <a:pt x="5397" y="19405"/>
                  </a:lnTo>
                  <a:lnTo>
                    <a:pt x="6015" y="19652"/>
                  </a:lnTo>
                  <a:lnTo>
                    <a:pt x="6633" y="19940"/>
                  </a:lnTo>
                  <a:lnTo>
                    <a:pt x="8034" y="20394"/>
                  </a:lnTo>
                  <a:lnTo>
                    <a:pt x="9599" y="20847"/>
                  </a:lnTo>
                  <a:lnTo>
                    <a:pt x="11371" y="21217"/>
                  </a:lnTo>
                  <a:lnTo>
                    <a:pt x="13225" y="21588"/>
                  </a:lnTo>
                  <a:lnTo>
                    <a:pt x="15243" y="21918"/>
                  </a:lnTo>
                  <a:lnTo>
                    <a:pt x="17386" y="22165"/>
                  </a:lnTo>
                  <a:lnTo>
                    <a:pt x="19610" y="22371"/>
                  </a:lnTo>
                  <a:lnTo>
                    <a:pt x="21959" y="22536"/>
                  </a:lnTo>
                  <a:lnTo>
                    <a:pt x="24389" y="22618"/>
                  </a:lnTo>
                  <a:lnTo>
                    <a:pt x="26861" y="22659"/>
                  </a:lnTo>
                  <a:lnTo>
                    <a:pt x="29374" y="22618"/>
                  </a:lnTo>
                  <a:lnTo>
                    <a:pt x="31764" y="22536"/>
                  </a:lnTo>
                  <a:lnTo>
                    <a:pt x="34112" y="22371"/>
                  </a:lnTo>
                  <a:lnTo>
                    <a:pt x="36337" y="22165"/>
                  </a:lnTo>
                  <a:lnTo>
                    <a:pt x="38479" y="21918"/>
                  </a:lnTo>
                  <a:lnTo>
                    <a:pt x="40498" y="21588"/>
                  </a:lnTo>
                  <a:lnTo>
                    <a:pt x="42393" y="21217"/>
                  </a:lnTo>
                  <a:lnTo>
                    <a:pt x="44123" y="20847"/>
                  </a:lnTo>
                  <a:lnTo>
                    <a:pt x="45689" y="20394"/>
                  </a:lnTo>
                  <a:lnTo>
                    <a:pt x="47090" y="19940"/>
                  </a:lnTo>
                  <a:lnTo>
                    <a:pt x="47749" y="19652"/>
                  </a:lnTo>
                  <a:lnTo>
                    <a:pt x="48326" y="19405"/>
                  </a:lnTo>
                  <a:lnTo>
                    <a:pt x="48861" y="19158"/>
                  </a:lnTo>
                  <a:lnTo>
                    <a:pt x="49356" y="18869"/>
                  </a:lnTo>
                  <a:lnTo>
                    <a:pt x="49809" y="18581"/>
                  </a:lnTo>
                  <a:lnTo>
                    <a:pt x="50179" y="18292"/>
                  </a:lnTo>
                  <a:lnTo>
                    <a:pt x="50509" y="18004"/>
                  </a:lnTo>
                  <a:lnTo>
                    <a:pt x="50797" y="17716"/>
                  </a:lnTo>
                  <a:lnTo>
                    <a:pt x="51003" y="17386"/>
                  </a:lnTo>
                  <a:lnTo>
                    <a:pt x="51168" y="17098"/>
                  </a:lnTo>
                  <a:lnTo>
                    <a:pt x="51292" y="16768"/>
                  </a:lnTo>
                  <a:lnTo>
                    <a:pt x="51333" y="16480"/>
                  </a:lnTo>
                  <a:lnTo>
                    <a:pt x="51333" y="16438"/>
                  </a:lnTo>
                  <a:lnTo>
                    <a:pt x="51621" y="16274"/>
                  </a:lnTo>
                  <a:lnTo>
                    <a:pt x="52239" y="15779"/>
                  </a:lnTo>
                  <a:lnTo>
                    <a:pt x="53187" y="14955"/>
                  </a:lnTo>
                  <a:lnTo>
                    <a:pt x="54340" y="13884"/>
                  </a:lnTo>
                  <a:close/>
                </a:path>
              </a:pathLst>
            </a:custGeom>
            <a:solidFill>
              <a:srgbClr val="7F2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5225150" y="4913275"/>
              <a:ext cx="1358525" cy="219400"/>
            </a:xfrm>
            <a:custGeom>
              <a:avLst/>
              <a:gdLst/>
              <a:ahLst/>
              <a:cxnLst/>
              <a:rect l="l" t="t" r="r" b="b"/>
              <a:pathLst>
                <a:path w="54341" h="8776" fill="none" extrusionOk="0">
                  <a:moveTo>
                    <a:pt x="54340" y="0"/>
                  </a:moveTo>
                  <a:lnTo>
                    <a:pt x="54340" y="0"/>
                  </a:lnTo>
                  <a:lnTo>
                    <a:pt x="52445" y="412"/>
                  </a:lnTo>
                  <a:lnTo>
                    <a:pt x="50550" y="783"/>
                  </a:lnTo>
                  <a:lnTo>
                    <a:pt x="48696" y="1154"/>
                  </a:lnTo>
                  <a:lnTo>
                    <a:pt x="46842" y="1483"/>
                  </a:lnTo>
                  <a:lnTo>
                    <a:pt x="44989" y="1772"/>
                  </a:lnTo>
                  <a:lnTo>
                    <a:pt x="43176" y="2019"/>
                  </a:lnTo>
                  <a:lnTo>
                    <a:pt x="41404" y="2225"/>
                  </a:lnTo>
                  <a:lnTo>
                    <a:pt x="39633" y="2431"/>
                  </a:lnTo>
                  <a:lnTo>
                    <a:pt x="36172" y="2760"/>
                  </a:lnTo>
                  <a:lnTo>
                    <a:pt x="32794" y="2966"/>
                  </a:lnTo>
                  <a:lnTo>
                    <a:pt x="29498" y="3090"/>
                  </a:lnTo>
                  <a:lnTo>
                    <a:pt x="26367" y="3131"/>
                  </a:lnTo>
                  <a:lnTo>
                    <a:pt x="26367" y="3131"/>
                  </a:lnTo>
                  <a:lnTo>
                    <a:pt x="24472" y="3090"/>
                  </a:lnTo>
                  <a:lnTo>
                    <a:pt x="22618" y="3090"/>
                  </a:lnTo>
                  <a:lnTo>
                    <a:pt x="19075" y="2925"/>
                  </a:lnTo>
                  <a:lnTo>
                    <a:pt x="15779" y="2678"/>
                  </a:lnTo>
                  <a:lnTo>
                    <a:pt x="12689" y="2390"/>
                  </a:lnTo>
                  <a:lnTo>
                    <a:pt x="9888" y="2060"/>
                  </a:lnTo>
                  <a:lnTo>
                    <a:pt x="7333" y="1731"/>
                  </a:lnTo>
                  <a:lnTo>
                    <a:pt x="5026" y="1360"/>
                  </a:lnTo>
                  <a:lnTo>
                    <a:pt x="3049" y="989"/>
                  </a:lnTo>
                  <a:lnTo>
                    <a:pt x="3049" y="989"/>
                  </a:lnTo>
                  <a:lnTo>
                    <a:pt x="0" y="1030"/>
                  </a:lnTo>
                  <a:lnTo>
                    <a:pt x="0" y="1030"/>
                  </a:lnTo>
                  <a:lnTo>
                    <a:pt x="1154" y="1813"/>
                  </a:lnTo>
                  <a:lnTo>
                    <a:pt x="1772" y="2184"/>
                  </a:lnTo>
                  <a:lnTo>
                    <a:pt x="2348" y="2554"/>
                  </a:lnTo>
                  <a:lnTo>
                    <a:pt x="2348" y="2554"/>
                  </a:lnTo>
                  <a:lnTo>
                    <a:pt x="2390" y="2554"/>
                  </a:lnTo>
                  <a:lnTo>
                    <a:pt x="2390" y="2554"/>
                  </a:lnTo>
                  <a:lnTo>
                    <a:pt x="2390" y="2554"/>
                  </a:lnTo>
                  <a:lnTo>
                    <a:pt x="2390" y="2554"/>
                  </a:lnTo>
                  <a:lnTo>
                    <a:pt x="2431" y="2596"/>
                  </a:lnTo>
                  <a:lnTo>
                    <a:pt x="2431" y="2596"/>
                  </a:lnTo>
                  <a:lnTo>
                    <a:pt x="2431" y="2596"/>
                  </a:lnTo>
                  <a:lnTo>
                    <a:pt x="2431" y="2596"/>
                  </a:lnTo>
                  <a:lnTo>
                    <a:pt x="2472" y="2884"/>
                  </a:lnTo>
                  <a:lnTo>
                    <a:pt x="2554" y="3214"/>
                  </a:lnTo>
                  <a:lnTo>
                    <a:pt x="2719" y="3502"/>
                  </a:lnTo>
                  <a:lnTo>
                    <a:pt x="2925" y="3832"/>
                  </a:lnTo>
                  <a:lnTo>
                    <a:pt x="3214" y="4120"/>
                  </a:lnTo>
                  <a:lnTo>
                    <a:pt x="3543" y="4408"/>
                  </a:lnTo>
                  <a:lnTo>
                    <a:pt x="3914" y="4697"/>
                  </a:lnTo>
                  <a:lnTo>
                    <a:pt x="4367" y="4985"/>
                  </a:lnTo>
                  <a:lnTo>
                    <a:pt x="4862" y="5274"/>
                  </a:lnTo>
                  <a:lnTo>
                    <a:pt x="5397" y="5521"/>
                  </a:lnTo>
                  <a:lnTo>
                    <a:pt x="6015" y="5768"/>
                  </a:lnTo>
                  <a:lnTo>
                    <a:pt x="6633" y="6056"/>
                  </a:lnTo>
                  <a:lnTo>
                    <a:pt x="8034" y="6510"/>
                  </a:lnTo>
                  <a:lnTo>
                    <a:pt x="9599" y="6963"/>
                  </a:lnTo>
                  <a:lnTo>
                    <a:pt x="11371" y="7333"/>
                  </a:lnTo>
                  <a:lnTo>
                    <a:pt x="13225" y="7704"/>
                  </a:lnTo>
                  <a:lnTo>
                    <a:pt x="15243" y="8034"/>
                  </a:lnTo>
                  <a:lnTo>
                    <a:pt x="17386" y="8281"/>
                  </a:lnTo>
                  <a:lnTo>
                    <a:pt x="19610" y="8487"/>
                  </a:lnTo>
                  <a:lnTo>
                    <a:pt x="21959" y="8652"/>
                  </a:lnTo>
                  <a:lnTo>
                    <a:pt x="24389" y="8734"/>
                  </a:lnTo>
                  <a:lnTo>
                    <a:pt x="26861" y="8775"/>
                  </a:lnTo>
                  <a:lnTo>
                    <a:pt x="26861" y="8775"/>
                  </a:lnTo>
                  <a:lnTo>
                    <a:pt x="29374" y="8734"/>
                  </a:lnTo>
                  <a:lnTo>
                    <a:pt x="31764" y="8652"/>
                  </a:lnTo>
                  <a:lnTo>
                    <a:pt x="34112" y="8487"/>
                  </a:lnTo>
                  <a:lnTo>
                    <a:pt x="36337" y="8281"/>
                  </a:lnTo>
                  <a:lnTo>
                    <a:pt x="38479" y="8034"/>
                  </a:lnTo>
                  <a:lnTo>
                    <a:pt x="40498" y="7704"/>
                  </a:lnTo>
                  <a:lnTo>
                    <a:pt x="42393" y="7333"/>
                  </a:lnTo>
                  <a:lnTo>
                    <a:pt x="44123" y="6963"/>
                  </a:lnTo>
                  <a:lnTo>
                    <a:pt x="45689" y="6510"/>
                  </a:lnTo>
                  <a:lnTo>
                    <a:pt x="47090" y="6056"/>
                  </a:lnTo>
                  <a:lnTo>
                    <a:pt x="47749" y="5768"/>
                  </a:lnTo>
                  <a:lnTo>
                    <a:pt x="48326" y="5521"/>
                  </a:lnTo>
                  <a:lnTo>
                    <a:pt x="48861" y="5274"/>
                  </a:lnTo>
                  <a:lnTo>
                    <a:pt x="49356" y="4985"/>
                  </a:lnTo>
                  <a:lnTo>
                    <a:pt x="49809" y="4697"/>
                  </a:lnTo>
                  <a:lnTo>
                    <a:pt x="50179" y="4408"/>
                  </a:lnTo>
                  <a:lnTo>
                    <a:pt x="50509" y="4120"/>
                  </a:lnTo>
                  <a:lnTo>
                    <a:pt x="50797" y="3832"/>
                  </a:lnTo>
                  <a:lnTo>
                    <a:pt x="51003" y="3502"/>
                  </a:lnTo>
                  <a:lnTo>
                    <a:pt x="51168" y="3214"/>
                  </a:lnTo>
                  <a:lnTo>
                    <a:pt x="51292" y="2884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96"/>
                  </a:lnTo>
                  <a:lnTo>
                    <a:pt x="51333" y="2554"/>
                  </a:lnTo>
                  <a:lnTo>
                    <a:pt x="51333" y="2554"/>
                  </a:lnTo>
                  <a:lnTo>
                    <a:pt x="51621" y="2390"/>
                  </a:lnTo>
                  <a:lnTo>
                    <a:pt x="52239" y="1895"/>
                  </a:lnTo>
                  <a:lnTo>
                    <a:pt x="53187" y="1071"/>
                  </a:lnTo>
                  <a:lnTo>
                    <a:pt x="5434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8"/>
            <p:cNvSpPr/>
            <p:nvPr/>
          </p:nvSpPr>
          <p:spPr>
            <a:xfrm>
              <a:off x="5379625" y="4724775"/>
              <a:ext cx="1344125" cy="251350"/>
            </a:xfrm>
            <a:custGeom>
              <a:avLst/>
              <a:gdLst/>
              <a:ahLst/>
              <a:cxnLst/>
              <a:rect l="l" t="t" r="r" b="b"/>
              <a:pathLst>
                <a:path w="53765" h="10054" fill="none" extrusionOk="0">
                  <a:moveTo>
                    <a:pt x="53764" y="1"/>
                  </a:moveTo>
                  <a:lnTo>
                    <a:pt x="53764" y="1"/>
                  </a:lnTo>
                  <a:lnTo>
                    <a:pt x="52158" y="495"/>
                  </a:lnTo>
                  <a:lnTo>
                    <a:pt x="50510" y="990"/>
                  </a:lnTo>
                  <a:lnTo>
                    <a:pt x="48862" y="1443"/>
                  </a:lnTo>
                  <a:lnTo>
                    <a:pt x="47255" y="1855"/>
                  </a:lnTo>
                  <a:lnTo>
                    <a:pt x="45648" y="2267"/>
                  </a:lnTo>
                  <a:lnTo>
                    <a:pt x="44042" y="2638"/>
                  </a:lnTo>
                  <a:lnTo>
                    <a:pt x="42435" y="2967"/>
                  </a:lnTo>
                  <a:lnTo>
                    <a:pt x="40828" y="3256"/>
                  </a:lnTo>
                  <a:lnTo>
                    <a:pt x="40828" y="3256"/>
                  </a:lnTo>
                  <a:lnTo>
                    <a:pt x="38933" y="4080"/>
                  </a:lnTo>
                  <a:lnTo>
                    <a:pt x="36997" y="4780"/>
                  </a:lnTo>
                  <a:lnTo>
                    <a:pt x="35019" y="5439"/>
                  </a:lnTo>
                  <a:lnTo>
                    <a:pt x="33042" y="6016"/>
                  </a:lnTo>
                  <a:lnTo>
                    <a:pt x="31023" y="6510"/>
                  </a:lnTo>
                  <a:lnTo>
                    <a:pt x="29004" y="6922"/>
                  </a:lnTo>
                  <a:lnTo>
                    <a:pt x="26944" y="7293"/>
                  </a:lnTo>
                  <a:lnTo>
                    <a:pt x="24885" y="7581"/>
                  </a:lnTo>
                  <a:lnTo>
                    <a:pt x="24885" y="7581"/>
                  </a:lnTo>
                  <a:lnTo>
                    <a:pt x="23484" y="7746"/>
                  </a:lnTo>
                  <a:lnTo>
                    <a:pt x="22124" y="7870"/>
                  </a:lnTo>
                  <a:lnTo>
                    <a:pt x="19323" y="8117"/>
                  </a:lnTo>
                  <a:lnTo>
                    <a:pt x="16521" y="8282"/>
                  </a:lnTo>
                  <a:lnTo>
                    <a:pt x="13720" y="8364"/>
                  </a:lnTo>
                  <a:lnTo>
                    <a:pt x="10918" y="8405"/>
                  </a:lnTo>
                  <a:lnTo>
                    <a:pt x="8117" y="8405"/>
                  </a:lnTo>
                  <a:lnTo>
                    <a:pt x="2514" y="8405"/>
                  </a:lnTo>
                  <a:lnTo>
                    <a:pt x="2514" y="8405"/>
                  </a:lnTo>
                  <a:lnTo>
                    <a:pt x="1" y="8447"/>
                  </a:lnTo>
                  <a:lnTo>
                    <a:pt x="1" y="8447"/>
                  </a:lnTo>
                  <a:lnTo>
                    <a:pt x="1937" y="8735"/>
                  </a:lnTo>
                  <a:lnTo>
                    <a:pt x="4038" y="9023"/>
                  </a:lnTo>
                  <a:lnTo>
                    <a:pt x="6345" y="9312"/>
                  </a:lnTo>
                  <a:lnTo>
                    <a:pt x="8817" y="9559"/>
                  </a:lnTo>
                  <a:lnTo>
                    <a:pt x="11454" y="9765"/>
                  </a:lnTo>
                  <a:lnTo>
                    <a:pt x="14214" y="9930"/>
                  </a:lnTo>
                  <a:lnTo>
                    <a:pt x="17139" y="10012"/>
                  </a:lnTo>
                  <a:lnTo>
                    <a:pt x="20188" y="10053"/>
                  </a:lnTo>
                  <a:lnTo>
                    <a:pt x="20188" y="10053"/>
                  </a:lnTo>
                  <a:lnTo>
                    <a:pt x="23360" y="10012"/>
                  </a:lnTo>
                  <a:lnTo>
                    <a:pt x="26656" y="9889"/>
                  </a:lnTo>
                  <a:lnTo>
                    <a:pt x="30076" y="9683"/>
                  </a:lnTo>
                  <a:lnTo>
                    <a:pt x="31847" y="9518"/>
                  </a:lnTo>
                  <a:lnTo>
                    <a:pt x="33619" y="9353"/>
                  </a:lnTo>
                  <a:lnTo>
                    <a:pt x="35390" y="9147"/>
                  </a:lnTo>
                  <a:lnTo>
                    <a:pt x="37203" y="8900"/>
                  </a:lnTo>
                  <a:lnTo>
                    <a:pt x="39057" y="8653"/>
                  </a:lnTo>
                  <a:lnTo>
                    <a:pt x="40911" y="8364"/>
                  </a:lnTo>
                  <a:lnTo>
                    <a:pt x="42765" y="8035"/>
                  </a:lnTo>
                  <a:lnTo>
                    <a:pt x="44660" y="7664"/>
                  </a:lnTo>
                  <a:lnTo>
                    <a:pt x="46555" y="7252"/>
                  </a:lnTo>
                  <a:lnTo>
                    <a:pt x="48491" y="6840"/>
                  </a:lnTo>
                  <a:lnTo>
                    <a:pt x="48532" y="7128"/>
                  </a:lnTo>
                  <a:lnTo>
                    <a:pt x="48532" y="7128"/>
                  </a:lnTo>
                  <a:lnTo>
                    <a:pt x="49274" y="6387"/>
                  </a:lnTo>
                  <a:lnTo>
                    <a:pt x="49974" y="5522"/>
                  </a:lnTo>
                  <a:lnTo>
                    <a:pt x="50757" y="4615"/>
                  </a:lnTo>
                  <a:lnTo>
                    <a:pt x="51499" y="3626"/>
                  </a:lnTo>
                  <a:lnTo>
                    <a:pt x="51499" y="3626"/>
                  </a:lnTo>
                  <a:lnTo>
                    <a:pt x="52075" y="2761"/>
                  </a:lnTo>
                  <a:lnTo>
                    <a:pt x="52652" y="1896"/>
                  </a:lnTo>
                  <a:lnTo>
                    <a:pt x="53229" y="949"/>
                  </a:lnTo>
                  <a:lnTo>
                    <a:pt x="5376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8"/>
            <p:cNvSpPr/>
            <p:nvPr/>
          </p:nvSpPr>
          <p:spPr>
            <a:xfrm>
              <a:off x="6455925" y="4566175"/>
              <a:ext cx="331675" cy="213225"/>
            </a:xfrm>
            <a:custGeom>
              <a:avLst/>
              <a:gdLst/>
              <a:ahLst/>
              <a:cxnLst/>
              <a:rect l="l" t="t" r="r" b="b"/>
              <a:pathLst>
                <a:path w="13267" h="8529" fill="none" extrusionOk="0">
                  <a:moveTo>
                    <a:pt x="13267" y="0"/>
                  </a:moveTo>
                  <a:lnTo>
                    <a:pt x="13267" y="0"/>
                  </a:lnTo>
                  <a:lnTo>
                    <a:pt x="12196" y="824"/>
                  </a:lnTo>
                  <a:lnTo>
                    <a:pt x="11083" y="1566"/>
                  </a:lnTo>
                  <a:lnTo>
                    <a:pt x="8817" y="3008"/>
                  </a:lnTo>
                  <a:lnTo>
                    <a:pt x="8817" y="3008"/>
                  </a:lnTo>
                  <a:lnTo>
                    <a:pt x="6881" y="4285"/>
                  </a:lnTo>
                  <a:lnTo>
                    <a:pt x="4986" y="5562"/>
                  </a:lnTo>
                  <a:lnTo>
                    <a:pt x="3050" y="6798"/>
                  </a:lnTo>
                  <a:lnTo>
                    <a:pt x="2061" y="7416"/>
                  </a:lnTo>
                  <a:lnTo>
                    <a:pt x="1072" y="7993"/>
                  </a:lnTo>
                  <a:lnTo>
                    <a:pt x="1072" y="7993"/>
                  </a:lnTo>
                  <a:lnTo>
                    <a:pt x="1" y="8528"/>
                  </a:lnTo>
                  <a:lnTo>
                    <a:pt x="1" y="8528"/>
                  </a:lnTo>
                  <a:lnTo>
                    <a:pt x="2679" y="7952"/>
                  </a:lnTo>
                  <a:lnTo>
                    <a:pt x="5398" y="7251"/>
                  </a:lnTo>
                  <a:lnTo>
                    <a:pt x="8117" y="6510"/>
                  </a:lnTo>
                  <a:lnTo>
                    <a:pt x="10836" y="5645"/>
                  </a:lnTo>
                  <a:lnTo>
                    <a:pt x="10918" y="5933"/>
                  </a:lnTo>
                  <a:lnTo>
                    <a:pt x="10918" y="5933"/>
                  </a:lnTo>
                  <a:lnTo>
                    <a:pt x="11619" y="4573"/>
                  </a:lnTo>
                  <a:lnTo>
                    <a:pt x="12237" y="3132"/>
                  </a:lnTo>
                  <a:lnTo>
                    <a:pt x="12772" y="1607"/>
                  </a:lnTo>
                  <a:lnTo>
                    <a:pt x="1326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8"/>
            <p:cNvSpPr/>
            <p:nvPr/>
          </p:nvSpPr>
          <p:spPr>
            <a:xfrm>
              <a:off x="5036650" y="4714500"/>
              <a:ext cx="1695325" cy="10300"/>
            </a:xfrm>
            <a:custGeom>
              <a:avLst/>
              <a:gdLst/>
              <a:ahLst/>
              <a:cxnLst/>
              <a:rect l="l" t="t" r="r" b="b"/>
              <a:pathLst>
                <a:path w="67813" h="412" extrusionOk="0">
                  <a:moveTo>
                    <a:pt x="125" y="0"/>
                  </a:moveTo>
                  <a:lnTo>
                    <a:pt x="1" y="288"/>
                  </a:lnTo>
                  <a:lnTo>
                    <a:pt x="331" y="412"/>
                  </a:lnTo>
                  <a:lnTo>
                    <a:pt x="125" y="0"/>
                  </a:lnTo>
                  <a:close/>
                  <a:moveTo>
                    <a:pt x="67689" y="0"/>
                  </a:moveTo>
                  <a:lnTo>
                    <a:pt x="67483" y="412"/>
                  </a:lnTo>
                  <a:lnTo>
                    <a:pt x="67813" y="288"/>
                  </a:lnTo>
                  <a:lnTo>
                    <a:pt x="676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8"/>
            <p:cNvSpPr/>
            <p:nvPr/>
          </p:nvSpPr>
          <p:spPr>
            <a:xfrm>
              <a:off x="5036650" y="4714500"/>
              <a:ext cx="8275" cy="10300"/>
            </a:xfrm>
            <a:custGeom>
              <a:avLst/>
              <a:gdLst/>
              <a:ahLst/>
              <a:cxnLst/>
              <a:rect l="l" t="t" r="r" b="b"/>
              <a:pathLst>
                <a:path w="331" h="412" fill="none" extrusionOk="0">
                  <a:moveTo>
                    <a:pt x="125" y="0"/>
                  </a:moveTo>
                  <a:lnTo>
                    <a:pt x="1" y="288"/>
                  </a:lnTo>
                  <a:lnTo>
                    <a:pt x="1" y="288"/>
                  </a:lnTo>
                  <a:lnTo>
                    <a:pt x="331" y="412"/>
                  </a:lnTo>
                  <a:lnTo>
                    <a:pt x="331" y="412"/>
                  </a:lnTo>
                  <a:lnTo>
                    <a:pt x="12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6723725" y="4714500"/>
              <a:ext cx="8250" cy="10300"/>
            </a:xfrm>
            <a:custGeom>
              <a:avLst/>
              <a:gdLst/>
              <a:ahLst/>
              <a:cxnLst/>
              <a:rect l="l" t="t" r="r" b="b"/>
              <a:pathLst>
                <a:path w="330" h="412" fill="none" extrusionOk="0">
                  <a:moveTo>
                    <a:pt x="206" y="0"/>
                  </a:moveTo>
                  <a:lnTo>
                    <a:pt x="206" y="0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330" y="288"/>
                  </a:lnTo>
                  <a:lnTo>
                    <a:pt x="2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8"/>
            <p:cNvSpPr/>
            <p:nvPr/>
          </p:nvSpPr>
          <p:spPr>
            <a:xfrm>
              <a:off x="5039750" y="4707275"/>
              <a:ext cx="1416200" cy="144225"/>
            </a:xfrm>
            <a:custGeom>
              <a:avLst/>
              <a:gdLst/>
              <a:ahLst/>
              <a:cxnLst/>
              <a:rect l="l" t="t" r="r" b="b"/>
              <a:pathLst>
                <a:path w="56648" h="5769" extrusionOk="0">
                  <a:moveTo>
                    <a:pt x="83" y="1"/>
                  </a:moveTo>
                  <a:lnTo>
                    <a:pt x="1" y="289"/>
                  </a:lnTo>
                  <a:lnTo>
                    <a:pt x="207" y="701"/>
                  </a:lnTo>
                  <a:lnTo>
                    <a:pt x="1236" y="1031"/>
                  </a:lnTo>
                  <a:lnTo>
                    <a:pt x="2843" y="1525"/>
                  </a:lnTo>
                  <a:lnTo>
                    <a:pt x="5068" y="2143"/>
                  </a:lnTo>
                  <a:lnTo>
                    <a:pt x="7869" y="2802"/>
                  </a:lnTo>
                  <a:lnTo>
                    <a:pt x="7334" y="2061"/>
                  </a:lnTo>
                  <a:lnTo>
                    <a:pt x="5727" y="1649"/>
                  </a:lnTo>
                  <a:lnTo>
                    <a:pt x="4326" y="1278"/>
                  </a:lnTo>
                  <a:lnTo>
                    <a:pt x="2060" y="619"/>
                  </a:lnTo>
                  <a:lnTo>
                    <a:pt x="619" y="165"/>
                  </a:lnTo>
                  <a:lnTo>
                    <a:pt x="83" y="1"/>
                  </a:lnTo>
                  <a:close/>
                  <a:moveTo>
                    <a:pt x="56648" y="2884"/>
                  </a:moveTo>
                  <a:lnTo>
                    <a:pt x="53682" y="3461"/>
                  </a:lnTo>
                  <a:lnTo>
                    <a:pt x="50798" y="3956"/>
                  </a:lnTo>
                  <a:lnTo>
                    <a:pt x="47914" y="4368"/>
                  </a:lnTo>
                  <a:lnTo>
                    <a:pt x="45071" y="4656"/>
                  </a:lnTo>
                  <a:lnTo>
                    <a:pt x="42311" y="4903"/>
                  </a:lnTo>
                  <a:lnTo>
                    <a:pt x="39592" y="5068"/>
                  </a:lnTo>
                  <a:lnTo>
                    <a:pt x="36914" y="5150"/>
                  </a:lnTo>
                  <a:lnTo>
                    <a:pt x="34277" y="5192"/>
                  </a:lnTo>
                  <a:lnTo>
                    <a:pt x="32341" y="5150"/>
                  </a:lnTo>
                  <a:lnTo>
                    <a:pt x="30446" y="5109"/>
                  </a:lnTo>
                  <a:lnTo>
                    <a:pt x="28592" y="5027"/>
                  </a:lnTo>
                  <a:lnTo>
                    <a:pt x="26779" y="4944"/>
                  </a:lnTo>
                  <a:lnTo>
                    <a:pt x="25008" y="4821"/>
                  </a:lnTo>
                  <a:lnTo>
                    <a:pt x="23277" y="4656"/>
                  </a:lnTo>
                  <a:lnTo>
                    <a:pt x="19982" y="4285"/>
                  </a:lnTo>
                  <a:lnTo>
                    <a:pt x="19158" y="4821"/>
                  </a:lnTo>
                  <a:lnTo>
                    <a:pt x="20847" y="5027"/>
                  </a:lnTo>
                  <a:lnTo>
                    <a:pt x="22618" y="5192"/>
                  </a:lnTo>
                  <a:lnTo>
                    <a:pt x="24472" y="5356"/>
                  </a:lnTo>
                  <a:lnTo>
                    <a:pt x="26326" y="5521"/>
                  </a:lnTo>
                  <a:lnTo>
                    <a:pt x="28262" y="5645"/>
                  </a:lnTo>
                  <a:lnTo>
                    <a:pt x="30240" y="5727"/>
                  </a:lnTo>
                  <a:lnTo>
                    <a:pt x="32259" y="5768"/>
                  </a:lnTo>
                  <a:lnTo>
                    <a:pt x="36667" y="5768"/>
                  </a:lnTo>
                  <a:lnTo>
                    <a:pt x="39098" y="5686"/>
                  </a:lnTo>
                  <a:lnTo>
                    <a:pt x="41528" y="5562"/>
                  </a:lnTo>
                  <a:lnTo>
                    <a:pt x="44041" y="5356"/>
                  </a:lnTo>
                  <a:lnTo>
                    <a:pt x="46596" y="5109"/>
                  </a:lnTo>
                  <a:lnTo>
                    <a:pt x="49191" y="4821"/>
                  </a:lnTo>
                  <a:lnTo>
                    <a:pt x="51787" y="4409"/>
                  </a:lnTo>
                  <a:lnTo>
                    <a:pt x="54423" y="3956"/>
                  </a:lnTo>
                  <a:lnTo>
                    <a:pt x="55536" y="3461"/>
                  </a:lnTo>
                  <a:lnTo>
                    <a:pt x="56648" y="2884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8"/>
            <p:cNvSpPr/>
            <p:nvPr/>
          </p:nvSpPr>
          <p:spPr>
            <a:xfrm>
              <a:off x="5518675" y="4779375"/>
              <a:ext cx="937275" cy="72125"/>
            </a:xfrm>
            <a:custGeom>
              <a:avLst/>
              <a:gdLst/>
              <a:ahLst/>
              <a:cxnLst/>
              <a:rect l="l" t="t" r="r" b="b"/>
              <a:pathLst>
                <a:path w="37491" h="2885" fill="none" extrusionOk="0">
                  <a:moveTo>
                    <a:pt x="37491" y="0"/>
                  </a:moveTo>
                  <a:lnTo>
                    <a:pt x="37491" y="0"/>
                  </a:lnTo>
                  <a:lnTo>
                    <a:pt x="34525" y="577"/>
                  </a:lnTo>
                  <a:lnTo>
                    <a:pt x="31641" y="1072"/>
                  </a:lnTo>
                  <a:lnTo>
                    <a:pt x="28757" y="1484"/>
                  </a:lnTo>
                  <a:lnTo>
                    <a:pt x="25914" y="1772"/>
                  </a:lnTo>
                  <a:lnTo>
                    <a:pt x="23154" y="2019"/>
                  </a:lnTo>
                  <a:lnTo>
                    <a:pt x="20435" y="2184"/>
                  </a:lnTo>
                  <a:lnTo>
                    <a:pt x="17757" y="2266"/>
                  </a:lnTo>
                  <a:lnTo>
                    <a:pt x="15120" y="2308"/>
                  </a:lnTo>
                  <a:lnTo>
                    <a:pt x="15120" y="2308"/>
                  </a:lnTo>
                  <a:lnTo>
                    <a:pt x="13184" y="2266"/>
                  </a:lnTo>
                  <a:lnTo>
                    <a:pt x="11289" y="2225"/>
                  </a:lnTo>
                  <a:lnTo>
                    <a:pt x="9435" y="2143"/>
                  </a:lnTo>
                  <a:lnTo>
                    <a:pt x="7622" y="2060"/>
                  </a:lnTo>
                  <a:lnTo>
                    <a:pt x="5851" y="1937"/>
                  </a:lnTo>
                  <a:lnTo>
                    <a:pt x="4120" y="1772"/>
                  </a:lnTo>
                  <a:lnTo>
                    <a:pt x="825" y="1401"/>
                  </a:lnTo>
                  <a:lnTo>
                    <a:pt x="1" y="1937"/>
                  </a:lnTo>
                  <a:lnTo>
                    <a:pt x="1" y="1937"/>
                  </a:lnTo>
                  <a:lnTo>
                    <a:pt x="1690" y="2143"/>
                  </a:lnTo>
                  <a:lnTo>
                    <a:pt x="3461" y="2308"/>
                  </a:lnTo>
                  <a:lnTo>
                    <a:pt x="5315" y="2472"/>
                  </a:lnTo>
                  <a:lnTo>
                    <a:pt x="7169" y="2637"/>
                  </a:lnTo>
                  <a:lnTo>
                    <a:pt x="9105" y="2761"/>
                  </a:lnTo>
                  <a:lnTo>
                    <a:pt x="11083" y="2843"/>
                  </a:lnTo>
                  <a:lnTo>
                    <a:pt x="13102" y="2884"/>
                  </a:lnTo>
                  <a:lnTo>
                    <a:pt x="15162" y="2884"/>
                  </a:lnTo>
                  <a:lnTo>
                    <a:pt x="15162" y="2884"/>
                  </a:lnTo>
                  <a:lnTo>
                    <a:pt x="17510" y="2884"/>
                  </a:lnTo>
                  <a:lnTo>
                    <a:pt x="19941" y="2802"/>
                  </a:lnTo>
                  <a:lnTo>
                    <a:pt x="22371" y="2678"/>
                  </a:lnTo>
                  <a:lnTo>
                    <a:pt x="24884" y="2472"/>
                  </a:lnTo>
                  <a:lnTo>
                    <a:pt x="27439" y="2225"/>
                  </a:lnTo>
                  <a:lnTo>
                    <a:pt x="30034" y="1937"/>
                  </a:lnTo>
                  <a:lnTo>
                    <a:pt x="32630" y="1525"/>
                  </a:lnTo>
                  <a:lnTo>
                    <a:pt x="35266" y="1072"/>
                  </a:lnTo>
                  <a:lnTo>
                    <a:pt x="35266" y="1072"/>
                  </a:lnTo>
                  <a:lnTo>
                    <a:pt x="36379" y="577"/>
                  </a:lnTo>
                  <a:lnTo>
                    <a:pt x="3749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8"/>
            <p:cNvSpPr/>
            <p:nvPr/>
          </p:nvSpPr>
          <p:spPr>
            <a:xfrm>
              <a:off x="5039750" y="4707275"/>
              <a:ext cx="196750" cy="70075"/>
            </a:xfrm>
            <a:custGeom>
              <a:avLst/>
              <a:gdLst/>
              <a:ahLst/>
              <a:cxnLst/>
              <a:rect l="l" t="t" r="r" b="b"/>
              <a:pathLst>
                <a:path w="7870" h="2803" fill="none" extrusionOk="0">
                  <a:moveTo>
                    <a:pt x="83" y="1"/>
                  </a:moveTo>
                  <a:lnTo>
                    <a:pt x="1" y="289"/>
                  </a:lnTo>
                  <a:lnTo>
                    <a:pt x="1" y="289"/>
                  </a:lnTo>
                  <a:lnTo>
                    <a:pt x="207" y="701"/>
                  </a:lnTo>
                  <a:lnTo>
                    <a:pt x="207" y="701"/>
                  </a:lnTo>
                  <a:lnTo>
                    <a:pt x="1236" y="1031"/>
                  </a:lnTo>
                  <a:lnTo>
                    <a:pt x="2843" y="1525"/>
                  </a:lnTo>
                  <a:lnTo>
                    <a:pt x="5068" y="2143"/>
                  </a:lnTo>
                  <a:lnTo>
                    <a:pt x="7869" y="2802"/>
                  </a:lnTo>
                  <a:lnTo>
                    <a:pt x="7334" y="2061"/>
                  </a:lnTo>
                  <a:lnTo>
                    <a:pt x="7334" y="2061"/>
                  </a:lnTo>
                  <a:lnTo>
                    <a:pt x="5727" y="1649"/>
                  </a:lnTo>
                  <a:lnTo>
                    <a:pt x="4326" y="1278"/>
                  </a:lnTo>
                  <a:lnTo>
                    <a:pt x="2060" y="619"/>
                  </a:lnTo>
                  <a:lnTo>
                    <a:pt x="619" y="165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8"/>
            <p:cNvSpPr/>
            <p:nvPr/>
          </p:nvSpPr>
          <p:spPr>
            <a:xfrm>
              <a:off x="5223075" y="4758775"/>
              <a:ext cx="316225" cy="69025"/>
            </a:xfrm>
            <a:custGeom>
              <a:avLst/>
              <a:gdLst/>
              <a:ahLst/>
              <a:cxnLst/>
              <a:rect l="l" t="t" r="r" b="b"/>
              <a:pathLst>
                <a:path w="12649" h="2761" extrusionOk="0">
                  <a:moveTo>
                    <a:pt x="1" y="1"/>
                  </a:moveTo>
                  <a:lnTo>
                    <a:pt x="536" y="742"/>
                  </a:lnTo>
                  <a:lnTo>
                    <a:pt x="2967" y="1278"/>
                  </a:lnTo>
                  <a:lnTo>
                    <a:pt x="5686" y="1813"/>
                  </a:lnTo>
                  <a:lnTo>
                    <a:pt x="8611" y="2308"/>
                  </a:lnTo>
                  <a:lnTo>
                    <a:pt x="11825" y="2761"/>
                  </a:lnTo>
                  <a:lnTo>
                    <a:pt x="12649" y="2225"/>
                  </a:lnTo>
                  <a:lnTo>
                    <a:pt x="10795" y="1978"/>
                  </a:lnTo>
                  <a:lnTo>
                    <a:pt x="8982" y="1731"/>
                  </a:lnTo>
                  <a:lnTo>
                    <a:pt x="7293" y="1442"/>
                  </a:lnTo>
                  <a:lnTo>
                    <a:pt x="5645" y="1195"/>
                  </a:lnTo>
                  <a:lnTo>
                    <a:pt x="2679" y="57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8"/>
            <p:cNvSpPr/>
            <p:nvPr/>
          </p:nvSpPr>
          <p:spPr>
            <a:xfrm>
              <a:off x="5223075" y="4758775"/>
              <a:ext cx="316225" cy="69025"/>
            </a:xfrm>
            <a:custGeom>
              <a:avLst/>
              <a:gdLst/>
              <a:ahLst/>
              <a:cxnLst/>
              <a:rect l="l" t="t" r="r" b="b"/>
              <a:pathLst>
                <a:path w="12649" h="2761" fill="none" extrusionOk="0">
                  <a:moveTo>
                    <a:pt x="1" y="1"/>
                  </a:moveTo>
                  <a:lnTo>
                    <a:pt x="536" y="742"/>
                  </a:lnTo>
                  <a:lnTo>
                    <a:pt x="536" y="742"/>
                  </a:lnTo>
                  <a:lnTo>
                    <a:pt x="2967" y="1278"/>
                  </a:lnTo>
                  <a:lnTo>
                    <a:pt x="5686" y="1813"/>
                  </a:lnTo>
                  <a:lnTo>
                    <a:pt x="8611" y="2308"/>
                  </a:lnTo>
                  <a:lnTo>
                    <a:pt x="11825" y="2761"/>
                  </a:lnTo>
                  <a:lnTo>
                    <a:pt x="12649" y="2225"/>
                  </a:lnTo>
                  <a:lnTo>
                    <a:pt x="12649" y="2225"/>
                  </a:lnTo>
                  <a:lnTo>
                    <a:pt x="10795" y="1978"/>
                  </a:lnTo>
                  <a:lnTo>
                    <a:pt x="8982" y="1731"/>
                  </a:lnTo>
                  <a:lnTo>
                    <a:pt x="7293" y="1442"/>
                  </a:lnTo>
                  <a:lnTo>
                    <a:pt x="5645" y="1195"/>
                  </a:lnTo>
                  <a:lnTo>
                    <a:pt x="2679" y="577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8"/>
            <p:cNvSpPr/>
            <p:nvPr/>
          </p:nvSpPr>
          <p:spPr>
            <a:xfrm>
              <a:off x="6723725" y="4714500"/>
              <a:ext cx="5175" cy="10300"/>
            </a:xfrm>
            <a:custGeom>
              <a:avLst/>
              <a:gdLst/>
              <a:ahLst/>
              <a:cxnLst/>
              <a:rect l="l" t="t" r="r" b="b"/>
              <a:pathLst>
                <a:path w="207" h="412" extrusionOk="0">
                  <a:moveTo>
                    <a:pt x="206" y="0"/>
                  </a:moveTo>
                  <a:lnTo>
                    <a:pt x="206" y="0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206" y="0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D8B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8"/>
            <p:cNvSpPr/>
            <p:nvPr/>
          </p:nvSpPr>
          <p:spPr>
            <a:xfrm>
              <a:off x="6723725" y="4714500"/>
              <a:ext cx="5175" cy="10300"/>
            </a:xfrm>
            <a:custGeom>
              <a:avLst/>
              <a:gdLst/>
              <a:ahLst/>
              <a:cxnLst/>
              <a:rect l="l" t="t" r="r" b="b"/>
              <a:pathLst>
                <a:path w="207" h="412" fill="none" extrusionOk="0">
                  <a:moveTo>
                    <a:pt x="206" y="0"/>
                  </a:moveTo>
                  <a:lnTo>
                    <a:pt x="206" y="0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206" y="0"/>
                  </a:lnTo>
                  <a:lnTo>
                    <a:pt x="2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8"/>
            <p:cNvSpPr/>
            <p:nvPr/>
          </p:nvSpPr>
          <p:spPr>
            <a:xfrm>
              <a:off x="6400325" y="4707275"/>
              <a:ext cx="328575" cy="98900"/>
            </a:xfrm>
            <a:custGeom>
              <a:avLst/>
              <a:gdLst/>
              <a:ahLst/>
              <a:cxnLst/>
              <a:rect l="l" t="t" r="r" b="b"/>
              <a:pathLst>
                <a:path w="13143" h="3956" extrusionOk="0">
                  <a:moveTo>
                    <a:pt x="13060" y="1"/>
                  </a:moveTo>
                  <a:lnTo>
                    <a:pt x="10341" y="866"/>
                  </a:lnTo>
                  <a:lnTo>
                    <a:pt x="7622" y="1607"/>
                  </a:lnTo>
                  <a:lnTo>
                    <a:pt x="4903" y="2308"/>
                  </a:lnTo>
                  <a:lnTo>
                    <a:pt x="2225" y="2884"/>
                  </a:lnTo>
                  <a:lnTo>
                    <a:pt x="1113" y="3461"/>
                  </a:lnTo>
                  <a:lnTo>
                    <a:pt x="0" y="3956"/>
                  </a:lnTo>
                  <a:lnTo>
                    <a:pt x="1607" y="3667"/>
                  </a:lnTo>
                  <a:lnTo>
                    <a:pt x="3214" y="3338"/>
                  </a:lnTo>
                  <a:lnTo>
                    <a:pt x="4820" y="2967"/>
                  </a:lnTo>
                  <a:lnTo>
                    <a:pt x="6427" y="2555"/>
                  </a:lnTo>
                  <a:lnTo>
                    <a:pt x="8034" y="2143"/>
                  </a:lnTo>
                  <a:lnTo>
                    <a:pt x="9682" y="1690"/>
                  </a:lnTo>
                  <a:lnTo>
                    <a:pt x="11330" y="1195"/>
                  </a:lnTo>
                  <a:lnTo>
                    <a:pt x="12936" y="701"/>
                  </a:lnTo>
                  <a:lnTo>
                    <a:pt x="13142" y="289"/>
                  </a:lnTo>
                  <a:lnTo>
                    <a:pt x="13060" y="1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8"/>
            <p:cNvSpPr/>
            <p:nvPr/>
          </p:nvSpPr>
          <p:spPr>
            <a:xfrm>
              <a:off x="6400325" y="4707275"/>
              <a:ext cx="328575" cy="98900"/>
            </a:xfrm>
            <a:custGeom>
              <a:avLst/>
              <a:gdLst/>
              <a:ahLst/>
              <a:cxnLst/>
              <a:rect l="l" t="t" r="r" b="b"/>
              <a:pathLst>
                <a:path w="13143" h="3956" fill="none" extrusionOk="0">
                  <a:moveTo>
                    <a:pt x="13060" y="1"/>
                  </a:moveTo>
                  <a:lnTo>
                    <a:pt x="13060" y="1"/>
                  </a:lnTo>
                  <a:lnTo>
                    <a:pt x="10341" y="866"/>
                  </a:lnTo>
                  <a:lnTo>
                    <a:pt x="7622" y="1607"/>
                  </a:lnTo>
                  <a:lnTo>
                    <a:pt x="4903" y="2308"/>
                  </a:lnTo>
                  <a:lnTo>
                    <a:pt x="2225" y="2884"/>
                  </a:lnTo>
                  <a:lnTo>
                    <a:pt x="2225" y="2884"/>
                  </a:lnTo>
                  <a:lnTo>
                    <a:pt x="1113" y="3461"/>
                  </a:lnTo>
                  <a:lnTo>
                    <a:pt x="0" y="3956"/>
                  </a:lnTo>
                  <a:lnTo>
                    <a:pt x="0" y="3956"/>
                  </a:lnTo>
                  <a:lnTo>
                    <a:pt x="1607" y="3667"/>
                  </a:lnTo>
                  <a:lnTo>
                    <a:pt x="3214" y="3338"/>
                  </a:lnTo>
                  <a:lnTo>
                    <a:pt x="4820" y="2967"/>
                  </a:lnTo>
                  <a:lnTo>
                    <a:pt x="6427" y="2555"/>
                  </a:lnTo>
                  <a:lnTo>
                    <a:pt x="8034" y="2143"/>
                  </a:lnTo>
                  <a:lnTo>
                    <a:pt x="9682" y="1690"/>
                  </a:lnTo>
                  <a:lnTo>
                    <a:pt x="11330" y="1195"/>
                  </a:lnTo>
                  <a:lnTo>
                    <a:pt x="12936" y="701"/>
                  </a:lnTo>
                  <a:lnTo>
                    <a:pt x="12936" y="701"/>
                  </a:lnTo>
                  <a:lnTo>
                    <a:pt x="13142" y="289"/>
                  </a:lnTo>
                  <a:lnTo>
                    <a:pt x="1306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8"/>
            <p:cNvSpPr/>
            <p:nvPr/>
          </p:nvSpPr>
          <p:spPr>
            <a:xfrm>
              <a:off x="5179825" y="4902975"/>
              <a:ext cx="1415175" cy="11350"/>
            </a:xfrm>
            <a:custGeom>
              <a:avLst/>
              <a:gdLst/>
              <a:ahLst/>
              <a:cxnLst/>
              <a:rect l="l" t="t" r="r" b="b"/>
              <a:pathLst>
                <a:path w="56607" h="454" extrusionOk="0">
                  <a:moveTo>
                    <a:pt x="56524" y="0"/>
                  </a:moveTo>
                  <a:lnTo>
                    <a:pt x="56153" y="412"/>
                  </a:lnTo>
                  <a:lnTo>
                    <a:pt x="56607" y="289"/>
                  </a:lnTo>
                  <a:lnTo>
                    <a:pt x="56524" y="0"/>
                  </a:lnTo>
                  <a:close/>
                  <a:moveTo>
                    <a:pt x="83" y="0"/>
                  </a:moveTo>
                  <a:lnTo>
                    <a:pt x="0" y="289"/>
                  </a:lnTo>
                  <a:lnTo>
                    <a:pt x="577" y="453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8"/>
            <p:cNvSpPr/>
            <p:nvPr/>
          </p:nvSpPr>
          <p:spPr>
            <a:xfrm>
              <a:off x="5179825" y="4902975"/>
              <a:ext cx="14450" cy="11350"/>
            </a:xfrm>
            <a:custGeom>
              <a:avLst/>
              <a:gdLst/>
              <a:ahLst/>
              <a:cxnLst/>
              <a:rect l="l" t="t" r="r" b="b"/>
              <a:pathLst>
                <a:path w="578" h="454" fill="none" extrusionOk="0">
                  <a:moveTo>
                    <a:pt x="83" y="0"/>
                  </a:moveTo>
                  <a:lnTo>
                    <a:pt x="0" y="289"/>
                  </a:lnTo>
                  <a:lnTo>
                    <a:pt x="0" y="289"/>
                  </a:lnTo>
                  <a:lnTo>
                    <a:pt x="577" y="453"/>
                  </a:lnTo>
                  <a:lnTo>
                    <a:pt x="577" y="453"/>
                  </a:lnTo>
                  <a:lnTo>
                    <a:pt x="8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8"/>
            <p:cNvSpPr/>
            <p:nvPr/>
          </p:nvSpPr>
          <p:spPr>
            <a:xfrm>
              <a:off x="6583650" y="4902975"/>
              <a:ext cx="11350" cy="10325"/>
            </a:xfrm>
            <a:custGeom>
              <a:avLst/>
              <a:gdLst/>
              <a:ahLst/>
              <a:cxnLst/>
              <a:rect l="l" t="t" r="r" b="b"/>
              <a:pathLst>
                <a:path w="454" h="413" fill="none" extrusionOk="0">
                  <a:moveTo>
                    <a:pt x="371" y="0"/>
                  </a:moveTo>
                  <a:lnTo>
                    <a:pt x="371" y="0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454" y="289"/>
                  </a:lnTo>
                  <a:lnTo>
                    <a:pt x="3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8"/>
            <p:cNvSpPr/>
            <p:nvPr/>
          </p:nvSpPr>
          <p:spPr>
            <a:xfrm>
              <a:off x="5181875" y="4895750"/>
              <a:ext cx="197775" cy="42250"/>
            </a:xfrm>
            <a:custGeom>
              <a:avLst/>
              <a:gdLst/>
              <a:ahLst/>
              <a:cxnLst/>
              <a:rect l="l" t="t" r="r" b="b"/>
              <a:pathLst>
                <a:path w="7911" h="1690" extrusionOk="0">
                  <a:moveTo>
                    <a:pt x="6963" y="1443"/>
                  </a:moveTo>
                  <a:lnTo>
                    <a:pt x="6634" y="1649"/>
                  </a:lnTo>
                  <a:lnTo>
                    <a:pt x="6634" y="1649"/>
                  </a:lnTo>
                  <a:lnTo>
                    <a:pt x="7911" y="1608"/>
                  </a:lnTo>
                  <a:lnTo>
                    <a:pt x="6963" y="1443"/>
                  </a:lnTo>
                  <a:close/>
                  <a:moveTo>
                    <a:pt x="83" y="1"/>
                  </a:moveTo>
                  <a:lnTo>
                    <a:pt x="1" y="289"/>
                  </a:lnTo>
                  <a:lnTo>
                    <a:pt x="495" y="742"/>
                  </a:lnTo>
                  <a:lnTo>
                    <a:pt x="2143" y="1113"/>
                  </a:lnTo>
                  <a:lnTo>
                    <a:pt x="4780" y="1690"/>
                  </a:lnTo>
                  <a:lnTo>
                    <a:pt x="6634" y="1649"/>
                  </a:lnTo>
                  <a:lnTo>
                    <a:pt x="6469" y="1360"/>
                  </a:lnTo>
                  <a:lnTo>
                    <a:pt x="3791" y="866"/>
                  </a:lnTo>
                  <a:lnTo>
                    <a:pt x="1814" y="413"/>
                  </a:lnTo>
                  <a:lnTo>
                    <a:pt x="536" y="124"/>
                  </a:lnTo>
                  <a:lnTo>
                    <a:pt x="83" y="1"/>
                  </a:lnTo>
                  <a:close/>
                </a:path>
              </a:pathLst>
            </a:custGeom>
            <a:solidFill>
              <a:srgbClr val="CA9B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8"/>
            <p:cNvSpPr/>
            <p:nvPr/>
          </p:nvSpPr>
          <p:spPr>
            <a:xfrm>
              <a:off x="5347700" y="4931800"/>
              <a:ext cx="31950" cy="5175"/>
            </a:xfrm>
            <a:custGeom>
              <a:avLst/>
              <a:gdLst/>
              <a:ahLst/>
              <a:cxnLst/>
              <a:rect l="l" t="t" r="r" b="b"/>
              <a:pathLst>
                <a:path w="1278" h="207" fill="none" extrusionOk="0">
                  <a:moveTo>
                    <a:pt x="330" y="1"/>
                  </a:moveTo>
                  <a:lnTo>
                    <a:pt x="1" y="207"/>
                  </a:lnTo>
                  <a:lnTo>
                    <a:pt x="1" y="207"/>
                  </a:lnTo>
                  <a:lnTo>
                    <a:pt x="1278" y="166"/>
                  </a:lnTo>
                  <a:lnTo>
                    <a:pt x="1278" y="166"/>
                  </a:lnTo>
                  <a:lnTo>
                    <a:pt x="33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6583650" y="4902975"/>
              <a:ext cx="9300" cy="10325"/>
            </a:xfrm>
            <a:custGeom>
              <a:avLst/>
              <a:gdLst/>
              <a:ahLst/>
              <a:cxnLst/>
              <a:rect l="l" t="t" r="r" b="b"/>
              <a:pathLst>
                <a:path w="372" h="413" fill="none" extrusionOk="0">
                  <a:moveTo>
                    <a:pt x="371" y="0"/>
                  </a:moveTo>
                  <a:lnTo>
                    <a:pt x="371" y="0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0" y="412"/>
                  </a:lnTo>
                  <a:lnTo>
                    <a:pt x="371" y="0"/>
                  </a:lnTo>
                  <a:lnTo>
                    <a:pt x="37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8"/>
            <p:cNvSpPr/>
            <p:nvPr/>
          </p:nvSpPr>
          <p:spPr>
            <a:xfrm>
              <a:off x="5181875" y="4895750"/>
              <a:ext cx="165850" cy="42250"/>
            </a:xfrm>
            <a:custGeom>
              <a:avLst/>
              <a:gdLst/>
              <a:ahLst/>
              <a:cxnLst/>
              <a:rect l="l" t="t" r="r" b="b"/>
              <a:pathLst>
                <a:path w="6634" h="1690" fill="none" extrusionOk="0">
                  <a:moveTo>
                    <a:pt x="83" y="1"/>
                  </a:moveTo>
                  <a:lnTo>
                    <a:pt x="1" y="289"/>
                  </a:lnTo>
                  <a:lnTo>
                    <a:pt x="1" y="289"/>
                  </a:lnTo>
                  <a:lnTo>
                    <a:pt x="495" y="742"/>
                  </a:lnTo>
                  <a:lnTo>
                    <a:pt x="495" y="742"/>
                  </a:lnTo>
                  <a:lnTo>
                    <a:pt x="2143" y="1113"/>
                  </a:lnTo>
                  <a:lnTo>
                    <a:pt x="4780" y="1690"/>
                  </a:lnTo>
                  <a:lnTo>
                    <a:pt x="4780" y="1690"/>
                  </a:lnTo>
                  <a:lnTo>
                    <a:pt x="6634" y="1649"/>
                  </a:lnTo>
                  <a:lnTo>
                    <a:pt x="6469" y="1360"/>
                  </a:lnTo>
                  <a:lnTo>
                    <a:pt x="6469" y="1360"/>
                  </a:lnTo>
                  <a:lnTo>
                    <a:pt x="3791" y="866"/>
                  </a:lnTo>
                  <a:lnTo>
                    <a:pt x="1814" y="413"/>
                  </a:lnTo>
                  <a:lnTo>
                    <a:pt x="536" y="124"/>
                  </a:lnTo>
                  <a:lnTo>
                    <a:pt x="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8"/>
            <p:cNvSpPr/>
            <p:nvPr/>
          </p:nvSpPr>
          <p:spPr>
            <a:xfrm>
              <a:off x="5343575" y="4929750"/>
              <a:ext cx="12400" cy="7225"/>
            </a:xfrm>
            <a:custGeom>
              <a:avLst/>
              <a:gdLst/>
              <a:ahLst/>
              <a:cxnLst/>
              <a:rect l="l" t="t" r="r" b="b"/>
              <a:pathLst>
                <a:path w="496" h="289" extrusionOk="0">
                  <a:moveTo>
                    <a:pt x="1" y="0"/>
                  </a:moveTo>
                  <a:lnTo>
                    <a:pt x="166" y="289"/>
                  </a:lnTo>
                  <a:lnTo>
                    <a:pt x="495" y="8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EA2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8"/>
            <p:cNvSpPr/>
            <p:nvPr/>
          </p:nvSpPr>
          <p:spPr>
            <a:xfrm>
              <a:off x="5343575" y="4929750"/>
              <a:ext cx="12400" cy="7225"/>
            </a:xfrm>
            <a:custGeom>
              <a:avLst/>
              <a:gdLst/>
              <a:ahLst/>
              <a:cxnLst/>
              <a:rect l="l" t="t" r="r" b="b"/>
              <a:pathLst>
                <a:path w="496" h="289" fill="none" extrusionOk="0">
                  <a:moveTo>
                    <a:pt x="1" y="0"/>
                  </a:moveTo>
                  <a:lnTo>
                    <a:pt x="166" y="289"/>
                  </a:lnTo>
                  <a:lnTo>
                    <a:pt x="166" y="289"/>
                  </a:lnTo>
                  <a:lnTo>
                    <a:pt x="166" y="289"/>
                  </a:lnTo>
                  <a:lnTo>
                    <a:pt x="495" y="83"/>
                  </a:lnTo>
                  <a:lnTo>
                    <a:pt x="495" y="8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8"/>
            <p:cNvSpPr/>
            <p:nvPr/>
          </p:nvSpPr>
          <p:spPr>
            <a:xfrm>
              <a:off x="5301350" y="4895750"/>
              <a:ext cx="1291600" cy="95825"/>
            </a:xfrm>
            <a:custGeom>
              <a:avLst/>
              <a:gdLst/>
              <a:ahLst/>
              <a:cxnLst/>
              <a:rect l="l" t="t" r="r" b="b"/>
              <a:pathLst>
                <a:path w="51664" h="3833" extrusionOk="0">
                  <a:moveTo>
                    <a:pt x="51622" y="1"/>
                  </a:moveTo>
                  <a:lnTo>
                    <a:pt x="49686" y="413"/>
                  </a:lnTo>
                  <a:lnTo>
                    <a:pt x="47791" y="825"/>
                  </a:lnTo>
                  <a:lnTo>
                    <a:pt x="45896" y="1196"/>
                  </a:lnTo>
                  <a:lnTo>
                    <a:pt x="44042" y="1525"/>
                  </a:lnTo>
                  <a:lnTo>
                    <a:pt x="42188" y="1814"/>
                  </a:lnTo>
                  <a:lnTo>
                    <a:pt x="40334" y="2061"/>
                  </a:lnTo>
                  <a:lnTo>
                    <a:pt x="38521" y="2308"/>
                  </a:lnTo>
                  <a:lnTo>
                    <a:pt x="36750" y="2514"/>
                  </a:lnTo>
                  <a:lnTo>
                    <a:pt x="34978" y="2679"/>
                  </a:lnTo>
                  <a:lnTo>
                    <a:pt x="33207" y="2844"/>
                  </a:lnTo>
                  <a:lnTo>
                    <a:pt x="29787" y="3050"/>
                  </a:lnTo>
                  <a:lnTo>
                    <a:pt x="26491" y="3173"/>
                  </a:lnTo>
                  <a:lnTo>
                    <a:pt x="23319" y="3214"/>
                  </a:lnTo>
                  <a:lnTo>
                    <a:pt x="20270" y="3173"/>
                  </a:lnTo>
                  <a:lnTo>
                    <a:pt x="17345" y="3091"/>
                  </a:lnTo>
                  <a:lnTo>
                    <a:pt x="14585" y="2926"/>
                  </a:lnTo>
                  <a:lnTo>
                    <a:pt x="11948" y="2720"/>
                  </a:lnTo>
                  <a:lnTo>
                    <a:pt x="9476" y="2473"/>
                  </a:lnTo>
                  <a:lnTo>
                    <a:pt x="7169" y="2184"/>
                  </a:lnTo>
                  <a:lnTo>
                    <a:pt x="5068" y="1896"/>
                  </a:lnTo>
                  <a:lnTo>
                    <a:pt x="3132" y="1608"/>
                  </a:lnTo>
                  <a:lnTo>
                    <a:pt x="1855" y="1649"/>
                  </a:lnTo>
                  <a:lnTo>
                    <a:pt x="1" y="1690"/>
                  </a:lnTo>
                  <a:lnTo>
                    <a:pt x="1978" y="2061"/>
                  </a:lnTo>
                  <a:lnTo>
                    <a:pt x="4285" y="2432"/>
                  </a:lnTo>
                  <a:lnTo>
                    <a:pt x="6840" y="2761"/>
                  </a:lnTo>
                  <a:lnTo>
                    <a:pt x="9641" y="3091"/>
                  </a:lnTo>
                  <a:lnTo>
                    <a:pt x="12731" y="3379"/>
                  </a:lnTo>
                  <a:lnTo>
                    <a:pt x="16027" y="3626"/>
                  </a:lnTo>
                  <a:lnTo>
                    <a:pt x="19570" y="3791"/>
                  </a:lnTo>
                  <a:lnTo>
                    <a:pt x="21424" y="3791"/>
                  </a:lnTo>
                  <a:lnTo>
                    <a:pt x="23319" y="3832"/>
                  </a:lnTo>
                  <a:lnTo>
                    <a:pt x="26450" y="3791"/>
                  </a:lnTo>
                  <a:lnTo>
                    <a:pt x="29746" y="3667"/>
                  </a:lnTo>
                  <a:lnTo>
                    <a:pt x="33124" y="3461"/>
                  </a:lnTo>
                  <a:lnTo>
                    <a:pt x="36585" y="3132"/>
                  </a:lnTo>
                  <a:lnTo>
                    <a:pt x="38356" y="2926"/>
                  </a:lnTo>
                  <a:lnTo>
                    <a:pt x="40128" y="2720"/>
                  </a:lnTo>
                  <a:lnTo>
                    <a:pt x="41941" y="2473"/>
                  </a:lnTo>
                  <a:lnTo>
                    <a:pt x="43794" y="2184"/>
                  </a:lnTo>
                  <a:lnTo>
                    <a:pt x="45648" y="1855"/>
                  </a:lnTo>
                  <a:lnTo>
                    <a:pt x="47502" y="1484"/>
                  </a:lnTo>
                  <a:lnTo>
                    <a:pt x="49397" y="1113"/>
                  </a:lnTo>
                  <a:lnTo>
                    <a:pt x="51292" y="701"/>
                  </a:lnTo>
                  <a:lnTo>
                    <a:pt x="51663" y="289"/>
                  </a:lnTo>
                  <a:lnTo>
                    <a:pt x="51622" y="1"/>
                  </a:lnTo>
                  <a:close/>
                </a:path>
              </a:pathLst>
            </a:custGeom>
            <a:solidFill>
              <a:srgbClr val="C397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8"/>
            <p:cNvSpPr/>
            <p:nvPr/>
          </p:nvSpPr>
          <p:spPr>
            <a:xfrm>
              <a:off x="5301350" y="4895750"/>
              <a:ext cx="1291600" cy="95825"/>
            </a:xfrm>
            <a:custGeom>
              <a:avLst/>
              <a:gdLst/>
              <a:ahLst/>
              <a:cxnLst/>
              <a:rect l="l" t="t" r="r" b="b"/>
              <a:pathLst>
                <a:path w="51664" h="3833" fill="none" extrusionOk="0">
                  <a:moveTo>
                    <a:pt x="51622" y="1"/>
                  </a:moveTo>
                  <a:lnTo>
                    <a:pt x="51622" y="1"/>
                  </a:lnTo>
                  <a:lnTo>
                    <a:pt x="49686" y="413"/>
                  </a:lnTo>
                  <a:lnTo>
                    <a:pt x="47791" y="825"/>
                  </a:lnTo>
                  <a:lnTo>
                    <a:pt x="45896" y="1196"/>
                  </a:lnTo>
                  <a:lnTo>
                    <a:pt x="44042" y="1525"/>
                  </a:lnTo>
                  <a:lnTo>
                    <a:pt x="42188" y="1814"/>
                  </a:lnTo>
                  <a:lnTo>
                    <a:pt x="40334" y="2061"/>
                  </a:lnTo>
                  <a:lnTo>
                    <a:pt x="38521" y="2308"/>
                  </a:lnTo>
                  <a:lnTo>
                    <a:pt x="36750" y="2514"/>
                  </a:lnTo>
                  <a:lnTo>
                    <a:pt x="34978" y="2679"/>
                  </a:lnTo>
                  <a:lnTo>
                    <a:pt x="33207" y="2844"/>
                  </a:lnTo>
                  <a:lnTo>
                    <a:pt x="29787" y="3050"/>
                  </a:lnTo>
                  <a:lnTo>
                    <a:pt x="26491" y="3173"/>
                  </a:lnTo>
                  <a:lnTo>
                    <a:pt x="23319" y="3214"/>
                  </a:lnTo>
                  <a:lnTo>
                    <a:pt x="23319" y="3214"/>
                  </a:lnTo>
                  <a:lnTo>
                    <a:pt x="20270" y="3173"/>
                  </a:lnTo>
                  <a:lnTo>
                    <a:pt x="17345" y="3091"/>
                  </a:lnTo>
                  <a:lnTo>
                    <a:pt x="14585" y="2926"/>
                  </a:lnTo>
                  <a:lnTo>
                    <a:pt x="11948" y="2720"/>
                  </a:lnTo>
                  <a:lnTo>
                    <a:pt x="9476" y="2473"/>
                  </a:lnTo>
                  <a:lnTo>
                    <a:pt x="7169" y="2184"/>
                  </a:lnTo>
                  <a:lnTo>
                    <a:pt x="5068" y="1896"/>
                  </a:lnTo>
                  <a:lnTo>
                    <a:pt x="3132" y="1608"/>
                  </a:lnTo>
                  <a:lnTo>
                    <a:pt x="3132" y="1608"/>
                  </a:lnTo>
                  <a:lnTo>
                    <a:pt x="1855" y="1649"/>
                  </a:lnTo>
                  <a:lnTo>
                    <a:pt x="1855" y="1649"/>
                  </a:lnTo>
                  <a:lnTo>
                    <a:pt x="1855" y="1649"/>
                  </a:lnTo>
                  <a:lnTo>
                    <a:pt x="1" y="1690"/>
                  </a:lnTo>
                  <a:lnTo>
                    <a:pt x="1" y="1690"/>
                  </a:lnTo>
                  <a:lnTo>
                    <a:pt x="1978" y="2061"/>
                  </a:lnTo>
                  <a:lnTo>
                    <a:pt x="4285" y="2432"/>
                  </a:lnTo>
                  <a:lnTo>
                    <a:pt x="6840" y="2761"/>
                  </a:lnTo>
                  <a:lnTo>
                    <a:pt x="9641" y="3091"/>
                  </a:lnTo>
                  <a:lnTo>
                    <a:pt x="12731" y="3379"/>
                  </a:lnTo>
                  <a:lnTo>
                    <a:pt x="16027" y="3626"/>
                  </a:lnTo>
                  <a:lnTo>
                    <a:pt x="19570" y="3791"/>
                  </a:lnTo>
                  <a:lnTo>
                    <a:pt x="21424" y="3791"/>
                  </a:lnTo>
                  <a:lnTo>
                    <a:pt x="23319" y="3832"/>
                  </a:lnTo>
                  <a:lnTo>
                    <a:pt x="23319" y="3832"/>
                  </a:lnTo>
                  <a:lnTo>
                    <a:pt x="26450" y="3791"/>
                  </a:lnTo>
                  <a:lnTo>
                    <a:pt x="29746" y="3667"/>
                  </a:lnTo>
                  <a:lnTo>
                    <a:pt x="33124" y="3461"/>
                  </a:lnTo>
                  <a:lnTo>
                    <a:pt x="36585" y="3132"/>
                  </a:lnTo>
                  <a:lnTo>
                    <a:pt x="38356" y="2926"/>
                  </a:lnTo>
                  <a:lnTo>
                    <a:pt x="40128" y="2720"/>
                  </a:lnTo>
                  <a:lnTo>
                    <a:pt x="41941" y="2473"/>
                  </a:lnTo>
                  <a:lnTo>
                    <a:pt x="43794" y="2184"/>
                  </a:lnTo>
                  <a:lnTo>
                    <a:pt x="45648" y="1855"/>
                  </a:lnTo>
                  <a:lnTo>
                    <a:pt x="47502" y="1484"/>
                  </a:lnTo>
                  <a:lnTo>
                    <a:pt x="49397" y="1113"/>
                  </a:lnTo>
                  <a:lnTo>
                    <a:pt x="51292" y="701"/>
                  </a:lnTo>
                  <a:lnTo>
                    <a:pt x="51292" y="701"/>
                  </a:lnTo>
                  <a:lnTo>
                    <a:pt x="51663" y="289"/>
                  </a:lnTo>
                  <a:lnTo>
                    <a:pt x="516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8"/>
            <p:cNvSpPr/>
            <p:nvPr/>
          </p:nvSpPr>
          <p:spPr>
            <a:xfrm>
              <a:off x="5347700" y="4936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49A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8"/>
            <p:cNvSpPr/>
            <p:nvPr/>
          </p:nvSpPr>
          <p:spPr>
            <a:xfrm>
              <a:off x="5347700" y="49369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8"/>
            <p:cNvSpPr/>
            <p:nvPr/>
          </p:nvSpPr>
          <p:spPr>
            <a:xfrm>
              <a:off x="5078900" y="3745300"/>
              <a:ext cx="1626300" cy="1006300"/>
            </a:xfrm>
            <a:custGeom>
              <a:avLst/>
              <a:gdLst/>
              <a:ahLst/>
              <a:cxnLst/>
              <a:rect l="l" t="t" r="r" b="b"/>
              <a:pathLst>
                <a:path w="65052" h="40252" extrusionOk="0">
                  <a:moveTo>
                    <a:pt x="35719" y="1"/>
                  </a:moveTo>
                  <a:lnTo>
                    <a:pt x="35183" y="42"/>
                  </a:lnTo>
                  <a:lnTo>
                    <a:pt x="34689" y="124"/>
                  </a:lnTo>
                  <a:lnTo>
                    <a:pt x="34194" y="207"/>
                  </a:lnTo>
                  <a:lnTo>
                    <a:pt x="33206" y="495"/>
                  </a:lnTo>
                  <a:lnTo>
                    <a:pt x="32217" y="825"/>
                  </a:lnTo>
                  <a:lnTo>
                    <a:pt x="31269" y="1237"/>
                  </a:lnTo>
                  <a:lnTo>
                    <a:pt x="30363" y="1731"/>
                  </a:lnTo>
                  <a:lnTo>
                    <a:pt x="29498" y="2267"/>
                  </a:lnTo>
                  <a:lnTo>
                    <a:pt x="28674" y="2843"/>
                  </a:lnTo>
                  <a:lnTo>
                    <a:pt x="27850" y="3503"/>
                  </a:lnTo>
                  <a:lnTo>
                    <a:pt x="27108" y="4203"/>
                  </a:lnTo>
                  <a:lnTo>
                    <a:pt x="26367" y="4903"/>
                  </a:lnTo>
                  <a:lnTo>
                    <a:pt x="25625" y="5645"/>
                  </a:lnTo>
                  <a:lnTo>
                    <a:pt x="24925" y="6386"/>
                  </a:lnTo>
                  <a:lnTo>
                    <a:pt x="24183" y="7128"/>
                  </a:lnTo>
                  <a:lnTo>
                    <a:pt x="23442" y="7828"/>
                  </a:lnTo>
                  <a:lnTo>
                    <a:pt x="22659" y="8446"/>
                  </a:lnTo>
                  <a:lnTo>
                    <a:pt x="22247" y="8776"/>
                  </a:lnTo>
                  <a:lnTo>
                    <a:pt x="21835" y="9023"/>
                  </a:lnTo>
                  <a:lnTo>
                    <a:pt x="21382" y="9270"/>
                  </a:lnTo>
                  <a:lnTo>
                    <a:pt x="20929" y="9517"/>
                  </a:lnTo>
                  <a:lnTo>
                    <a:pt x="20105" y="9806"/>
                  </a:lnTo>
                  <a:lnTo>
                    <a:pt x="19322" y="10053"/>
                  </a:lnTo>
                  <a:lnTo>
                    <a:pt x="18457" y="10259"/>
                  </a:lnTo>
                  <a:lnTo>
                    <a:pt x="17633" y="10424"/>
                  </a:lnTo>
                  <a:lnTo>
                    <a:pt x="16809" y="10589"/>
                  </a:lnTo>
                  <a:lnTo>
                    <a:pt x="15985" y="10836"/>
                  </a:lnTo>
                  <a:lnTo>
                    <a:pt x="15161" y="11083"/>
                  </a:lnTo>
                  <a:lnTo>
                    <a:pt x="14378" y="11413"/>
                  </a:lnTo>
                  <a:lnTo>
                    <a:pt x="13801" y="11742"/>
                  </a:lnTo>
                  <a:lnTo>
                    <a:pt x="13266" y="12113"/>
                  </a:lnTo>
                  <a:lnTo>
                    <a:pt x="12771" y="12484"/>
                  </a:lnTo>
                  <a:lnTo>
                    <a:pt x="12277" y="12937"/>
                  </a:lnTo>
                  <a:lnTo>
                    <a:pt x="11824" y="13390"/>
                  </a:lnTo>
                  <a:lnTo>
                    <a:pt x="11412" y="13884"/>
                  </a:lnTo>
                  <a:lnTo>
                    <a:pt x="10588" y="14914"/>
                  </a:lnTo>
                  <a:lnTo>
                    <a:pt x="9846" y="16027"/>
                  </a:lnTo>
                  <a:lnTo>
                    <a:pt x="9064" y="17139"/>
                  </a:lnTo>
                  <a:lnTo>
                    <a:pt x="8322" y="18251"/>
                  </a:lnTo>
                  <a:lnTo>
                    <a:pt x="7498" y="19323"/>
                  </a:lnTo>
                  <a:lnTo>
                    <a:pt x="6757" y="20188"/>
                  </a:lnTo>
                  <a:lnTo>
                    <a:pt x="5974" y="21012"/>
                  </a:lnTo>
                  <a:lnTo>
                    <a:pt x="4367" y="22618"/>
                  </a:lnTo>
                  <a:lnTo>
                    <a:pt x="3584" y="23401"/>
                  </a:lnTo>
                  <a:lnTo>
                    <a:pt x="2802" y="24225"/>
                  </a:lnTo>
                  <a:lnTo>
                    <a:pt x="2060" y="25090"/>
                  </a:lnTo>
                  <a:lnTo>
                    <a:pt x="1401" y="25997"/>
                  </a:lnTo>
                  <a:lnTo>
                    <a:pt x="1112" y="26491"/>
                  </a:lnTo>
                  <a:lnTo>
                    <a:pt x="865" y="27027"/>
                  </a:lnTo>
                  <a:lnTo>
                    <a:pt x="618" y="27521"/>
                  </a:lnTo>
                  <a:lnTo>
                    <a:pt x="412" y="28098"/>
                  </a:lnTo>
                  <a:lnTo>
                    <a:pt x="247" y="28633"/>
                  </a:lnTo>
                  <a:lnTo>
                    <a:pt x="124" y="29210"/>
                  </a:lnTo>
                  <a:lnTo>
                    <a:pt x="41" y="29787"/>
                  </a:lnTo>
                  <a:lnTo>
                    <a:pt x="0" y="30364"/>
                  </a:lnTo>
                  <a:lnTo>
                    <a:pt x="0" y="30899"/>
                  </a:lnTo>
                  <a:lnTo>
                    <a:pt x="41" y="31476"/>
                  </a:lnTo>
                  <a:lnTo>
                    <a:pt x="165" y="32012"/>
                  </a:lnTo>
                  <a:lnTo>
                    <a:pt x="288" y="32506"/>
                  </a:lnTo>
                  <a:lnTo>
                    <a:pt x="536" y="33000"/>
                  </a:lnTo>
                  <a:lnTo>
                    <a:pt x="783" y="33495"/>
                  </a:lnTo>
                  <a:lnTo>
                    <a:pt x="1112" y="33948"/>
                  </a:lnTo>
                  <a:lnTo>
                    <a:pt x="1483" y="34319"/>
                  </a:lnTo>
                  <a:lnTo>
                    <a:pt x="1772" y="34483"/>
                  </a:lnTo>
                  <a:lnTo>
                    <a:pt x="2596" y="34854"/>
                  </a:lnTo>
                  <a:lnTo>
                    <a:pt x="3914" y="35390"/>
                  </a:lnTo>
                  <a:lnTo>
                    <a:pt x="5727" y="36090"/>
                  </a:lnTo>
                  <a:lnTo>
                    <a:pt x="6798" y="36502"/>
                  </a:lnTo>
                  <a:lnTo>
                    <a:pt x="8034" y="36873"/>
                  </a:lnTo>
                  <a:lnTo>
                    <a:pt x="9352" y="37285"/>
                  </a:lnTo>
                  <a:lnTo>
                    <a:pt x="10753" y="37697"/>
                  </a:lnTo>
                  <a:lnTo>
                    <a:pt x="12318" y="38068"/>
                  </a:lnTo>
                  <a:lnTo>
                    <a:pt x="13966" y="38438"/>
                  </a:lnTo>
                  <a:lnTo>
                    <a:pt x="15697" y="38809"/>
                  </a:lnTo>
                  <a:lnTo>
                    <a:pt x="17550" y="39139"/>
                  </a:lnTo>
                  <a:lnTo>
                    <a:pt x="19487" y="39468"/>
                  </a:lnTo>
                  <a:lnTo>
                    <a:pt x="21505" y="39716"/>
                  </a:lnTo>
                  <a:lnTo>
                    <a:pt x="23648" y="39922"/>
                  </a:lnTo>
                  <a:lnTo>
                    <a:pt x="25872" y="40086"/>
                  </a:lnTo>
                  <a:lnTo>
                    <a:pt x="28180" y="40210"/>
                  </a:lnTo>
                  <a:lnTo>
                    <a:pt x="30569" y="40251"/>
                  </a:lnTo>
                  <a:lnTo>
                    <a:pt x="33041" y="40210"/>
                  </a:lnTo>
                  <a:lnTo>
                    <a:pt x="35595" y="40086"/>
                  </a:lnTo>
                  <a:lnTo>
                    <a:pt x="38232" y="39880"/>
                  </a:lnTo>
                  <a:lnTo>
                    <a:pt x="40951" y="39592"/>
                  </a:lnTo>
                  <a:lnTo>
                    <a:pt x="43711" y="39221"/>
                  </a:lnTo>
                  <a:lnTo>
                    <a:pt x="46554" y="38686"/>
                  </a:lnTo>
                  <a:lnTo>
                    <a:pt x="47996" y="38397"/>
                  </a:lnTo>
                  <a:lnTo>
                    <a:pt x="49479" y="38109"/>
                  </a:lnTo>
                  <a:lnTo>
                    <a:pt x="50962" y="37738"/>
                  </a:lnTo>
                  <a:lnTo>
                    <a:pt x="52445" y="37367"/>
                  </a:lnTo>
                  <a:lnTo>
                    <a:pt x="53970" y="36955"/>
                  </a:lnTo>
                  <a:lnTo>
                    <a:pt x="55494" y="36502"/>
                  </a:lnTo>
                  <a:lnTo>
                    <a:pt x="57018" y="36049"/>
                  </a:lnTo>
                  <a:lnTo>
                    <a:pt x="58584" y="35513"/>
                  </a:lnTo>
                  <a:lnTo>
                    <a:pt x="59490" y="35184"/>
                  </a:lnTo>
                  <a:lnTo>
                    <a:pt x="60396" y="34813"/>
                  </a:lnTo>
                  <a:lnTo>
                    <a:pt x="61262" y="34401"/>
                  </a:lnTo>
                  <a:lnTo>
                    <a:pt x="62086" y="33907"/>
                  </a:lnTo>
                  <a:lnTo>
                    <a:pt x="62456" y="33618"/>
                  </a:lnTo>
                  <a:lnTo>
                    <a:pt x="62827" y="33330"/>
                  </a:lnTo>
                  <a:lnTo>
                    <a:pt x="63198" y="33041"/>
                  </a:lnTo>
                  <a:lnTo>
                    <a:pt x="63486" y="32712"/>
                  </a:lnTo>
                  <a:lnTo>
                    <a:pt x="63775" y="32341"/>
                  </a:lnTo>
                  <a:lnTo>
                    <a:pt x="64063" y="31970"/>
                  </a:lnTo>
                  <a:lnTo>
                    <a:pt x="64310" y="31558"/>
                  </a:lnTo>
                  <a:lnTo>
                    <a:pt x="64516" y="31146"/>
                  </a:lnTo>
                  <a:lnTo>
                    <a:pt x="64681" y="30693"/>
                  </a:lnTo>
                  <a:lnTo>
                    <a:pt x="64805" y="30240"/>
                  </a:lnTo>
                  <a:lnTo>
                    <a:pt x="64928" y="29746"/>
                  </a:lnTo>
                  <a:lnTo>
                    <a:pt x="65011" y="29292"/>
                  </a:lnTo>
                  <a:lnTo>
                    <a:pt x="65052" y="28798"/>
                  </a:lnTo>
                  <a:lnTo>
                    <a:pt x="65052" y="28345"/>
                  </a:lnTo>
                  <a:lnTo>
                    <a:pt x="65052" y="27851"/>
                  </a:lnTo>
                  <a:lnTo>
                    <a:pt x="65011" y="27356"/>
                  </a:lnTo>
                  <a:lnTo>
                    <a:pt x="64928" y="26903"/>
                  </a:lnTo>
                  <a:lnTo>
                    <a:pt x="64805" y="26409"/>
                  </a:lnTo>
                  <a:lnTo>
                    <a:pt x="64681" y="25955"/>
                  </a:lnTo>
                  <a:lnTo>
                    <a:pt x="64516" y="25502"/>
                  </a:lnTo>
                  <a:lnTo>
                    <a:pt x="64310" y="25090"/>
                  </a:lnTo>
                  <a:lnTo>
                    <a:pt x="64063" y="24637"/>
                  </a:lnTo>
                  <a:lnTo>
                    <a:pt x="63816" y="24225"/>
                  </a:lnTo>
                  <a:lnTo>
                    <a:pt x="63528" y="23854"/>
                  </a:lnTo>
                  <a:lnTo>
                    <a:pt x="63239" y="23484"/>
                  </a:lnTo>
                  <a:lnTo>
                    <a:pt x="62868" y="23113"/>
                  </a:lnTo>
                  <a:lnTo>
                    <a:pt x="62127" y="22412"/>
                  </a:lnTo>
                  <a:lnTo>
                    <a:pt x="61344" y="21753"/>
                  </a:lnTo>
                  <a:lnTo>
                    <a:pt x="60561" y="21135"/>
                  </a:lnTo>
                  <a:lnTo>
                    <a:pt x="59779" y="20476"/>
                  </a:lnTo>
                  <a:lnTo>
                    <a:pt x="59037" y="19776"/>
                  </a:lnTo>
                  <a:lnTo>
                    <a:pt x="58707" y="19446"/>
                  </a:lnTo>
                  <a:lnTo>
                    <a:pt x="58419" y="19034"/>
                  </a:lnTo>
                  <a:lnTo>
                    <a:pt x="58131" y="18622"/>
                  </a:lnTo>
                  <a:lnTo>
                    <a:pt x="57883" y="18210"/>
                  </a:lnTo>
                  <a:lnTo>
                    <a:pt x="57677" y="17757"/>
                  </a:lnTo>
                  <a:lnTo>
                    <a:pt x="57471" y="17304"/>
                  </a:lnTo>
                  <a:lnTo>
                    <a:pt x="57183" y="16397"/>
                  </a:lnTo>
                  <a:lnTo>
                    <a:pt x="56895" y="15491"/>
                  </a:lnTo>
                  <a:lnTo>
                    <a:pt x="56689" y="15038"/>
                  </a:lnTo>
                  <a:lnTo>
                    <a:pt x="56483" y="14585"/>
                  </a:lnTo>
                  <a:lnTo>
                    <a:pt x="56153" y="14008"/>
                  </a:lnTo>
                  <a:lnTo>
                    <a:pt x="55700" y="13472"/>
                  </a:lnTo>
                  <a:lnTo>
                    <a:pt x="55247" y="12978"/>
                  </a:lnTo>
                  <a:lnTo>
                    <a:pt x="54711" y="12525"/>
                  </a:lnTo>
                  <a:lnTo>
                    <a:pt x="54176" y="12113"/>
                  </a:lnTo>
                  <a:lnTo>
                    <a:pt x="53599" y="11742"/>
                  </a:lnTo>
                  <a:lnTo>
                    <a:pt x="52981" y="11413"/>
                  </a:lnTo>
                  <a:lnTo>
                    <a:pt x="52322" y="11042"/>
                  </a:lnTo>
                  <a:lnTo>
                    <a:pt x="51045" y="10424"/>
                  </a:lnTo>
                  <a:lnTo>
                    <a:pt x="49726" y="9765"/>
                  </a:lnTo>
                  <a:lnTo>
                    <a:pt x="49108" y="9394"/>
                  </a:lnTo>
                  <a:lnTo>
                    <a:pt x="48490" y="9023"/>
                  </a:lnTo>
                  <a:lnTo>
                    <a:pt x="47913" y="8611"/>
                  </a:lnTo>
                  <a:lnTo>
                    <a:pt x="47337" y="8158"/>
                  </a:lnTo>
                  <a:lnTo>
                    <a:pt x="46966" y="7828"/>
                  </a:lnTo>
                  <a:lnTo>
                    <a:pt x="46595" y="7458"/>
                  </a:lnTo>
                  <a:lnTo>
                    <a:pt x="45936" y="6675"/>
                  </a:lnTo>
                  <a:lnTo>
                    <a:pt x="45277" y="5851"/>
                  </a:lnTo>
                  <a:lnTo>
                    <a:pt x="44659" y="4986"/>
                  </a:lnTo>
                  <a:lnTo>
                    <a:pt x="44082" y="4120"/>
                  </a:lnTo>
                  <a:lnTo>
                    <a:pt x="43423" y="3338"/>
                  </a:lnTo>
                  <a:lnTo>
                    <a:pt x="42722" y="2555"/>
                  </a:lnTo>
                  <a:lnTo>
                    <a:pt x="42352" y="2184"/>
                  </a:lnTo>
                  <a:lnTo>
                    <a:pt x="41981" y="1855"/>
                  </a:lnTo>
                  <a:lnTo>
                    <a:pt x="41569" y="1566"/>
                  </a:lnTo>
                  <a:lnTo>
                    <a:pt x="41116" y="1278"/>
                  </a:lnTo>
                  <a:lnTo>
                    <a:pt x="40704" y="1031"/>
                  </a:lnTo>
                  <a:lnTo>
                    <a:pt x="40209" y="783"/>
                  </a:lnTo>
                  <a:lnTo>
                    <a:pt x="39756" y="619"/>
                  </a:lnTo>
                  <a:lnTo>
                    <a:pt x="39262" y="454"/>
                  </a:lnTo>
                  <a:lnTo>
                    <a:pt x="38767" y="289"/>
                  </a:lnTo>
                  <a:lnTo>
                    <a:pt x="38273" y="165"/>
                  </a:lnTo>
                  <a:lnTo>
                    <a:pt x="37779" y="83"/>
                  </a:lnTo>
                  <a:lnTo>
                    <a:pt x="37243" y="42"/>
                  </a:lnTo>
                  <a:lnTo>
                    <a:pt x="36749" y="1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8"/>
            <p:cNvSpPr/>
            <p:nvPr/>
          </p:nvSpPr>
          <p:spPr>
            <a:xfrm>
              <a:off x="5078900" y="3745300"/>
              <a:ext cx="1626300" cy="1006300"/>
            </a:xfrm>
            <a:custGeom>
              <a:avLst/>
              <a:gdLst/>
              <a:ahLst/>
              <a:cxnLst/>
              <a:rect l="l" t="t" r="r" b="b"/>
              <a:pathLst>
                <a:path w="65052" h="40252" fill="none" extrusionOk="0">
                  <a:moveTo>
                    <a:pt x="58584" y="35513"/>
                  </a:moveTo>
                  <a:lnTo>
                    <a:pt x="58584" y="35513"/>
                  </a:lnTo>
                  <a:lnTo>
                    <a:pt x="59490" y="35184"/>
                  </a:lnTo>
                  <a:lnTo>
                    <a:pt x="60396" y="34813"/>
                  </a:lnTo>
                  <a:lnTo>
                    <a:pt x="61262" y="34401"/>
                  </a:lnTo>
                  <a:lnTo>
                    <a:pt x="62086" y="33907"/>
                  </a:lnTo>
                  <a:lnTo>
                    <a:pt x="62456" y="33618"/>
                  </a:lnTo>
                  <a:lnTo>
                    <a:pt x="62827" y="33330"/>
                  </a:lnTo>
                  <a:lnTo>
                    <a:pt x="63198" y="33041"/>
                  </a:lnTo>
                  <a:lnTo>
                    <a:pt x="63486" y="32712"/>
                  </a:lnTo>
                  <a:lnTo>
                    <a:pt x="63775" y="32341"/>
                  </a:lnTo>
                  <a:lnTo>
                    <a:pt x="64063" y="31970"/>
                  </a:lnTo>
                  <a:lnTo>
                    <a:pt x="64310" y="31558"/>
                  </a:lnTo>
                  <a:lnTo>
                    <a:pt x="64516" y="31146"/>
                  </a:lnTo>
                  <a:lnTo>
                    <a:pt x="64516" y="31146"/>
                  </a:lnTo>
                  <a:lnTo>
                    <a:pt x="64681" y="30693"/>
                  </a:lnTo>
                  <a:lnTo>
                    <a:pt x="64805" y="30240"/>
                  </a:lnTo>
                  <a:lnTo>
                    <a:pt x="64928" y="29746"/>
                  </a:lnTo>
                  <a:lnTo>
                    <a:pt x="65011" y="29292"/>
                  </a:lnTo>
                  <a:lnTo>
                    <a:pt x="65052" y="28798"/>
                  </a:lnTo>
                  <a:lnTo>
                    <a:pt x="65052" y="28345"/>
                  </a:lnTo>
                  <a:lnTo>
                    <a:pt x="65052" y="27851"/>
                  </a:lnTo>
                  <a:lnTo>
                    <a:pt x="65011" y="27356"/>
                  </a:lnTo>
                  <a:lnTo>
                    <a:pt x="64928" y="26903"/>
                  </a:lnTo>
                  <a:lnTo>
                    <a:pt x="64805" y="26409"/>
                  </a:lnTo>
                  <a:lnTo>
                    <a:pt x="64681" y="25955"/>
                  </a:lnTo>
                  <a:lnTo>
                    <a:pt x="64516" y="25502"/>
                  </a:lnTo>
                  <a:lnTo>
                    <a:pt x="64310" y="25090"/>
                  </a:lnTo>
                  <a:lnTo>
                    <a:pt x="64063" y="24637"/>
                  </a:lnTo>
                  <a:lnTo>
                    <a:pt x="63816" y="24225"/>
                  </a:lnTo>
                  <a:lnTo>
                    <a:pt x="63528" y="23854"/>
                  </a:lnTo>
                  <a:lnTo>
                    <a:pt x="63528" y="23854"/>
                  </a:lnTo>
                  <a:lnTo>
                    <a:pt x="63239" y="23484"/>
                  </a:lnTo>
                  <a:lnTo>
                    <a:pt x="62868" y="23113"/>
                  </a:lnTo>
                  <a:lnTo>
                    <a:pt x="62127" y="22412"/>
                  </a:lnTo>
                  <a:lnTo>
                    <a:pt x="61344" y="21753"/>
                  </a:lnTo>
                  <a:lnTo>
                    <a:pt x="60561" y="21135"/>
                  </a:lnTo>
                  <a:lnTo>
                    <a:pt x="59779" y="20476"/>
                  </a:lnTo>
                  <a:lnTo>
                    <a:pt x="59037" y="19776"/>
                  </a:lnTo>
                  <a:lnTo>
                    <a:pt x="58707" y="19446"/>
                  </a:lnTo>
                  <a:lnTo>
                    <a:pt x="58419" y="19034"/>
                  </a:lnTo>
                  <a:lnTo>
                    <a:pt x="58131" y="18622"/>
                  </a:lnTo>
                  <a:lnTo>
                    <a:pt x="57883" y="18210"/>
                  </a:lnTo>
                  <a:lnTo>
                    <a:pt x="57883" y="18210"/>
                  </a:lnTo>
                  <a:lnTo>
                    <a:pt x="57677" y="17757"/>
                  </a:lnTo>
                  <a:lnTo>
                    <a:pt x="57471" y="17304"/>
                  </a:lnTo>
                  <a:lnTo>
                    <a:pt x="57183" y="16397"/>
                  </a:lnTo>
                  <a:lnTo>
                    <a:pt x="56895" y="15491"/>
                  </a:lnTo>
                  <a:lnTo>
                    <a:pt x="56689" y="15038"/>
                  </a:lnTo>
                  <a:lnTo>
                    <a:pt x="56483" y="14585"/>
                  </a:lnTo>
                  <a:lnTo>
                    <a:pt x="56483" y="14585"/>
                  </a:lnTo>
                  <a:lnTo>
                    <a:pt x="56153" y="14008"/>
                  </a:lnTo>
                  <a:lnTo>
                    <a:pt x="55700" y="13472"/>
                  </a:lnTo>
                  <a:lnTo>
                    <a:pt x="55247" y="12978"/>
                  </a:lnTo>
                  <a:lnTo>
                    <a:pt x="54711" y="12525"/>
                  </a:lnTo>
                  <a:lnTo>
                    <a:pt x="54176" y="12113"/>
                  </a:lnTo>
                  <a:lnTo>
                    <a:pt x="53599" y="11742"/>
                  </a:lnTo>
                  <a:lnTo>
                    <a:pt x="52981" y="11413"/>
                  </a:lnTo>
                  <a:lnTo>
                    <a:pt x="52322" y="11042"/>
                  </a:lnTo>
                  <a:lnTo>
                    <a:pt x="51045" y="10424"/>
                  </a:lnTo>
                  <a:lnTo>
                    <a:pt x="49726" y="9765"/>
                  </a:lnTo>
                  <a:lnTo>
                    <a:pt x="49108" y="9394"/>
                  </a:lnTo>
                  <a:lnTo>
                    <a:pt x="48490" y="9023"/>
                  </a:lnTo>
                  <a:lnTo>
                    <a:pt x="47913" y="8611"/>
                  </a:lnTo>
                  <a:lnTo>
                    <a:pt x="47337" y="8158"/>
                  </a:lnTo>
                  <a:lnTo>
                    <a:pt x="47337" y="8158"/>
                  </a:lnTo>
                  <a:lnTo>
                    <a:pt x="46966" y="7828"/>
                  </a:lnTo>
                  <a:lnTo>
                    <a:pt x="46595" y="7458"/>
                  </a:lnTo>
                  <a:lnTo>
                    <a:pt x="45936" y="6675"/>
                  </a:lnTo>
                  <a:lnTo>
                    <a:pt x="45277" y="5851"/>
                  </a:lnTo>
                  <a:lnTo>
                    <a:pt x="44659" y="4986"/>
                  </a:lnTo>
                  <a:lnTo>
                    <a:pt x="44082" y="4120"/>
                  </a:lnTo>
                  <a:lnTo>
                    <a:pt x="43423" y="3338"/>
                  </a:lnTo>
                  <a:lnTo>
                    <a:pt x="42722" y="2555"/>
                  </a:lnTo>
                  <a:lnTo>
                    <a:pt x="42352" y="2184"/>
                  </a:lnTo>
                  <a:lnTo>
                    <a:pt x="41981" y="1855"/>
                  </a:lnTo>
                  <a:lnTo>
                    <a:pt x="41981" y="1855"/>
                  </a:lnTo>
                  <a:lnTo>
                    <a:pt x="41569" y="1566"/>
                  </a:lnTo>
                  <a:lnTo>
                    <a:pt x="41116" y="1278"/>
                  </a:lnTo>
                  <a:lnTo>
                    <a:pt x="40704" y="1031"/>
                  </a:lnTo>
                  <a:lnTo>
                    <a:pt x="40209" y="783"/>
                  </a:lnTo>
                  <a:lnTo>
                    <a:pt x="39756" y="619"/>
                  </a:lnTo>
                  <a:lnTo>
                    <a:pt x="39262" y="454"/>
                  </a:lnTo>
                  <a:lnTo>
                    <a:pt x="38767" y="289"/>
                  </a:lnTo>
                  <a:lnTo>
                    <a:pt x="38273" y="165"/>
                  </a:lnTo>
                  <a:lnTo>
                    <a:pt x="37779" y="83"/>
                  </a:lnTo>
                  <a:lnTo>
                    <a:pt x="37243" y="42"/>
                  </a:lnTo>
                  <a:lnTo>
                    <a:pt x="36749" y="1"/>
                  </a:lnTo>
                  <a:lnTo>
                    <a:pt x="36213" y="1"/>
                  </a:lnTo>
                  <a:lnTo>
                    <a:pt x="35719" y="1"/>
                  </a:lnTo>
                  <a:lnTo>
                    <a:pt x="35183" y="42"/>
                  </a:lnTo>
                  <a:lnTo>
                    <a:pt x="34689" y="124"/>
                  </a:lnTo>
                  <a:lnTo>
                    <a:pt x="34194" y="207"/>
                  </a:lnTo>
                  <a:lnTo>
                    <a:pt x="34194" y="207"/>
                  </a:lnTo>
                  <a:lnTo>
                    <a:pt x="33206" y="495"/>
                  </a:lnTo>
                  <a:lnTo>
                    <a:pt x="32217" y="825"/>
                  </a:lnTo>
                  <a:lnTo>
                    <a:pt x="31269" y="1237"/>
                  </a:lnTo>
                  <a:lnTo>
                    <a:pt x="30363" y="1731"/>
                  </a:lnTo>
                  <a:lnTo>
                    <a:pt x="29498" y="2267"/>
                  </a:lnTo>
                  <a:lnTo>
                    <a:pt x="28674" y="2843"/>
                  </a:lnTo>
                  <a:lnTo>
                    <a:pt x="27850" y="3503"/>
                  </a:lnTo>
                  <a:lnTo>
                    <a:pt x="27108" y="4203"/>
                  </a:lnTo>
                  <a:lnTo>
                    <a:pt x="27108" y="4203"/>
                  </a:lnTo>
                  <a:lnTo>
                    <a:pt x="26367" y="4903"/>
                  </a:lnTo>
                  <a:lnTo>
                    <a:pt x="25625" y="5645"/>
                  </a:lnTo>
                  <a:lnTo>
                    <a:pt x="24925" y="6386"/>
                  </a:lnTo>
                  <a:lnTo>
                    <a:pt x="24183" y="7128"/>
                  </a:lnTo>
                  <a:lnTo>
                    <a:pt x="23442" y="7828"/>
                  </a:lnTo>
                  <a:lnTo>
                    <a:pt x="22659" y="8446"/>
                  </a:lnTo>
                  <a:lnTo>
                    <a:pt x="22247" y="8776"/>
                  </a:lnTo>
                  <a:lnTo>
                    <a:pt x="21835" y="9023"/>
                  </a:lnTo>
                  <a:lnTo>
                    <a:pt x="21382" y="9270"/>
                  </a:lnTo>
                  <a:lnTo>
                    <a:pt x="20929" y="9517"/>
                  </a:lnTo>
                  <a:lnTo>
                    <a:pt x="20929" y="9517"/>
                  </a:lnTo>
                  <a:lnTo>
                    <a:pt x="20105" y="9806"/>
                  </a:lnTo>
                  <a:lnTo>
                    <a:pt x="19322" y="10053"/>
                  </a:lnTo>
                  <a:lnTo>
                    <a:pt x="18457" y="10259"/>
                  </a:lnTo>
                  <a:lnTo>
                    <a:pt x="17633" y="10424"/>
                  </a:lnTo>
                  <a:lnTo>
                    <a:pt x="16809" y="10589"/>
                  </a:lnTo>
                  <a:lnTo>
                    <a:pt x="15985" y="10836"/>
                  </a:lnTo>
                  <a:lnTo>
                    <a:pt x="15161" y="11083"/>
                  </a:lnTo>
                  <a:lnTo>
                    <a:pt x="14378" y="11413"/>
                  </a:lnTo>
                  <a:lnTo>
                    <a:pt x="14378" y="11413"/>
                  </a:lnTo>
                  <a:lnTo>
                    <a:pt x="13801" y="11742"/>
                  </a:lnTo>
                  <a:lnTo>
                    <a:pt x="13266" y="12113"/>
                  </a:lnTo>
                  <a:lnTo>
                    <a:pt x="12771" y="12484"/>
                  </a:lnTo>
                  <a:lnTo>
                    <a:pt x="12277" y="12937"/>
                  </a:lnTo>
                  <a:lnTo>
                    <a:pt x="11824" y="13390"/>
                  </a:lnTo>
                  <a:lnTo>
                    <a:pt x="11412" y="13884"/>
                  </a:lnTo>
                  <a:lnTo>
                    <a:pt x="10588" y="14914"/>
                  </a:lnTo>
                  <a:lnTo>
                    <a:pt x="9846" y="16027"/>
                  </a:lnTo>
                  <a:lnTo>
                    <a:pt x="9064" y="17139"/>
                  </a:lnTo>
                  <a:lnTo>
                    <a:pt x="8322" y="18251"/>
                  </a:lnTo>
                  <a:lnTo>
                    <a:pt x="7498" y="19323"/>
                  </a:lnTo>
                  <a:lnTo>
                    <a:pt x="7498" y="19323"/>
                  </a:lnTo>
                  <a:lnTo>
                    <a:pt x="6757" y="20188"/>
                  </a:lnTo>
                  <a:lnTo>
                    <a:pt x="5974" y="21012"/>
                  </a:lnTo>
                  <a:lnTo>
                    <a:pt x="4367" y="22618"/>
                  </a:lnTo>
                  <a:lnTo>
                    <a:pt x="3584" y="23401"/>
                  </a:lnTo>
                  <a:lnTo>
                    <a:pt x="2802" y="24225"/>
                  </a:lnTo>
                  <a:lnTo>
                    <a:pt x="2060" y="25090"/>
                  </a:lnTo>
                  <a:lnTo>
                    <a:pt x="1401" y="25997"/>
                  </a:lnTo>
                  <a:lnTo>
                    <a:pt x="1401" y="25997"/>
                  </a:lnTo>
                  <a:lnTo>
                    <a:pt x="1112" y="26491"/>
                  </a:lnTo>
                  <a:lnTo>
                    <a:pt x="865" y="27027"/>
                  </a:lnTo>
                  <a:lnTo>
                    <a:pt x="618" y="27521"/>
                  </a:lnTo>
                  <a:lnTo>
                    <a:pt x="412" y="28098"/>
                  </a:lnTo>
                  <a:lnTo>
                    <a:pt x="247" y="28633"/>
                  </a:lnTo>
                  <a:lnTo>
                    <a:pt x="124" y="29210"/>
                  </a:lnTo>
                  <a:lnTo>
                    <a:pt x="41" y="29787"/>
                  </a:lnTo>
                  <a:lnTo>
                    <a:pt x="0" y="30364"/>
                  </a:lnTo>
                  <a:lnTo>
                    <a:pt x="0" y="30899"/>
                  </a:lnTo>
                  <a:lnTo>
                    <a:pt x="41" y="31476"/>
                  </a:lnTo>
                  <a:lnTo>
                    <a:pt x="165" y="32012"/>
                  </a:lnTo>
                  <a:lnTo>
                    <a:pt x="288" y="32506"/>
                  </a:lnTo>
                  <a:lnTo>
                    <a:pt x="536" y="33000"/>
                  </a:lnTo>
                  <a:lnTo>
                    <a:pt x="783" y="33495"/>
                  </a:lnTo>
                  <a:lnTo>
                    <a:pt x="1112" y="33948"/>
                  </a:lnTo>
                  <a:lnTo>
                    <a:pt x="1483" y="34319"/>
                  </a:lnTo>
                  <a:lnTo>
                    <a:pt x="1483" y="34319"/>
                  </a:lnTo>
                  <a:lnTo>
                    <a:pt x="1772" y="34483"/>
                  </a:lnTo>
                  <a:lnTo>
                    <a:pt x="2596" y="34854"/>
                  </a:lnTo>
                  <a:lnTo>
                    <a:pt x="3914" y="35390"/>
                  </a:lnTo>
                  <a:lnTo>
                    <a:pt x="5727" y="36090"/>
                  </a:lnTo>
                  <a:lnTo>
                    <a:pt x="6798" y="36502"/>
                  </a:lnTo>
                  <a:lnTo>
                    <a:pt x="8034" y="36873"/>
                  </a:lnTo>
                  <a:lnTo>
                    <a:pt x="9352" y="37285"/>
                  </a:lnTo>
                  <a:lnTo>
                    <a:pt x="10753" y="37697"/>
                  </a:lnTo>
                  <a:lnTo>
                    <a:pt x="12318" y="38068"/>
                  </a:lnTo>
                  <a:lnTo>
                    <a:pt x="13966" y="38438"/>
                  </a:lnTo>
                  <a:lnTo>
                    <a:pt x="15697" y="38809"/>
                  </a:lnTo>
                  <a:lnTo>
                    <a:pt x="17550" y="39139"/>
                  </a:lnTo>
                  <a:lnTo>
                    <a:pt x="19487" y="39468"/>
                  </a:lnTo>
                  <a:lnTo>
                    <a:pt x="21505" y="39716"/>
                  </a:lnTo>
                  <a:lnTo>
                    <a:pt x="23648" y="39922"/>
                  </a:lnTo>
                  <a:lnTo>
                    <a:pt x="25872" y="40086"/>
                  </a:lnTo>
                  <a:lnTo>
                    <a:pt x="28180" y="40210"/>
                  </a:lnTo>
                  <a:lnTo>
                    <a:pt x="30569" y="40251"/>
                  </a:lnTo>
                  <a:lnTo>
                    <a:pt x="33041" y="40210"/>
                  </a:lnTo>
                  <a:lnTo>
                    <a:pt x="35595" y="40086"/>
                  </a:lnTo>
                  <a:lnTo>
                    <a:pt x="38232" y="39880"/>
                  </a:lnTo>
                  <a:lnTo>
                    <a:pt x="40951" y="39592"/>
                  </a:lnTo>
                  <a:lnTo>
                    <a:pt x="43711" y="39221"/>
                  </a:lnTo>
                  <a:lnTo>
                    <a:pt x="46554" y="38686"/>
                  </a:lnTo>
                  <a:lnTo>
                    <a:pt x="47996" y="38397"/>
                  </a:lnTo>
                  <a:lnTo>
                    <a:pt x="49479" y="38109"/>
                  </a:lnTo>
                  <a:lnTo>
                    <a:pt x="50962" y="37738"/>
                  </a:lnTo>
                  <a:lnTo>
                    <a:pt x="52445" y="37367"/>
                  </a:lnTo>
                  <a:lnTo>
                    <a:pt x="53970" y="36955"/>
                  </a:lnTo>
                  <a:lnTo>
                    <a:pt x="55494" y="36502"/>
                  </a:lnTo>
                  <a:lnTo>
                    <a:pt x="57018" y="36049"/>
                  </a:lnTo>
                  <a:lnTo>
                    <a:pt x="58584" y="3551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8"/>
            <p:cNvSpPr/>
            <p:nvPr/>
          </p:nvSpPr>
          <p:spPr>
            <a:xfrm>
              <a:off x="6259225" y="3947175"/>
              <a:ext cx="3100" cy="2075"/>
            </a:xfrm>
            <a:custGeom>
              <a:avLst/>
              <a:gdLst/>
              <a:ahLst/>
              <a:cxnLst/>
              <a:rect l="l" t="t" r="r" b="b"/>
              <a:pathLst>
                <a:path w="124" h="83" extrusionOk="0">
                  <a:moveTo>
                    <a:pt x="82" y="83"/>
                  </a:moveTo>
                  <a:lnTo>
                    <a:pt x="82" y="83"/>
                  </a:lnTo>
                  <a:lnTo>
                    <a:pt x="124" y="83"/>
                  </a:lnTo>
                  <a:lnTo>
                    <a:pt x="124" y="83"/>
                  </a:lnTo>
                  <a:lnTo>
                    <a:pt x="82" y="83"/>
                  </a:lnTo>
                  <a:close/>
                  <a:moveTo>
                    <a:pt x="82" y="42"/>
                  </a:moveTo>
                  <a:lnTo>
                    <a:pt x="82" y="42"/>
                  </a:lnTo>
                  <a:lnTo>
                    <a:pt x="82" y="42"/>
                  </a:lnTo>
                  <a:lnTo>
                    <a:pt x="82" y="42"/>
                  </a:lnTo>
                  <a:lnTo>
                    <a:pt x="82" y="42"/>
                  </a:lnTo>
                  <a:close/>
                  <a:moveTo>
                    <a:pt x="41" y="42"/>
                  </a:moveTo>
                  <a:lnTo>
                    <a:pt x="41" y="42"/>
                  </a:lnTo>
                  <a:lnTo>
                    <a:pt x="82" y="42"/>
                  </a:lnTo>
                  <a:lnTo>
                    <a:pt x="82" y="42"/>
                  </a:lnTo>
                  <a:lnTo>
                    <a:pt x="41" y="42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1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8F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8"/>
            <p:cNvSpPr/>
            <p:nvPr/>
          </p:nvSpPr>
          <p:spPr>
            <a:xfrm>
              <a:off x="6261275" y="3949225"/>
              <a:ext cx="1050" cy="25"/>
            </a:xfrm>
            <a:custGeom>
              <a:avLst/>
              <a:gdLst/>
              <a:ahLst/>
              <a:cxnLst/>
              <a:rect l="l" t="t" r="r" b="b"/>
              <a:pathLst>
                <a:path w="4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8"/>
            <p:cNvSpPr/>
            <p:nvPr/>
          </p:nvSpPr>
          <p:spPr>
            <a:xfrm>
              <a:off x="6261275" y="3948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8"/>
            <p:cNvSpPr/>
            <p:nvPr/>
          </p:nvSpPr>
          <p:spPr>
            <a:xfrm>
              <a:off x="6260250" y="3948200"/>
              <a:ext cx="1050" cy="25"/>
            </a:xfrm>
            <a:custGeom>
              <a:avLst/>
              <a:gdLst/>
              <a:ahLst/>
              <a:cxnLst/>
              <a:rect l="l" t="t" r="r" b="b"/>
              <a:pathLst>
                <a:path w="4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41" y="1"/>
                  </a:lnTo>
                  <a:lnTo>
                    <a:pt x="4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8"/>
            <p:cNvSpPr/>
            <p:nvPr/>
          </p:nvSpPr>
          <p:spPr>
            <a:xfrm>
              <a:off x="6260250" y="3947175"/>
              <a:ext cx="25" cy="1050"/>
            </a:xfrm>
            <a:custGeom>
              <a:avLst/>
              <a:gdLst/>
              <a:ahLst/>
              <a:cxnLst/>
              <a:rect l="l" t="t" r="r" b="b"/>
              <a:pathLst>
                <a:path w="1" h="42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8"/>
            <p:cNvSpPr/>
            <p:nvPr/>
          </p:nvSpPr>
          <p:spPr>
            <a:xfrm>
              <a:off x="6259225" y="39471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38"/>
            <p:cNvSpPr/>
            <p:nvPr/>
          </p:nvSpPr>
          <p:spPr>
            <a:xfrm>
              <a:off x="6291150" y="3970875"/>
              <a:ext cx="358450" cy="351225"/>
            </a:xfrm>
            <a:custGeom>
              <a:avLst/>
              <a:gdLst/>
              <a:ahLst/>
              <a:cxnLst/>
              <a:rect l="l" t="t" r="r" b="b"/>
              <a:pathLst>
                <a:path w="14338" h="14049" extrusionOk="0">
                  <a:moveTo>
                    <a:pt x="0" y="0"/>
                  </a:moveTo>
                  <a:lnTo>
                    <a:pt x="0" y="0"/>
                  </a:lnTo>
                  <a:lnTo>
                    <a:pt x="536" y="330"/>
                  </a:lnTo>
                  <a:lnTo>
                    <a:pt x="1071" y="618"/>
                  </a:lnTo>
                  <a:lnTo>
                    <a:pt x="2225" y="1236"/>
                  </a:lnTo>
                  <a:lnTo>
                    <a:pt x="3337" y="1772"/>
                  </a:lnTo>
                  <a:lnTo>
                    <a:pt x="4491" y="2390"/>
                  </a:lnTo>
                  <a:lnTo>
                    <a:pt x="5026" y="2678"/>
                  </a:lnTo>
                  <a:lnTo>
                    <a:pt x="5521" y="3008"/>
                  </a:lnTo>
                  <a:lnTo>
                    <a:pt x="6015" y="3337"/>
                  </a:lnTo>
                  <a:lnTo>
                    <a:pt x="6510" y="3708"/>
                  </a:lnTo>
                  <a:lnTo>
                    <a:pt x="6922" y="4120"/>
                  </a:lnTo>
                  <a:lnTo>
                    <a:pt x="7333" y="4573"/>
                  </a:lnTo>
                  <a:lnTo>
                    <a:pt x="7704" y="5067"/>
                  </a:lnTo>
                  <a:lnTo>
                    <a:pt x="7993" y="5562"/>
                  </a:lnTo>
                  <a:lnTo>
                    <a:pt x="7993" y="5562"/>
                  </a:lnTo>
                  <a:lnTo>
                    <a:pt x="8199" y="6015"/>
                  </a:lnTo>
                  <a:lnTo>
                    <a:pt x="8405" y="6468"/>
                  </a:lnTo>
                  <a:lnTo>
                    <a:pt x="8693" y="7374"/>
                  </a:lnTo>
                  <a:lnTo>
                    <a:pt x="8981" y="8281"/>
                  </a:lnTo>
                  <a:lnTo>
                    <a:pt x="9187" y="8734"/>
                  </a:lnTo>
                  <a:lnTo>
                    <a:pt x="9393" y="9187"/>
                  </a:lnTo>
                  <a:lnTo>
                    <a:pt x="9393" y="9187"/>
                  </a:lnTo>
                  <a:lnTo>
                    <a:pt x="9599" y="9558"/>
                  </a:lnTo>
                  <a:lnTo>
                    <a:pt x="9847" y="9929"/>
                  </a:lnTo>
                  <a:lnTo>
                    <a:pt x="10094" y="10258"/>
                  </a:lnTo>
                  <a:lnTo>
                    <a:pt x="10382" y="10588"/>
                  </a:lnTo>
                  <a:lnTo>
                    <a:pt x="11000" y="11206"/>
                  </a:lnTo>
                  <a:lnTo>
                    <a:pt x="11659" y="11783"/>
                  </a:lnTo>
                  <a:lnTo>
                    <a:pt x="13019" y="12854"/>
                  </a:lnTo>
                  <a:lnTo>
                    <a:pt x="13719" y="13431"/>
                  </a:lnTo>
                  <a:lnTo>
                    <a:pt x="14337" y="14049"/>
                  </a:lnTo>
                  <a:lnTo>
                    <a:pt x="14337" y="14049"/>
                  </a:lnTo>
                  <a:lnTo>
                    <a:pt x="14337" y="14049"/>
                  </a:lnTo>
                  <a:lnTo>
                    <a:pt x="13719" y="13431"/>
                  </a:lnTo>
                  <a:lnTo>
                    <a:pt x="13019" y="12854"/>
                  </a:lnTo>
                  <a:lnTo>
                    <a:pt x="11659" y="11783"/>
                  </a:lnTo>
                  <a:lnTo>
                    <a:pt x="11000" y="11206"/>
                  </a:lnTo>
                  <a:lnTo>
                    <a:pt x="10382" y="10588"/>
                  </a:lnTo>
                  <a:lnTo>
                    <a:pt x="10094" y="10258"/>
                  </a:lnTo>
                  <a:lnTo>
                    <a:pt x="9847" y="9929"/>
                  </a:lnTo>
                  <a:lnTo>
                    <a:pt x="9599" y="9558"/>
                  </a:lnTo>
                  <a:lnTo>
                    <a:pt x="9393" y="9187"/>
                  </a:lnTo>
                  <a:lnTo>
                    <a:pt x="9393" y="9187"/>
                  </a:lnTo>
                  <a:lnTo>
                    <a:pt x="9187" y="8734"/>
                  </a:lnTo>
                  <a:lnTo>
                    <a:pt x="8981" y="8281"/>
                  </a:lnTo>
                  <a:lnTo>
                    <a:pt x="8693" y="7374"/>
                  </a:lnTo>
                  <a:lnTo>
                    <a:pt x="8405" y="6468"/>
                  </a:lnTo>
                  <a:lnTo>
                    <a:pt x="8199" y="6015"/>
                  </a:lnTo>
                  <a:lnTo>
                    <a:pt x="7993" y="5562"/>
                  </a:lnTo>
                  <a:lnTo>
                    <a:pt x="7993" y="5562"/>
                  </a:lnTo>
                  <a:lnTo>
                    <a:pt x="7704" y="5067"/>
                  </a:lnTo>
                  <a:lnTo>
                    <a:pt x="7333" y="4573"/>
                  </a:lnTo>
                  <a:lnTo>
                    <a:pt x="6922" y="4120"/>
                  </a:lnTo>
                  <a:lnTo>
                    <a:pt x="6510" y="3708"/>
                  </a:lnTo>
                  <a:lnTo>
                    <a:pt x="6015" y="3337"/>
                  </a:lnTo>
                  <a:lnTo>
                    <a:pt x="5521" y="3008"/>
                  </a:lnTo>
                  <a:lnTo>
                    <a:pt x="5026" y="2678"/>
                  </a:lnTo>
                  <a:lnTo>
                    <a:pt x="4491" y="2390"/>
                  </a:lnTo>
                  <a:lnTo>
                    <a:pt x="3337" y="1772"/>
                  </a:lnTo>
                  <a:lnTo>
                    <a:pt x="2225" y="1236"/>
                  </a:lnTo>
                  <a:lnTo>
                    <a:pt x="1071" y="618"/>
                  </a:lnTo>
                  <a:lnTo>
                    <a:pt x="536" y="33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C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8"/>
            <p:cNvSpPr/>
            <p:nvPr/>
          </p:nvSpPr>
          <p:spPr>
            <a:xfrm>
              <a:off x="6291150" y="3970875"/>
              <a:ext cx="358450" cy="351225"/>
            </a:xfrm>
            <a:custGeom>
              <a:avLst/>
              <a:gdLst/>
              <a:ahLst/>
              <a:cxnLst/>
              <a:rect l="l" t="t" r="r" b="b"/>
              <a:pathLst>
                <a:path w="14338" h="14049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536" y="330"/>
                  </a:lnTo>
                  <a:lnTo>
                    <a:pt x="1071" y="618"/>
                  </a:lnTo>
                  <a:lnTo>
                    <a:pt x="2225" y="1236"/>
                  </a:lnTo>
                  <a:lnTo>
                    <a:pt x="3337" y="1772"/>
                  </a:lnTo>
                  <a:lnTo>
                    <a:pt x="4491" y="2390"/>
                  </a:lnTo>
                  <a:lnTo>
                    <a:pt x="5026" y="2678"/>
                  </a:lnTo>
                  <a:lnTo>
                    <a:pt x="5521" y="3008"/>
                  </a:lnTo>
                  <a:lnTo>
                    <a:pt x="6015" y="3337"/>
                  </a:lnTo>
                  <a:lnTo>
                    <a:pt x="6510" y="3708"/>
                  </a:lnTo>
                  <a:lnTo>
                    <a:pt x="6922" y="4120"/>
                  </a:lnTo>
                  <a:lnTo>
                    <a:pt x="7333" y="4573"/>
                  </a:lnTo>
                  <a:lnTo>
                    <a:pt x="7704" y="5067"/>
                  </a:lnTo>
                  <a:lnTo>
                    <a:pt x="7993" y="5562"/>
                  </a:lnTo>
                  <a:lnTo>
                    <a:pt x="7993" y="5562"/>
                  </a:lnTo>
                  <a:lnTo>
                    <a:pt x="8199" y="6015"/>
                  </a:lnTo>
                  <a:lnTo>
                    <a:pt x="8405" y="6468"/>
                  </a:lnTo>
                  <a:lnTo>
                    <a:pt x="8693" y="7374"/>
                  </a:lnTo>
                  <a:lnTo>
                    <a:pt x="8981" y="8281"/>
                  </a:lnTo>
                  <a:lnTo>
                    <a:pt x="9187" y="8734"/>
                  </a:lnTo>
                  <a:lnTo>
                    <a:pt x="9393" y="9187"/>
                  </a:lnTo>
                  <a:lnTo>
                    <a:pt x="9393" y="9187"/>
                  </a:lnTo>
                  <a:lnTo>
                    <a:pt x="9599" y="9558"/>
                  </a:lnTo>
                  <a:lnTo>
                    <a:pt x="9847" y="9929"/>
                  </a:lnTo>
                  <a:lnTo>
                    <a:pt x="10094" y="10258"/>
                  </a:lnTo>
                  <a:lnTo>
                    <a:pt x="10382" y="10588"/>
                  </a:lnTo>
                  <a:lnTo>
                    <a:pt x="11000" y="11206"/>
                  </a:lnTo>
                  <a:lnTo>
                    <a:pt x="11659" y="11783"/>
                  </a:lnTo>
                  <a:lnTo>
                    <a:pt x="13019" y="12854"/>
                  </a:lnTo>
                  <a:lnTo>
                    <a:pt x="13719" y="13431"/>
                  </a:lnTo>
                  <a:lnTo>
                    <a:pt x="14337" y="14049"/>
                  </a:lnTo>
                  <a:lnTo>
                    <a:pt x="14337" y="14049"/>
                  </a:lnTo>
                  <a:lnTo>
                    <a:pt x="14337" y="14049"/>
                  </a:lnTo>
                  <a:lnTo>
                    <a:pt x="13719" y="13431"/>
                  </a:lnTo>
                  <a:lnTo>
                    <a:pt x="13019" y="12854"/>
                  </a:lnTo>
                  <a:lnTo>
                    <a:pt x="11659" y="11783"/>
                  </a:lnTo>
                  <a:lnTo>
                    <a:pt x="11000" y="11206"/>
                  </a:lnTo>
                  <a:lnTo>
                    <a:pt x="10382" y="10588"/>
                  </a:lnTo>
                  <a:lnTo>
                    <a:pt x="10094" y="10258"/>
                  </a:lnTo>
                  <a:lnTo>
                    <a:pt x="9847" y="9929"/>
                  </a:lnTo>
                  <a:lnTo>
                    <a:pt x="9599" y="9558"/>
                  </a:lnTo>
                  <a:lnTo>
                    <a:pt x="9393" y="9187"/>
                  </a:lnTo>
                  <a:lnTo>
                    <a:pt x="9393" y="9187"/>
                  </a:lnTo>
                  <a:lnTo>
                    <a:pt x="9187" y="8734"/>
                  </a:lnTo>
                  <a:lnTo>
                    <a:pt x="8981" y="8281"/>
                  </a:lnTo>
                  <a:lnTo>
                    <a:pt x="8693" y="7374"/>
                  </a:lnTo>
                  <a:lnTo>
                    <a:pt x="8405" y="6468"/>
                  </a:lnTo>
                  <a:lnTo>
                    <a:pt x="8199" y="6015"/>
                  </a:lnTo>
                  <a:lnTo>
                    <a:pt x="7993" y="5562"/>
                  </a:lnTo>
                  <a:lnTo>
                    <a:pt x="7993" y="5562"/>
                  </a:lnTo>
                  <a:lnTo>
                    <a:pt x="7704" y="5067"/>
                  </a:lnTo>
                  <a:lnTo>
                    <a:pt x="7333" y="4573"/>
                  </a:lnTo>
                  <a:lnTo>
                    <a:pt x="6922" y="4120"/>
                  </a:lnTo>
                  <a:lnTo>
                    <a:pt x="6510" y="3708"/>
                  </a:lnTo>
                  <a:lnTo>
                    <a:pt x="6015" y="3337"/>
                  </a:lnTo>
                  <a:lnTo>
                    <a:pt x="5521" y="3008"/>
                  </a:lnTo>
                  <a:lnTo>
                    <a:pt x="5026" y="2678"/>
                  </a:lnTo>
                  <a:lnTo>
                    <a:pt x="4491" y="2390"/>
                  </a:lnTo>
                  <a:lnTo>
                    <a:pt x="3337" y="1772"/>
                  </a:lnTo>
                  <a:lnTo>
                    <a:pt x="2225" y="1236"/>
                  </a:lnTo>
                  <a:lnTo>
                    <a:pt x="1071" y="618"/>
                  </a:lnTo>
                  <a:lnTo>
                    <a:pt x="536" y="33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8"/>
            <p:cNvSpPr/>
            <p:nvPr/>
          </p:nvSpPr>
          <p:spPr>
            <a:xfrm>
              <a:off x="6262300" y="3949225"/>
              <a:ext cx="28875" cy="21675"/>
            </a:xfrm>
            <a:custGeom>
              <a:avLst/>
              <a:gdLst/>
              <a:ahLst/>
              <a:cxnLst/>
              <a:rect l="l" t="t" r="r" b="b"/>
              <a:pathLst>
                <a:path w="1155" h="867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536" y="454"/>
                  </a:lnTo>
                  <a:lnTo>
                    <a:pt x="1154" y="866"/>
                  </a:lnTo>
                  <a:lnTo>
                    <a:pt x="1154" y="866"/>
                  </a:lnTo>
                  <a:lnTo>
                    <a:pt x="1154" y="866"/>
                  </a:lnTo>
                  <a:lnTo>
                    <a:pt x="536" y="45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08F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8"/>
            <p:cNvSpPr/>
            <p:nvPr/>
          </p:nvSpPr>
          <p:spPr>
            <a:xfrm>
              <a:off x="6262300" y="3949225"/>
              <a:ext cx="28875" cy="21675"/>
            </a:xfrm>
            <a:custGeom>
              <a:avLst/>
              <a:gdLst/>
              <a:ahLst/>
              <a:cxnLst/>
              <a:rect l="l" t="t" r="r" b="b"/>
              <a:pathLst>
                <a:path w="1155" h="867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536" y="454"/>
                  </a:lnTo>
                  <a:lnTo>
                    <a:pt x="1154" y="866"/>
                  </a:lnTo>
                  <a:lnTo>
                    <a:pt x="1154" y="866"/>
                  </a:lnTo>
                  <a:lnTo>
                    <a:pt x="1154" y="866"/>
                  </a:lnTo>
                  <a:lnTo>
                    <a:pt x="536" y="45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8"/>
            <p:cNvSpPr/>
            <p:nvPr/>
          </p:nvSpPr>
          <p:spPr>
            <a:xfrm>
              <a:off x="5114925" y="4602225"/>
              <a:ext cx="1075" cy="1050"/>
            </a:xfrm>
            <a:custGeom>
              <a:avLst/>
              <a:gdLst/>
              <a:ahLst/>
              <a:cxnLst/>
              <a:rect l="l" t="t" r="r" b="b"/>
              <a:pathLst>
                <a:path w="43" h="42" extrusionOk="0">
                  <a:moveTo>
                    <a:pt x="42" y="42"/>
                  </a:move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42" y="42"/>
                  </a:lnTo>
                  <a:close/>
                  <a:moveTo>
                    <a:pt x="1" y="42"/>
                  </a:moveTo>
                  <a:lnTo>
                    <a:pt x="1" y="42"/>
                  </a:lnTo>
                  <a:lnTo>
                    <a:pt x="42" y="42"/>
                  </a:lnTo>
                  <a:lnTo>
                    <a:pt x="42" y="42"/>
                  </a:lnTo>
                  <a:lnTo>
                    <a:pt x="1" y="42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6B65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8"/>
            <p:cNvSpPr/>
            <p:nvPr/>
          </p:nvSpPr>
          <p:spPr>
            <a:xfrm>
              <a:off x="5115975" y="4603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8"/>
            <p:cNvSpPr/>
            <p:nvPr/>
          </p:nvSpPr>
          <p:spPr>
            <a:xfrm>
              <a:off x="5115975" y="46032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8"/>
            <p:cNvSpPr/>
            <p:nvPr/>
          </p:nvSpPr>
          <p:spPr>
            <a:xfrm>
              <a:off x="5114925" y="4603250"/>
              <a:ext cx="1075" cy="25"/>
            </a:xfrm>
            <a:custGeom>
              <a:avLst/>
              <a:gdLst/>
              <a:ahLst/>
              <a:cxnLst/>
              <a:rect l="l" t="t" r="r" b="b"/>
              <a:pathLst>
                <a:path w="43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8"/>
            <p:cNvSpPr/>
            <p:nvPr/>
          </p:nvSpPr>
          <p:spPr>
            <a:xfrm>
              <a:off x="5114925" y="46022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8"/>
            <p:cNvSpPr/>
            <p:nvPr/>
          </p:nvSpPr>
          <p:spPr>
            <a:xfrm>
              <a:off x="5084050" y="3814300"/>
              <a:ext cx="1621150" cy="937300"/>
            </a:xfrm>
            <a:custGeom>
              <a:avLst/>
              <a:gdLst/>
              <a:ahLst/>
              <a:cxnLst/>
              <a:rect l="l" t="t" r="r" b="b"/>
              <a:pathLst>
                <a:path w="64846" h="37492" extrusionOk="0">
                  <a:moveTo>
                    <a:pt x="42722" y="1"/>
                  </a:moveTo>
                  <a:lnTo>
                    <a:pt x="42558" y="495"/>
                  </a:lnTo>
                  <a:lnTo>
                    <a:pt x="42393" y="990"/>
                  </a:lnTo>
                  <a:lnTo>
                    <a:pt x="42310" y="1443"/>
                  </a:lnTo>
                  <a:lnTo>
                    <a:pt x="42228" y="1937"/>
                  </a:lnTo>
                  <a:lnTo>
                    <a:pt x="42228" y="2432"/>
                  </a:lnTo>
                  <a:lnTo>
                    <a:pt x="42228" y="2926"/>
                  </a:lnTo>
                  <a:lnTo>
                    <a:pt x="42269" y="3956"/>
                  </a:lnTo>
                  <a:lnTo>
                    <a:pt x="42434" y="4986"/>
                  </a:lnTo>
                  <a:lnTo>
                    <a:pt x="42640" y="5975"/>
                  </a:lnTo>
                  <a:lnTo>
                    <a:pt x="43134" y="8076"/>
                  </a:lnTo>
                  <a:lnTo>
                    <a:pt x="43382" y="9106"/>
                  </a:lnTo>
                  <a:lnTo>
                    <a:pt x="43588" y="10136"/>
                  </a:lnTo>
                  <a:lnTo>
                    <a:pt x="43794" y="11207"/>
                  </a:lnTo>
                  <a:lnTo>
                    <a:pt x="43876" y="12237"/>
                  </a:lnTo>
                  <a:lnTo>
                    <a:pt x="43917" y="12772"/>
                  </a:lnTo>
                  <a:lnTo>
                    <a:pt x="43917" y="13267"/>
                  </a:lnTo>
                  <a:lnTo>
                    <a:pt x="43876" y="13802"/>
                  </a:lnTo>
                  <a:lnTo>
                    <a:pt x="43794" y="14297"/>
                  </a:lnTo>
                  <a:lnTo>
                    <a:pt x="43711" y="14832"/>
                  </a:lnTo>
                  <a:lnTo>
                    <a:pt x="43546" y="15327"/>
                  </a:lnTo>
                  <a:lnTo>
                    <a:pt x="43382" y="15862"/>
                  </a:lnTo>
                  <a:lnTo>
                    <a:pt x="43176" y="16357"/>
                  </a:lnTo>
                  <a:lnTo>
                    <a:pt x="42928" y="16810"/>
                  </a:lnTo>
                  <a:lnTo>
                    <a:pt x="42681" y="17222"/>
                  </a:lnTo>
                  <a:lnTo>
                    <a:pt x="42105" y="18046"/>
                  </a:lnTo>
                  <a:lnTo>
                    <a:pt x="41487" y="18828"/>
                  </a:lnTo>
                  <a:lnTo>
                    <a:pt x="40786" y="19529"/>
                  </a:lnTo>
                  <a:lnTo>
                    <a:pt x="40086" y="20229"/>
                  </a:lnTo>
                  <a:lnTo>
                    <a:pt x="39303" y="20888"/>
                  </a:lnTo>
                  <a:lnTo>
                    <a:pt x="37779" y="22165"/>
                  </a:lnTo>
                  <a:lnTo>
                    <a:pt x="35925" y="23731"/>
                  </a:lnTo>
                  <a:lnTo>
                    <a:pt x="34030" y="25214"/>
                  </a:lnTo>
                  <a:lnTo>
                    <a:pt x="33041" y="25956"/>
                  </a:lnTo>
                  <a:lnTo>
                    <a:pt x="32052" y="26656"/>
                  </a:lnTo>
                  <a:lnTo>
                    <a:pt x="31063" y="27315"/>
                  </a:lnTo>
                  <a:lnTo>
                    <a:pt x="29992" y="27933"/>
                  </a:lnTo>
                  <a:lnTo>
                    <a:pt x="28798" y="28551"/>
                  </a:lnTo>
                  <a:lnTo>
                    <a:pt x="27562" y="29087"/>
                  </a:lnTo>
                  <a:lnTo>
                    <a:pt x="26326" y="29540"/>
                  </a:lnTo>
                  <a:lnTo>
                    <a:pt x="25048" y="29911"/>
                  </a:lnTo>
                  <a:lnTo>
                    <a:pt x="23771" y="30240"/>
                  </a:lnTo>
                  <a:lnTo>
                    <a:pt x="22453" y="30529"/>
                  </a:lnTo>
                  <a:lnTo>
                    <a:pt x="21176" y="30735"/>
                  </a:lnTo>
                  <a:lnTo>
                    <a:pt x="19858" y="30941"/>
                  </a:lnTo>
                  <a:lnTo>
                    <a:pt x="18539" y="31105"/>
                  </a:lnTo>
                  <a:lnTo>
                    <a:pt x="17180" y="31229"/>
                  </a:lnTo>
                  <a:lnTo>
                    <a:pt x="14502" y="31435"/>
                  </a:lnTo>
                  <a:lnTo>
                    <a:pt x="11865" y="31600"/>
                  </a:lnTo>
                  <a:lnTo>
                    <a:pt x="9187" y="31806"/>
                  </a:lnTo>
                  <a:lnTo>
                    <a:pt x="8569" y="31847"/>
                  </a:lnTo>
                  <a:lnTo>
                    <a:pt x="6839" y="31847"/>
                  </a:lnTo>
                  <a:lnTo>
                    <a:pt x="5809" y="31723"/>
                  </a:lnTo>
                  <a:lnTo>
                    <a:pt x="4779" y="31517"/>
                  </a:lnTo>
                  <a:lnTo>
                    <a:pt x="3749" y="31229"/>
                  </a:lnTo>
                  <a:lnTo>
                    <a:pt x="2760" y="30899"/>
                  </a:lnTo>
                  <a:lnTo>
                    <a:pt x="1813" y="30446"/>
                  </a:lnTo>
                  <a:lnTo>
                    <a:pt x="865" y="29952"/>
                  </a:lnTo>
                  <a:lnTo>
                    <a:pt x="0" y="29416"/>
                  </a:lnTo>
                  <a:lnTo>
                    <a:pt x="0" y="29416"/>
                  </a:lnTo>
                  <a:lnTo>
                    <a:pt x="206" y="29993"/>
                  </a:lnTo>
                  <a:lnTo>
                    <a:pt x="453" y="30529"/>
                  </a:lnTo>
                  <a:lnTo>
                    <a:pt x="824" y="31064"/>
                  </a:lnTo>
                  <a:lnTo>
                    <a:pt x="1236" y="31517"/>
                  </a:lnTo>
                  <a:lnTo>
                    <a:pt x="1236" y="31559"/>
                  </a:lnTo>
                  <a:lnTo>
                    <a:pt x="1277" y="31559"/>
                  </a:lnTo>
                  <a:lnTo>
                    <a:pt x="1813" y="31806"/>
                  </a:lnTo>
                  <a:lnTo>
                    <a:pt x="3337" y="32506"/>
                  </a:lnTo>
                  <a:lnTo>
                    <a:pt x="4449" y="32959"/>
                  </a:lnTo>
                  <a:lnTo>
                    <a:pt x="5809" y="33454"/>
                  </a:lnTo>
                  <a:lnTo>
                    <a:pt x="7375" y="33989"/>
                  </a:lnTo>
                  <a:lnTo>
                    <a:pt x="9146" y="34525"/>
                  </a:lnTo>
                  <a:lnTo>
                    <a:pt x="11165" y="35060"/>
                  </a:lnTo>
                  <a:lnTo>
                    <a:pt x="13348" y="35596"/>
                  </a:lnTo>
                  <a:lnTo>
                    <a:pt x="15738" y="36090"/>
                  </a:lnTo>
                  <a:lnTo>
                    <a:pt x="18333" y="36544"/>
                  </a:lnTo>
                  <a:lnTo>
                    <a:pt x="19693" y="36750"/>
                  </a:lnTo>
                  <a:lnTo>
                    <a:pt x="21093" y="36914"/>
                  </a:lnTo>
                  <a:lnTo>
                    <a:pt x="22577" y="37079"/>
                  </a:lnTo>
                  <a:lnTo>
                    <a:pt x="24060" y="37203"/>
                  </a:lnTo>
                  <a:lnTo>
                    <a:pt x="25584" y="37326"/>
                  </a:lnTo>
                  <a:lnTo>
                    <a:pt x="27150" y="37409"/>
                  </a:lnTo>
                  <a:lnTo>
                    <a:pt x="28798" y="37450"/>
                  </a:lnTo>
                  <a:lnTo>
                    <a:pt x="30445" y="37491"/>
                  </a:lnTo>
                  <a:lnTo>
                    <a:pt x="31970" y="37450"/>
                  </a:lnTo>
                  <a:lnTo>
                    <a:pt x="33535" y="37409"/>
                  </a:lnTo>
                  <a:lnTo>
                    <a:pt x="35142" y="37326"/>
                  </a:lnTo>
                  <a:lnTo>
                    <a:pt x="36749" y="37244"/>
                  </a:lnTo>
                  <a:lnTo>
                    <a:pt x="38438" y="37079"/>
                  </a:lnTo>
                  <a:lnTo>
                    <a:pt x="40127" y="36914"/>
                  </a:lnTo>
                  <a:lnTo>
                    <a:pt x="41816" y="36708"/>
                  </a:lnTo>
                  <a:lnTo>
                    <a:pt x="43546" y="36420"/>
                  </a:lnTo>
                  <a:lnTo>
                    <a:pt x="45318" y="36132"/>
                  </a:lnTo>
                  <a:lnTo>
                    <a:pt x="47131" y="35802"/>
                  </a:lnTo>
                  <a:lnTo>
                    <a:pt x="48943" y="35390"/>
                  </a:lnTo>
                  <a:lnTo>
                    <a:pt x="50797" y="34978"/>
                  </a:lnTo>
                  <a:lnTo>
                    <a:pt x="52651" y="34484"/>
                  </a:lnTo>
                  <a:lnTo>
                    <a:pt x="54546" y="33948"/>
                  </a:lnTo>
                  <a:lnTo>
                    <a:pt x="56441" y="33371"/>
                  </a:lnTo>
                  <a:lnTo>
                    <a:pt x="58378" y="32753"/>
                  </a:lnTo>
                  <a:lnTo>
                    <a:pt x="59284" y="32424"/>
                  </a:lnTo>
                  <a:lnTo>
                    <a:pt x="60190" y="32053"/>
                  </a:lnTo>
                  <a:lnTo>
                    <a:pt x="61056" y="31641"/>
                  </a:lnTo>
                  <a:lnTo>
                    <a:pt x="61880" y="31147"/>
                  </a:lnTo>
                  <a:lnTo>
                    <a:pt x="62250" y="30858"/>
                  </a:lnTo>
                  <a:lnTo>
                    <a:pt x="62621" y="30570"/>
                  </a:lnTo>
                  <a:lnTo>
                    <a:pt x="62992" y="30281"/>
                  </a:lnTo>
                  <a:lnTo>
                    <a:pt x="63280" y="29952"/>
                  </a:lnTo>
                  <a:lnTo>
                    <a:pt x="63569" y="29581"/>
                  </a:lnTo>
                  <a:lnTo>
                    <a:pt x="63857" y="29210"/>
                  </a:lnTo>
                  <a:lnTo>
                    <a:pt x="64104" y="28798"/>
                  </a:lnTo>
                  <a:lnTo>
                    <a:pt x="64310" y="28386"/>
                  </a:lnTo>
                  <a:lnTo>
                    <a:pt x="64557" y="27727"/>
                  </a:lnTo>
                  <a:lnTo>
                    <a:pt x="64722" y="27027"/>
                  </a:lnTo>
                  <a:lnTo>
                    <a:pt x="64805" y="26326"/>
                  </a:lnTo>
                  <a:lnTo>
                    <a:pt x="64846" y="25585"/>
                  </a:lnTo>
                  <a:lnTo>
                    <a:pt x="64846" y="25008"/>
                  </a:lnTo>
                  <a:lnTo>
                    <a:pt x="64763" y="24390"/>
                  </a:lnTo>
                  <a:lnTo>
                    <a:pt x="64640" y="23813"/>
                  </a:lnTo>
                  <a:lnTo>
                    <a:pt x="64475" y="23237"/>
                  </a:lnTo>
                  <a:lnTo>
                    <a:pt x="64269" y="22660"/>
                  </a:lnTo>
                  <a:lnTo>
                    <a:pt x="63981" y="22124"/>
                  </a:lnTo>
                  <a:lnTo>
                    <a:pt x="63692" y="21589"/>
                  </a:lnTo>
                  <a:lnTo>
                    <a:pt x="63322" y="21094"/>
                  </a:lnTo>
                  <a:lnTo>
                    <a:pt x="62992" y="20682"/>
                  </a:lnTo>
                  <a:lnTo>
                    <a:pt x="62621" y="20312"/>
                  </a:lnTo>
                  <a:lnTo>
                    <a:pt x="62003" y="19694"/>
                  </a:lnTo>
                  <a:lnTo>
                    <a:pt x="61303" y="19117"/>
                  </a:lnTo>
                  <a:lnTo>
                    <a:pt x="59943" y="18046"/>
                  </a:lnTo>
                  <a:lnTo>
                    <a:pt x="59284" y="17469"/>
                  </a:lnTo>
                  <a:lnTo>
                    <a:pt x="58666" y="16851"/>
                  </a:lnTo>
                  <a:lnTo>
                    <a:pt x="58378" y="16521"/>
                  </a:lnTo>
                  <a:lnTo>
                    <a:pt x="58131" y="16192"/>
                  </a:lnTo>
                  <a:lnTo>
                    <a:pt x="57883" y="15821"/>
                  </a:lnTo>
                  <a:lnTo>
                    <a:pt x="57677" y="15450"/>
                  </a:lnTo>
                  <a:lnTo>
                    <a:pt x="57471" y="14997"/>
                  </a:lnTo>
                  <a:lnTo>
                    <a:pt x="57265" y="14544"/>
                  </a:lnTo>
                  <a:lnTo>
                    <a:pt x="56977" y="13637"/>
                  </a:lnTo>
                  <a:lnTo>
                    <a:pt x="56689" y="12731"/>
                  </a:lnTo>
                  <a:lnTo>
                    <a:pt x="56483" y="12278"/>
                  </a:lnTo>
                  <a:lnTo>
                    <a:pt x="56277" y="11825"/>
                  </a:lnTo>
                  <a:lnTo>
                    <a:pt x="55988" y="11330"/>
                  </a:lnTo>
                  <a:lnTo>
                    <a:pt x="55617" y="10836"/>
                  </a:lnTo>
                  <a:lnTo>
                    <a:pt x="55206" y="10383"/>
                  </a:lnTo>
                  <a:lnTo>
                    <a:pt x="54794" y="9971"/>
                  </a:lnTo>
                  <a:lnTo>
                    <a:pt x="54299" y="9600"/>
                  </a:lnTo>
                  <a:lnTo>
                    <a:pt x="53805" y="9271"/>
                  </a:lnTo>
                  <a:lnTo>
                    <a:pt x="53310" y="8941"/>
                  </a:lnTo>
                  <a:lnTo>
                    <a:pt x="52775" y="8653"/>
                  </a:lnTo>
                  <a:lnTo>
                    <a:pt x="51621" y="8035"/>
                  </a:lnTo>
                  <a:lnTo>
                    <a:pt x="50509" y="7499"/>
                  </a:lnTo>
                  <a:lnTo>
                    <a:pt x="49355" y="6881"/>
                  </a:lnTo>
                  <a:lnTo>
                    <a:pt x="48820" y="6593"/>
                  </a:lnTo>
                  <a:lnTo>
                    <a:pt x="48284" y="6263"/>
                  </a:lnTo>
                  <a:lnTo>
                    <a:pt x="47666" y="5851"/>
                  </a:lnTo>
                  <a:lnTo>
                    <a:pt x="47131" y="5398"/>
                  </a:lnTo>
                  <a:lnTo>
                    <a:pt x="47089" y="5398"/>
                  </a:lnTo>
                  <a:lnTo>
                    <a:pt x="47089" y="5357"/>
                  </a:lnTo>
                  <a:lnTo>
                    <a:pt x="47048" y="5357"/>
                  </a:lnTo>
                  <a:lnTo>
                    <a:pt x="47048" y="5315"/>
                  </a:lnTo>
                  <a:lnTo>
                    <a:pt x="47007" y="5315"/>
                  </a:lnTo>
                  <a:lnTo>
                    <a:pt x="46430" y="4739"/>
                  </a:lnTo>
                  <a:lnTo>
                    <a:pt x="45854" y="4080"/>
                  </a:lnTo>
                  <a:lnTo>
                    <a:pt x="45318" y="3420"/>
                  </a:lnTo>
                  <a:lnTo>
                    <a:pt x="44824" y="2720"/>
                  </a:lnTo>
                  <a:lnTo>
                    <a:pt x="43794" y="1319"/>
                  </a:lnTo>
                  <a:lnTo>
                    <a:pt x="43299" y="660"/>
                  </a:lnTo>
                  <a:lnTo>
                    <a:pt x="4272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8"/>
            <p:cNvSpPr/>
            <p:nvPr/>
          </p:nvSpPr>
          <p:spPr>
            <a:xfrm>
              <a:off x="5084050" y="3814300"/>
              <a:ext cx="1621150" cy="937300"/>
            </a:xfrm>
            <a:custGeom>
              <a:avLst/>
              <a:gdLst/>
              <a:ahLst/>
              <a:cxnLst/>
              <a:rect l="l" t="t" r="r" b="b"/>
              <a:pathLst>
                <a:path w="64846" h="37492" fill="none" extrusionOk="0">
                  <a:moveTo>
                    <a:pt x="42722" y="1"/>
                  </a:moveTo>
                  <a:lnTo>
                    <a:pt x="42722" y="1"/>
                  </a:lnTo>
                  <a:lnTo>
                    <a:pt x="42558" y="495"/>
                  </a:lnTo>
                  <a:lnTo>
                    <a:pt x="42393" y="990"/>
                  </a:lnTo>
                  <a:lnTo>
                    <a:pt x="42310" y="1443"/>
                  </a:lnTo>
                  <a:lnTo>
                    <a:pt x="42228" y="1937"/>
                  </a:lnTo>
                  <a:lnTo>
                    <a:pt x="42228" y="2432"/>
                  </a:lnTo>
                  <a:lnTo>
                    <a:pt x="42228" y="2926"/>
                  </a:lnTo>
                  <a:lnTo>
                    <a:pt x="42269" y="3956"/>
                  </a:lnTo>
                  <a:lnTo>
                    <a:pt x="42434" y="4986"/>
                  </a:lnTo>
                  <a:lnTo>
                    <a:pt x="42640" y="5975"/>
                  </a:lnTo>
                  <a:lnTo>
                    <a:pt x="43134" y="8076"/>
                  </a:lnTo>
                  <a:lnTo>
                    <a:pt x="43382" y="9106"/>
                  </a:lnTo>
                  <a:lnTo>
                    <a:pt x="43588" y="10136"/>
                  </a:lnTo>
                  <a:lnTo>
                    <a:pt x="43794" y="11207"/>
                  </a:lnTo>
                  <a:lnTo>
                    <a:pt x="43876" y="12237"/>
                  </a:lnTo>
                  <a:lnTo>
                    <a:pt x="43917" y="12772"/>
                  </a:lnTo>
                  <a:lnTo>
                    <a:pt x="43917" y="13267"/>
                  </a:lnTo>
                  <a:lnTo>
                    <a:pt x="43876" y="13802"/>
                  </a:lnTo>
                  <a:lnTo>
                    <a:pt x="43794" y="14297"/>
                  </a:lnTo>
                  <a:lnTo>
                    <a:pt x="43711" y="14832"/>
                  </a:lnTo>
                  <a:lnTo>
                    <a:pt x="43546" y="15327"/>
                  </a:lnTo>
                  <a:lnTo>
                    <a:pt x="43382" y="15862"/>
                  </a:lnTo>
                  <a:lnTo>
                    <a:pt x="43176" y="16357"/>
                  </a:lnTo>
                  <a:lnTo>
                    <a:pt x="43176" y="16357"/>
                  </a:lnTo>
                  <a:lnTo>
                    <a:pt x="42928" y="16810"/>
                  </a:lnTo>
                  <a:lnTo>
                    <a:pt x="42681" y="17222"/>
                  </a:lnTo>
                  <a:lnTo>
                    <a:pt x="42105" y="18046"/>
                  </a:lnTo>
                  <a:lnTo>
                    <a:pt x="41487" y="18828"/>
                  </a:lnTo>
                  <a:lnTo>
                    <a:pt x="40786" y="19529"/>
                  </a:lnTo>
                  <a:lnTo>
                    <a:pt x="40086" y="20229"/>
                  </a:lnTo>
                  <a:lnTo>
                    <a:pt x="39303" y="20888"/>
                  </a:lnTo>
                  <a:lnTo>
                    <a:pt x="37779" y="22165"/>
                  </a:lnTo>
                  <a:lnTo>
                    <a:pt x="37779" y="22165"/>
                  </a:lnTo>
                  <a:lnTo>
                    <a:pt x="35925" y="23731"/>
                  </a:lnTo>
                  <a:lnTo>
                    <a:pt x="34030" y="25214"/>
                  </a:lnTo>
                  <a:lnTo>
                    <a:pt x="33041" y="25956"/>
                  </a:lnTo>
                  <a:lnTo>
                    <a:pt x="32052" y="26656"/>
                  </a:lnTo>
                  <a:lnTo>
                    <a:pt x="31063" y="27315"/>
                  </a:lnTo>
                  <a:lnTo>
                    <a:pt x="29992" y="27933"/>
                  </a:lnTo>
                  <a:lnTo>
                    <a:pt x="29992" y="27933"/>
                  </a:lnTo>
                  <a:lnTo>
                    <a:pt x="28798" y="28551"/>
                  </a:lnTo>
                  <a:lnTo>
                    <a:pt x="27562" y="29087"/>
                  </a:lnTo>
                  <a:lnTo>
                    <a:pt x="26326" y="29540"/>
                  </a:lnTo>
                  <a:lnTo>
                    <a:pt x="25048" y="29911"/>
                  </a:lnTo>
                  <a:lnTo>
                    <a:pt x="23771" y="30240"/>
                  </a:lnTo>
                  <a:lnTo>
                    <a:pt x="22453" y="30529"/>
                  </a:lnTo>
                  <a:lnTo>
                    <a:pt x="21176" y="30735"/>
                  </a:lnTo>
                  <a:lnTo>
                    <a:pt x="19858" y="30941"/>
                  </a:lnTo>
                  <a:lnTo>
                    <a:pt x="18539" y="31105"/>
                  </a:lnTo>
                  <a:lnTo>
                    <a:pt x="17180" y="31229"/>
                  </a:lnTo>
                  <a:lnTo>
                    <a:pt x="14502" y="31435"/>
                  </a:lnTo>
                  <a:lnTo>
                    <a:pt x="11865" y="31600"/>
                  </a:lnTo>
                  <a:lnTo>
                    <a:pt x="9187" y="31806"/>
                  </a:lnTo>
                  <a:lnTo>
                    <a:pt x="9187" y="31806"/>
                  </a:lnTo>
                  <a:lnTo>
                    <a:pt x="8569" y="31847"/>
                  </a:lnTo>
                  <a:lnTo>
                    <a:pt x="7910" y="31847"/>
                  </a:lnTo>
                  <a:lnTo>
                    <a:pt x="7910" y="31847"/>
                  </a:lnTo>
                  <a:lnTo>
                    <a:pt x="6839" y="31847"/>
                  </a:lnTo>
                  <a:lnTo>
                    <a:pt x="5809" y="31723"/>
                  </a:lnTo>
                  <a:lnTo>
                    <a:pt x="4779" y="31517"/>
                  </a:lnTo>
                  <a:lnTo>
                    <a:pt x="3749" y="31229"/>
                  </a:lnTo>
                  <a:lnTo>
                    <a:pt x="2760" y="30899"/>
                  </a:lnTo>
                  <a:lnTo>
                    <a:pt x="1813" y="30446"/>
                  </a:lnTo>
                  <a:lnTo>
                    <a:pt x="865" y="29952"/>
                  </a:lnTo>
                  <a:lnTo>
                    <a:pt x="0" y="29416"/>
                  </a:lnTo>
                  <a:lnTo>
                    <a:pt x="0" y="29416"/>
                  </a:lnTo>
                  <a:lnTo>
                    <a:pt x="206" y="29993"/>
                  </a:lnTo>
                  <a:lnTo>
                    <a:pt x="453" y="30529"/>
                  </a:lnTo>
                  <a:lnTo>
                    <a:pt x="824" y="31064"/>
                  </a:lnTo>
                  <a:lnTo>
                    <a:pt x="1236" y="31517"/>
                  </a:lnTo>
                  <a:lnTo>
                    <a:pt x="1236" y="31517"/>
                  </a:lnTo>
                  <a:lnTo>
                    <a:pt x="1236" y="31517"/>
                  </a:lnTo>
                  <a:lnTo>
                    <a:pt x="1236" y="31517"/>
                  </a:lnTo>
                  <a:lnTo>
                    <a:pt x="1236" y="31559"/>
                  </a:lnTo>
                  <a:lnTo>
                    <a:pt x="1236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277" y="31559"/>
                  </a:lnTo>
                  <a:lnTo>
                    <a:pt x="1813" y="31806"/>
                  </a:lnTo>
                  <a:lnTo>
                    <a:pt x="3337" y="32506"/>
                  </a:lnTo>
                  <a:lnTo>
                    <a:pt x="4449" y="32959"/>
                  </a:lnTo>
                  <a:lnTo>
                    <a:pt x="5809" y="33454"/>
                  </a:lnTo>
                  <a:lnTo>
                    <a:pt x="7375" y="33989"/>
                  </a:lnTo>
                  <a:lnTo>
                    <a:pt x="9146" y="34525"/>
                  </a:lnTo>
                  <a:lnTo>
                    <a:pt x="11165" y="35060"/>
                  </a:lnTo>
                  <a:lnTo>
                    <a:pt x="13348" y="35596"/>
                  </a:lnTo>
                  <a:lnTo>
                    <a:pt x="15738" y="36090"/>
                  </a:lnTo>
                  <a:lnTo>
                    <a:pt x="18333" y="36544"/>
                  </a:lnTo>
                  <a:lnTo>
                    <a:pt x="19693" y="36750"/>
                  </a:lnTo>
                  <a:lnTo>
                    <a:pt x="21093" y="36914"/>
                  </a:lnTo>
                  <a:lnTo>
                    <a:pt x="22577" y="37079"/>
                  </a:lnTo>
                  <a:lnTo>
                    <a:pt x="24060" y="37203"/>
                  </a:lnTo>
                  <a:lnTo>
                    <a:pt x="25584" y="37326"/>
                  </a:lnTo>
                  <a:lnTo>
                    <a:pt x="27150" y="37409"/>
                  </a:lnTo>
                  <a:lnTo>
                    <a:pt x="28798" y="37450"/>
                  </a:lnTo>
                  <a:lnTo>
                    <a:pt x="30445" y="37491"/>
                  </a:lnTo>
                  <a:lnTo>
                    <a:pt x="30445" y="37491"/>
                  </a:lnTo>
                  <a:lnTo>
                    <a:pt x="31970" y="37450"/>
                  </a:lnTo>
                  <a:lnTo>
                    <a:pt x="33535" y="37409"/>
                  </a:lnTo>
                  <a:lnTo>
                    <a:pt x="35142" y="37326"/>
                  </a:lnTo>
                  <a:lnTo>
                    <a:pt x="36749" y="37244"/>
                  </a:lnTo>
                  <a:lnTo>
                    <a:pt x="38438" y="37079"/>
                  </a:lnTo>
                  <a:lnTo>
                    <a:pt x="40127" y="36914"/>
                  </a:lnTo>
                  <a:lnTo>
                    <a:pt x="41816" y="36708"/>
                  </a:lnTo>
                  <a:lnTo>
                    <a:pt x="43546" y="36420"/>
                  </a:lnTo>
                  <a:lnTo>
                    <a:pt x="45318" y="36132"/>
                  </a:lnTo>
                  <a:lnTo>
                    <a:pt x="47131" y="35802"/>
                  </a:lnTo>
                  <a:lnTo>
                    <a:pt x="48943" y="35390"/>
                  </a:lnTo>
                  <a:lnTo>
                    <a:pt x="50797" y="34978"/>
                  </a:lnTo>
                  <a:lnTo>
                    <a:pt x="52651" y="34484"/>
                  </a:lnTo>
                  <a:lnTo>
                    <a:pt x="54546" y="33948"/>
                  </a:lnTo>
                  <a:lnTo>
                    <a:pt x="56441" y="33371"/>
                  </a:lnTo>
                  <a:lnTo>
                    <a:pt x="58378" y="32753"/>
                  </a:lnTo>
                  <a:lnTo>
                    <a:pt x="58378" y="32753"/>
                  </a:lnTo>
                  <a:lnTo>
                    <a:pt x="59284" y="32424"/>
                  </a:lnTo>
                  <a:lnTo>
                    <a:pt x="60190" y="32053"/>
                  </a:lnTo>
                  <a:lnTo>
                    <a:pt x="61056" y="31641"/>
                  </a:lnTo>
                  <a:lnTo>
                    <a:pt x="61880" y="31147"/>
                  </a:lnTo>
                  <a:lnTo>
                    <a:pt x="62250" y="30858"/>
                  </a:lnTo>
                  <a:lnTo>
                    <a:pt x="62621" y="30570"/>
                  </a:lnTo>
                  <a:lnTo>
                    <a:pt x="62992" y="30281"/>
                  </a:lnTo>
                  <a:lnTo>
                    <a:pt x="63280" y="29952"/>
                  </a:lnTo>
                  <a:lnTo>
                    <a:pt x="63569" y="29581"/>
                  </a:lnTo>
                  <a:lnTo>
                    <a:pt x="63857" y="29210"/>
                  </a:lnTo>
                  <a:lnTo>
                    <a:pt x="64104" y="28798"/>
                  </a:lnTo>
                  <a:lnTo>
                    <a:pt x="64310" y="28386"/>
                  </a:lnTo>
                  <a:lnTo>
                    <a:pt x="64310" y="28386"/>
                  </a:lnTo>
                  <a:lnTo>
                    <a:pt x="64557" y="27727"/>
                  </a:lnTo>
                  <a:lnTo>
                    <a:pt x="64722" y="27027"/>
                  </a:lnTo>
                  <a:lnTo>
                    <a:pt x="64805" y="26326"/>
                  </a:lnTo>
                  <a:lnTo>
                    <a:pt x="64846" y="25585"/>
                  </a:lnTo>
                  <a:lnTo>
                    <a:pt x="64846" y="25585"/>
                  </a:lnTo>
                  <a:lnTo>
                    <a:pt x="64846" y="25008"/>
                  </a:lnTo>
                  <a:lnTo>
                    <a:pt x="64763" y="24390"/>
                  </a:lnTo>
                  <a:lnTo>
                    <a:pt x="64640" y="23813"/>
                  </a:lnTo>
                  <a:lnTo>
                    <a:pt x="64475" y="23237"/>
                  </a:lnTo>
                  <a:lnTo>
                    <a:pt x="64269" y="22660"/>
                  </a:lnTo>
                  <a:lnTo>
                    <a:pt x="63981" y="22124"/>
                  </a:lnTo>
                  <a:lnTo>
                    <a:pt x="63692" y="21589"/>
                  </a:lnTo>
                  <a:lnTo>
                    <a:pt x="63322" y="21094"/>
                  </a:lnTo>
                  <a:lnTo>
                    <a:pt x="63322" y="21094"/>
                  </a:lnTo>
                  <a:lnTo>
                    <a:pt x="62992" y="20682"/>
                  </a:lnTo>
                  <a:lnTo>
                    <a:pt x="62621" y="20312"/>
                  </a:lnTo>
                  <a:lnTo>
                    <a:pt x="62621" y="20312"/>
                  </a:lnTo>
                  <a:lnTo>
                    <a:pt x="62003" y="19694"/>
                  </a:lnTo>
                  <a:lnTo>
                    <a:pt x="61303" y="19117"/>
                  </a:lnTo>
                  <a:lnTo>
                    <a:pt x="59943" y="18046"/>
                  </a:lnTo>
                  <a:lnTo>
                    <a:pt x="59284" y="17469"/>
                  </a:lnTo>
                  <a:lnTo>
                    <a:pt x="58666" y="16851"/>
                  </a:lnTo>
                  <a:lnTo>
                    <a:pt x="58378" y="16521"/>
                  </a:lnTo>
                  <a:lnTo>
                    <a:pt x="58131" y="16192"/>
                  </a:lnTo>
                  <a:lnTo>
                    <a:pt x="57883" y="15821"/>
                  </a:lnTo>
                  <a:lnTo>
                    <a:pt x="57677" y="15450"/>
                  </a:lnTo>
                  <a:lnTo>
                    <a:pt x="57677" y="15450"/>
                  </a:lnTo>
                  <a:lnTo>
                    <a:pt x="57471" y="14997"/>
                  </a:lnTo>
                  <a:lnTo>
                    <a:pt x="57265" y="14544"/>
                  </a:lnTo>
                  <a:lnTo>
                    <a:pt x="56977" y="13637"/>
                  </a:lnTo>
                  <a:lnTo>
                    <a:pt x="56689" y="12731"/>
                  </a:lnTo>
                  <a:lnTo>
                    <a:pt x="56483" y="12278"/>
                  </a:lnTo>
                  <a:lnTo>
                    <a:pt x="56277" y="11825"/>
                  </a:lnTo>
                  <a:lnTo>
                    <a:pt x="56277" y="11825"/>
                  </a:lnTo>
                  <a:lnTo>
                    <a:pt x="55988" y="11330"/>
                  </a:lnTo>
                  <a:lnTo>
                    <a:pt x="55617" y="10836"/>
                  </a:lnTo>
                  <a:lnTo>
                    <a:pt x="55206" y="10383"/>
                  </a:lnTo>
                  <a:lnTo>
                    <a:pt x="54794" y="9971"/>
                  </a:lnTo>
                  <a:lnTo>
                    <a:pt x="54299" y="9600"/>
                  </a:lnTo>
                  <a:lnTo>
                    <a:pt x="53805" y="9271"/>
                  </a:lnTo>
                  <a:lnTo>
                    <a:pt x="53310" y="8941"/>
                  </a:lnTo>
                  <a:lnTo>
                    <a:pt x="52775" y="8653"/>
                  </a:lnTo>
                  <a:lnTo>
                    <a:pt x="51621" y="8035"/>
                  </a:lnTo>
                  <a:lnTo>
                    <a:pt x="50509" y="7499"/>
                  </a:lnTo>
                  <a:lnTo>
                    <a:pt x="49355" y="6881"/>
                  </a:lnTo>
                  <a:lnTo>
                    <a:pt x="48820" y="6593"/>
                  </a:lnTo>
                  <a:lnTo>
                    <a:pt x="48284" y="6263"/>
                  </a:lnTo>
                  <a:lnTo>
                    <a:pt x="48284" y="6263"/>
                  </a:lnTo>
                  <a:lnTo>
                    <a:pt x="47666" y="5851"/>
                  </a:lnTo>
                  <a:lnTo>
                    <a:pt x="47131" y="5398"/>
                  </a:lnTo>
                  <a:lnTo>
                    <a:pt x="47131" y="5398"/>
                  </a:lnTo>
                  <a:lnTo>
                    <a:pt x="47131" y="5398"/>
                  </a:lnTo>
                  <a:lnTo>
                    <a:pt x="47131" y="5398"/>
                  </a:lnTo>
                  <a:lnTo>
                    <a:pt x="47131" y="5398"/>
                  </a:lnTo>
                  <a:lnTo>
                    <a:pt x="47131" y="5398"/>
                  </a:lnTo>
                  <a:lnTo>
                    <a:pt x="47089" y="5398"/>
                  </a:lnTo>
                  <a:lnTo>
                    <a:pt x="47089" y="5398"/>
                  </a:lnTo>
                  <a:lnTo>
                    <a:pt x="47089" y="5357"/>
                  </a:lnTo>
                  <a:lnTo>
                    <a:pt x="47089" y="5357"/>
                  </a:lnTo>
                  <a:lnTo>
                    <a:pt x="47089" y="5357"/>
                  </a:lnTo>
                  <a:lnTo>
                    <a:pt x="47089" y="5357"/>
                  </a:lnTo>
                  <a:lnTo>
                    <a:pt x="47089" y="5357"/>
                  </a:lnTo>
                  <a:lnTo>
                    <a:pt x="47089" y="5357"/>
                  </a:lnTo>
                  <a:lnTo>
                    <a:pt x="47048" y="5357"/>
                  </a:lnTo>
                  <a:lnTo>
                    <a:pt x="47048" y="5357"/>
                  </a:lnTo>
                  <a:lnTo>
                    <a:pt x="47048" y="5357"/>
                  </a:lnTo>
                  <a:lnTo>
                    <a:pt x="47048" y="5357"/>
                  </a:lnTo>
                  <a:lnTo>
                    <a:pt x="47048" y="5315"/>
                  </a:lnTo>
                  <a:lnTo>
                    <a:pt x="47048" y="5315"/>
                  </a:lnTo>
                  <a:lnTo>
                    <a:pt x="47007" y="5315"/>
                  </a:lnTo>
                  <a:lnTo>
                    <a:pt x="47007" y="5315"/>
                  </a:lnTo>
                  <a:lnTo>
                    <a:pt x="47007" y="5315"/>
                  </a:lnTo>
                  <a:lnTo>
                    <a:pt x="47007" y="5315"/>
                  </a:lnTo>
                  <a:lnTo>
                    <a:pt x="46430" y="4739"/>
                  </a:lnTo>
                  <a:lnTo>
                    <a:pt x="45854" y="4080"/>
                  </a:lnTo>
                  <a:lnTo>
                    <a:pt x="45318" y="3420"/>
                  </a:lnTo>
                  <a:lnTo>
                    <a:pt x="44824" y="2720"/>
                  </a:lnTo>
                  <a:lnTo>
                    <a:pt x="43794" y="1319"/>
                  </a:lnTo>
                  <a:lnTo>
                    <a:pt x="43299" y="660"/>
                  </a:lnTo>
                  <a:lnTo>
                    <a:pt x="427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8"/>
            <p:cNvSpPr/>
            <p:nvPr/>
          </p:nvSpPr>
          <p:spPr>
            <a:xfrm>
              <a:off x="5340500" y="4385925"/>
              <a:ext cx="57700" cy="55650"/>
            </a:xfrm>
            <a:custGeom>
              <a:avLst/>
              <a:gdLst/>
              <a:ahLst/>
              <a:cxnLst/>
              <a:rect l="l" t="t" r="r" b="b"/>
              <a:pathLst>
                <a:path w="2308" h="2226" extrusionOk="0">
                  <a:moveTo>
                    <a:pt x="1030" y="1"/>
                  </a:moveTo>
                  <a:lnTo>
                    <a:pt x="866" y="42"/>
                  </a:lnTo>
                  <a:lnTo>
                    <a:pt x="660" y="124"/>
                  </a:lnTo>
                  <a:lnTo>
                    <a:pt x="495" y="207"/>
                  </a:lnTo>
                  <a:lnTo>
                    <a:pt x="330" y="372"/>
                  </a:lnTo>
                  <a:lnTo>
                    <a:pt x="165" y="578"/>
                  </a:lnTo>
                  <a:lnTo>
                    <a:pt x="83" y="784"/>
                  </a:lnTo>
                  <a:lnTo>
                    <a:pt x="0" y="990"/>
                  </a:lnTo>
                  <a:lnTo>
                    <a:pt x="0" y="1196"/>
                  </a:lnTo>
                  <a:lnTo>
                    <a:pt x="42" y="1402"/>
                  </a:lnTo>
                  <a:lnTo>
                    <a:pt x="83" y="1608"/>
                  </a:lnTo>
                  <a:lnTo>
                    <a:pt x="206" y="1814"/>
                  </a:lnTo>
                  <a:lnTo>
                    <a:pt x="371" y="2020"/>
                  </a:lnTo>
                  <a:lnTo>
                    <a:pt x="577" y="2143"/>
                  </a:lnTo>
                  <a:lnTo>
                    <a:pt x="824" y="2226"/>
                  </a:lnTo>
                  <a:lnTo>
                    <a:pt x="1278" y="2226"/>
                  </a:lnTo>
                  <a:lnTo>
                    <a:pt x="1442" y="2184"/>
                  </a:lnTo>
                  <a:lnTo>
                    <a:pt x="1648" y="2102"/>
                  </a:lnTo>
                  <a:lnTo>
                    <a:pt x="1813" y="2020"/>
                  </a:lnTo>
                  <a:lnTo>
                    <a:pt x="1978" y="1855"/>
                  </a:lnTo>
                  <a:lnTo>
                    <a:pt x="2143" y="1649"/>
                  </a:lnTo>
                  <a:lnTo>
                    <a:pt x="2225" y="1443"/>
                  </a:lnTo>
                  <a:lnTo>
                    <a:pt x="2307" y="1237"/>
                  </a:lnTo>
                  <a:lnTo>
                    <a:pt x="2307" y="1031"/>
                  </a:lnTo>
                  <a:lnTo>
                    <a:pt x="2307" y="825"/>
                  </a:lnTo>
                  <a:lnTo>
                    <a:pt x="2225" y="619"/>
                  </a:lnTo>
                  <a:lnTo>
                    <a:pt x="2101" y="413"/>
                  </a:lnTo>
                  <a:lnTo>
                    <a:pt x="1937" y="207"/>
                  </a:lnTo>
                  <a:lnTo>
                    <a:pt x="1731" y="83"/>
                  </a:lnTo>
                  <a:lnTo>
                    <a:pt x="1484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8"/>
            <p:cNvSpPr/>
            <p:nvPr/>
          </p:nvSpPr>
          <p:spPr>
            <a:xfrm>
              <a:off x="5340500" y="4385925"/>
              <a:ext cx="57700" cy="55650"/>
            </a:xfrm>
            <a:custGeom>
              <a:avLst/>
              <a:gdLst/>
              <a:ahLst/>
              <a:cxnLst/>
              <a:rect l="l" t="t" r="r" b="b"/>
              <a:pathLst>
                <a:path w="2308" h="2226" fill="none" extrusionOk="0">
                  <a:moveTo>
                    <a:pt x="1236" y="1"/>
                  </a:moveTo>
                  <a:lnTo>
                    <a:pt x="1236" y="1"/>
                  </a:lnTo>
                  <a:lnTo>
                    <a:pt x="1030" y="1"/>
                  </a:lnTo>
                  <a:lnTo>
                    <a:pt x="866" y="42"/>
                  </a:lnTo>
                  <a:lnTo>
                    <a:pt x="660" y="124"/>
                  </a:lnTo>
                  <a:lnTo>
                    <a:pt x="495" y="207"/>
                  </a:lnTo>
                  <a:lnTo>
                    <a:pt x="495" y="207"/>
                  </a:lnTo>
                  <a:lnTo>
                    <a:pt x="330" y="372"/>
                  </a:lnTo>
                  <a:lnTo>
                    <a:pt x="165" y="578"/>
                  </a:lnTo>
                  <a:lnTo>
                    <a:pt x="83" y="784"/>
                  </a:lnTo>
                  <a:lnTo>
                    <a:pt x="0" y="990"/>
                  </a:lnTo>
                  <a:lnTo>
                    <a:pt x="0" y="1196"/>
                  </a:lnTo>
                  <a:lnTo>
                    <a:pt x="42" y="1402"/>
                  </a:lnTo>
                  <a:lnTo>
                    <a:pt x="83" y="1608"/>
                  </a:lnTo>
                  <a:lnTo>
                    <a:pt x="206" y="1814"/>
                  </a:lnTo>
                  <a:lnTo>
                    <a:pt x="206" y="1814"/>
                  </a:lnTo>
                  <a:lnTo>
                    <a:pt x="371" y="2020"/>
                  </a:lnTo>
                  <a:lnTo>
                    <a:pt x="577" y="2143"/>
                  </a:lnTo>
                  <a:lnTo>
                    <a:pt x="824" y="2226"/>
                  </a:lnTo>
                  <a:lnTo>
                    <a:pt x="1072" y="2226"/>
                  </a:lnTo>
                  <a:lnTo>
                    <a:pt x="1072" y="2226"/>
                  </a:lnTo>
                  <a:lnTo>
                    <a:pt x="1278" y="2226"/>
                  </a:lnTo>
                  <a:lnTo>
                    <a:pt x="1442" y="2184"/>
                  </a:lnTo>
                  <a:lnTo>
                    <a:pt x="1648" y="2102"/>
                  </a:lnTo>
                  <a:lnTo>
                    <a:pt x="1813" y="2020"/>
                  </a:lnTo>
                  <a:lnTo>
                    <a:pt x="1813" y="2020"/>
                  </a:lnTo>
                  <a:lnTo>
                    <a:pt x="1978" y="1855"/>
                  </a:lnTo>
                  <a:lnTo>
                    <a:pt x="2143" y="1649"/>
                  </a:lnTo>
                  <a:lnTo>
                    <a:pt x="2225" y="1443"/>
                  </a:lnTo>
                  <a:lnTo>
                    <a:pt x="2307" y="1237"/>
                  </a:lnTo>
                  <a:lnTo>
                    <a:pt x="2307" y="1031"/>
                  </a:lnTo>
                  <a:lnTo>
                    <a:pt x="2307" y="825"/>
                  </a:lnTo>
                  <a:lnTo>
                    <a:pt x="2225" y="619"/>
                  </a:lnTo>
                  <a:lnTo>
                    <a:pt x="2101" y="413"/>
                  </a:lnTo>
                  <a:lnTo>
                    <a:pt x="2101" y="413"/>
                  </a:lnTo>
                  <a:lnTo>
                    <a:pt x="1937" y="207"/>
                  </a:lnTo>
                  <a:lnTo>
                    <a:pt x="1731" y="83"/>
                  </a:lnTo>
                  <a:lnTo>
                    <a:pt x="1484" y="1"/>
                  </a:lnTo>
                  <a:lnTo>
                    <a:pt x="123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8"/>
            <p:cNvSpPr/>
            <p:nvPr/>
          </p:nvSpPr>
          <p:spPr>
            <a:xfrm>
              <a:off x="5486750" y="4191275"/>
              <a:ext cx="105075" cy="102000"/>
            </a:xfrm>
            <a:custGeom>
              <a:avLst/>
              <a:gdLst/>
              <a:ahLst/>
              <a:cxnLst/>
              <a:rect l="l" t="t" r="r" b="b"/>
              <a:pathLst>
                <a:path w="4203" h="4080" extrusionOk="0">
                  <a:moveTo>
                    <a:pt x="1896" y="0"/>
                  </a:moveTo>
                  <a:lnTo>
                    <a:pt x="1566" y="83"/>
                  </a:lnTo>
                  <a:lnTo>
                    <a:pt x="1236" y="248"/>
                  </a:lnTo>
                  <a:lnTo>
                    <a:pt x="948" y="454"/>
                  </a:lnTo>
                  <a:lnTo>
                    <a:pt x="618" y="742"/>
                  </a:lnTo>
                  <a:lnTo>
                    <a:pt x="330" y="1072"/>
                  </a:lnTo>
                  <a:lnTo>
                    <a:pt x="165" y="1401"/>
                  </a:lnTo>
                  <a:lnTo>
                    <a:pt x="42" y="1813"/>
                  </a:lnTo>
                  <a:lnTo>
                    <a:pt x="1" y="2184"/>
                  </a:lnTo>
                  <a:lnTo>
                    <a:pt x="42" y="2596"/>
                  </a:lnTo>
                  <a:lnTo>
                    <a:pt x="165" y="2967"/>
                  </a:lnTo>
                  <a:lnTo>
                    <a:pt x="371" y="3296"/>
                  </a:lnTo>
                  <a:lnTo>
                    <a:pt x="536" y="3502"/>
                  </a:lnTo>
                  <a:lnTo>
                    <a:pt x="701" y="3667"/>
                  </a:lnTo>
                  <a:lnTo>
                    <a:pt x="866" y="3791"/>
                  </a:lnTo>
                  <a:lnTo>
                    <a:pt x="1072" y="3873"/>
                  </a:lnTo>
                  <a:lnTo>
                    <a:pt x="1278" y="3955"/>
                  </a:lnTo>
                  <a:lnTo>
                    <a:pt x="1525" y="4038"/>
                  </a:lnTo>
                  <a:lnTo>
                    <a:pt x="1731" y="4079"/>
                  </a:lnTo>
                  <a:lnTo>
                    <a:pt x="2308" y="4079"/>
                  </a:lnTo>
                  <a:lnTo>
                    <a:pt x="2637" y="3997"/>
                  </a:lnTo>
                  <a:lnTo>
                    <a:pt x="2967" y="3832"/>
                  </a:lnTo>
                  <a:lnTo>
                    <a:pt x="3296" y="3626"/>
                  </a:lnTo>
                  <a:lnTo>
                    <a:pt x="3626" y="3337"/>
                  </a:lnTo>
                  <a:lnTo>
                    <a:pt x="3873" y="3008"/>
                  </a:lnTo>
                  <a:lnTo>
                    <a:pt x="4038" y="2678"/>
                  </a:lnTo>
                  <a:lnTo>
                    <a:pt x="4162" y="2266"/>
                  </a:lnTo>
                  <a:lnTo>
                    <a:pt x="4203" y="1896"/>
                  </a:lnTo>
                  <a:lnTo>
                    <a:pt x="4162" y="1484"/>
                  </a:lnTo>
                  <a:lnTo>
                    <a:pt x="4038" y="1113"/>
                  </a:lnTo>
                  <a:lnTo>
                    <a:pt x="3832" y="783"/>
                  </a:lnTo>
                  <a:lnTo>
                    <a:pt x="3667" y="577"/>
                  </a:lnTo>
                  <a:lnTo>
                    <a:pt x="3502" y="412"/>
                  </a:lnTo>
                  <a:lnTo>
                    <a:pt x="3338" y="289"/>
                  </a:lnTo>
                  <a:lnTo>
                    <a:pt x="3132" y="206"/>
                  </a:lnTo>
                  <a:lnTo>
                    <a:pt x="2926" y="83"/>
                  </a:lnTo>
                  <a:lnTo>
                    <a:pt x="2720" y="42"/>
                  </a:lnTo>
                  <a:lnTo>
                    <a:pt x="2472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8"/>
            <p:cNvSpPr/>
            <p:nvPr/>
          </p:nvSpPr>
          <p:spPr>
            <a:xfrm>
              <a:off x="5486750" y="4191275"/>
              <a:ext cx="105075" cy="102000"/>
            </a:xfrm>
            <a:custGeom>
              <a:avLst/>
              <a:gdLst/>
              <a:ahLst/>
              <a:cxnLst/>
              <a:rect l="l" t="t" r="r" b="b"/>
              <a:pathLst>
                <a:path w="4203" h="4080" fill="none" extrusionOk="0">
                  <a:moveTo>
                    <a:pt x="2266" y="0"/>
                  </a:moveTo>
                  <a:lnTo>
                    <a:pt x="2266" y="0"/>
                  </a:lnTo>
                  <a:lnTo>
                    <a:pt x="1896" y="0"/>
                  </a:lnTo>
                  <a:lnTo>
                    <a:pt x="1566" y="83"/>
                  </a:lnTo>
                  <a:lnTo>
                    <a:pt x="1236" y="248"/>
                  </a:lnTo>
                  <a:lnTo>
                    <a:pt x="948" y="454"/>
                  </a:lnTo>
                  <a:lnTo>
                    <a:pt x="948" y="454"/>
                  </a:lnTo>
                  <a:lnTo>
                    <a:pt x="618" y="742"/>
                  </a:lnTo>
                  <a:lnTo>
                    <a:pt x="330" y="1072"/>
                  </a:lnTo>
                  <a:lnTo>
                    <a:pt x="165" y="1401"/>
                  </a:lnTo>
                  <a:lnTo>
                    <a:pt x="42" y="1813"/>
                  </a:lnTo>
                  <a:lnTo>
                    <a:pt x="1" y="2184"/>
                  </a:lnTo>
                  <a:lnTo>
                    <a:pt x="42" y="2596"/>
                  </a:lnTo>
                  <a:lnTo>
                    <a:pt x="165" y="2967"/>
                  </a:lnTo>
                  <a:lnTo>
                    <a:pt x="371" y="3296"/>
                  </a:lnTo>
                  <a:lnTo>
                    <a:pt x="371" y="3296"/>
                  </a:lnTo>
                  <a:lnTo>
                    <a:pt x="536" y="3502"/>
                  </a:lnTo>
                  <a:lnTo>
                    <a:pt x="701" y="3667"/>
                  </a:lnTo>
                  <a:lnTo>
                    <a:pt x="866" y="3791"/>
                  </a:lnTo>
                  <a:lnTo>
                    <a:pt x="1072" y="3873"/>
                  </a:lnTo>
                  <a:lnTo>
                    <a:pt x="1278" y="3955"/>
                  </a:lnTo>
                  <a:lnTo>
                    <a:pt x="1525" y="4038"/>
                  </a:lnTo>
                  <a:lnTo>
                    <a:pt x="1731" y="4079"/>
                  </a:lnTo>
                  <a:lnTo>
                    <a:pt x="1978" y="4079"/>
                  </a:lnTo>
                  <a:lnTo>
                    <a:pt x="1978" y="4079"/>
                  </a:lnTo>
                  <a:lnTo>
                    <a:pt x="2308" y="4079"/>
                  </a:lnTo>
                  <a:lnTo>
                    <a:pt x="2637" y="3997"/>
                  </a:lnTo>
                  <a:lnTo>
                    <a:pt x="2967" y="3832"/>
                  </a:lnTo>
                  <a:lnTo>
                    <a:pt x="3296" y="3626"/>
                  </a:lnTo>
                  <a:lnTo>
                    <a:pt x="3296" y="3626"/>
                  </a:lnTo>
                  <a:lnTo>
                    <a:pt x="3626" y="3337"/>
                  </a:lnTo>
                  <a:lnTo>
                    <a:pt x="3873" y="3008"/>
                  </a:lnTo>
                  <a:lnTo>
                    <a:pt x="4038" y="2678"/>
                  </a:lnTo>
                  <a:lnTo>
                    <a:pt x="4162" y="2266"/>
                  </a:lnTo>
                  <a:lnTo>
                    <a:pt x="4203" y="1896"/>
                  </a:lnTo>
                  <a:lnTo>
                    <a:pt x="4162" y="1484"/>
                  </a:lnTo>
                  <a:lnTo>
                    <a:pt x="4038" y="1113"/>
                  </a:lnTo>
                  <a:lnTo>
                    <a:pt x="3832" y="783"/>
                  </a:lnTo>
                  <a:lnTo>
                    <a:pt x="3832" y="783"/>
                  </a:lnTo>
                  <a:lnTo>
                    <a:pt x="3667" y="577"/>
                  </a:lnTo>
                  <a:lnTo>
                    <a:pt x="3502" y="412"/>
                  </a:lnTo>
                  <a:lnTo>
                    <a:pt x="3338" y="289"/>
                  </a:lnTo>
                  <a:lnTo>
                    <a:pt x="3132" y="206"/>
                  </a:lnTo>
                  <a:lnTo>
                    <a:pt x="2926" y="83"/>
                  </a:lnTo>
                  <a:lnTo>
                    <a:pt x="2720" y="42"/>
                  </a:lnTo>
                  <a:lnTo>
                    <a:pt x="2472" y="0"/>
                  </a:lnTo>
                  <a:lnTo>
                    <a:pt x="226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5500150" y="4355025"/>
              <a:ext cx="37100" cy="37125"/>
            </a:xfrm>
            <a:custGeom>
              <a:avLst/>
              <a:gdLst/>
              <a:ahLst/>
              <a:cxnLst/>
              <a:rect l="l" t="t" r="r" b="b"/>
              <a:pathLst>
                <a:path w="1484" h="1485" extrusionOk="0">
                  <a:moveTo>
                    <a:pt x="783" y="1"/>
                  </a:moveTo>
                  <a:lnTo>
                    <a:pt x="536" y="42"/>
                  </a:lnTo>
                  <a:lnTo>
                    <a:pt x="330" y="166"/>
                  </a:lnTo>
                  <a:lnTo>
                    <a:pt x="206" y="248"/>
                  </a:lnTo>
                  <a:lnTo>
                    <a:pt x="124" y="372"/>
                  </a:lnTo>
                  <a:lnTo>
                    <a:pt x="41" y="495"/>
                  </a:lnTo>
                  <a:lnTo>
                    <a:pt x="0" y="660"/>
                  </a:lnTo>
                  <a:lnTo>
                    <a:pt x="0" y="784"/>
                  </a:lnTo>
                  <a:lnTo>
                    <a:pt x="0" y="948"/>
                  </a:lnTo>
                  <a:lnTo>
                    <a:pt x="41" y="1072"/>
                  </a:lnTo>
                  <a:lnTo>
                    <a:pt x="124" y="1196"/>
                  </a:lnTo>
                  <a:lnTo>
                    <a:pt x="247" y="1319"/>
                  </a:lnTo>
                  <a:lnTo>
                    <a:pt x="371" y="1402"/>
                  </a:lnTo>
                  <a:lnTo>
                    <a:pt x="536" y="1443"/>
                  </a:lnTo>
                  <a:lnTo>
                    <a:pt x="700" y="1484"/>
                  </a:lnTo>
                  <a:lnTo>
                    <a:pt x="948" y="1443"/>
                  </a:lnTo>
                  <a:lnTo>
                    <a:pt x="1154" y="1319"/>
                  </a:lnTo>
                  <a:lnTo>
                    <a:pt x="1277" y="1196"/>
                  </a:lnTo>
                  <a:lnTo>
                    <a:pt x="1360" y="1072"/>
                  </a:lnTo>
                  <a:lnTo>
                    <a:pt x="1442" y="948"/>
                  </a:lnTo>
                  <a:lnTo>
                    <a:pt x="1483" y="825"/>
                  </a:lnTo>
                  <a:lnTo>
                    <a:pt x="1483" y="660"/>
                  </a:lnTo>
                  <a:lnTo>
                    <a:pt x="1483" y="536"/>
                  </a:lnTo>
                  <a:lnTo>
                    <a:pt x="1442" y="413"/>
                  </a:lnTo>
                  <a:lnTo>
                    <a:pt x="1360" y="289"/>
                  </a:lnTo>
                  <a:lnTo>
                    <a:pt x="1236" y="166"/>
                  </a:lnTo>
                  <a:lnTo>
                    <a:pt x="1112" y="83"/>
                  </a:lnTo>
                  <a:lnTo>
                    <a:pt x="948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5500150" y="4355025"/>
              <a:ext cx="37100" cy="37125"/>
            </a:xfrm>
            <a:custGeom>
              <a:avLst/>
              <a:gdLst/>
              <a:ahLst/>
              <a:cxnLst/>
              <a:rect l="l" t="t" r="r" b="b"/>
              <a:pathLst>
                <a:path w="1484" h="1485" fill="none" extrusionOk="0">
                  <a:moveTo>
                    <a:pt x="783" y="1"/>
                  </a:moveTo>
                  <a:lnTo>
                    <a:pt x="783" y="1"/>
                  </a:lnTo>
                  <a:lnTo>
                    <a:pt x="536" y="42"/>
                  </a:lnTo>
                  <a:lnTo>
                    <a:pt x="330" y="166"/>
                  </a:lnTo>
                  <a:lnTo>
                    <a:pt x="330" y="166"/>
                  </a:lnTo>
                  <a:lnTo>
                    <a:pt x="206" y="248"/>
                  </a:lnTo>
                  <a:lnTo>
                    <a:pt x="124" y="372"/>
                  </a:lnTo>
                  <a:lnTo>
                    <a:pt x="41" y="495"/>
                  </a:lnTo>
                  <a:lnTo>
                    <a:pt x="0" y="660"/>
                  </a:lnTo>
                  <a:lnTo>
                    <a:pt x="0" y="784"/>
                  </a:lnTo>
                  <a:lnTo>
                    <a:pt x="0" y="948"/>
                  </a:lnTo>
                  <a:lnTo>
                    <a:pt x="41" y="1072"/>
                  </a:lnTo>
                  <a:lnTo>
                    <a:pt x="124" y="1196"/>
                  </a:lnTo>
                  <a:lnTo>
                    <a:pt x="124" y="1196"/>
                  </a:lnTo>
                  <a:lnTo>
                    <a:pt x="247" y="1319"/>
                  </a:lnTo>
                  <a:lnTo>
                    <a:pt x="371" y="1402"/>
                  </a:lnTo>
                  <a:lnTo>
                    <a:pt x="536" y="1443"/>
                  </a:lnTo>
                  <a:lnTo>
                    <a:pt x="700" y="1484"/>
                  </a:lnTo>
                  <a:lnTo>
                    <a:pt x="700" y="1484"/>
                  </a:lnTo>
                  <a:lnTo>
                    <a:pt x="948" y="1443"/>
                  </a:lnTo>
                  <a:lnTo>
                    <a:pt x="1154" y="1319"/>
                  </a:lnTo>
                  <a:lnTo>
                    <a:pt x="1154" y="1319"/>
                  </a:lnTo>
                  <a:lnTo>
                    <a:pt x="1277" y="1196"/>
                  </a:lnTo>
                  <a:lnTo>
                    <a:pt x="1360" y="1072"/>
                  </a:lnTo>
                  <a:lnTo>
                    <a:pt x="1442" y="948"/>
                  </a:lnTo>
                  <a:lnTo>
                    <a:pt x="1483" y="825"/>
                  </a:lnTo>
                  <a:lnTo>
                    <a:pt x="1483" y="660"/>
                  </a:lnTo>
                  <a:lnTo>
                    <a:pt x="1483" y="536"/>
                  </a:lnTo>
                  <a:lnTo>
                    <a:pt x="1442" y="413"/>
                  </a:lnTo>
                  <a:lnTo>
                    <a:pt x="1360" y="289"/>
                  </a:lnTo>
                  <a:lnTo>
                    <a:pt x="1360" y="289"/>
                  </a:lnTo>
                  <a:lnTo>
                    <a:pt x="1236" y="166"/>
                  </a:lnTo>
                  <a:lnTo>
                    <a:pt x="1112" y="83"/>
                  </a:lnTo>
                  <a:lnTo>
                    <a:pt x="948" y="1"/>
                  </a:lnTo>
                  <a:lnTo>
                    <a:pt x="78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5730850" y="4098575"/>
              <a:ext cx="57700" cy="56675"/>
            </a:xfrm>
            <a:custGeom>
              <a:avLst/>
              <a:gdLst/>
              <a:ahLst/>
              <a:cxnLst/>
              <a:rect l="l" t="t" r="r" b="b"/>
              <a:pathLst>
                <a:path w="2308" h="2267" extrusionOk="0">
                  <a:moveTo>
                    <a:pt x="1030" y="1"/>
                  </a:moveTo>
                  <a:lnTo>
                    <a:pt x="824" y="83"/>
                  </a:lnTo>
                  <a:lnTo>
                    <a:pt x="660" y="124"/>
                  </a:lnTo>
                  <a:lnTo>
                    <a:pt x="495" y="248"/>
                  </a:lnTo>
                  <a:lnTo>
                    <a:pt x="289" y="413"/>
                  </a:lnTo>
                  <a:lnTo>
                    <a:pt x="165" y="577"/>
                  </a:lnTo>
                  <a:lnTo>
                    <a:pt x="83" y="783"/>
                  </a:lnTo>
                  <a:lnTo>
                    <a:pt x="0" y="989"/>
                  </a:lnTo>
                  <a:lnTo>
                    <a:pt x="0" y="1237"/>
                  </a:lnTo>
                  <a:lnTo>
                    <a:pt x="0" y="1443"/>
                  </a:lnTo>
                  <a:lnTo>
                    <a:pt x="83" y="1649"/>
                  </a:lnTo>
                  <a:lnTo>
                    <a:pt x="165" y="1855"/>
                  </a:lnTo>
                  <a:lnTo>
                    <a:pt x="371" y="2019"/>
                  </a:lnTo>
                  <a:lnTo>
                    <a:pt x="577" y="2143"/>
                  </a:lnTo>
                  <a:lnTo>
                    <a:pt x="824" y="2225"/>
                  </a:lnTo>
                  <a:lnTo>
                    <a:pt x="1072" y="2266"/>
                  </a:lnTo>
                  <a:lnTo>
                    <a:pt x="1236" y="2266"/>
                  </a:lnTo>
                  <a:lnTo>
                    <a:pt x="1442" y="2225"/>
                  </a:lnTo>
                  <a:lnTo>
                    <a:pt x="1607" y="2143"/>
                  </a:lnTo>
                  <a:lnTo>
                    <a:pt x="1772" y="2019"/>
                  </a:lnTo>
                  <a:lnTo>
                    <a:pt x="1978" y="1855"/>
                  </a:lnTo>
                  <a:lnTo>
                    <a:pt x="2102" y="1690"/>
                  </a:lnTo>
                  <a:lnTo>
                    <a:pt x="2225" y="1484"/>
                  </a:lnTo>
                  <a:lnTo>
                    <a:pt x="2266" y="1278"/>
                  </a:lnTo>
                  <a:lnTo>
                    <a:pt x="2308" y="1031"/>
                  </a:lnTo>
                  <a:lnTo>
                    <a:pt x="2266" y="825"/>
                  </a:lnTo>
                  <a:lnTo>
                    <a:pt x="2184" y="619"/>
                  </a:lnTo>
                  <a:lnTo>
                    <a:pt x="2102" y="413"/>
                  </a:lnTo>
                  <a:lnTo>
                    <a:pt x="1896" y="248"/>
                  </a:lnTo>
                  <a:lnTo>
                    <a:pt x="1690" y="124"/>
                  </a:lnTo>
                  <a:lnTo>
                    <a:pt x="1484" y="42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5730850" y="4098575"/>
              <a:ext cx="57700" cy="56675"/>
            </a:xfrm>
            <a:custGeom>
              <a:avLst/>
              <a:gdLst/>
              <a:ahLst/>
              <a:cxnLst/>
              <a:rect l="l" t="t" r="r" b="b"/>
              <a:pathLst>
                <a:path w="2308" h="2267" fill="none" extrusionOk="0">
                  <a:moveTo>
                    <a:pt x="1236" y="1"/>
                  </a:moveTo>
                  <a:lnTo>
                    <a:pt x="1236" y="1"/>
                  </a:lnTo>
                  <a:lnTo>
                    <a:pt x="1030" y="1"/>
                  </a:lnTo>
                  <a:lnTo>
                    <a:pt x="824" y="83"/>
                  </a:lnTo>
                  <a:lnTo>
                    <a:pt x="660" y="124"/>
                  </a:lnTo>
                  <a:lnTo>
                    <a:pt x="495" y="248"/>
                  </a:lnTo>
                  <a:lnTo>
                    <a:pt x="495" y="248"/>
                  </a:lnTo>
                  <a:lnTo>
                    <a:pt x="289" y="413"/>
                  </a:lnTo>
                  <a:lnTo>
                    <a:pt x="165" y="577"/>
                  </a:lnTo>
                  <a:lnTo>
                    <a:pt x="83" y="783"/>
                  </a:lnTo>
                  <a:lnTo>
                    <a:pt x="0" y="989"/>
                  </a:lnTo>
                  <a:lnTo>
                    <a:pt x="0" y="1237"/>
                  </a:lnTo>
                  <a:lnTo>
                    <a:pt x="0" y="1443"/>
                  </a:lnTo>
                  <a:lnTo>
                    <a:pt x="83" y="1649"/>
                  </a:lnTo>
                  <a:lnTo>
                    <a:pt x="165" y="1855"/>
                  </a:lnTo>
                  <a:lnTo>
                    <a:pt x="165" y="1855"/>
                  </a:lnTo>
                  <a:lnTo>
                    <a:pt x="371" y="2019"/>
                  </a:lnTo>
                  <a:lnTo>
                    <a:pt x="577" y="2143"/>
                  </a:lnTo>
                  <a:lnTo>
                    <a:pt x="824" y="2225"/>
                  </a:lnTo>
                  <a:lnTo>
                    <a:pt x="1072" y="2266"/>
                  </a:lnTo>
                  <a:lnTo>
                    <a:pt x="1072" y="2266"/>
                  </a:lnTo>
                  <a:lnTo>
                    <a:pt x="1236" y="2266"/>
                  </a:lnTo>
                  <a:lnTo>
                    <a:pt x="1442" y="2225"/>
                  </a:lnTo>
                  <a:lnTo>
                    <a:pt x="1607" y="2143"/>
                  </a:lnTo>
                  <a:lnTo>
                    <a:pt x="1772" y="2019"/>
                  </a:lnTo>
                  <a:lnTo>
                    <a:pt x="1772" y="2019"/>
                  </a:lnTo>
                  <a:lnTo>
                    <a:pt x="1978" y="1855"/>
                  </a:lnTo>
                  <a:lnTo>
                    <a:pt x="2102" y="1690"/>
                  </a:lnTo>
                  <a:lnTo>
                    <a:pt x="2225" y="1484"/>
                  </a:lnTo>
                  <a:lnTo>
                    <a:pt x="2266" y="1278"/>
                  </a:lnTo>
                  <a:lnTo>
                    <a:pt x="2308" y="1031"/>
                  </a:lnTo>
                  <a:lnTo>
                    <a:pt x="2266" y="825"/>
                  </a:lnTo>
                  <a:lnTo>
                    <a:pt x="2184" y="619"/>
                  </a:lnTo>
                  <a:lnTo>
                    <a:pt x="2102" y="413"/>
                  </a:lnTo>
                  <a:lnTo>
                    <a:pt x="2102" y="413"/>
                  </a:lnTo>
                  <a:lnTo>
                    <a:pt x="1896" y="248"/>
                  </a:lnTo>
                  <a:lnTo>
                    <a:pt x="1690" y="124"/>
                  </a:lnTo>
                  <a:lnTo>
                    <a:pt x="1484" y="42"/>
                  </a:lnTo>
                  <a:lnTo>
                    <a:pt x="123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5673175" y="4017200"/>
              <a:ext cx="39150" cy="39175"/>
            </a:xfrm>
            <a:custGeom>
              <a:avLst/>
              <a:gdLst/>
              <a:ahLst/>
              <a:cxnLst/>
              <a:rect l="l" t="t" r="r" b="b"/>
              <a:pathLst>
                <a:path w="1566" h="1567" extrusionOk="0">
                  <a:moveTo>
                    <a:pt x="824" y="1"/>
                  </a:moveTo>
                  <a:lnTo>
                    <a:pt x="577" y="42"/>
                  </a:lnTo>
                  <a:lnTo>
                    <a:pt x="330" y="166"/>
                  </a:lnTo>
                  <a:lnTo>
                    <a:pt x="206" y="289"/>
                  </a:lnTo>
                  <a:lnTo>
                    <a:pt x="124" y="413"/>
                  </a:lnTo>
                  <a:lnTo>
                    <a:pt x="42" y="537"/>
                  </a:lnTo>
                  <a:lnTo>
                    <a:pt x="0" y="701"/>
                  </a:lnTo>
                  <a:lnTo>
                    <a:pt x="0" y="825"/>
                  </a:lnTo>
                  <a:lnTo>
                    <a:pt x="0" y="990"/>
                  </a:lnTo>
                  <a:lnTo>
                    <a:pt x="83" y="1113"/>
                  </a:lnTo>
                  <a:lnTo>
                    <a:pt x="124" y="1237"/>
                  </a:lnTo>
                  <a:lnTo>
                    <a:pt x="248" y="1402"/>
                  </a:lnTo>
                  <a:lnTo>
                    <a:pt x="412" y="1484"/>
                  </a:lnTo>
                  <a:lnTo>
                    <a:pt x="577" y="1525"/>
                  </a:lnTo>
                  <a:lnTo>
                    <a:pt x="742" y="1566"/>
                  </a:lnTo>
                  <a:lnTo>
                    <a:pt x="989" y="1525"/>
                  </a:lnTo>
                  <a:lnTo>
                    <a:pt x="1236" y="1360"/>
                  </a:lnTo>
                  <a:lnTo>
                    <a:pt x="1360" y="1278"/>
                  </a:lnTo>
                  <a:lnTo>
                    <a:pt x="1442" y="1155"/>
                  </a:lnTo>
                  <a:lnTo>
                    <a:pt x="1525" y="1031"/>
                  </a:lnTo>
                  <a:lnTo>
                    <a:pt x="1566" y="866"/>
                  </a:lnTo>
                  <a:lnTo>
                    <a:pt x="1566" y="701"/>
                  </a:lnTo>
                  <a:lnTo>
                    <a:pt x="1566" y="578"/>
                  </a:lnTo>
                  <a:lnTo>
                    <a:pt x="1525" y="454"/>
                  </a:lnTo>
                  <a:lnTo>
                    <a:pt x="1442" y="289"/>
                  </a:lnTo>
                  <a:lnTo>
                    <a:pt x="1319" y="166"/>
                  </a:lnTo>
                  <a:lnTo>
                    <a:pt x="1154" y="83"/>
                  </a:lnTo>
                  <a:lnTo>
                    <a:pt x="1030" y="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5673175" y="4017200"/>
              <a:ext cx="39150" cy="39175"/>
            </a:xfrm>
            <a:custGeom>
              <a:avLst/>
              <a:gdLst/>
              <a:ahLst/>
              <a:cxnLst/>
              <a:rect l="l" t="t" r="r" b="b"/>
              <a:pathLst>
                <a:path w="1566" h="1567" fill="none" extrusionOk="0">
                  <a:moveTo>
                    <a:pt x="824" y="1"/>
                  </a:moveTo>
                  <a:lnTo>
                    <a:pt x="824" y="1"/>
                  </a:lnTo>
                  <a:lnTo>
                    <a:pt x="577" y="42"/>
                  </a:lnTo>
                  <a:lnTo>
                    <a:pt x="330" y="166"/>
                  </a:lnTo>
                  <a:lnTo>
                    <a:pt x="330" y="166"/>
                  </a:lnTo>
                  <a:lnTo>
                    <a:pt x="206" y="289"/>
                  </a:lnTo>
                  <a:lnTo>
                    <a:pt x="124" y="413"/>
                  </a:lnTo>
                  <a:lnTo>
                    <a:pt x="42" y="537"/>
                  </a:lnTo>
                  <a:lnTo>
                    <a:pt x="0" y="701"/>
                  </a:lnTo>
                  <a:lnTo>
                    <a:pt x="0" y="825"/>
                  </a:lnTo>
                  <a:lnTo>
                    <a:pt x="0" y="990"/>
                  </a:lnTo>
                  <a:lnTo>
                    <a:pt x="83" y="1113"/>
                  </a:lnTo>
                  <a:lnTo>
                    <a:pt x="124" y="1237"/>
                  </a:lnTo>
                  <a:lnTo>
                    <a:pt x="124" y="1237"/>
                  </a:lnTo>
                  <a:lnTo>
                    <a:pt x="248" y="1402"/>
                  </a:lnTo>
                  <a:lnTo>
                    <a:pt x="412" y="1484"/>
                  </a:lnTo>
                  <a:lnTo>
                    <a:pt x="577" y="1525"/>
                  </a:lnTo>
                  <a:lnTo>
                    <a:pt x="742" y="1566"/>
                  </a:lnTo>
                  <a:lnTo>
                    <a:pt x="742" y="1566"/>
                  </a:lnTo>
                  <a:lnTo>
                    <a:pt x="989" y="1525"/>
                  </a:lnTo>
                  <a:lnTo>
                    <a:pt x="1236" y="1360"/>
                  </a:lnTo>
                  <a:lnTo>
                    <a:pt x="1236" y="1360"/>
                  </a:lnTo>
                  <a:lnTo>
                    <a:pt x="1360" y="1278"/>
                  </a:lnTo>
                  <a:lnTo>
                    <a:pt x="1442" y="1155"/>
                  </a:lnTo>
                  <a:lnTo>
                    <a:pt x="1525" y="1031"/>
                  </a:lnTo>
                  <a:lnTo>
                    <a:pt x="1566" y="866"/>
                  </a:lnTo>
                  <a:lnTo>
                    <a:pt x="1566" y="701"/>
                  </a:lnTo>
                  <a:lnTo>
                    <a:pt x="1566" y="578"/>
                  </a:lnTo>
                  <a:lnTo>
                    <a:pt x="1525" y="454"/>
                  </a:lnTo>
                  <a:lnTo>
                    <a:pt x="1442" y="289"/>
                  </a:lnTo>
                  <a:lnTo>
                    <a:pt x="1442" y="289"/>
                  </a:lnTo>
                  <a:lnTo>
                    <a:pt x="1319" y="166"/>
                  </a:lnTo>
                  <a:lnTo>
                    <a:pt x="1154" y="83"/>
                  </a:lnTo>
                  <a:lnTo>
                    <a:pt x="1030" y="42"/>
                  </a:lnTo>
                  <a:lnTo>
                    <a:pt x="82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5636100" y="4251000"/>
              <a:ext cx="27825" cy="26825"/>
            </a:xfrm>
            <a:custGeom>
              <a:avLst/>
              <a:gdLst/>
              <a:ahLst/>
              <a:cxnLst/>
              <a:rect l="l" t="t" r="r" b="b"/>
              <a:pathLst>
                <a:path w="1113" h="1073" extrusionOk="0">
                  <a:moveTo>
                    <a:pt x="412" y="1"/>
                  </a:moveTo>
                  <a:lnTo>
                    <a:pt x="206" y="124"/>
                  </a:lnTo>
                  <a:lnTo>
                    <a:pt x="83" y="289"/>
                  </a:lnTo>
                  <a:lnTo>
                    <a:pt x="0" y="495"/>
                  </a:lnTo>
                  <a:lnTo>
                    <a:pt x="0" y="701"/>
                  </a:lnTo>
                  <a:lnTo>
                    <a:pt x="83" y="866"/>
                  </a:lnTo>
                  <a:lnTo>
                    <a:pt x="165" y="990"/>
                  </a:lnTo>
                  <a:lnTo>
                    <a:pt x="247" y="1031"/>
                  </a:lnTo>
                  <a:lnTo>
                    <a:pt x="371" y="1072"/>
                  </a:lnTo>
                  <a:lnTo>
                    <a:pt x="701" y="1072"/>
                  </a:lnTo>
                  <a:lnTo>
                    <a:pt x="865" y="990"/>
                  </a:lnTo>
                  <a:lnTo>
                    <a:pt x="1030" y="825"/>
                  </a:lnTo>
                  <a:lnTo>
                    <a:pt x="1113" y="619"/>
                  </a:lnTo>
                  <a:lnTo>
                    <a:pt x="1113" y="413"/>
                  </a:lnTo>
                  <a:lnTo>
                    <a:pt x="989" y="207"/>
                  </a:lnTo>
                  <a:lnTo>
                    <a:pt x="907" y="124"/>
                  </a:lnTo>
                  <a:lnTo>
                    <a:pt x="824" y="42"/>
                  </a:lnTo>
                  <a:lnTo>
                    <a:pt x="701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5636100" y="4251000"/>
              <a:ext cx="27825" cy="26825"/>
            </a:xfrm>
            <a:custGeom>
              <a:avLst/>
              <a:gdLst/>
              <a:ahLst/>
              <a:cxnLst/>
              <a:rect l="l" t="t" r="r" b="b"/>
              <a:pathLst>
                <a:path w="1113" h="1073" fill="none" extrusionOk="0">
                  <a:moveTo>
                    <a:pt x="577" y="1"/>
                  </a:moveTo>
                  <a:lnTo>
                    <a:pt x="577" y="1"/>
                  </a:lnTo>
                  <a:lnTo>
                    <a:pt x="412" y="1"/>
                  </a:lnTo>
                  <a:lnTo>
                    <a:pt x="206" y="124"/>
                  </a:lnTo>
                  <a:lnTo>
                    <a:pt x="206" y="124"/>
                  </a:lnTo>
                  <a:lnTo>
                    <a:pt x="83" y="289"/>
                  </a:lnTo>
                  <a:lnTo>
                    <a:pt x="0" y="495"/>
                  </a:lnTo>
                  <a:lnTo>
                    <a:pt x="0" y="701"/>
                  </a:lnTo>
                  <a:lnTo>
                    <a:pt x="83" y="866"/>
                  </a:lnTo>
                  <a:lnTo>
                    <a:pt x="83" y="866"/>
                  </a:lnTo>
                  <a:lnTo>
                    <a:pt x="165" y="990"/>
                  </a:lnTo>
                  <a:lnTo>
                    <a:pt x="247" y="1031"/>
                  </a:lnTo>
                  <a:lnTo>
                    <a:pt x="371" y="1072"/>
                  </a:lnTo>
                  <a:lnTo>
                    <a:pt x="495" y="1072"/>
                  </a:lnTo>
                  <a:lnTo>
                    <a:pt x="495" y="1072"/>
                  </a:lnTo>
                  <a:lnTo>
                    <a:pt x="701" y="1072"/>
                  </a:lnTo>
                  <a:lnTo>
                    <a:pt x="865" y="990"/>
                  </a:lnTo>
                  <a:lnTo>
                    <a:pt x="865" y="990"/>
                  </a:lnTo>
                  <a:lnTo>
                    <a:pt x="1030" y="825"/>
                  </a:lnTo>
                  <a:lnTo>
                    <a:pt x="1113" y="619"/>
                  </a:lnTo>
                  <a:lnTo>
                    <a:pt x="1113" y="413"/>
                  </a:lnTo>
                  <a:lnTo>
                    <a:pt x="989" y="207"/>
                  </a:lnTo>
                  <a:lnTo>
                    <a:pt x="989" y="207"/>
                  </a:lnTo>
                  <a:lnTo>
                    <a:pt x="907" y="124"/>
                  </a:lnTo>
                  <a:lnTo>
                    <a:pt x="824" y="42"/>
                  </a:lnTo>
                  <a:lnTo>
                    <a:pt x="701" y="1"/>
                  </a:lnTo>
                  <a:lnTo>
                    <a:pt x="5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5897700" y="3990425"/>
              <a:ext cx="77275" cy="75225"/>
            </a:xfrm>
            <a:custGeom>
              <a:avLst/>
              <a:gdLst/>
              <a:ahLst/>
              <a:cxnLst/>
              <a:rect l="l" t="t" r="r" b="b"/>
              <a:pathLst>
                <a:path w="3091" h="3009" extrusionOk="0">
                  <a:moveTo>
                    <a:pt x="1648" y="1"/>
                  </a:moveTo>
                  <a:lnTo>
                    <a:pt x="1401" y="42"/>
                  </a:lnTo>
                  <a:lnTo>
                    <a:pt x="1154" y="83"/>
                  </a:lnTo>
                  <a:lnTo>
                    <a:pt x="907" y="207"/>
                  </a:lnTo>
                  <a:lnTo>
                    <a:pt x="660" y="330"/>
                  </a:lnTo>
                  <a:lnTo>
                    <a:pt x="413" y="536"/>
                  </a:lnTo>
                  <a:lnTo>
                    <a:pt x="248" y="784"/>
                  </a:lnTo>
                  <a:lnTo>
                    <a:pt x="124" y="1072"/>
                  </a:lnTo>
                  <a:lnTo>
                    <a:pt x="42" y="1319"/>
                  </a:lnTo>
                  <a:lnTo>
                    <a:pt x="1" y="1608"/>
                  </a:lnTo>
                  <a:lnTo>
                    <a:pt x="42" y="1896"/>
                  </a:lnTo>
                  <a:lnTo>
                    <a:pt x="124" y="2184"/>
                  </a:lnTo>
                  <a:lnTo>
                    <a:pt x="248" y="2431"/>
                  </a:lnTo>
                  <a:lnTo>
                    <a:pt x="495" y="2679"/>
                  </a:lnTo>
                  <a:lnTo>
                    <a:pt x="783" y="2885"/>
                  </a:lnTo>
                  <a:lnTo>
                    <a:pt x="1113" y="2967"/>
                  </a:lnTo>
                  <a:lnTo>
                    <a:pt x="1442" y="3008"/>
                  </a:lnTo>
                  <a:lnTo>
                    <a:pt x="1690" y="3008"/>
                  </a:lnTo>
                  <a:lnTo>
                    <a:pt x="1937" y="2926"/>
                  </a:lnTo>
                  <a:lnTo>
                    <a:pt x="2184" y="2843"/>
                  </a:lnTo>
                  <a:lnTo>
                    <a:pt x="2390" y="2679"/>
                  </a:lnTo>
                  <a:lnTo>
                    <a:pt x="2637" y="2473"/>
                  </a:lnTo>
                  <a:lnTo>
                    <a:pt x="2843" y="2226"/>
                  </a:lnTo>
                  <a:lnTo>
                    <a:pt x="2967" y="1978"/>
                  </a:lnTo>
                  <a:lnTo>
                    <a:pt x="3049" y="1690"/>
                  </a:lnTo>
                  <a:lnTo>
                    <a:pt x="3090" y="1402"/>
                  </a:lnTo>
                  <a:lnTo>
                    <a:pt x="3049" y="1113"/>
                  </a:lnTo>
                  <a:lnTo>
                    <a:pt x="2967" y="825"/>
                  </a:lnTo>
                  <a:lnTo>
                    <a:pt x="2802" y="578"/>
                  </a:lnTo>
                  <a:lnTo>
                    <a:pt x="2555" y="330"/>
                  </a:lnTo>
                  <a:lnTo>
                    <a:pt x="2308" y="166"/>
                  </a:lnTo>
                  <a:lnTo>
                    <a:pt x="1978" y="42"/>
                  </a:lnTo>
                  <a:lnTo>
                    <a:pt x="1648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5897700" y="3990425"/>
              <a:ext cx="77275" cy="75225"/>
            </a:xfrm>
            <a:custGeom>
              <a:avLst/>
              <a:gdLst/>
              <a:ahLst/>
              <a:cxnLst/>
              <a:rect l="l" t="t" r="r" b="b"/>
              <a:pathLst>
                <a:path w="3091" h="3009" fill="none" extrusionOk="0">
                  <a:moveTo>
                    <a:pt x="1648" y="1"/>
                  </a:moveTo>
                  <a:lnTo>
                    <a:pt x="1648" y="1"/>
                  </a:lnTo>
                  <a:lnTo>
                    <a:pt x="1401" y="42"/>
                  </a:lnTo>
                  <a:lnTo>
                    <a:pt x="1154" y="83"/>
                  </a:lnTo>
                  <a:lnTo>
                    <a:pt x="907" y="207"/>
                  </a:lnTo>
                  <a:lnTo>
                    <a:pt x="660" y="330"/>
                  </a:lnTo>
                  <a:lnTo>
                    <a:pt x="660" y="330"/>
                  </a:lnTo>
                  <a:lnTo>
                    <a:pt x="413" y="536"/>
                  </a:lnTo>
                  <a:lnTo>
                    <a:pt x="248" y="784"/>
                  </a:lnTo>
                  <a:lnTo>
                    <a:pt x="124" y="1072"/>
                  </a:lnTo>
                  <a:lnTo>
                    <a:pt x="42" y="1319"/>
                  </a:lnTo>
                  <a:lnTo>
                    <a:pt x="1" y="1608"/>
                  </a:lnTo>
                  <a:lnTo>
                    <a:pt x="42" y="1896"/>
                  </a:lnTo>
                  <a:lnTo>
                    <a:pt x="124" y="2184"/>
                  </a:lnTo>
                  <a:lnTo>
                    <a:pt x="248" y="2431"/>
                  </a:lnTo>
                  <a:lnTo>
                    <a:pt x="248" y="2431"/>
                  </a:lnTo>
                  <a:lnTo>
                    <a:pt x="495" y="2679"/>
                  </a:lnTo>
                  <a:lnTo>
                    <a:pt x="783" y="2885"/>
                  </a:lnTo>
                  <a:lnTo>
                    <a:pt x="1113" y="2967"/>
                  </a:lnTo>
                  <a:lnTo>
                    <a:pt x="1442" y="3008"/>
                  </a:lnTo>
                  <a:lnTo>
                    <a:pt x="1442" y="3008"/>
                  </a:lnTo>
                  <a:lnTo>
                    <a:pt x="1690" y="3008"/>
                  </a:lnTo>
                  <a:lnTo>
                    <a:pt x="1937" y="2926"/>
                  </a:lnTo>
                  <a:lnTo>
                    <a:pt x="2184" y="2843"/>
                  </a:lnTo>
                  <a:lnTo>
                    <a:pt x="2390" y="2679"/>
                  </a:lnTo>
                  <a:lnTo>
                    <a:pt x="2390" y="2679"/>
                  </a:lnTo>
                  <a:lnTo>
                    <a:pt x="2637" y="2473"/>
                  </a:lnTo>
                  <a:lnTo>
                    <a:pt x="2843" y="2226"/>
                  </a:lnTo>
                  <a:lnTo>
                    <a:pt x="2967" y="1978"/>
                  </a:lnTo>
                  <a:lnTo>
                    <a:pt x="3049" y="1690"/>
                  </a:lnTo>
                  <a:lnTo>
                    <a:pt x="3090" y="1402"/>
                  </a:lnTo>
                  <a:lnTo>
                    <a:pt x="3049" y="1113"/>
                  </a:lnTo>
                  <a:lnTo>
                    <a:pt x="2967" y="825"/>
                  </a:lnTo>
                  <a:lnTo>
                    <a:pt x="2802" y="578"/>
                  </a:lnTo>
                  <a:lnTo>
                    <a:pt x="2802" y="578"/>
                  </a:lnTo>
                  <a:lnTo>
                    <a:pt x="2555" y="330"/>
                  </a:lnTo>
                  <a:lnTo>
                    <a:pt x="2308" y="166"/>
                  </a:lnTo>
                  <a:lnTo>
                    <a:pt x="1978" y="42"/>
                  </a:lnTo>
                  <a:lnTo>
                    <a:pt x="16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5826625" y="4176850"/>
              <a:ext cx="44325" cy="43275"/>
            </a:xfrm>
            <a:custGeom>
              <a:avLst/>
              <a:gdLst/>
              <a:ahLst/>
              <a:cxnLst/>
              <a:rect l="l" t="t" r="r" b="b"/>
              <a:pathLst>
                <a:path w="1773" h="1731" extrusionOk="0">
                  <a:moveTo>
                    <a:pt x="948" y="1"/>
                  </a:moveTo>
                  <a:lnTo>
                    <a:pt x="660" y="42"/>
                  </a:lnTo>
                  <a:lnTo>
                    <a:pt x="495" y="83"/>
                  </a:lnTo>
                  <a:lnTo>
                    <a:pt x="372" y="165"/>
                  </a:lnTo>
                  <a:lnTo>
                    <a:pt x="248" y="289"/>
                  </a:lnTo>
                  <a:lnTo>
                    <a:pt x="124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1" y="907"/>
                  </a:lnTo>
                  <a:lnTo>
                    <a:pt x="1" y="1072"/>
                  </a:lnTo>
                  <a:lnTo>
                    <a:pt x="42" y="1237"/>
                  </a:lnTo>
                  <a:lnTo>
                    <a:pt x="166" y="1401"/>
                  </a:lnTo>
                  <a:lnTo>
                    <a:pt x="289" y="1525"/>
                  </a:lnTo>
                  <a:lnTo>
                    <a:pt x="454" y="1649"/>
                  </a:lnTo>
                  <a:lnTo>
                    <a:pt x="619" y="1690"/>
                  </a:lnTo>
                  <a:lnTo>
                    <a:pt x="825" y="1731"/>
                  </a:lnTo>
                  <a:lnTo>
                    <a:pt x="1113" y="1690"/>
                  </a:lnTo>
                  <a:lnTo>
                    <a:pt x="1237" y="1607"/>
                  </a:lnTo>
                  <a:lnTo>
                    <a:pt x="1360" y="1525"/>
                  </a:lnTo>
                  <a:lnTo>
                    <a:pt x="1525" y="1401"/>
                  </a:lnTo>
                  <a:lnTo>
                    <a:pt x="1608" y="1278"/>
                  </a:lnTo>
                  <a:lnTo>
                    <a:pt x="1690" y="1113"/>
                  </a:lnTo>
                  <a:lnTo>
                    <a:pt x="1731" y="948"/>
                  </a:lnTo>
                  <a:lnTo>
                    <a:pt x="1772" y="783"/>
                  </a:lnTo>
                  <a:lnTo>
                    <a:pt x="1731" y="619"/>
                  </a:lnTo>
                  <a:lnTo>
                    <a:pt x="1690" y="454"/>
                  </a:lnTo>
                  <a:lnTo>
                    <a:pt x="1608" y="330"/>
                  </a:lnTo>
                  <a:lnTo>
                    <a:pt x="1484" y="165"/>
                  </a:lnTo>
                  <a:lnTo>
                    <a:pt x="1319" y="83"/>
                  </a:lnTo>
                  <a:lnTo>
                    <a:pt x="1113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5826625" y="4176850"/>
              <a:ext cx="44325" cy="43275"/>
            </a:xfrm>
            <a:custGeom>
              <a:avLst/>
              <a:gdLst/>
              <a:ahLst/>
              <a:cxnLst/>
              <a:rect l="l" t="t" r="r" b="b"/>
              <a:pathLst>
                <a:path w="1773" h="1731" fill="none" extrusionOk="0">
                  <a:moveTo>
                    <a:pt x="948" y="1"/>
                  </a:moveTo>
                  <a:lnTo>
                    <a:pt x="948" y="1"/>
                  </a:lnTo>
                  <a:lnTo>
                    <a:pt x="660" y="42"/>
                  </a:lnTo>
                  <a:lnTo>
                    <a:pt x="495" y="83"/>
                  </a:lnTo>
                  <a:lnTo>
                    <a:pt x="372" y="165"/>
                  </a:lnTo>
                  <a:lnTo>
                    <a:pt x="372" y="165"/>
                  </a:lnTo>
                  <a:lnTo>
                    <a:pt x="248" y="289"/>
                  </a:lnTo>
                  <a:lnTo>
                    <a:pt x="124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1" y="907"/>
                  </a:lnTo>
                  <a:lnTo>
                    <a:pt x="1" y="1072"/>
                  </a:lnTo>
                  <a:lnTo>
                    <a:pt x="42" y="1237"/>
                  </a:lnTo>
                  <a:lnTo>
                    <a:pt x="166" y="1401"/>
                  </a:lnTo>
                  <a:lnTo>
                    <a:pt x="166" y="1401"/>
                  </a:lnTo>
                  <a:lnTo>
                    <a:pt x="289" y="1525"/>
                  </a:lnTo>
                  <a:lnTo>
                    <a:pt x="454" y="1649"/>
                  </a:lnTo>
                  <a:lnTo>
                    <a:pt x="619" y="1690"/>
                  </a:lnTo>
                  <a:lnTo>
                    <a:pt x="825" y="1731"/>
                  </a:lnTo>
                  <a:lnTo>
                    <a:pt x="825" y="1731"/>
                  </a:lnTo>
                  <a:lnTo>
                    <a:pt x="1113" y="1690"/>
                  </a:lnTo>
                  <a:lnTo>
                    <a:pt x="1237" y="1607"/>
                  </a:lnTo>
                  <a:lnTo>
                    <a:pt x="1360" y="1525"/>
                  </a:lnTo>
                  <a:lnTo>
                    <a:pt x="1360" y="1525"/>
                  </a:lnTo>
                  <a:lnTo>
                    <a:pt x="1525" y="1401"/>
                  </a:lnTo>
                  <a:lnTo>
                    <a:pt x="1608" y="1278"/>
                  </a:lnTo>
                  <a:lnTo>
                    <a:pt x="1690" y="1113"/>
                  </a:lnTo>
                  <a:lnTo>
                    <a:pt x="1731" y="948"/>
                  </a:lnTo>
                  <a:lnTo>
                    <a:pt x="1772" y="783"/>
                  </a:lnTo>
                  <a:lnTo>
                    <a:pt x="1731" y="619"/>
                  </a:lnTo>
                  <a:lnTo>
                    <a:pt x="1690" y="454"/>
                  </a:lnTo>
                  <a:lnTo>
                    <a:pt x="1608" y="330"/>
                  </a:lnTo>
                  <a:lnTo>
                    <a:pt x="1608" y="330"/>
                  </a:lnTo>
                  <a:lnTo>
                    <a:pt x="1484" y="165"/>
                  </a:lnTo>
                  <a:lnTo>
                    <a:pt x="1319" y="83"/>
                  </a:lnTo>
                  <a:lnTo>
                    <a:pt x="1113" y="1"/>
                  </a:lnTo>
                  <a:lnTo>
                    <a:pt x="9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8"/>
            <p:cNvSpPr/>
            <p:nvPr/>
          </p:nvSpPr>
          <p:spPr>
            <a:xfrm>
              <a:off x="5706125" y="4291175"/>
              <a:ext cx="25775" cy="25775"/>
            </a:xfrm>
            <a:custGeom>
              <a:avLst/>
              <a:gdLst/>
              <a:ahLst/>
              <a:cxnLst/>
              <a:rect l="l" t="t" r="r" b="b"/>
              <a:pathLst>
                <a:path w="1031" h="1031" extrusionOk="0">
                  <a:moveTo>
                    <a:pt x="536" y="1"/>
                  </a:moveTo>
                  <a:lnTo>
                    <a:pt x="371" y="42"/>
                  </a:lnTo>
                  <a:lnTo>
                    <a:pt x="207" y="124"/>
                  </a:lnTo>
                  <a:lnTo>
                    <a:pt x="83" y="248"/>
                  </a:lnTo>
                  <a:lnTo>
                    <a:pt x="1" y="454"/>
                  </a:lnTo>
                  <a:lnTo>
                    <a:pt x="1" y="660"/>
                  </a:lnTo>
                  <a:lnTo>
                    <a:pt x="83" y="825"/>
                  </a:lnTo>
                  <a:lnTo>
                    <a:pt x="165" y="907"/>
                  </a:lnTo>
                  <a:lnTo>
                    <a:pt x="248" y="989"/>
                  </a:lnTo>
                  <a:lnTo>
                    <a:pt x="371" y="1031"/>
                  </a:lnTo>
                  <a:lnTo>
                    <a:pt x="495" y="1031"/>
                  </a:lnTo>
                  <a:lnTo>
                    <a:pt x="660" y="989"/>
                  </a:lnTo>
                  <a:lnTo>
                    <a:pt x="825" y="907"/>
                  </a:lnTo>
                  <a:lnTo>
                    <a:pt x="948" y="783"/>
                  </a:lnTo>
                  <a:lnTo>
                    <a:pt x="1031" y="577"/>
                  </a:lnTo>
                  <a:lnTo>
                    <a:pt x="1031" y="371"/>
                  </a:lnTo>
                  <a:lnTo>
                    <a:pt x="948" y="207"/>
                  </a:lnTo>
                  <a:lnTo>
                    <a:pt x="866" y="124"/>
                  </a:lnTo>
                  <a:lnTo>
                    <a:pt x="783" y="42"/>
                  </a:lnTo>
                  <a:lnTo>
                    <a:pt x="660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8"/>
            <p:cNvSpPr/>
            <p:nvPr/>
          </p:nvSpPr>
          <p:spPr>
            <a:xfrm>
              <a:off x="5706125" y="4291175"/>
              <a:ext cx="25775" cy="25775"/>
            </a:xfrm>
            <a:custGeom>
              <a:avLst/>
              <a:gdLst/>
              <a:ahLst/>
              <a:cxnLst/>
              <a:rect l="l" t="t" r="r" b="b"/>
              <a:pathLst>
                <a:path w="1031" h="1031" fill="none" extrusionOk="0">
                  <a:moveTo>
                    <a:pt x="536" y="1"/>
                  </a:moveTo>
                  <a:lnTo>
                    <a:pt x="536" y="1"/>
                  </a:lnTo>
                  <a:lnTo>
                    <a:pt x="371" y="42"/>
                  </a:lnTo>
                  <a:lnTo>
                    <a:pt x="207" y="124"/>
                  </a:lnTo>
                  <a:lnTo>
                    <a:pt x="207" y="124"/>
                  </a:lnTo>
                  <a:lnTo>
                    <a:pt x="83" y="248"/>
                  </a:lnTo>
                  <a:lnTo>
                    <a:pt x="1" y="454"/>
                  </a:lnTo>
                  <a:lnTo>
                    <a:pt x="1" y="660"/>
                  </a:lnTo>
                  <a:lnTo>
                    <a:pt x="83" y="825"/>
                  </a:lnTo>
                  <a:lnTo>
                    <a:pt x="83" y="825"/>
                  </a:lnTo>
                  <a:lnTo>
                    <a:pt x="165" y="907"/>
                  </a:lnTo>
                  <a:lnTo>
                    <a:pt x="248" y="989"/>
                  </a:lnTo>
                  <a:lnTo>
                    <a:pt x="371" y="1031"/>
                  </a:lnTo>
                  <a:lnTo>
                    <a:pt x="495" y="1031"/>
                  </a:lnTo>
                  <a:lnTo>
                    <a:pt x="495" y="1031"/>
                  </a:lnTo>
                  <a:lnTo>
                    <a:pt x="660" y="989"/>
                  </a:lnTo>
                  <a:lnTo>
                    <a:pt x="825" y="907"/>
                  </a:lnTo>
                  <a:lnTo>
                    <a:pt x="825" y="907"/>
                  </a:lnTo>
                  <a:lnTo>
                    <a:pt x="948" y="783"/>
                  </a:lnTo>
                  <a:lnTo>
                    <a:pt x="1031" y="577"/>
                  </a:lnTo>
                  <a:lnTo>
                    <a:pt x="1031" y="371"/>
                  </a:lnTo>
                  <a:lnTo>
                    <a:pt x="948" y="207"/>
                  </a:lnTo>
                  <a:lnTo>
                    <a:pt x="948" y="207"/>
                  </a:lnTo>
                  <a:lnTo>
                    <a:pt x="866" y="124"/>
                  </a:lnTo>
                  <a:lnTo>
                    <a:pt x="783" y="42"/>
                  </a:lnTo>
                  <a:lnTo>
                    <a:pt x="660" y="1"/>
                  </a:lnTo>
                  <a:lnTo>
                    <a:pt x="53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 que ele </a:t>
            </a:r>
            <a:r>
              <a:rPr lang="en" dirty="0">
                <a:solidFill>
                  <a:schemeClr val="dk1"/>
                </a:solidFill>
              </a:rPr>
              <a:t>Nos traz?</a:t>
            </a:r>
            <a:endParaRPr dirty="0"/>
          </a:p>
        </p:txBody>
      </p:sp>
      <p:sp>
        <p:nvSpPr>
          <p:cNvPr id="1435" name="Google Shape;1435;p39"/>
          <p:cNvSpPr txBox="1">
            <a:spLocks noGrp="1"/>
          </p:cNvSpPr>
          <p:nvPr>
            <p:ph type="subTitle" idx="1"/>
          </p:nvPr>
        </p:nvSpPr>
        <p:spPr>
          <a:xfrm>
            <a:off x="1012850" y="2933250"/>
            <a:ext cx="21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Benefícios</a:t>
            </a:r>
            <a:endParaRPr dirty="0"/>
          </a:p>
        </p:txBody>
      </p:sp>
      <p:sp>
        <p:nvSpPr>
          <p:cNvPr id="1437" name="Google Shape;1437;p39"/>
          <p:cNvSpPr txBox="1">
            <a:spLocks noGrp="1"/>
          </p:cNvSpPr>
          <p:nvPr>
            <p:ph type="subTitle" idx="3"/>
          </p:nvPr>
        </p:nvSpPr>
        <p:spPr>
          <a:xfrm>
            <a:off x="3497550" y="2933250"/>
            <a:ext cx="21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Curiosidades</a:t>
            </a:r>
            <a:endParaRPr dirty="0"/>
          </a:p>
        </p:txBody>
      </p:sp>
      <p:sp>
        <p:nvSpPr>
          <p:cNvPr id="1439" name="Google Shape;1439;p39"/>
          <p:cNvSpPr txBox="1">
            <a:spLocks noGrp="1"/>
          </p:cNvSpPr>
          <p:nvPr>
            <p:ph type="subTitle" idx="5"/>
          </p:nvPr>
        </p:nvSpPr>
        <p:spPr>
          <a:xfrm>
            <a:off x="5982250" y="2933250"/>
            <a:ext cx="2148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história</a:t>
            </a:r>
            <a:endParaRPr dirty="0"/>
          </a:p>
        </p:txBody>
      </p:sp>
      <p:sp>
        <p:nvSpPr>
          <p:cNvPr id="1441" name="Google Shape;1441;p39"/>
          <p:cNvSpPr/>
          <p:nvPr/>
        </p:nvSpPr>
        <p:spPr>
          <a:xfrm>
            <a:off x="1514150" y="1644213"/>
            <a:ext cx="1146300" cy="114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39"/>
          <p:cNvSpPr/>
          <p:nvPr/>
        </p:nvSpPr>
        <p:spPr>
          <a:xfrm>
            <a:off x="3998850" y="1644213"/>
            <a:ext cx="1146300" cy="114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39"/>
          <p:cNvSpPr/>
          <p:nvPr/>
        </p:nvSpPr>
        <p:spPr>
          <a:xfrm>
            <a:off x="6483550" y="1644213"/>
            <a:ext cx="1146300" cy="1146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39"/>
          <p:cNvSpPr/>
          <p:nvPr/>
        </p:nvSpPr>
        <p:spPr>
          <a:xfrm rot="7200011">
            <a:off x="843607" y="2489592"/>
            <a:ext cx="786991" cy="337296"/>
          </a:xfrm>
          <a:custGeom>
            <a:avLst/>
            <a:gdLst/>
            <a:ahLst/>
            <a:cxnLst/>
            <a:rect l="l" t="t" r="r" b="b"/>
            <a:pathLst>
              <a:path w="16272" h="6974" extrusionOk="0">
                <a:moveTo>
                  <a:pt x="15458" y="0"/>
                </a:moveTo>
                <a:lnTo>
                  <a:pt x="14761" y="465"/>
                </a:lnTo>
                <a:lnTo>
                  <a:pt x="14063" y="581"/>
                </a:lnTo>
                <a:lnTo>
                  <a:pt x="13947" y="697"/>
                </a:lnTo>
                <a:lnTo>
                  <a:pt x="13831" y="930"/>
                </a:lnTo>
                <a:lnTo>
                  <a:pt x="13947" y="1046"/>
                </a:lnTo>
                <a:lnTo>
                  <a:pt x="14180" y="1046"/>
                </a:lnTo>
                <a:lnTo>
                  <a:pt x="14877" y="930"/>
                </a:lnTo>
                <a:lnTo>
                  <a:pt x="13947" y="2208"/>
                </a:lnTo>
                <a:lnTo>
                  <a:pt x="12901" y="3254"/>
                </a:lnTo>
                <a:lnTo>
                  <a:pt x="11623" y="4300"/>
                </a:lnTo>
                <a:lnTo>
                  <a:pt x="10228" y="5114"/>
                </a:lnTo>
                <a:lnTo>
                  <a:pt x="8833" y="5695"/>
                </a:lnTo>
                <a:lnTo>
                  <a:pt x="7322" y="6160"/>
                </a:lnTo>
                <a:lnTo>
                  <a:pt x="5812" y="6509"/>
                </a:lnTo>
                <a:lnTo>
                  <a:pt x="3138" y="6509"/>
                </a:lnTo>
                <a:lnTo>
                  <a:pt x="2209" y="6276"/>
                </a:lnTo>
                <a:lnTo>
                  <a:pt x="1163" y="6044"/>
                </a:lnTo>
                <a:lnTo>
                  <a:pt x="233" y="5811"/>
                </a:lnTo>
                <a:lnTo>
                  <a:pt x="117" y="5811"/>
                </a:lnTo>
                <a:lnTo>
                  <a:pt x="0" y="5928"/>
                </a:lnTo>
                <a:lnTo>
                  <a:pt x="0" y="6160"/>
                </a:lnTo>
                <a:lnTo>
                  <a:pt x="117" y="6276"/>
                </a:lnTo>
                <a:lnTo>
                  <a:pt x="1860" y="6741"/>
                </a:lnTo>
                <a:lnTo>
                  <a:pt x="3603" y="6974"/>
                </a:lnTo>
                <a:lnTo>
                  <a:pt x="5347" y="6974"/>
                </a:lnTo>
                <a:lnTo>
                  <a:pt x="7090" y="6741"/>
                </a:lnTo>
                <a:lnTo>
                  <a:pt x="8717" y="6276"/>
                </a:lnTo>
                <a:lnTo>
                  <a:pt x="10344" y="5579"/>
                </a:lnTo>
                <a:lnTo>
                  <a:pt x="11855" y="4765"/>
                </a:lnTo>
                <a:lnTo>
                  <a:pt x="13250" y="3603"/>
                </a:lnTo>
                <a:lnTo>
                  <a:pt x="14412" y="2325"/>
                </a:lnTo>
                <a:lnTo>
                  <a:pt x="15458" y="930"/>
                </a:lnTo>
                <a:lnTo>
                  <a:pt x="15574" y="1511"/>
                </a:lnTo>
                <a:lnTo>
                  <a:pt x="15807" y="1976"/>
                </a:lnTo>
                <a:lnTo>
                  <a:pt x="15923" y="2092"/>
                </a:lnTo>
                <a:lnTo>
                  <a:pt x="16155" y="2092"/>
                </a:lnTo>
                <a:lnTo>
                  <a:pt x="16272" y="1860"/>
                </a:lnTo>
                <a:lnTo>
                  <a:pt x="16272" y="1743"/>
                </a:lnTo>
                <a:lnTo>
                  <a:pt x="15923" y="1046"/>
                </a:lnTo>
                <a:lnTo>
                  <a:pt x="15807" y="233"/>
                </a:lnTo>
                <a:lnTo>
                  <a:pt x="15690" y="116"/>
                </a:lnTo>
                <a:lnTo>
                  <a:pt x="15574" y="0"/>
                </a:lnTo>
                <a:close/>
              </a:path>
            </a:pathLst>
          </a:custGeom>
          <a:solidFill>
            <a:srgbClr val="93B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5" name="Google Shape;1445;p39"/>
          <p:cNvSpPr/>
          <p:nvPr/>
        </p:nvSpPr>
        <p:spPr>
          <a:xfrm rot="1333961">
            <a:off x="5301142" y="2316325"/>
            <a:ext cx="512933" cy="706710"/>
          </a:xfrm>
          <a:custGeom>
            <a:avLst/>
            <a:gdLst/>
            <a:ahLst/>
            <a:cxnLst/>
            <a:rect l="l" t="t" r="r" b="b"/>
            <a:pathLst>
              <a:path w="10461" h="14413" extrusionOk="0">
                <a:moveTo>
                  <a:pt x="233" y="1"/>
                </a:moveTo>
                <a:lnTo>
                  <a:pt x="117" y="117"/>
                </a:lnTo>
                <a:lnTo>
                  <a:pt x="1" y="349"/>
                </a:lnTo>
                <a:lnTo>
                  <a:pt x="117" y="466"/>
                </a:lnTo>
                <a:lnTo>
                  <a:pt x="1512" y="1279"/>
                </a:lnTo>
                <a:lnTo>
                  <a:pt x="2906" y="2209"/>
                </a:lnTo>
                <a:lnTo>
                  <a:pt x="4068" y="3371"/>
                </a:lnTo>
                <a:lnTo>
                  <a:pt x="5231" y="4533"/>
                </a:lnTo>
                <a:lnTo>
                  <a:pt x="6160" y="5812"/>
                </a:lnTo>
                <a:lnTo>
                  <a:pt x="6974" y="7207"/>
                </a:lnTo>
                <a:lnTo>
                  <a:pt x="7671" y="8717"/>
                </a:lnTo>
                <a:lnTo>
                  <a:pt x="8136" y="10345"/>
                </a:lnTo>
                <a:lnTo>
                  <a:pt x="8485" y="11855"/>
                </a:lnTo>
                <a:lnTo>
                  <a:pt x="8717" y="13483"/>
                </a:lnTo>
                <a:lnTo>
                  <a:pt x="8136" y="13018"/>
                </a:lnTo>
                <a:lnTo>
                  <a:pt x="7555" y="12669"/>
                </a:lnTo>
                <a:lnTo>
                  <a:pt x="7323" y="12553"/>
                </a:lnTo>
                <a:lnTo>
                  <a:pt x="7206" y="12669"/>
                </a:lnTo>
                <a:lnTo>
                  <a:pt x="7206" y="12901"/>
                </a:lnTo>
                <a:lnTo>
                  <a:pt x="7323" y="13018"/>
                </a:lnTo>
                <a:lnTo>
                  <a:pt x="8136" y="13599"/>
                </a:lnTo>
                <a:lnTo>
                  <a:pt x="8834" y="14296"/>
                </a:lnTo>
                <a:lnTo>
                  <a:pt x="8950" y="14412"/>
                </a:lnTo>
                <a:lnTo>
                  <a:pt x="9182" y="14412"/>
                </a:lnTo>
                <a:lnTo>
                  <a:pt x="9298" y="14296"/>
                </a:lnTo>
                <a:lnTo>
                  <a:pt x="9763" y="13483"/>
                </a:lnTo>
                <a:lnTo>
                  <a:pt x="10344" y="12669"/>
                </a:lnTo>
                <a:lnTo>
                  <a:pt x="10461" y="12553"/>
                </a:lnTo>
                <a:lnTo>
                  <a:pt x="10344" y="12320"/>
                </a:lnTo>
                <a:lnTo>
                  <a:pt x="10112" y="12320"/>
                </a:lnTo>
                <a:lnTo>
                  <a:pt x="9531" y="12901"/>
                </a:lnTo>
                <a:lnTo>
                  <a:pt x="9182" y="13483"/>
                </a:lnTo>
                <a:lnTo>
                  <a:pt x="8950" y="11855"/>
                </a:lnTo>
                <a:lnTo>
                  <a:pt x="8601" y="10228"/>
                </a:lnTo>
                <a:lnTo>
                  <a:pt x="8136" y="8717"/>
                </a:lnTo>
                <a:lnTo>
                  <a:pt x="7439" y="7207"/>
                </a:lnTo>
                <a:lnTo>
                  <a:pt x="6742" y="5812"/>
                </a:lnTo>
                <a:lnTo>
                  <a:pt x="5812" y="4533"/>
                </a:lnTo>
                <a:lnTo>
                  <a:pt x="4650" y="3255"/>
                </a:lnTo>
                <a:lnTo>
                  <a:pt x="3487" y="2093"/>
                </a:lnTo>
                <a:lnTo>
                  <a:pt x="1976" y="930"/>
                </a:lnTo>
                <a:lnTo>
                  <a:pt x="349" y="1"/>
                </a:lnTo>
                <a:close/>
              </a:path>
            </a:pathLst>
          </a:custGeom>
          <a:solidFill>
            <a:srgbClr val="93B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39"/>
          <p:cNvSpPr/>
          <p:nvPr/>
        </p:nvSpPr>
        <p:spPr>
          <a:xfrm rot="2299957">
            <a:off x="7623928" y="2555705"/>
            <a:ext cx="419848" cy="578488"/>
          </a:xfrm>
          <a:custGeom>
            <a:avLst/>
            <a:gdLst/>
            <a:ahLst/>
            <a:cxnLst/>
            <a:rect l="l" t="t" r="r" b="b"/>
            <a:pathLst>
              <a:path w="10461" h="14413" extrusionOk="0">
                <a:moveTo>
                  <a:pt x="233" y="1"/>
                </a:moveTo>
                <a:lnTo>
                  <a:pt x="117" y="117"/>
                </a:lnTo>
                <a:lnTo>
                  <a:pt x="1" y="349"/>
                </a:lnTo>
                <a:lnTo>
                  <a:pt x="117" y="466"/>
                </a:lnTo>
                <a:lnTo>
                  <a:pt x="1512" y="1279"/>
                </a:lnTo>
                <a:lnTo>
                  <a:pt x="2906" y="2209"/>
                </a:lnTo>
                <a:lnTo>
                  <a:pt x="4068" y="3371"/>
                </a:lnTo>
                <a:lnTo>
                  <a:pt x="5231" y="4533"/>
                </a:lnTo>
                <a:lnTo>
                  <a:pt x="6160" y="5812"/>
                </a:lnTo>
                <a:lnTo>
                  <a:pt x="6974" y="7207"/>
                </a:lnTo>
                <a:lnTo>
                  <a:pt x="7671" y="8717"/>
                </a:lnTo>
                <a:lnTo>
                  <a:pt x="8136" y="10345"/>
                </a:lnTo>
                <a:lnTo>
                  <a:pt x="8485" y="11855"/>
                </a:lnTo>
                <a:lnTo>
                  <a:pt x="8717" y="13483"/>
                </a:lnTo>
                <a:lnTo>
                  <a:pt x="8136" y="13018"/>
                </a:lnTo>
                <a:lnTo>
                  <a:pt x="7555" y="12669"/>
                </a:lnTo>
                <a:lnTo>
                  <a:pt x="7323" y="12553"/>
                </a:lnTo>
                <a:lnTo>
                  <a:pt x="7206" y="12669"/>
                </a:lnTo>
                <a:lnTo>
                  <a:pt x="7206" y="12901"/>
                </a:lnTo>
                <a:lnTo>
                  <a:pt x="7323" y="13018"/>
                </a:lnTo>
                <a:lnTo>
                  <a:pt x="8136" y="13599"/>
                </a:lnTo>
                <a:lnTo>
                  <a:pt x="8834" y="14296"/>
                </a:lnTo>
                <a:lnTo>
                  <a:pt x="8950" y="14412"/>
                </a:lnTo>
                <a:lnTo>
                  <a:pt x="9182" y="14412"/>
                </a:lnTo>
                <a:lnTo>
                  <a:pt x="9298" y="14296"/>
                </a:lnTo>
                <a:lnTo>
                  <a:pt x="9763" y="13483"/>
                </a:lnTo>
                <a:lnTo>
                  <a:pt x="10344" y="12669"/>
                </a:lnTo>
                <a:lnTo>
                  <a:pt x="10461" y="12553"/>
                </a:lnTo>
                <a:lnTo>
                  <a:pt x="10344" y="12320"/>
                </a:lnTo>
                <a:lnTo>
                  <a:pt x="10112" y="12320"/>
                </a:lnTo>
                <a:lnTo>
                  <a:pt x="9531" y="12901"/>
                </a:lnTo>
                <a:lnTo>
                  <a:pt x="9182" y="13483"/>
                </a:lnTo>
                <a:lnTo>
                  <a:pt x="8950" y="11855"/>
                </a:lnTo>
                <a:lnTo>
                  <a:pt x="8601" y="10228"/>
                </a:lnTo>
                <a:lnTo>
                  <a:pt x="8136" y="8717"/>
                </a:lnTo>
                <a:lnTo>
                  <a:pt x="7439" y="7207"/>
                </a:lnTo>
                <a:lnTo>
                  <a:pt x="6742" y="5812"/>
                </a:lnTo>
                <a:lnTo>
                  <a:pt x="5812" y="4533"/>
                </a:lnTo>
                <a:lnTo>
                  <a:pt x="4650" y="3255"/>
                </a:lnTo>
                <a:lnTo>
                  <a:pt x="3487" y="2093"/>
                </a:lnTo>
                <a:lnTo>
                  <a:pt x="1976" y="930"/>
                </a:lnTo>
                <a:lnTo>
                  <a:pt x="349" y="1"/>
                </a:lnTo>
                <a:close/>
              </a:path>
            </a:pathLst>
          </a:custGeom>
          <a:solidFill>
            <a:srgbClr val="93BF3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7" name="Google Shape;1447;p39"/>
          <p:cNvGrpSpPr/>
          <p:nvPr/>
        </p:nvGrpSpPr>
        <p:grpSpPr>
          <a:xfrm>
            <a:off x="1525750" y="1629065"/>
            <a:ext cx="1123117" cy="1143075"/>
            <a:chOff x="5236475" y="1005625"/>
            <a:chExt cx="2145400" cy="2183525"/>
          </a:xfrm>
        </p:grpSpPr>
        <p:sp>
          <p:nvSpPr>
            <p:cNvPr id="1448" name="Google Shape;1448;p39"/>
            <p:cNvSpPr/>
            <p:nvPr/>
          </p:nvSpPr>
          <p:spPr>
            <a:xfrm>
              <a:off x="5267375" y="2399150"/>
              <a:ext cx="819850" cy="790000"/>
            </a:xfrm>
            <a:custGeom>
              <a:avLst/>
              <a:gdLst/>
              <a:ahLst/>
              <a:cxnLst/>
              <a:rect l="l" t="t" r="r" b="b"/>
              <a:pathLst>
                <a:path w="32794" h="31600" extrusionOk="0">
                  <a:moveTo>
                    <a:pt x="22948" y="1"/>
                  </a:moveTo>
                  <a:lnTo>
                    <a:pt x="22247" y="83"/>
                  </a:lnTo>
                  <a:lnTo>
                    <a:pt x="21506" y="166"/>
                  </a:lnTo>
                  <a:lnTo>
                    <a:pt x="20723" y="289"/>
                  </a:lnTo>
                  <a:lnTo>
                    <a:pt x="19981" y="454"/>
                  </a:lnTo>
                  <a:lnTo>
                    <a:pt x="19199" y="660"/>
                  </a:lnTo>
                  <a:lnTo>
                    <a:pt x="18416" y="907"/>
                  </a:lnTo>
                  <a:lnTo>
                    <a:pt x="17633" y="1154"/>
                  </a:lnTo>
                  <a:lnTo>
                    <a:pt x="16850" y="1484"/>
                  </a:lnTo>
                  <a:lnTo>
                    <a:pt x="16068" y="1814"/>
                  </a:lnTo>
                  <a:lnTo>
                    <a:pt x="15285" y="2184"/>
                  </a:lnTo>
                  <a:lnTo>
                    <a:pt x="14461" y="2596"/>
                  </a:lnTo>
                  <a:lnTo>
                    <a:pt x="13678" y="3008"/>
                  </a:lnTo>
                  <a:lnTo>
                    <a:pt x="12895" y="3503"/>
                  </a:lnTo>
                  <a:lnTo>
                    <a:pt x="12113" y="3997"/>
                  </a:lnTo>
                  <a:lnTo>
                    <a:pt x="11330" y="4533"/>
                  </a:lnTo>
                  <a:lnTo>
                    <a:pt x="10547" y="5109"/>
                  </a:lnTo>
                  <a:lnTo>
                    <a:pt x="9805" y="5727"/>
                  </a:lnTo>
                  <a:lnTo>
                    <a:pt x="9023" y="6345"/>
                  </a:lnTo>
                  <a:lnTo>
                    <a:pt x="8281" y="7005"/>
                  </a:lnTo>
                  <a:lnTo>
                    <a:pt x="7581" y="7705"/>
                  </a:lnTo>
                  <a:lnTo>
                    <a:pt x="6880" y="8405"/>
                  </a:lnTo>
                  <a:lnTo>
                    <a:pt x="6221" y="9106"/>
                  </a:lnTo>
                  <a:lnTo>
                    <a:pt x="5603" y="9847"/>
                  </a:lnTo>
                  <a:lnTo>
                    <a:pt x="4985" y="10589"/>
                  </a:lnTo>
                  <a:lnTo>
                    <a:pt x="4409" y="11330"/>
                  </a:lnTo>
                  <a:lnTo>
                    <a:pt x="3873" y="12072"/>
                  </a:lnTo>
                  <a:lnTo>
                    <a:pt x="3379" y="12813"/>
                  </a:lnTo>
                  <a:lnTo>
                    <a:pt x="2925" y="13596"/>
                  </a:lnTo>
                  <a:lnTo>
                    <a:pt x="2472" y="14338"/>
                  </a:lnTo>
                  <a:lnTo>
                    <a:pt x="2060" y="15121"/>
                  </a:lnTo>
                  <a:lnTo>
                    <a:pt x="1731" y="15862"/>
                  </a:lnTo>
                  <a:lnTo>
                    <a:pt x="1360" y="16645"/>
                  </a:lnTo>
                  <a:lnTo>
                    <a:pt x="1071" y="17386"/>
                  </a:lnTo>
                  <a:lnTo>
                    <a:pt x="824" y="18128"/>
                  </a:lnTo>
                  <a:lnTo>
                    <a:pt x="577" y="18870"/>
                  </a:lnTo>
                  <a:lnTo>
                    <a:pt x="412" y="19611"/>
                  </a:lnTo>
                  <a:lnTo>
                    <a:pt x="248" y="20353"/>
                  </a:lnTo>
                  <a:lnTo>
                    <a:pt x="124" y="21094"/>
                  </a:lnTo>
                  <a:lnTo>
                    <a:pt x="42" y="21795"/>
                  </a:lnTo>
                  <a:lnTo>
                    <a:pt x="0" y="22495"/>
                  </a:lnTo>
                  <a:lnTo>
                    <a:pt x="0" y="23154"/>
                  </a:lnTo>
                  <a:lnTo>
                    <a:pt x="42" y="23855"/>
                  </a:lnTo>
                  <a:lnTo>
                    <a:pt x="124" y="24473"/>
                  </a:lnTo>
                  <a:lnTo>
                    <a:pt x="206" y="25132"/>
                  </a:lnTo>
                  <a:lnTo>
                    <a:pt x="371" y="25750"/>
                  </a:lnTo>
                  <a:lnTo>
                    <a:pt x="577" y="26326"/>
                  </a:lnTo>
                  <a:lnTo>
                    <a:pt x="824" y="26903"/>
                  </a:lnTo>
                  <a:lnTo>
                    <a:pt x="1071" y="27439"/>
                  </a:lnTo>
                  <a:lnTo>
                    <a:pt x="1401" y="27974"/>
                  </a:lnTo>
                  <a:lnTo>
                    <a:pt x="1731" y="28469"/>
                  </a:lnTo>
                  <a:lnTo>
                    <a:pt x="2143" y="28922"/>
                  </a:lnTo>
                  <a:lnTo>
                    <a:pt x="2596" y="29375"/>
                  </a:lnTo>
                  <a:lnTo>
                    <a:pt x="3049" y="29787"/>
                  </a:lnTo>
                  <a:lnTo>
                    <a:pt x="3543" y="30117"/>
                  </a:lnTo>
                  <a:lnTo>
                    <a:pt x="4079" y="30446"/>
                  </a:lnTo>
                  <a:lnTo>
                    <a:pt x="4615" y="30735"/>
                  </a:lnTo>
                  <a:lnTo>
                    <a:pt x="5191" y="30941"/>
                  </a:lnTo>
                  <a:lnTo>
                    <a:pt x="5809" y="31147"/>
                  </a:lnTo>
                  <a:lnTo>
                    <a:pt x="6427" y="31311"/>
                  </a:lnTo>
                  <a:lnTo>
                    <a:pt x="7045" y="31435"/>
                  </a:lnTo>
                  <a:lnTo>
                    <a:pt x="7746" y="31559"/>
                  </a:lnTo>
                  <a:lnTo>
                    <a:pt x="8405" y="31600"/>
                  </a:lnTo>
                  <a:lnTo>
                    <a:pt x="9805" y="31600"/>
                  </a:lnTo>
                  <a:lnTo>
                    <a:pt x="10547" y="31517"/>
                  </a:lnTo>
                  <a:lnTo>
                    <a:pt x="11289" y="31435"/>
                  </a:lnTo>
                  <a:lnTo>
                    <a:pt x="12030" y="31311"/>
                  </a:lnTo>
                  <a:lnTo>
                    <a:pt x="12813" y="31147"/>
                  </a:lnTo>
                  <a:lnTo>
                    <a:pt x="13596" y="30941"/>
                  </a:lnTo>
                  <a:lnTo>
                    <a:pt x="14378" y="30693"/>
                  </a:lnTo>
                  <a:lnTo>
                    <a:pt x="15161" y="30405"/>
                  </a:lnTo>
                  <a:lnTo>
                    <a:pt x="15944" y="30117"/>
                  </a:lnTo>
                  <a:lnTo>
                    <a:pt x="16727" y="29787"/>
                  </a:lnTo>
                  <a:lnTo>
                    <a:pt x="17510" y="29416"/>
                  </a:lnTo>
                  <a:lnTo>
                    <a:pt x="18333" y="29004"/>
                  </a:lnTo>
                  <a:lnTo>
                    <a:pt x="19116" y="28551"/>
                  </a:lnTo>
                  <a:lnTo>
                    <a:pt x="19899" y="28098"/>
                  </a:lnTo>
                  <a:lnTo>
                    <a:pt x="20682" y="27562"/>
                  </a:lnTo>
                  <a:lnTo>
                    <a:pt x="21465" y="27027"/>
                  </a:lnTo>
                  <a:lnTo>
                    <a:pt x="22247" y="26491"/>
                  </a:lnTo>
                  <a:lnTo>
                    <a:pt x="22989" y="25873"/>
                  </a:lnTo>
                  <a:lnTo>
                    <a:pt x="23772" y="25255"/>
                  </a:lnTo>
                  <a:lnTo>
                    <a:pt x="24513" y="24555"/>
                  </a:lnTo>
                  <a:lnTo>
                    <a:pt x="25214" y="23896"/>
                  </a:lnTo>
                  <a:lnTo>
                    <a:pt x="25914" y="23195"/>
                  </a:lnTo>
                  <a:lnTo>
                    <a:pt x="26573" y="22454"/>
                  </a:lnTo>
                  <a:lnTo>
                    <a:pt x="27191" y="21753"/>
                  </a:lnTo>
                  <a:lnTo>
                    <a:pt x="27809" y="21012"/>
                  </a:lnTo>
                  <a:lnTo>
                    <a:pt x="28386" y="20270"/>
                  </a:lnTo>
                  <a:lnTo>
                    <a:pt x="28921" y="19529"/>
                  </a:lnTo>
                  <a:lnTo>
                    <a:pt x="29416" y="18746"/>
                  </a:lnTo>
                  <a:lnTo>
                    <a:pt x="29869" y="18004"/>
                  </a:lnTo>
                  <a:lnTo>
                    <a:pt x="30322" y="17263"/>
                  </a:lnTo>
                  <a:lnTo>
                    <a:pt x="30693" y="16480"/>
                  </a:lnTo>
                  <a:lnTo>
                    <a:pt x="31064" y="15739"/>
                  </a:lnTo>
                  <a:lnTo>
                    <a:pt x="31393" y="14956"/>
                  </a:lnTo>
                  <a:lnTo>
                    <a:pt x="31723" y="14214"/>
                  </a:lnTo>
                  <a:lnTo>
                    <a:pt x="31970" y="13431"/>
                  </a:lnTo>
                  <a:lnTo>
                    <a:pt x="32176" y="12690"/>
                  </a:lnTo>
                  <a:lnTo>
                    <a:pt x="32382" y="11948"/>
                  </a:lnTo>
                  <a:lnTo>
                    <a:pt x="32547" y="11248"/>
                  </a:lnTo>
                  <a:lnTo>
                    <a:pt x="32670" y="10506"/>
                  </a:lnTo>
                  <a:lnTo>
                    <a:pt x="32753" y="9806"/>
                  </a:lnTo>
                  <a:lnTo>
                    <a:pt x="32794" y="9106"/>
                  </a:lnTo>
                  <a:lnTo>
                    <a:pt x="32794" y="8405"/>
                  </a:lnTo>
                  <a:lnTo>
                    <a:pt x="32753" y="7746"/>
                  </a:lnTo>
                  <a:lnTo>
                    <a:pt x="32670" y="7087"/>
                  </a:lnTo>
                  <a:lnTo>
                    <a:pt x="32547" y="6469"/>
                  </a:lnTo>
                  <a:lnTo>
                    <a:pt x="32423" y="5851"/>
                  </a:lnTo>
                  <a:lnTo>
                    <a:pt x="32217" y="5233"/>
                  </a:lnTo>
                  <a:lnTo>
                    <a:pt x="31970" y="4697"/>
                  </a:lnTo>
                  <a:lnTo>
                    <a:pt x="31723" y="4121"/>
                  </a:lnTo>
                  <a:lnTo>
                    <a:pt x="31393" y="3626"/>
                  </a:lnTo>
                  <a:lnTo>
                    <a:pt x="31022" y="3132"/>
                  </a:lnTo>
                  <a:lnTo>
                    <a:pt x="30652" y="2638"/>
                  </a:lnTo>
                  <a:lnTo>
                    <a:pt x="30199" y="2226"/>
                  </a:lnTo>
                  <a:lnTo>
                    <a:pt x="29745" y="1814"/>
                  </a:lnTo>
                  <a:lnTo>
                    <a:pt x="29251" y="1443"/>
                  </a:lnTo>
                  <a:lnTo>
                    <a:pt x="28715" y="1154"/>
                  </a:lnTo>
                  <a:lnTo>
                    <a:pt x="28180" y="866"/>
                  </a:lnTo>
                  <a:lnTo>
                    <a:pt x="27603" y="619"/>
                  </a:lnTo>
                  <a:lnTo>
                    <a:pt x="26985" y="413"/>
                  </a:lnTo>
                  <a:lnTo>
                    <a:pt x="26367" y="248"/>
                  </a:lnTo>
                  <a:lnTo>
                    <a:pt x="25708" y="124"/>
                  </a:lnTo>
                  <a:lnTo>
                    <a:pt x="25049" y="42"/>
                  </a:lnTo>
                  <a:lnTo>
                    <a:pt x="24390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9"/>
            <p:cNvSpPr/>
            <p:nvPr/>
          </p:nvSpPr>
          <p:spPr>
            <a:xfrm>
              <a:off x="5267375" y="2399150"/>
              <a:ext cx="819850" cy="790000"/>
            </a:xfrm>
            <a:custGeom>
              <a:avLst/>
              <a:gdLst/>
              <a:ahLst/>
              <a:cxnLst/>
              <a:rect l="l" t="t" r="r" b="b"/>
              <a:pathLst>
                <a:path w="32794" h="31600" fill="none" extrusionOk="0">
                  <a:moveTo>
                    <a:pt x="30652" y="2638"/>
                  </a:moveTo>
                  <a:lnTo>
                    <a:pt x="30652" y="2638"/>
                  </a:lnTo>
                  <a:lnTo>
                    <a:pt x="31022" y="3132"/>
                  </a:lnTo>
                  <a:lnTo>
                    <a:pt x="31393" y="3626"/>
                  </a:lnTo>
                  <a:lnTo>
                    <a:pt x="31723" y="4121"/>
                  </a:lnTo>
                  <a:lnTo>
                    <a:pt x="31970" y="4697"/>
                  </a:lnTo>
                  <a:lnTo>
                    <a:pt x="32217" y="5233"/>
                  </a:lnTo>
                  <a:lnTo>
                    <a:pt x="32423" y="5851"/>
                  </a:lnTo>
                  <a:lnTo>
                    <a:pt x="32547" y="6469"/>
                  </a:lnTo>
                  <a:lnTo>
                    <a:pt x="32670" y="7087"/>
                  </a:lnTo>
                  <a:lnTo>
                    <a:pt x="32753" y="7746"/>
                  </a:lnTo>
                  <a:lnTo>
                    <a:pt x="32794" y="8405"/>
                  </a:lnTo>
                  <a:lnTo>
                    <a:pt x="32794" y="9106"/>
                  </a:lnTo>
                  <a:lnTo>
                    <a:pt x="32753" y="9806"/>
                  </a:lnTo>
                  <a:lnTo>
                    <a:pt x="32670" y="10506"/>
                  </a:lnTo>
                  <a:lnTo>
                    <a:pt x="32547" y="11248"/>
                  </a:lnTo>
                  <a:lnTo>
                    <a:pt x="32382" y="11948"/>
                  </a:lnTo>
                  <a:lnTo>
                    <a:pt x="32176" y="12690"/>
                  </a:lnTo>
                  <a:lnTo>
                    <a:pt x="31970" y="13431"/>
                  </a:lnTo>
                  <a:lnTo>
                    <a:pt x="31723" y="14214"/>
                  </a:lnTo>
                  <a:lnTo>
                    <a:pt x="31393" y="14956"/>
                  </a:lnTo>
                  <a:lnTo>
                    <a:pt x="31064" y="15739"/>
                  </a:lnTo>
                  <a:lnTo>
                    <a:pt x="30693" y="16480"/>
                  </a:lnTo>
                  <a:lnTo>
                    <a:pt x="30322" y="17263"/>
                  </a:lnTo>
                  <a:lnTo>
                    <a:pt x="29869" y="18004"/>
                  </a:lnTo>
                  <a:lnTo>
                    <a:pt x="29416" y="18746"/>
                  </a:lnTo>
                  <a:lnTo>
                    <a:pt x="28921" y="19529"/>
                  </a:lnTo>
                  <a:lnTo>
                    <a:pt x="28386" y="20270"/>
                  </a:lnTo>
                  <a:lnTo>
                    <a:pt x="27809" y="21012"/>
                  </a:lnTo>
                  <a:lnTo>
                    <a:pt x="27191" y="21753"/>
                  </a:lnTo>
                  <a:lnTo>
                    <a:pt x="26573" y="22454"/>
                  </a:lnTo>
                  <a:lnTo>
                    <a:pt x="25914" y="23195"/>
                  </a:lnTo>
                  <a:lnTo>
                    <a:pt x="25214" y="23896"/>
                  </a:lnTo>
                  <a:lnTo>
                    <a:pt x="24513" y="24555"/>
                  </a:lnTo>
                  <a:lnTo>
                    <a:pt x="24513" y="24555"/>
                  </a:lnTo>
                  <a:lnTo>
                    <a:pt x="23772" y="25255"/>
                  </a:lnTo>
                  <a:lnTo>
                    <a:pt x="22989" y="25873"/>
                  </a:lnTo>
                  <a:lnTo>
                    <a:pt x="22247" y="26491"/>
                  </a:lnTo>
                  <a:lnTo>
                    <a:pt x="21465" y="27027"/>
                  </a:lnTo>
                  <a:lnTo>
                    <a:pt x="20682" y="27562"/>
                  </a:lnTo>
                  <a:lnTo>
                    <a:pt x="19899" y="28098"/>
                  </a:lnTo>
                  <a:lnTo>
                    <a:pt x="19116" y="28551"/>
                  </a:lnTo>
                  <a:lnTo>
                    <a:pt x="18333" y="29004"/>
                  </a:lnTo>
                  <a:lnTo>
                    <a:pt x="17510" y="29416"/>
                  </a:lnTo>
                  <a:lnTo>
                    <a:pt x="16727" y="29787"/>
                  </a:lnTo>
                  <a:lnTo>
                    <a:pt x="15944" y="30117"/>
                  </a:lnTo>
                  <a:lnTo>
                    <a:pt x="15161" y="30405"/>
                  </a:lnTo>
                  <a:lnTo>
                    <a:pt x="14378" y="30693"/>
                  </a:lnTo>
                  <a:lnTo>
                    <a:pt x="13596" y="30941"/>
                  </a:lnTo>
                  <a:lnTo>
                    <a:pt x="12813" y="31147"/>
                  </a:lnTo>
                  <a:lnTo>
                    <a:pt x="12030" y="31311"/>
                  </a:lnTo>
                  <a:lnTo>
                    <a:pt x="11289" y="31435"/>
                  </a:lnTo>
                  <a:lnTo>
                    <a:pt x="10547" y="31517"/>
                  </a:lnTo>
                  <a:lnTo>
                    <a:pt x="9805" y="31600"/>
                  </a:lnTo>
                  <a:lnTo>
                    <a:pt x="9105" y="31600"/>
                  </a:lnTo>
                  <a:lnTo>
                    <a:pt x="8405" y="31600"/>
                  </a:lnTo>
                  <a:lnTo>
                    <a:pt x="7746" y="31559"/>
                  </a:lnTo>
                  <a:lnTo>
                    <a:pt x="7045" y="31435"/>
                  </a:lnTo>
                  <a:lnTo>
                    <a:pt x="6427" y="31311"/>
                  </a:lnTo>
                  <a:lnTo>
                    <a:pt x="5809" y="31147"/>
                  </a:lnTo>
                  <a:lnTo>
                    <a:pt x="5191" y="30941"/>
                  </a:lnTo>
                  <a:lnTo>
                    <a:pt x="4615" y="30735"/>
                  </a:lnTo>
                  <a:lnTo>
                    <a:pt x="4079" y="30446"/>
                  </a:lnTo>
                  <a:lnTo>
                    <a:pt x="3543" y="30117"/>
                  </a:lnTo>
                  <a:lnTo>
                    <a:pt x="3049" y="29787"/>
                  </a:lnTo>
                  <a:lnTo>
                    <a:pt x="2596" y="29375"/>
                  </a:lnTo>
                  <a:lnTo>
                    <a:pt x="2143" y="28922"/>
                  </a:lnTo>
                  <a:lnTo>
                    <a:pt x="2143" y="28922"/>
                  </a:lnTo>
                  <a:lnTo>
                    <a:pt x="1731" y="28469"/>
                  </a:lnTo>
                  <a:lnTo>
                    <a:pt x="1401" y="27974"/>
                  </a:lnTo>
                  <a:lnTo>
                    <a:pt x="1071" y="27439"/>
                  </a:lnTo>
                  <a:lnTo>
                    <a:pt x="824" y="26903"/>
                  </a:lnTo>
                  <a:lnTo>
                    <a:pt x="577" y="26326"/>
                  </a:lnTo>
                  <a:lnTo>
                    <a:pt x="371" y="25750"/>
                  </a:lnTo>
                  <a:lnTo>
                    <a:pt x="206" y="25132"/>
                  </a:lnTo>
                  <a:lnTo>
                    <a:pt x="124" y="24473"/>
                  </a:lnTo>
                  <a:lnTo>
                    <a:pt x="42" y="23855"/>
                  </a:lnTo>
                  <a:lnTo>
                    <a:pt x="0" y="23154"/>
                  </a:lnTo>
                  <a:lnTo>
                    <a:pt x="0" y="22495"/>
                  </a:lnTo>
                  <a:lnTo>
                    <a:pt x="42" y="21795"/>
                  </a:lnTo>
                  <a:lnTo>
                    <a:pt x="124" y="21094"/>
                  </a:lnTo>
                  <a:lnTo>
                    <a:pt x="248" y="20353"/>
                  </a:lnTo>
                  <a:lnTo>
                    <a:pt x="412" y="19611"/>
                  </a:lnTo>
                  <a:lnTo>
                    <a:pt x="577" y="18870"/>
                  </a:lnTo>
                  <a:lnTo>
                    <a:pt x="824" y="18128"/>
                  </a:lnTo>
                  <a:lnTo>
                    <a:pt x="1071" y="17386"/>
                  </a:lnTo>
                  <a:lnTo>
                    <a:pt x="1360" y="16645"/>
                  </a:lnTo>
                  <a:lnTo>
                    <a:pt x="1731" y="15862"/>
                  </a:lnTo>
                  <a:lnTo>
                    <a:pt x="2060" y="15121"/>
                  </a:lnTo>
                  <a:lnTo>
                    <a:pt x="2472" y="14338"/>
                  </a:lnTo>
                  <a:lnTo>
                    <a:pt x="2925" y="13596"/>
                  </a:lnTo>
                  <a:lnTo>
                    <a:pt x="3379" y="12813"/>
                  </a:lnTo>
                  <a:lnTo>
                    <a:pt x="3873" y="12072"/>
                  </a:lnTo>
                  <a:lnTo>
                    <a:pt x="4409" y="11330"/>
                  </a:lnTo>
                  <a:lnTo>
                    <a:pt x="4985" y="10589"/>
                  </a:lnTo>
                  <a:lnTo>
                    <a:pt x="5603" y="9847"/>
                  </a:lnTo>
                  <a:lnTo>
                    <a:pt x="6221" y="9106"/>
                  </a:lnTo>
                  <a:lnTo>
                    <a:pt x="6880" y="8405"/>
                  </a:lnTo>
                  <a:lnTo>
                    <a:pt x="7581" y="7705"/>
                  </a:lnTo>
                  <a:lnTo>
                    <a:pt x="8281" y="7005"/>
                  </a:lnTo>
                  <a:lnTo>
                    <a:pt x="8281" y="7005"/>
                  </a:lnTo>
                  <a:lnTo>
                    <a:pt x="9023" y="6345"/>
                  </a:lnTo>
                  <a:lnTo>
                    <a:pt x="9805" y="5727"/>
                  </a:lnTo>
                  <a:lnTo>
                    <a:pt x="10547" y="5109"/>
                  </a:lnTo>
                  <a:lnTo>
                    <a:pt x="11330" y="4533"/>
                  </a:lnTo>
                  <a:lnTo>
                    <a:pt x="12113" y="3997"/>
                  </a:lnTo>
                  <a:lnTo>
                    <a:pt x="12895" y="3503"/>
                  </a:lnTo>
                  <a:lnTo>
                    <a:pt x="13678" y="3008"/>
                  </a:lnTo>
                  <a:lnTo>
                    <a:pt x="14461" y="2596"/>
                  </a:lnTo>
                  <a:lnTo>
                    <a:pt x="15285" y="2184"/>
                  </a:lnTo>
                  <a:lnTo>
                    <a:pt x="16068" y="1814"/>
                  </a:lnTo>
                  <a:lnTo>
                    <a:pt x="16850" y="1484"/>
                  </a:lnTo>
                  <a:lnTo>
                    <a:pt x="17633" y="1154"/>
                  </a:lnTo>
                  <a:lnTo>
                    <a:pt x="18416" y="907"/>
                  </a:lnTo>
                  <a:lnTo>
                    <a:pt x="19199" y="660"/>
                  </a:lnTo>
                  <a:lnTo>
                    <a:pt x="19981" y="454"/>
                  </a:lnTo>
                  <a:lnTo>
                    <a:pt x="20723" y="289"/>
                  </a:lnTo>
                  <a:lnTo>
                    <a:pt x="21506" y="166"/>
                  </a:lnTo>
                  <a:lnTo>
                    <a:pt x="22247" y="83"/>
                  </a:lnTo>
                  <a:lnTo>
                    <a:pt x="22948" y="1"/>
                  </a:lnTo>
                  <a:lnTo>
                    <a:pt x="23689" y="1"/>
                  </a:lnTo>
                  <a:lnTo>
                    <a:pt x="24390" y="1"/>
                  </a:lnTo>
                  <a:lnTo>
                    <a:pt x="25049" y="42"/>
                  </a:lnTo>
                  <a:lnTo>
                    <a:pt x="25708" y="124"/>
                  </a:lnTo>
                  <a:lnTo>
                    <a:pt x="26367" y="248"/>
                  </a:lnTo>
                  <a:lnTo>
                    <a:pt x="26985" y="413"/>
                  </a:lnTo>
                  <a:lnTo>
                    <a:pt x="27603" y="619"/>
                  </a:lnTo>
                  <a:lnTo>
                    <a:pt x="28180" y="866"/>
                  </a:lnTo>
                  <a:lnTo>
                    <a:pt x="28715" y="1154"/>
                  </a:lnTo>
                  <a:lnTo>
                    <a:pt x="29251" y="1443"/>
                  </a:lnTo>
                  <a:lnTo>
                    <a:pt x="29745" y="1814"/>
                  </a:lnTo>
                  <a:lnTo>
                    <a:pt x="30199" y="2226"/>
                  </a:lnTo>
                  <a:lnTo>
                    <a:pt x="30652" y="263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extrusionOk="0">
                  <a:moveTo>
                    <a:pt x="54670" y="1"/>
                  </a:moveTo>
                  <a:lnTo>
                    <a:pt x="54176" y="125"/>
                  </a:lnTo>
                  <a:lnTo>
                    <a:pt x="53640" y="372"/>
                  </a:lnTo>
                  <a:lnTo>
                    <a:pt x="52651" y="907"/>
                  </a:lnTo>
                  <a:lnTo>
                    <a:pt x="51663" y="1484"/>
                  </a:lnTo>
                  <a:lnTo>
                    <a:pt x="50633" y="2143"/>
                  </a:lnTo>
                  <a:lnTo>
                    <a:pt x="49603" y="2844"/>
                  </a:lnTo>
                  <a:lnTo>
                    <a:pt x="48532" y="3544"/>
                  </a:lnTo>
                  <a:lnTo>
                    <a:pt x="47502" y="4327"/>
                  </a:lnTo>
                  <a:lnTo>
                    <a:pt x="45318" y="6016"/>
                  </a:lnTo>
                  <a:lnTo>
                    <a:pt x="43135" y="7829"/>
                  </a:lnTo>
                  <a:lnTo>
                    <a:pt x="40910" y="9765"/>
                  </a:lnTo>
                  <a:lnTo>
                    <a:pt x="38685" y="11866"/>
                  </a:lnTo>
                  <a:lnTo>
                    <a:pt x="36419" y="14008"/>
                  </a:lnTo>
                  <a:lnTo>
                    <a:pt x="34154" y="16274"/>
                  </a:lnTo>
                  <a:lnTo>
                    <a:pt x="31929" y="18622"/>
                  </a:lnTo>
                  <a:lnTo>
                    <a:pt x="29663" y="21012"/>
                  </a:lnTo>
                  <a:lnTo>
                    <a:pt x="27438" y="23443"/>
                  </a:lnTo>
                  <a:lnTo>
                    <a:pt x="25255" y="25873"/>
                  </a:lnTo>
                  <a:lnTo>
                    <a:pt x="23112" y="28345"/>
                  </a:lnTo>
                  <a:lnTo>
                    <a:pt x="21011" y="30817"/>
                  </a:lnTo>
                  <a:lnTo>
                    <a:pt x="18951" y="33248"/>
                  </a:lnTo>
                  <a:lnTo>
                    <a:pt x="16974" y="35678"/>
                  </a:lnTo>
                  <a:lnTo>
                    <a:pt x="15038" y="38068"/>
                  </a:lnTo>
                  <a:lnTo>
                    <a:pt x="11453" y="42600"/>
                  </a:lnTo>
                  <a:lnTo>
                    <a:pt x="8199" y="46761"/>
                  </a:lnTo>
                  <a:lnTo>
                    <a:pt x="5438" y="50427"/>
                  </a:lnTo>
                  <a:lnTo>
                    <a:pt x="3131" y="53517"/>
                  </a:lnTo>
                  <a:lnTo>
                    <a:pt x="1442" y="55824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fill="none" extrusionOk="0">
                  <a:moveTo>
                    <a:pt x="0" y="57843"/>
                  </a:moveTo>
                  <a:lnTo>
                    <a:pt x="0" y="57843"/>
                  </a:lnTo>
                  <a:lnTo>
                    <a:pt x="1442" y="55824"/>
                  </a:lnTo>
                  <a:lnTo>
                    <a:pt x="3131" y="53517"/>
                  </a:lnTo>
                  <a:lnTo>
                    <a:pt x="5438" y="50427"/>
                  </a:lnTo>
                  <a:lnTo>
                    <a:pt x="8199" y="46761"/>
                  </a:lnTo>
                  <a:lnTo>
                    <a:pt x="11453" y="42600"/>
                  </a:lnTo>
                  <a:lnTo>
                    <a:pt x="15038" y="38068"/>
                  </a:lnTo>
                  <a:lnTo>
                    <a:pt x="16974" y="35678"/>
                  </a:lnTo>
                  <a:lnTo>
                    <a:pt x="18951" y="33248"/>
                  </a:lnTo>
                  <a:lnTo>
                    <a:pt x="21011" y="30817"/>
                  </a:lnTo>
                  <a:lnTo>
                    <a:pt x="23112" y="28345"/>
                  </a:lnTo>
                  <a:lnTo>
                    <a:pt x="25255" y="25873"/>
                  </a:lnTo>
                  <a:lnTo>
                    <a:pt x="27438" y="23443"/>
                  </a:lnTo>
                  <a:lnTo>
                    <a:pt x="29663" y="21012"/>
                  </a:lnTo>
                  <a:lnTo>
                    <a:pt x="31929" y="18622"/>
                  </a:lnTo>
                  <a:lnTo>
                    <a:pt x="34154" y="16274"/>
                  </a:lnTo>
                  <a:lnTo>
                    <a:pt x="36419" y="14008"/>
                  </a:lnTo>
                  <a:lnTo>
                    <a:pt x="38685" y="11866"/>
                  </a:lnTo>
                  <a:lnTo>
                    <a:pt x="40910" y="9765"/>
                  </a:lnTo>
                  <a:lnTo>
                    <a:pt x="43135" y="7829"/>
                  </a:lnTo>
                  <a:lnTo>
                    <a:pt x="45318" y="6016"/>
                  </a:lnTo>
                  <a:lnTo>
                    <a:pt x="47502" y="4327"/>
                  </a:lnTo>
                  <a:lnTo>
                    <a:pt x="48532" y="3544"/>
                  </a:lnTo>
                  <a:lnTo>
                    <a:pt x="49603" y="2844"/>
                  </a:lnTo>
                  <a:lnTo>
                    <a:pt x="50633" y="2143"/>
                  </a:lnTo>
                  <a:lnTo>
                    <a:pt x="51663" y="1484"/>
                  </a:lnTo>
                  <a:lnTo>
                    <a:pt x="52651" y="907"/>
                  </a:lnTo>
                  <a:lnTo>
                    <a:pt x="53640" y="372"/>
                  </a:lnTo>
                  <a:lnTo>
                    <a:pt x="53640" y="372"/>
                  </a:lnTo>
                  <a:lnTo>
                    <a:pt x="54176" y="125"/>
                  </a:lnTo>
                  <a:lnTo>
                    <a:pt x="54670" y="1"/>
                  </a:lnTo>
                  <a:lnTo>
                    <a:pt x="55165" y="1"/>
                  </a:lnTo>
                  <a:lnTo>
                    <a:pt x="55659" y="42"/>
                  </a:lnTo>
                  <a:lnTo>
                    <a:pt x="56112" y="166"/>
                  </a:lnTo>
                  <a:lnTo>
                    <a:pt x="56524" y="372"/>
                  </a:lnTo>
                  <a:lnTo>
                    <a:pt x="56936" y="619"/>
                  </a:lnTo>
                  <a:lnTo>
                    <a:pt x="57266" y="949"/>
                  </a:lnTo>
                  <a:lnTo>
                    <a:pt x="57595" y="1319"/>
                  </a:lnTo>
                  <a:lnTo>
                    <a:pt x="57842" y="1690"/>
                  </a:lnTo>
                  <a:lnTo>
                    <a:pt x="58007" y="2143"/>
                  </a:lnTo>
                  <a:lnTo>
                    <a:pt x="58131" y="2596"/>
                  </a:lnTo>
                  <a:lnTo>
                    <a:pt x="58172" y="3091"/>
                  </a:lnTo>
                  <a:lnTo>
                    <a:pt x="58131" y="3585"/>
                  </a:lnTo>
                  <a:lnTo>
                    <a:pt x="58007" y="4080"/>
                  </a:lnTo>
                  <a:lnTo>
                    <a:pt x="57760" y="4574"/>
                  </a:lnTo>
                  <a:lnTo>
                    <a:pt x="57760" y="4574"/>
                  </a:lnTo>
                  <a:lnTo>
                    <a:pt x="56812" y="6222"/>
                  </a:lnTo>
                  <a:lnTo>
                    <a:pt x="55659" y="8035"/>
                  </a:lnTo>
                  <a:lnTo>
                    <a:pt x="54217" y="10053"/>
                  </a:lnTo>
                  <a:lnTo>
                    <a:pt x="52528" y="12319"/>
                  </a:lnTo>
                  <a:lnTo>
                    <a:pt x="50550" y="14832"/>
                  </a:lnTo>
                  <a:lnTo>
                    <a:pt x="49397" y="16151"/>
                  </a:lnTo>
                  <a:lnTo>
                    <a:pt x="48202" y="17551"/>
                  </a:lnTo>
                  <a:lnTo>
                    <a:pt x="46925" y="18993"/>
                  </a:lnTo>
                  <a:lnTo>
                    <a:pt x="45524" y="20518"/>
                  </a:lnTo>
                  <a:lnTo>
                    <a:pt x="44041" y="22124"/>
                  </a:lnTo>
                  <a:lnTo>
                    <a:pt x="42476" y="23772"/>
                  </a:lnTo>
                  <a:lnTo>
                    <a:pt x="40828" y="25503"/>
                  </a:lnTo>
                  <a:lnTo>
                    <a:pt x="39056" y="27274"/>
                  </a:lnTo>
                  <a:lnTo>
                    <a:pt x="37161" y="29128"/>
                  </a:lnTo>
                  <a:lnTo>
                    <a:pt x="35183" y="31064"/>
                  </a:lnTo>
                  <a:lnTo>
                    <a:pt x="33082" y="33042"/>
                  </a:lnTo>
                  <a:lnTo>
                    <a:pt x="30858" y="35102"/>
                  </a:lnTo>
                  <a:lnTo>
                    <a:pt x="28551" y="37244"/>
                  </a:lnTo>
                  <a:lnTo>
                    <a:pt x="26079" y="39469"/>
                  </a:lnTo>
                  <a:lnTo>
                    <a:pt x="23524" y="41735"/>
                  </a:lnTo>
                  <a:lnTo>
                    <a:pt x="20805" y="44124"/>
                  </a:lnTo>
                  <a:lnTo>
                    <a:pt x="18004" y="46555"/>
                  </a:lnTo>
                  <a:lnTo>
                    <a:pt x="15038" y="49068"/>
                  </a:lnTo>
                  <a:lnTo>
                    <a:pt x="11907" y="51663"/>
                  </a:lnTo>
                  <a:lnTo>
                    <a:pt x="8693" y="54341"/>
                  </a:lnTo>
                  <a:lnTo>
                    <a:pt x="5315" y="57060"/>
                  </a:lnTo>
                  <a:lnTo>
                    <a:pt x="1772" y="59903"/>
                  </a:lnTo>
                  <a:lnTo>
                    <a:pt x="0" y="5784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extrusionOk="0">
                  <a:moveTo>
                    <a:pt x="54670" y="1"/>
                  </a:moveTo>
                  <a:lnTo>
                    <a:pt x="54176" y="125"/>
                  </a:lnTo>
                  <a:lnTo>
                    <a:pt x="53640" y="372"/>
                  </a:lnTo>
                  <a:lnTo>
                    <a:pt x="52816" y="825"/>
                  </a:lnTo>
                  <a:lnTo>
                    <a:pt x="51910" y="1319"/>
                  </a:lnTo>
                  <a:lnTo>
                    <a:pt x="50138" y="2473"/>
                  </a:lnTo>
                  <a:lnTo>
                    <a:pt x="48326" y="3709"/>
                  </a:lnTo>
                  <a:lnTo>
                    <a:pt x="46472" y="5110"/>
                  </a:lnTo>
                  <a:lnTo>
                    <a:pt x="46637" y="5522"/>
                  </a:lnTo>
                  <a:lnTo>
                    <a:pt x="46801" y="5975"/>
                  </a:lnTo>
                  <a:lnTo>
                    <a:pt x="46843" y="6469"/>
                  </a:lnTo>
                  <a:lnTo>
                    <a:pt x="46884" y="6922"/>
                  </a:lnTo>
                  <a:lnTo>
                    <a:pt x="46801" y="7417"/>
                  </a:lnTo>
                  <a:lnTo>
                    <a:pt x="46678" y="7911"/>
                  </a:lnTo>
                  <a:lnTo>
                    <a:pt x="46472" y="8405"/>
                  </a:lnTo>
                  <a:lnTo>
                    <a:pt x="46183" y="8859"/>
                  </a:lnTo>
                  <a:lnTo>
                    <a:pt x="43505" y="12814"/>
                  </a:lnTo>
                  <a:lnTo>
                    <a:pt x="42146" y="14750"/>
                  </a:lnTo>
                  <a:lnTo>
                    <a:pt x="40704" y="16686"/>
                  </a:lnTo>
                  <a:lnTo>
                    <a:pt x="39262" y="18581"/>
                  </a:lnTo>
                  <a:lnTo>
                    <a:pt x="37779" y="20435"/>
                  </a:lnTo>
                  <a:lnTo>
                    <a:pt x="36255" y="22248"/>
                  </a:lnTo>
                  <a:lnTo>
                    <a:pt x="34607" y="24019"/>
                  </a:lnTo>
                  <a:lnTo>
                    <a:pt x="33000" y="25791"/>
                  </a:lnTo>
                  <a:lnTo>
                    <a:pt x="31434" y="27562"/>
                  </a:lnTo>
                  <a:lnTo>
                    <a:pt x="28345" y="31147"/>
                  </a:lnTo>
                  <a:lnTo>
                    <a:pt x="26779" y="32918"/>
                  </a:lnTo>
                  <a:lnTo>
                    <a:pt x="25214" y="34690"/>
                  </a:lnTo>
                  <a:lnTo>
                    <a:pt x="23607" y="36461"/>
                  </a:lnTo>
                  <a:lnTo>
                    <a:pt x="21959" y="38192"/>
                  </a:lnTo>
                  <a:lnTo>
                    <a:pt x="20352" y="39839"/>
                  </a:lnTo>
                  <a:lnTo>
                    <a:pt x="18663" y="41446"/>
                  </a:lnTo>
                  <a:lnTo>
                    <a:pt x="17015" y="43053"/>
                  </a:lnTo>
                  <a:lnTo>
                    <a:pt x="15285" y="44618"/>
                  </a:lnTo>
                  <a:lnTo>
                    <a:pt x="13513" y="46102"/>
                  </a:lnTo>
                  <a:lnTo>
                    <a:pt x="11701" y="47543"/>
                  </a:lnTo>
                  <a:lnTo>
                    <a:pt x="10753" y="48244"/>
                  </a:lnTo>
                  <a:lnTo>
                    <a:pt x="9805" y="48903"/>
                  </a:lnTo>
                  <a:lnTo>
                    <a:pt x="8858" y="49562"/>
                  </a:lnTo>
                  <a:lnTo>
                    <a:pt x="7869" y="50180"/>
                  </a:lnTo>
                  <a:lnTo>
                    <a:pt x="5933" y="51334"/>
                  </a:lnTo>
                  <a:lnTo>
                    <a:pt x="3955" y="52405"/>
                  </a:lnTo>
                  <a:lnTo>
                    <a:pt x="1030" y="56401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fill="none" extrusionOk="0">
                  <a:moveTo>
                    <a:pt x="53640" y="372"/>
                  </a:moveTo>
                  <a:lnTo>
                    <a:pt x="53640" y="372"/>
                  </a:lnTo>
                  <a:lnTo>
                    <a:pt x="52816" y="825"/>
                  </a:lnTo>
                  <a:lnTo>
                    <a:pt x="51910" y="1319"/>
                  </a:lnTo>
                  <a:lnTo>
                    <a:pt x="50138" y="2473"/>
                  </a:lnTo>
                  <a:lnTo>
                    <a:pt x="48326" y="3709"/>
                  </a:lnTo>
                  <a:lnTo>
                    <a:pt x="46472" y="5110"/>
                  </a:lnTo>
                  <a:lnTo>
                    <a:pt x="46472" y="5110"/>
                  </a:lnTo>
                  <a:lnTo>
                    <a:pt x="46637" y="5522"/>
                  </a:lnTo>
                  <a:lnTo>
                    <a:pt x="46801" y="5975"/>
                  </a:lnTo>
                  <a:lnTo>
                    <a:pt x="46843" y="6469"/>
                  </a:lnTo>
                  <a:lnTo>
                    <a:pt x="46884" y="6922"/>
                  </a:lnTo>
                  <a:lnTo>
                    <a:pt x="46801" y="7417"/>
                  </a:lnTo>
                  <a:lnTo>
                    <a:pt x="46678" y="7911"/>
                  </a:lnTo>
                  <a:lnTo>
                    <a:pt x="46472" y="8405"/>
                  </a:lnTo>
                  <a:lnTo>
                    <a:pt x="46183" y="8859"/>
                  </a:lnTo>
                  <a:lnTo>
                    <a:pt x="46183" y="8859"/>
                  </a:lnTo>
                  <a:lnTo>
                    <a:pt x="43505" y="12814"/>
                  </a:lnTo>
                  <a:lnTo>
                    <a:pt x="42146" y="14750"/>
                  </a:lnTo>
                  <a:lnTo>
                    <a:pt x="40704" y="16686"/>
                  </a:lnTo>
                  <a:lnTo>
                    <a:pt x="39262" y="18581"/>
                  </a:lnTo>
                  <a:lnTo>
                    <a:pt x="37779" y="20435"/>
                  </a:lnTo>
                  <a:lnTo>
                    <a:pt x="36255" y="22248"/>
                  </a:lnTo>
                  <a:lnTo>
                    <a:pt x="34607" y="24019"/>
                  </a:lnTo>
                  <a:lnTo>
                    <a:pt x="34607" y="24019"/>
                  </a:lnTo>
                  <a:lnTo>
                    <a:pt x="33000" y="25791"/>
                  </a:lnTo>
                  <a:lnTo>
                    <a:pt x="31434" y="27562"/>
                  </a:lnTo>
                  <a:lnTo>
                    <a:pt x="28345" y="31147"/>
                  </a:lnTo>
                  <a:lnTo>
                    <a:pt x="26779" y="32918"/>
                  </a:lnTo>
                  <a:lnTo>
                    <a:pt x="25214" y="34690"/>
                  </a:lnTo>
                  <a:lnTo>
                    <a:pt x="23607" y="36461"/>
                  </a:lnTo>
                  <a:lnTo>
                    <a:pt x="21959" y="38192"/>
                  </a:lnTo>
                  <a:lnTo>
                    <a:pt x="21959" y="38192"/>
                  </a:lnTo>
                  <a:lnTo>
                    <a:pt x="20352" y="39839"/>
                  </a:lnTo>
                  <a:lnTo>
                    <a:pt x="18663" y="41446"/>
                  </a:lnTo>
                  <a:lnTo>
                    <a:pt x="17015" y="43053"/>
                  </a:lnTo>
                  <a:lnTo>
                    <a:pt x="15285" y="44618"/>
                  </a:lnTo>
                  <a:lnTo>
                    <a:pt x="13513" y="46102"/>
                  </a:lnTo>
                  <a:lnTo>
                    <a:pt x="11701" y="47543"/>
                  </a:lnTo>
                  <a:lnTo>
                    <a:pt x="10753" y="48244"/>
                  </a:lnTo>
                  <a:lnTo>
                    <a:pt x="9805" y="48903"/>
                  </a:lnTo>
                  <a:lnTo>
                    <a:pt x="8858" y="49562"/>
                  </a:lnTo>
                  <a:lnTo>
                    <a:pt x="7869" y="50180"/>
                  </a:lnTo>
                  <a:lnTo>
                    <a:pt x="7869" y="50180"/>
                  </a:lnTo>
                  <a:lnTo>
                    <a:pt x="5933" y="51334"/>
                  </a:lnTo>
                  <a:lnTo>
                    <a:pt x="3955" y="52405"/>
                  </a:lnTo>
                  <a:lnTo>
                    <a:pt x="3955" y="52405"/>
                  </a:lnTo>
                  <a:lnTo>
                    <a:pt x="1030" y="56401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lnTo>
                    <a:pt x="54670" y="1"/>
                  </a:lnTo>
                  <a:lnTo>
                    <a:pt x="54176" y="125"/>
                  </a:lnTo>
                  <a:lnTo>
                    <a:pt x="53640" y="3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9"/>
            <p:cNvSpPr/>
            <p:nvPr/>
          </p:nvSpPr>
          <p:spPr>
            <a:xfrm>
              <a:off x="5236475" y="2339425"/>
              <a:ext cx="815750" cy="782775"/>
            </a:xfrm>
            <a:custGeom>
              <a:avLst/>
              <a:gdLst/>
              <a:ahLst/>
              <a:cxnLst/>
              <a:rect l="l" t="t" r="r" b="b"/>
              <a:pathLst>
                <a:path w="32630" h="31311" extrusionOk="0">
                  <a:moveTo>
                    <a:pt x="11083" y="0"/>
                  </a:moveTo>
                  <a:lnTo>
                    <a:pt x="10506" y="83"/>
                  </a:lnTo>
                  <a:lnTo>
                    <a:pt x="9929" y="206"/>
                  </a:lnTo>
                  <a:lnTo>
                    <a:pt x="9394" y="412"/>
                  </a:lnTo>
                  <a:lnTo>
                    <a:pt x="8858" y="660"/>
                  </a:lnTo>
                  <a:lnTo>
                    <a:pt x="8364" y="948"/>
                  </a:lnTo>
                  <a:lnTo>
                    <a:pt x="7869" y="1319"/>
                  </a:lnTo>
                  <a:lnTo>
                    <a:pt x="7457" y="1731"/>
                  </a:lnTo>
                  <a:lnTo>
                    <a:pt x="7045" y="2143"/>
                  </a:lnTo>
                  <a:lnTo>
                    <a:pt x="6716" y="2637"/>
                  </a:lnTo>
                  <a:lnTo>
                    <a:pt x="6386" y="3131"/>
                  </a:lnTo>
                  <a:lnTo>
                    <a:pt x="6098" y="3626"/>
                  </a:lnTo>
                  <a:lnTo>
                    <a:pt x="5851" y="4161"/>
                  </a:lnTo>
                  <a:lnTo>
                    <a:pt x="5645" y="4738"/>
                  </a:lnTo>
                  <a:lnTo>
                    <a:pt x="5480" y="5274"/>
                  </a:lnTo>
                  <a:lnTo>
                    <a:pt x="5315" y="5851"/>
                  </a:lnTo>
                  <a:lnTo>
                    <a:pt x="5109" y="7004"/>
                  </a:lnTo>
                  <a:lnTo>
                    <a:pt x="4903" y="8158"/>
                  </a:lnTo>
                  <a:lnTo>
                    <a:pt x="4738" y="8734"/>
                  </a:lnTo>
                  <a:lnTo>
                    <a:pt x="4573" y="9311"/>
                  </a:lnTo>
                  <a:lnTo>
                    <a:pt x="4367" y="9806"/>
                  </a:lnTo>
                  <a:lnTo>
                    <a:pt x="4079" y="10341"/>
                  </a:lnTo>
                  <a:lnTo>
                    <a:pt x="3791" y="10712"/>
                  </a:lnTo>
                  <a:lnTo>
                    <a:pt x="3461" y="11124"/>
                  </a:lnTo>
                  <a:lnTo>
                    <a:pt x="2802" y="11824"/>
                  </a:lnTo>
                  <a:lnTo>
                    <a:pt x="2143" y="12525"/>
                  </a:lnTo>
                  <a:lnTo>
                    <a:pt x="1813" y="12895"/>
                  </a:lnTo>
                  <a:lnTo>
                    <a:pt x="1566" y="13307"/>
                  </a:lnTo>
                  <a:lnTo>
                    <a:pt x="1401" y="13637"/>
                  </a:lnTo>
                  <a:lnTo>
                    <a:pt x="1236" y="14008"/>
                  </a:lnTo>
                  <a:lnTo>
                    <a:pt x="1154" y="14337"/>
                  </a:lnTo>
                  <a:lnTo>
                    <a:pt x="1030" y="14708"/>
                  </a:lnTo>
                  <a:lnTo>
                    <a:pt x="948" y="15450"/>
                  </a:lnTo>
                  <a:lnTo>
                    <a:pt x="866" y="16191"/>
                  </a:lnTo>
                  <a:lnTo>
                    <a:pt x="866" y="17716"/>
                  </a:lnTo>
                  <a:lnTo>
                    <a:pt x="866" y="18498"/>
                  </a:lnTo>
                  <a:lnTo>
                    <a:pt x="783" y="19240"/>
                  </a:lnTo>
                  <a:lnTo>
                    <a:pt x="701" y="19899"/>
                  </a:lnTo>
                  <a:lnTo>
                    <a:pt x="618" y="20517"/>
                  </a:lnTo>
                  <a:lnTo>
                    <a:pt x="330" y="21794"/>
                  </a:lnTo>
                  <a:lnTo>
                    <a:pt x="206" y="22453"/>
                  </a:lnTo>
                  <a:lnTo>
                    <a:pt x="124" y="23071"/>
                  </a:lnTo>
                  <a:lnTo>
                    <a:pt x="42" y="23730"/>
                  </a:lnTo>
                  <a:lnTo>
                    <a:pt x="0" y="24390"/>
                  </a:lnTo>
                  <a:lnTo>
                    <a:pt x="83" y="25049"/>
                  </a:lnTo>
                  <a:lnTo>
                    <a:pt x="206" y="25832"/>
                  </a:lnTo>
                  <a:lnTo>
                    <a:pt x="454" y="26656"/>
                  </a:lnTo>
                  <a:lnTo>
                    <a:pt x="783" y="27479"/>
                  </a:lnTo>
                  <a:lnTo>
                    <a:pt x="1154" y="28221"/>
                  </a:lnTo>
                  <a:lnTo>
                    <a:pt x="1401" y="28592"/>
                  </a:lnTo>
                  <a:lnTo>
                    <a:pt x="1607" y="28921"/>
                  </a:lnTo>
                  <a:lnTo>
                    <a:pt x="1854" y="29210"/>
                  </a:lnTo>
                  <a:lnTo>
                    <a:pt x="2101" y="29457"/>
                  </a:lnTo>
                  <a:lnTo>
                    <a:pt x="2390" y="29663"/>
                  </a:lnTo>
                  <a:lnTo>
                    <a:pt x="2637" y="29828"/>
                  </a:lnTo>
                  <a:lnTo>
                    <a:pt x="2802" y="29910"/>
                  </a:lnTo>
                  <a:lnTo>
                    <a:pt x="3296" y="30116"/>
                  </a:lnTo>
                  <a:lnTo>
                    <a:pt x="4120" y="30446"/>
                  </a:lnTo>
                  <a:lnTo>
                    <a:pt x="5191" y="30734"/>
                  </a:lnTo>
                  <a:lnTo>
                    <a:pt x="5809" y="30899"/>
                  </a:lnTo>
                  <a:lnTo>
                    <a:pt x="6510" y="31023"/>
                  </a:lnTo>
                  <a:lnTo>
                    <a:pt x="7251" y="31146"/>
                  </a:lnTo>
                  <a:lnTo>
                    <a:pt x="8075" y="31228"/>
                  </a:lnTo>
                  <a:lnTo>
                    <a:pt x="8899" y="31270"/>
                  </a:lnTo>
                  <a:lnTo>
                    <a:pt x="9847" y="31311"/>
                  </a:lnTo>
                  <a:lnTo>
                    <a:pt x="10794" y="31270"/>
                  </a:lnTo>
                  <a:lnTo>
                    <a:pt x="11783" y="31146"/>
                  </a:lnTo>
                  <a:lnTo>
                    <a:pt x="12813" y="30981"/>
                  </a:lnTo>
                  <a:lnTo>
                    <a:pt x="13884" y="30775"/>
                  </a:lnTo>
                  <a:lnTo>
                    <a:pt x="14996" y="30487"/>
                  </a:lnTo>
                  <a:lnTo>
                    <a:pt x="16150" y="30075"/>
                  </a:lnTo>
                  <a:lnTo>
                    <a:pt x="17304" y="29581"/>
                  </a:lnTo>
                  <a:lnTo>
                    <a:pt x="18498" y="29004"/>
                  </a:lnTo>
                  <a:lnTo>
                    <a:pt x="19734" y="28345"/>
                  </a:lnTo>
                  <a:lnTo>
                    <a:pt x="20970" y="27562"/>
                  </a:lnTo>
                  <a:lnTo>
                    <a:pt x="22206" y="26656"/>
                  </a:lnTo>
                  <a:lnTo>
                    <a:pt x="23483" y="25626"/>
                  </a:lnTo>
                  <a:lnTo>
                    <a:pt x="24760" y="24431"/>
                  </a:lnTo>
                  <a:lnTo>
                    <a:pt x="26038" y="23154"/>
                  </a:lnTo>
                  <a:lnTo>
                    <a:pt x="27356" y="21671"/>
                  </a:lnTo>
                  <a:lnTo>
                    <a:pt x="28633" y="20105"/>
                  </a:lnTo>
                  <a:lnTo>
                    <a:pt x="29292" y="19240"/>
                  </a:lnTo>
                  <a:lnTo>
                    <a:pt x="29951" y="18334"/>
                  </a:lnTo>
                  <a:lnTo>
                    <a:pt x="30569" y="17386"/>
                  </a:lnTo>
                  <a:lnTo>
                    <a:pt x="31229" y="16397"/>
                  </a:lnTo>
                  <a:lnTo>
                    <a:pt x="31682" y="15614"/>
                  </a:lnTo>
                  <a:lnTo>
                    <a:pt x="32011" y="14832"/>
                  </a:lnTo>
                  <a:lnTo>
                    <a:pt x="32300" y="14090"/>
                  </a:lnTo>
                  <a:lnTo>
                    <a:pt x="32464" y="13349"/>
                  </a:lnTo>
                  <a:lnTo>
                    <a:pt x="32588" y="12607"/>
                  </a:lnTo>
                  <a:lnTo>
                    <a:pt x="32629" y="11907"/>
                  </a:lnTo>
                  <a:lnTo>
                    <a:pt x="32629" y="11247"/>
                  </a:lnTo>
                  <a:lnTo>
                    <a:pt x="32547" y="10588"/>
                  </a:lnTo>
                  <a:lnTo>
                    <a:pt x="32464" y="9970"/>
                  </a:lnTo>
                  <a:lnTo>
                    <a:pt x="32382" y="9394"/>
                  </a:lnTo>
                  <a:lnTo>
                    <a:pt x="32094" y="8364"/>
                  </a:lnTo>
                  <a:lnTo>
                    <a:pt x="31847" y="7498"/>
                  </a:lnTo>
                  <a:lnTo>
                    <a:pt x="31682" y="6839"/>
                  </a:lnTo>
                  <a:lnTo>
                    <a:pt x="31558" y="6304"/>
                  </a:lnTo>
                  <a:lnTo>
                    <a:pt x="31311" y="5809"/>
                  </a:lnTo>
                  <a:lnTo>
                    <a:pt x="31064" y="5315"/>
                  </a:lnTo>
                  <a:lnTo>
                    <a:pt x="30734" y="4903"/>
                  </a:lnTo>
                  <a:lnTo>
                    <a:pt x="30322" y="4491"/>
                  </a:lnTo>
                  <a:lnTo>
                    <a:pt x="29910" y="4161"/>
                  </a:lnTo>
                  <a:lnTo>
                    <a:pt x="29416" y="3873"/>
                  </a:lnTo>
                  <a:lnTo>
                    <a:pt x="28921" y="3667"/>
                  </a:lnTo>
                  <a:lnTo>
                    <a:pt x="28345" y="3543"/>
                  </a:lnTo>
                  <a:lnTo>
                    <a:pt x="27768" y="3420"/>
                  </a:lnTo>
                  <a:lnTo>
                    <a:pt x="26614" y="3337"/>
                  </a:lnTo>
                  <a:lnTo>
                    <a:pt x="26038" y="3255"/>
                  </a:lnTo>
                  <a:lnTo>
                    <a:pt x="25502" y="3173"/>
                  </a:lnTo>
                  <a:lnTo>
                    <a:pt x="24925" y="3008"/>
                  </a:lnTo>
                  <a:lnTo>
                    <a:pt x="24431" y="2761"/>
                  </a:lnTo>
                  <a:lnTo>
                    <a:pt x="23978" y="2472"/>
                  </a:lnTo>
                  <a:lnTo>
                    <a:pt x="23524" y="2143"/>
                  </a:lnTo>
                  <a:lnTo>
                    <a:pt x="23113" y="1813"/>
                  </a:lnTo>
                  <a:lnTo>
                    <a:pt x="22618" y="1484"/>
                  </a:lnTo>
                  <a:lnTo>
                    <a:pt x="22206" y="1319"/>
                  </a:lnTo>
                  <a:lnTo>
                    <a:pt x="21753" y="1154"/>
                  </a:lnTo>
                  <a:lnTo>
                    <a:pt x="21259" y="1072"/>
                  </a:lnTo>
                  <a:lnTo>
                    <a:pt x="20311" y="1072"/>
                  </a:lnTo>
                  <a:lnTo>
                    <a:pt x="19817" y="1113"/>
                  </a:lnTo>
                  <a:lnTo>
                    <a:pt x="18828" y="1236"/>
                  </a:lnTo>
                  <a:lnTo>
                    <a:pt x="18169" y="1319"/>
                  </a:lnTo>
                  <a:lnTo>
                    <a:pt x="17510" y="1360"/>
                  </a:lnTo>
                  <a:lnTo>
                    <a:pt x="16892" y="1401"/>
                  </a:lnTo>
                  <a:lnTo>
                    <a:pt x="16232" y="1319"/>
                  </a:lnTo>
                  <a:lnTo>
                    <a:pt x="15656" y="1236"/>
                  </a:lnTo>
                  <a:lnTo>
                    <a:pt x="15079" y="1072"/>
                  </a:lnTo>
                  <a:lnTo>
                    <a:pt x="13967" y="660"/>
                  </a:lnTo>
                  <a:lnTo>
                    <a:pt x="13390" y="454"/>
                  </a:lnTo>
                  <a:lnTo>
                    <a:pt x="12854" y="248"/>
                  </a:lnTo>
                  <a:lnTo>
                    <a:pt x="12277" y="124"/>
                  </a:lnTo>
                  <a:lnTo>
                    <a:pt x="11659" y="42"/>
                  </a:lnTo>
                  <a:lnTo>
                    <a:pt x="11083" y="0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9"/>
            <p:cNvSpPr/>
            <p:nvPr/>
          </p:nvSpPr>
          <p:spPr>
            <a:xfrm>
              <a:off x="5236475" y="2339425"/>
              <a:ext cx="815750" cy="782775"/>
            </a:xfrm>
            <a:custGeom>
              <a:avLst/>
              <a:gdLst/>
              <a:ahLst/>
              <a:cxnLst/>
              <a:rect l="l" t="t" r="r" b="b"/>
              <a:pathLst>
                <a:path w="32630" h="31311" fill="none" extrusionOk="0">
                  <a:moveTo>
                    <a:pt x="31229" y="16397"/>
                  </a:moveTo>
                  <a:lnTo>
                    <a:pt x="31229" y="16397"/>
                  </a:lnTo>
                  <a:lnTo>
                    <a:pt x="31682" y="15614"/>
                  </a:lnTo>
                  <a:lnTo>
                    <a:pt x="32011" y="14832"/>
                  </a:lnTo>
                  <a:lnTo>
                    <a:pt x="32300" y="14090"/>
                  </a:lnTo>
                  <a:lnTo>
                    <a:pt x="32464" y="13349"/>
                  </a:lnTo>
                  <a:lnTo>
                    <a:pt x="32588" y="12607"/>
                  </a:lnTo>
                  <a:lnTo>
                    <a:pt x="32629" y="11907"/>
                  </a:lnTo>
                  <a:lnTo>
                    <a:pt x="32629" y="11247"/>
                  </a:lnTo>
                  <a:lnTo>
                    <a:pt x="32547" y="10588"/>
                  </a:lnTo>
                  <a:lnTo>
                    <a:pt x="32464" y="9970"/>
                  </a:lnTo>
                  <a:lnTo>
                    <a:pt x="32382" y="9394"/>
                  </a:lnTo>
                  <a:lnTo>
                    <a:pt x="32094" y="8364"/>
                  </a:lnTo>
                  <a:lnTo>
                    <a:pt x="31847" y="7498"/>
                  </a:lnTo>
                  <a:lnTo>
                    <a:pt x="31682" y="6839"/>
                  </a:lnTo>
                  <a:lnTo>
                    <a:pt x="31682" y="6839"/>
                  </a:lnTo>
                  <a:lnTo>
                    <a:pt x="31558" y="6304"/>
                  </a:lnTo>
                  <a:lnTo>
                    <a:pt x="31311" y="5809"/>
                  </a:lnTo>
                  <a:lnTo>
                    <a:pt x="31064" y="5315"/>
                  </a:lnTo>
                  <a:lnTo>
                    <a:pt x="30734" y="4903"/>
                  </a:lnTo>
                  <a:lnTo>
                    <a:pt x="30322" y="4491"/>
                  </a:lnTo>
                  <a:lnTo>
                    <a:pt x="29910" y="4161"/>
                  </a:lnTo>
                  <a:lnTo>
                    <a:pt x="29416" y="3873"/>
                  </a:lnTo>
                  <a:lnTo>
                    <a:pt x="28921" y="3667"/>
                  </a:lnTo>
                  <a:lnTo>
                    <a:pt x="28921" y="3667"/>
                  </a:lnTo>
                  <a:lnTo>
                    <a:pt x="28345" y="3543"/>
                  </a:lnTo>
                  <a:lnTo>
                    <a:pt x="27768" y="3420"/>
                  </a:lnTo>
                  <a:lnTo>
                    <a:pt x="26614" y="3337"/>
                  </a:lnTo>
                  <a:lnTo>
                    <a:pt x="26038" y="3255"/>
                  </a:lnTo>
                  <a:lnTo>
                    <a:pt x="25502" y="3173"/>
                  </a:lnTo>
                  <a:lnTo>
                    <a:pt x="24925" y="3008"/>
                  </a:lnTo>
                  <a:lnTo>
                    <a:pt x="24431" y="2761"/>
                  </a:lnTo>
                  <a:lnTo>
                    <a:pt x="24431" y="2761"/>
                  </a:lnTo>
                  <a:lnTo>
                    <a:pt x="23978" y="2472"/>
                  </a:lnTo>
                  <a:lnTo>
                    <a:pt x="23524" y="2143"/>
                  </a:lnTo>
                  <a:lnTo>
                    <a:pt x="23113" y="1813"/>
                  </a:lnTo>
                  <a:lnTo>
                    <a:pt x="22618" y="1484"/>
                  </a:lnTo>
                  <a:lnTo>
                    <a:pt x="22618" y="1484"/>
                  </a:lnTo>
                  <a:lnTo>
                    <a:pt x="22206" y="1319"/>
                  </a:lnTo>
                  <a:lnTo>
                    <a:pt x="21753" y="1154"/>
                  </a:lnTo>
                  <a:lnTo>
                    <a:pt x="21259" y="1072"/>
                  </a:lnTo>
                  <a:lnTo>
                    <a:pt x="20805" y="1072"/>
                  </a:lnTo>
                  <a:lnTo>
                    <a:pt x="20311" y="1072"/>
                  </a:lnTo>
                  <a:lnTo>
                    <a:pt x="19817" y="1113"/>
                  </a:lnTo>
                  <a:lnTo>
                    <a:pt x="18828" y="1236"/>
                  </a:lnTo>
                  <a:lnTo>
                    <a:pt x="18828" y="1236"/>
                  </a:lnTo>
                  <a:lnTo>
                    <a:pt x="18169" y="1319"/>
                  </a:lnTo>
                  <a:lnTo>
                    <a:pt x="17510" y="1360"/>
                  </a:lnTo>
                  <a:lnTo>
                    <a:pt x="16892" y="1401"/>
                  </a:lnTo>
                  <a:lnTo>
                    <a:pt x="16232" y="1319"/>
                  </a:lnTo>
                  <a:lnTo>
                    <a:pt x="16232" y="1319"/>
                  </a:lnTo>
                  <a:lnTo>
                    <a:pt x="15656" y="1236"/>
                  </a:lnTo>
                  <a:lnTo>
                    <a:pt x="15079" y="1072"/>
                  </a:lnTo>
                  <a:lnTo>
                    <a:pt x="13967" y="660"/>
                  </a:lnTo>
                  <a:lnTo>
                    <a:pt x="13390" y="454"/>
                  </a:lnTo>
                  <a:lnTo>
                    <a:pt x="12854" y="248"/>
                  </a:lnTo>
                  <a:lnTo>
                    <a:pt x="12277" y="124"/>
                  </a:lnTo>
                  <a:lnTo>
                    <a:pt x="11659" y="42"/>
                  </a:lnTo>
                  <a:lnTo>
                    <a:pt x="11659" y="42"/>
                  </a:lnTo>
                  <a:lnTo>
                    <a:pt x="11083" y="0"/>
                  </a:lnTo>
                  <a:lnTo>
                    <a:pt x="10506" y="83"/>
                  </a:lnTo>
                  <a:lnTo>
                    <a:pt x="9929" y="206"/>
                  </a:lnTo>
                  <a:lnTo>
                    <a:pt x="9394" y="412"/>
                  </a:lnTo>
                  <a:lnTo>
                    <a:pt x="8858" y="660"/>
                  </a:lnTo>
                  <a:lnTo>
                    <a:pt x="8364" y="948"/>
                  </a:lnTo>
                  <a:lnTo>
                    <a:pt x="7869" y="1319"/>
                  </a:lnTo>
                  <a:lnTo>
                    <a:pt x="7457" y="1731"/>
                  </a:lnTo>
                  <a:lnTo>
                    <a:pt x="7457" y="1731"/>
                  </a:lnTo>
                  <a:lnTo>
                    <a:pt x="7045" y="2143"/>
                  </a:lnTo>
                  <a:lnTo>
                    <a:pt x="6716" y="2637"/>
                  </a:lnTo>
                  <a:lnTo>
                    <a:pt x="6386" y="3131"/>
                  </a:lnTo>
                  <a:lnTo>
                    <a:pt x="6098" y="3626"/>
                  </a:lnTo>
                  <a:lnTo>
                    <a:pt x="5851" y="4161"/>
                  </a:lnTo>
                  <a:lnTo>
                    <a:pt x="5645" y="4738"/>
                  </a:lnTo>
                  <a:lnTo>
                    <a:pt x="5480" y="5274"/>
                  </a:lnTo>
                  <a:lnTo>
                    <a:pt x="5315" y="5851"/>
                  </a:lnTo>
                  <a:lnTo>
                    <a:pt x="5315" y="5851"/>
                  </a:lnTo>
                  <a:lnTo>
                    <a:pt x="5109" y="7004"/>
                  </a:lnTo>
                  <a:lnTo>
                    <a:pt x="4903" y="8158"/>
                  </a:lnTo>
                  <a:lnTo>
                    <a:pt x="4738" y="8734"/>
                  </a:lnTo>
                  <a:lnTo>
                    <a:pt x="4573" y="9311"/>
                  </a:lnTo>
                  <a:lnTo>
                    <a:pt x="4367" y="9806"/>
                  </a:lnTo>
                  <a:lnTo>
                    <a:pt x="4079" y="10341"/>
                  </a:lnTo>
                  <a:lnTo>
                    <a:pt x="4079" y="10341"/>
                  </a:lnTo>
                  <a:lnTo>
                    <a:pt x="3791" y="10712"/>
                  </a:lnTo>
                  <a:lnTo>
                    <a:pt x="3461" y="11124"/>
                  </a:lnTo>
                  <a:lnTo>
                    <a:pt x="2802" y="11824"/>
                  </a:lnTo>
                  <a:lnTo>
                    <a:pt x="2143" y="12525"/>
                  </a:lnTo>
                  <a:lnTo>
                    <a:pt x="1813" y="12895"/>
                  </a:lnTo>
                  <a:lnTo>
                    <a:pt x="1566" y="13307"/>
                  </a:lnTo>
                  <a:lnTo>
                    <a:pt x="1566" y="13307"/>
                  </a:lnTo>
                  <a:lnTo>
                    <a:pt x="1401" y="13637"/>
                  </a:lnTo>
                  <a:lnTo>
                    <a:pt x="1236" y="14008"/>
                  </a:lnTo>
                  <a:lnTo>
                    <a:pt x="1154" y="14337"/>
                  </a:lnTo>
                  <a:lnTo>
                    <a:pt x="1030" y="14708"/>
                  </a:lnTo>
                  <a:lnTo>
                    <a:pt x="948" y="15450"/>
                  </a:lnTo>
                  <a:lnTo>
                    <a:pt x="866" y="16191"/>
                  </a:lnTo>
                  <a:lnTo>
                    <a:pt x="866" y="17716"/>
                  </a:lnTo>
                  <a:lnTo>
                    <a:pt x="866" y="18498"/>
                  </a:lnTo>
                  <a:lnTo>
                    <a:pt x="783" y="19240"/>
                  </a:lnTo>
                  <a:lnTo>
                    <a:pt x="783" y="19240"/>
                  </a:lnTo>
                  <a:lnTo>
                    <a:pt x="701" y="19899"/>
                  </a:lnTo>
                  <a:lnTo>
                    <a:pt x="618" y="20517"/>
                  </a:lnTo>
                  <a:lnTo>
                    <a:pt x="330" y="21794"/>
                  </a:lnTo>
                  <a:lnTo>
                    <a:pt x="206" y="22453"/>
                  </a:lnTo>
                  <a:lnTo>
                    <a:pt x="124" y="23071"/>
                  </a:lnTo>
                  <a:lnTo>
                    <a:pt x="42" y="23730"/>
                  </a:lnTo>
                  <a:lnTo>
                    <a:pt x="0" y="24390"/>
                  </a:lnTo>
                  <a:lnTo>
                    <a:pt x="0" y="24390"/>
                  </a:lnTo>
                  <a:lnTo>
                    <a:pt x="83" y="25049"/>
                  </a:lnTo>
                  <a:lnTo>
                    <a:pt x="206" y="25832"/>
                  </a:lnTo>
                  <a:lnTo>
                    <a:pt x="454" y="26656"/>
                  </a:lnTo>
                  <a:lnTo>
                    <a:pt x="783" y="27479"/>
                  </a:lnTo>
                  <a:lnTo>
                    <a:pt x="1154" y="28221"/>
                  </a:lnTo>
                  <a:lnTo>
                    <a:pt x="1401" y="28592"/>
                  </a:lnTo>
                  <a:lnTo>
                    <a:pt x="1607" y="28921"/>
                  </a:lnTo>
                  <a:lnTo>
                    <a:pt x="1854" y="29210"/>
                  </a:lnTo>
                  <a:lnTo>
                    <a:pt x="2101" y="29457"/>
                  </a:lnTo>
                  <a:lnTo>
                    <a:pt x="2390" y="29663"/>
                  </a:lnTo>
                  <a:lnTo>
                    <a:pt x="2637" y="29828"/>
                  </a:lnTo>
                  <a:lnTo>
                    <a:pt x="2637" y="29828"/>
                  </a:lnTo>
                  <a:lnTo>
                    <a:pt x="2802" y="29910"/>
                  </a:lnTo>
                  <a:lnTo>
                    <a:pt x="3296" y="30116"/>
                  </a:lnTo>
                  <a:lnTo>
                    <a:pt x="4120" y="30446"/>
                  </a:lnTo>
                  <a:lnTo>
                    <a:pt x="5191" y="30734"/>
                  </a:lnTo>
                  <a:lnTo>
                    <a:pt x="5809" y="30899"/>
                  </a:lnTo>
                  <a:lnTo>
                    <a:pt x="6510" y="31023"/>
                  </a:lnTo>
                  <a:lnTo>
                    <a:pt x="7251" y="31146"/>
                  </a:lnTo>
                  <a:lnTo>
                    <a:pt x="8075" y="31228"/>
                  </a:lnTo>
                  <a:lnTo>
                    <a:pt x="8899" y="31270"/>
                  </a:lnTo>
                  <a:lnTo>
                    <a:pt x="9847" y="31311"/>
                  </a:lnTo>
                  <a:lnTo>
                    <a:pt x="10794" y="31270"/>
                  </a:lnTo>
                  <a:lnTo>
                    <a:pt x="11783" y="31146"/>
                  </a:lnTo>
                  <a:lnTo>
                    <a:pt x="12813" y="30981"/>
                  </a:lnTo>
                  <a:lnTo>
                    <a:pt x="13884" y="30775"/>
                  </a:lnTo>
                  <a:lnTo>
                    <a:pt x="14996" y="30487"/>
                  </a:lnTo>
                  <a:lnTo>
                    <a:pt x="16150" y="30075"/>
                  </a:lnTo>
                  <a:lnTo>
                    <a:pt x="17304" y="29581"/>
                  </a:lnTo>
                  <a:lnTo>
                    <a:pt x="18498" y="29004"/>
                  </a:lnTo>
                  <a:lnTo>
                    <a:pt x="19734" y="28345"/>
                  </a:lnTo>
                  <a:lnTo>
                    <a:pt x="20970" y="27562"/>
                  </a:lnTo>
                  <a:lnTo>
                    <a:pt x="22206" y="26656"/>
                  </a:lnTo>
                  <a:lnTo>
                    <a:pt x="23483" y="25626"/>
                  </a:lnTo>
                  <a:lnTo>
                    <a:pt x="24760" y="24431"/>
                  </a:lnTo>
                  <a:lnTo>
                    <a:pt x="26038" y="23154"/>
                  </a:lnTo>
                  <a:lnTo>
                    <a:pt x="27356" y="21671"/>
                  </a:lnTo>
                  <a:lnTo>
                    <a:pt x="28633" y="20105"/>
                  </a:lnTo>
                  <a:lnTo>
                    <a:pt x="29292" y="19240"/>
                  </a:lnTo>
                  <a:lnTo>
                    <a:pt x="29951" y="18334"/>
                  </a:lnTo>
                  <a:lnTo>
                    <a:pt x="30569" y="17386"/>
                  </a:lnTo>
                  <a:lnTo>
                    <a:pt x="31229" y="163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9"/>
            <p:cNvSpPr/>
            <p:nvPr/>
          </p:nvSpPr>
          <p:spPr>
            <a:xfrm>
              <a:off x="5347700" y="2859550"/>
              <a:ext cx="31950" cy="34000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660" y="0"/>
                  </a:moveTo>
                  <a:lnTo>
                    <a:pt x="495" y="42"/>
                  </a:lnTo>
                  <a:lnTo>
                    <a:pt x="289" y="124"/>
                  </a:lnTo>
                  <a:lnTo>
                    <a:pt x="166" y="289"/>
                  </a:lnTo>
                  <a:lnTo>
                    <a:pt x="42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83" y="989"/>
                  </a:lnTo>
                  <a:lnTo>
                    <a:pt x="124" y="1072"/>
                  </a:lnTo>
                  <a:lnTo>
                    <a:pt x="207" y="1195"/>
                  </a:lnTo>
                  <a:lnTo>
                    <a:pt x="289" y="1278"/>
                  </a:lnTo>
                  <a:lnTo>
                    <a:pt x="413" y="1319"/>
                  </a:lnTo>
                  <a:lnTo>
                    <a:pt x="619" y="1360"/>
                  </a:lnTo>
                  <a:lnTo>
                    <a:pt x="825" y="1319"/>
                  </a:lnTo>
                  <a:lnTo>
                    <a:pt x="990" y="1236"/>
                  </a:lnTo>
                  <a:lnTo>
                    <a:pt x="1154" y="1072"/>
                  </a:lnTo>
                  <a:lnTo>
                    <a:pt x="1237" y="907"/>
                  </a:lnTo>
                  <a:lnTo>
                    <a:pt x="1278" y="783"/>
                  </a:lnTo>
                  <a:lnTo>
                    <a:pt x="1278" y="618"/>
                  </a:lnTo>
                  <a:lnTo>
                    <a:pt x="1237" y="371"/>
                  </a:lnTo>
                  <a:lnTo>
                    <a:pt x="1154" y="289"/>
                  </a:lnTo>
                  <a:lnTo>
                    <a:pt x="1113" y="165"/>
                  </a:lnTo>
                  <a:lnTo>
                    <a:pt x="990" y="83"/>
                  </a:lnTo>
                  <a:lnTo>
                    <a:pt x="866" y="42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9"/>
            <p:cNvSpPr/>
            <p:nvPr/>
          </p:nvSpPr>
          <p:spPr>
            <a:xfrm>
              <a:off x="5347700" y="2859550"/>
              <a:ext cx="31950" cy="34000"/>
            </a:xfrm>
            <a:custGeom>
              <a:avLst/>
              <a:gdLst/>
              <a:ahLst/>
              <a:cxnLst/>
              <a:rect l="l" t="t" r="r" b="b"/>
              <a:pathLst>
                <a:path w="1278" h="1360" fill="none" extrusionOk="0">
                  <a:moveTo>
                    <a:pt x="660" y="0"/>
                  </a:moveTo>
                  <a:lnTo>
                    <a:pt x="660" y="0"/>
                  </a:lnTo>
                  <a:lnTo>
                    <a:pt x="495" y="42"/>
                  </a:lnTo>
                  <a:lnTo>
                    <a:pt x="289" y="124"/>
                  </a:lnTo>
                  <a:lnTo>
                    <a:pt x="166" y="289"/>
                  </a:lnTo>
                  <a:lnTo>
                    <a:pt x="42" y="454"/>
                  </a:lnTo>
                  <a:lnTo>
                    <a:pt x="42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83" y="989"/>
                  </a:lnTo>
                  <a:lnTo>
                    <a:pt x="124" y="1072"/>
                  </a:lnTo>
                  <a:lnTo>
                    <a:pt x="207" y="1195"/>
                  </a:lnTo>
                  <a:lnTo>
                    <a:pt x="289" y="1278"/>
                  </a:lnTo>
                  <a:lnTo>
                    <a:pt x="413" y="1319"/>
                  </a:lnTo>
                  <a:lnTo>
                    <a:pt x="413" y="1319"/>
                  </a:lnTo>
                  <a:lnTo>
                    <a:pt x="619" y="1360"/>
                  </a:lnTo>
                  <a:lnTo>
                    <a:pt x="619" y="1360"/>
                  </a:lnTo>
                  <a:lnTo>
                    <a:pt x="825" y="1319"/>
                  </a:lnTo>
                  <a:lnTo>
                    <a:pt x="990" y="1236"/>
                  </a:lnTo>
                  <a:lnTo>
                    <a:pt x="1154" y="1072"/>
                  </a:lnTo>
                  <a:lnTo>
                    <a:pt x="1237" y="907"/>
                  </a:lnTo>
                  <a:lnTo>
                    <a:pt x="1237" y="907"/>
                  </a:lnTo>
                  <a:lnTo>
                    <a:pt x="1278" y="783"/>
                  </a:lnTo>
                  <a:lnTo>
                    <a:pt x="1278" y="618"/>
                  </a:lnTo>
                  <a:lnTo>
                    <a:pt x="1237" y="371"/>
                  </a:lnTo>
                  <a:lnTo>
                    <a:pt x="1154" y="289"/>
                  </a:lnTo>
                  <a:lnTo>
                    <a:pt x="1113" y="165"/>
                  </a:lnTo>
                  <a:lnTo>
                    <a:pt x="990" y="83"/>
                  </a:lnTo>
                  <a:lnTo>
                    <a:pt x="866" y="42"/>
                  </a:lnTo>
                  <a:lnTo>
                    <a:pt x="866" y="42"/>
                  </a:lnTo>
                  <a:lnTo>
                    <a:pt x="6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9"/>
            <p:cNvSpPr/>
            <p:nvPr/>
          </p:nvSpPr>
          <p:spPr>
            <a:xfrm>
              <a:off x="5362125" y="2710200"/>
              <a:ext cx="57700" cy="60800"/>
            </a:xfrm>
            <a:custGeom>
              <a:avLst/>
              <a:gdLst/>
              <a:ahLst/>
              <a:cxnLst/>
              <a:rect l="l" t="t" r="r" b="b"/>
              <a:pathLst>
                <a:path w="2308" h="2432" extrusionOk="0">
                  <a:moveTo>
                    <a:pt x="1195" y="1"/>
                  </a:moveTo>
                  <a:lnTo>
                    <a:pt x="1030" y="42"/>
                  </a:lnTo>
                  <a:lnTo>
                    <a:pt x="866" y="83"/>
                  </a:lnTo>
                  <a:lnTo>
                    <a:pt x="660" y="165"/>
                  </a:lnTo>
                  <a:lnTo>
                    <a:pt x="536" y="248"/>
                  </a:lnTo>
                  <a:lnTo>
                    <a:pt x="371" y="371"/>
                  </a:lnTo>
                  <a:lnTo>
                    <a:pt x="248" y="495"/>
                  </a:lnTo>
                  <a:lnTo>
                    <a:pt x="165" y="660"/>
                  </a:lnTo>
                  <a:lnTo>
                    <a:pt x="83" y="825"/>
                  </a:lnTo>
                  <a:lnTo>
                    <a:pt x="1" y="1072"/>
                  </a:lnTo>
                  <a:lnTo>
                    <a:pt x="1" y="1319"/>
                  </a:lnTo>
                  <a:lnTo>
                    <a:pt x="1" y="1566"/>
                  </a:lnTo>
                  <a:lnTo>
                    <a:pt x="83" y="1772"/>
                  </a:lnTo>
                  <a:lnTo>
                    <a:pt x="207" y="1978"/>
                  </a:lnTo>
                  <a:lnTo>
                    <a:pt x="330" y="2143"/>
                  </a:lnTo>
                  <a:lnTo>
                    <a:pt x="495" y="2267"/>
                  </a:lnTo>
                  <a:lnTo>
                    <a:pt x="742" y="2390"/>
                  </a:lnTo>
                  <a:lnTo>
                    <a:pt x="907" y="2431"/>
                  </a:lnTo>
                  <a:lnTo>
                    <a:pt x="1278" y="2431"/>
                  </a:lnTo>
                  <a:lnTo>
                    <a:pt x="1442" y="2390"/>
                  </a:lnTo>
                  <a:lnTo>
                    <a:pt x="1607" y="2308"/>
                  </a:lnTo>
                  <a:lnTo>
                    <a:pt x="1772" y="2225"/>
                  </a:lnTo>
                  <a:lnTo>
                    <a:pt x="1896" y="2102"/>
                  </a:lnTo>
                  <a:lnTo>
                    <a:pt x="2019" y="1978"/>
                  </a:lnTo>
                  <a:lnTo>
                    <a:pt x="2143" y="1813"/>
                  </a:lnTo>
                  <a:lnTo>
                    <a:pt x="2225" y="1607"/>
                  </a:lnTo>
                  <a:lnTo>
                    <a:pt x="2266" y="1401"/>
                  </a:lnTo>
                  <a:lnTo>
                    <a:pt x="2308" y="1154"/>
                  </a:lnTo>
                  <a:lnTo>
                    <a:pt x="2266" y="907"/>
                  </a:lnTo>
                  <a:lnTo>
                    <a:pt x="2184" y="701"/>
                  </a:lnTo>
                  <a:lnTo>
                    <a:pt x="2102" y="495"/>
                  </a:lnTo>
                  <a:lnTo>
                    <a:pt x="1937" y="330"/>
                  </a:lnTo>
                  <a:lnTo>
                    <a:pt x="1772" y="165"/>
                  </a:lnTo>
                  <a:lnTo>
                    <a:pt x="1566" y="83"/>
                  </a:lnTo>
                  <a:lnTo>
                    <a:pt x="1401" y="42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9"/>
            <p:cNvSpPr/>
            <p:nvPr/>
          </p:nvSpPr>
          <p:spPr>
            <a:xfrm>
              <a:off x="5362125" y="2710200"/>
              <a:ext cx="57700" cy="60800"/>
            </a:xfrm>
            <a:custGeom>
              <a:avLst/>
              <a:gdLst/>
              <a:ahLst/>
              <a:cxnLst/>
              <a:rect l="l" t="t" r="r" b="b"/>
              <a:pathLst>
                <a:path w="2308" h="2432" fill="none" extrusionOk="0">
                  <a:moveTo>
                    <a:pt x="1195" y="1"/>
                  </a:moveTo>
                  <a:lnTo>
                    <a:pt x="1195" y="1"/>
                  </a:lnTo>
                  <a:lnTo>
                    <a:pt x="1030" y="42"/>
                  </a:lnTo>
                  <a:lnTo>
                    <a:pt x="866" y="83"/>
                  </a:lnTo>
                  <a:lnTo>
                    <a:pt x="660" y="165"/>
                  </a:lnTo>
                  <a:lnTo>
                    <a:pt x="536" y="248"/>
                  </a:lnTo>
                  <a:lnTo>
                    <a:pt x="371" y="371"/>
                  </a:lnTo>
                  <a:lnTo>
                    <a:pt x="248" y="495"/>
                  </a:lnTo>
                  <a:lnTo>
                    <a:pt x="165" y="660"/>
                  </a:lnTo>
                  <a:lnTo>
                    <a:pt x="83" y="825"/>
                  </a:lnTo>
                  <a:lnTo>
                    <a:pt x="83" y="825"/>
                  </a:lnTo>
                  <a:lnTo>
                    <a:pt x="1" y="1072"/>
                  </a:lnTo>
                  <a:lnTo>
                    <a:pt x="1" y="1319"/>
                  </a:lnTo>
                  <a:lnTo>
                    <a:pt x="1" y="1566"/>
                  </a:lnTo>
                  <a:lnTo>
                    <a:pt x="83" y="1772"/>
                  </a:lnTo>
                  <a:lnTo>
                    <a:pt x="207" y="1978"/>
                  </a:lnTo>
                  <a:lnTo>
                    <a:pt x="330" y="2143"/>
                  </a:lnTo>
                  <a:lnTo>
                    <a:pt x="495" y="2267"/>
                  </a:lnTo>
                  <a:lnTo>
                    <a:pt x="742" y="2390"/>
                  </a:lnTo>
                  <a:lnTo>
                    <a:pt x="742" y="2390"/>
                  </a:lnTo>
                  <a:lnTo>
                    <a:pt x="907" y="2431"/>
                  </a:lnTo>
                  <a:lnTo>
                    <a:pt x="1072" y="2431"/>
                  </a:lnTo>
                  <a:lnTo>
                    <a:pt x="1072" y="2431"/>
                  </a:lnTo>
                  <a:lnTo>
                    <a:pt x="1278" y="2431"/>
                  </a:lnTo>
                  <a:lnTo>
                    <a:pt x="1442" y="2390"/>
                  </a:lnTo>
                  <a:lnTo>
                    <a:pt x="1607" y="2308"/>
                  </a:lnTo>
                  <a:lnTo>
                    <a:pt x="1772" y="2225"/>
                  </a:lnTo>
                  <a:lnTo>
                    <a:pt x="1896" y="2102"/>
                  </a:lnTo>
                  <a:lnTo>
                    <a:pt x="2019" y="1978"/>
                  </a:lnTo>
                  <a:lnTo>
                    <a:pt x="2143" y="1813"/>
                  </a:lnTo>
                  <a:lnTo>
                    <a:pt x="2225" y="1607"/>
                  </a:lnTo>
                  <a:lnTo>
                    <a:pt x="2225" y="1607"/>
                  </a:lnTo>
                  <a:lnTo>
                    <a:pt x="2266" y="1401"/>
                  </a:lnTo>
                  <a:lnTo>
                    <a:pt x="2308" y="1154"/>
                  </a:lnTo>
                  <a:lnTo>
                    <a:pt x="2266" y="907"/>
                  </a:lnTo>
                  <a:lnTo>
                    <a:pt x="2184" y="701"/>
                  </a:lnTo>
                  <a:lnTo>
                    <a:pt x="2102" y="495"/>
                  </a:lnTo>
                  <a:lnTo>
                    <a:pt x="1937" y="330"/>
                  </a:lnTo>
                  <a:lnTo>
                    <a:pt x="1772" y="165"/>
                  </a:lnTo>
                  <a:lnTo>
                    <a:pt x="1566" y="83"/>
                  </a:lnTo>
                  <a:lnTo>
                    <a:pt x="1566" y="83"/>
                  </a:lnTo>
                  <a:lnTo>
                    <a:pt x="1401" y="42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9"/>
            <p:cNvSpPr/>
            <p:nvPr/>
          </p:nvSpPr>
          <p:spPr>
            <a:xfrm>
              <a:off x="5411575" y="2798775"/>
              <a:ext cx="20600" cy="21650"/>
            </a:xfrm>
            <a:custGeom>
              <a:avLst/>
              <a:gdLst/>
              <a:ahLst/>
              <a:cxnLst/>
              <a:rect l="l" t="t" r="r" b="b"/>
              <a:pathLst>
                <a:path w="824" h="866" extrusionOk="0">
                  <a:moveTo>
                    <a:pt x="453" y="1"/>
                  </a:moveTo>
                  <a:lnTo>
                    <a:pt x="330" y="42"/>
                  </a:lnTo>
                  <a:lnTo>
                    <a:pt x="206" y="83"/>
                  </a:lnTo>
                  <a:lnTo>
                    <a:pt x="124" y="207"/>
                  </a:lnTo>
                  <a:lnTo>
                    <a:pt x="41" y="330"/>
                  </a:lnTo>
                  <a:lnTo>
                    <a:pt x="0" y="495"/>
                  </a:lnTo>
                  <a:lnTo>
                    <a:pt x="41" y="660"/>
                  </a:lnTo>
                  <a:lnTo>
                    <a:pt x="124" y="783"/>
                  </a:lnTo>
                  <a:lnTo>
                    <a:pt x="288" y="866"/>
                  </a:lnTo>
                  <a:lnTo>
                    <a:pt x="536" y="866"/>
                  </a:lnTo>
                  <a:lnTo>
                    <a:pt x="659" y="825"/>
                  </a:lnTo>
                  <a:lnTo>
                    <a:pt x="742" y="701"/>
                  </a:lnTo>
                  <a:lnTo>
                    <a:pt x="824" y="577"/>
                  </a:lnTo>
                  <a:lnTo>
                    <a:pt x="824" y="413"/>
                  </a:lnTo>
                  <a:lnTo>
                    <a:pt x="824" y="248"/>
                  </a:lnTo>
                  <a:lnTo>
                    <a:pt x="700" y="124"/>
                  </a:lnTo>
                  <a:lnTo>
                    <a:pt x="577" y="42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>
              <a:off x="5411575" y="2798775"/>
              <a:ext cx="20600" cy="21650"/>
            </a:xfrm>
            <a:custGeom>
              <a:avLst/>
              <a:gdLst/>
              <a:ahLst/>
              <a:cxnLst/>
              <a:rect l="l" t="t" r="r" b="b"/>
              <a:pathLst>
                <a:path w="824" h="866" fill="none" extrusionOk="0">
                  <a:moveTo>
                    <a:pt x="453" y="1"/>
                  </a:moveTo>
                  <a:lnTo>
                    <a:pt x="453" y="1"/>
                  </a:lnTo>
                  <a:lnTo>
                    <a:pt x="330" y="42"/>
                  </a:lnTo>
                  <a:lnTo>
                    <a:pt x="206" y="83"/>
                  </a:lnTo>
                  <a:lnTo>
                    <a:pt x="124" y="207"/>
                  </a:lnTo>
                  <a:lnTo>
                    <a:pt x="41" y="330"/>
                  </a:lnTo>
                  <a:lnTo>
                    <a:pt x="41" y="330"/>
                  </a:lnTo>
                  <a:lnTo>
                    <a:pt x="0" y="495"/>
                  </a:lnTo>
                  <a:lnTo>
                    <a:pt x="41" y="660"/>
                  </a:lnTo>
                  <a:lnTo>
                    <a:pt x="124" y="783"/>
                  </a:lnTo>
                  <a:lnTo>
                    <a:pt x="288" y="866"/>
                  </a:lnTo>
                  <a:lnTo>
                    <a:pt x="288" y="866"/>
                  </a:lnTo>
                  <a:lnTo>
                    <a:pt x="412" y="866"/>
                  </a:lnTo>
                  <a:lnTo>
                    <a:pt x="412" y="866"/>
                  </a:lnTo>
                  <a:lnTo>
                    <a:pt x="536" y="866"/>
                  </a:lnTo>
                  <a:lnTo>
                    <a:pt x="659" y="825"/>
                  </a:lnTo>
                  <a:lnTo>
                    <a:pt x="742" y="701"/>
                  </a:lnTo>
                  <a:lnTo>
                    <a:pt x="824" y="577"/>
                  </a:lnTo>
                  <a:lnTo>
                    <a:pt x="824" y="577"/>
                  </a:lnTo>
                  <a:lnTo>
                    <a:pt x="824" y="413"/>
                  </a:lnTo>
                  <a:lnTo>
                    <a:pt x="824" y="248"/>
                  </a:lnTo>
                  <a:lnTo>
                    <a:pt x="700" y="124"/>
                  </a:lnTo>
                  <a:lnTo>
                    <a:pt x="577" y="42"/>
                  </a:lnTo>
                  <a:lnTo>
                    <a:pt x="577" y="42"/>
                  </a:lnTo>
                  <a:lnTo>
                    <a:pt x="45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/>
            <p:cNvSpPr/>
            <p:nvPr/>
          </p:nvSpPr>
          <p:spPr>
            <a:xfrm>
              <a:off x="5443500" y="2600000"/>
              <a:ext cx="30925" cy="32975"/>
            </a:xfrm>
            <a:custGeom>
              <a:avLst/>
              <a:gdLst/>
              <a:ahLst/>
              <a:cxnLst/>
              <a:rect l="l" t="t" r="r" b="b"/>
              <a:pathLst>
                <a:path w="1237" h="1319" extrusionOk="0">
                  <a:moveTo>
                    <a:pt x="659" y="1"/>
                  </a:moveTo>
                  <a:lnTo>
                    <a:pt x="453" y="42"/>
                  </a:lnTo>
                  <a:lnTo>
                    <a:pt x="289" y="124"/>
                  </a:lnTo>
                  <a:lnTo>
                    <a:pt x="124" y="248"/>
                  </a:lnTo>
                  <a:lnTo>
                    <a:pt x="41" y="454"/>
                  </a:lnTo>
                  <a:lnTo>
                    <a:pt x="0" y="577"/>
                  </a:lnTo>
                  <a:lnTo>
                    <a:pt x="0" y="701"/>
                  </a:lnTo>
                  <a:lnTo>
                    <a:pt x="41" y="948"/>
                  </a:lnTo>
                  <a:lnTo>
                    <a:pt x="83" y="1072"/>
                  </a:lnTo>
                  <a:lnTo>
                    <a:pt x="165" y="1154"/>
                  </a:lnTo>
                  <a:lnTo>
                    <a:pt x="289" y="1236"/>
                  </a:lnTo>
                  <a:lnTo>
                    <a:pt x="371" y="1319"/>
                  </a:lnTo>
                  <a:lnTo>
                    <a:pt x="783" y="1319"/>
                  </a:lnTo>
                  <a:lnTo>
                    <a:pt x="948" y="1195"/>
                  </a:lnTo>
                  <a:lnTo>
                    <a:pt x="1113" y="1072"/>
                  </a:lnTo>
                  <a:lnTo>
                    <a:pt x="1195" y="866"/>
                  </a:lnTo>
                  <a:lnTo>
                    <a:pt x="1236" y="742"/>
                  </a:lnTo>
                  <a:lnTo>
                    <a:pt x="1236" y="618"/>
                  </a:lnTo>
                  <a:lnTo>
                    <a:pt x="1195" y="371"/>
                  </a:lnTo>
                  <a:lnTo>
                    <a:pt x="1154" y="248"/>
                  </a:lnTo>
                  <a:lnTo>
                    <a:pt x="1071" y="165"/>
                  </a:lnTo>
                  <a:lnTo>
                    <a:pt x="948" y="83"/>
                  </a:lnTo>
                  <a:lnTo>
                    <a:pt x="865" y="42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/>
            <p:cNvSpPr/>
            <p:nvPr/>
          </p:nvSpPr>
          <p:spPr>
            <a:xfrm>
              <a:off x="5443500" y="2600000"/>
              <a:ext cx="30925" cy="32975"/>
            </a:xfrm>
            <a:custGeom>
              <a:avLst/>
              <a:gdLst/>
              <a:ahLst/>
              <a:cxnLst/>
              <a:rect l="l" t="t" r="r" b="b"/>
              <a:pathLst>
                <a:path w="1237" h="1319" fill="none" extrusionOk="0">
                  <a:moveTo>
                    <a:pt x="659" y="1"/>
                  </a:moveTo>
                  <a:lnTo>
                    <a:pt x="659" y="1"/>
                  </a:lnTo>
                  <a:lnTo>
                    <a:pt x="453" y="42"/>
                  </a:lnTo>
                  <a:lnTo>
                    <a:pt x="289" y="124"/>
                  </a:lnTo>
                  <a:lnTo>
                    <a:pt x="124" y="248"/>
                  </a:lnTo>
                  <a:lnTo>
                    <a:pt x="41" y="454"/>
                  </a:lnTo>
                  <a:lnTo>
                    <a:pt x="41" y="454"/>
                  </a:lnTo>
                  <a:lnTo>
                    <a:pt x="0" y="577"/>
                  </a:lnTo>
                  <a:lnTo>
                    <a:pt x="0" y="701"/>
                  </a:lnTo>
                  <a:lnTo>
                    <a:pt x="41" y="948"/>
                  </a:lnTo>
                  <a:lnTo>
                    <a:pt x="83" y="1072"/>
                  </a:lnTo>
                  <a:lnTo>
                    <a:pt x="165" y="1154"/>
                  </a:lnTo>
                  <a:lnTo>
                    <a:pt x="289" y="1236"/>
                  </a:lnTo>
                  <a:lnTo>
                    <a:pt x="371" y="1319"/>
                  </a:lnTo>
                  <a:lnTo>
                    <a:pt x="371" y="1319"/>
                  </a:lnTo>
                  <a:lnTo>
                    <a:pt x="577" y="1319"/>
                  </a:lnTo>
                  <a:lnTo>
                    <a:pt x="577" y="1319"/>
                  </a:lnTo>
                  <a:lnTo>
                    <a:pt x="783" y="1319"/>
                  </a:lnTo>
                  <a:lnTo>
                    <a:pt x="948" y="1195"/>
                  </a:lnTo>
                  <a:lnTo>
                    <a:pt x="1113" y="1072"/>
                  </a:lnTo>
                  <a:lnTo>
                    <a:pt x="1195" y="866"/>
                  </a:lnTo>
                  <a:lnTo>
                    <a:pt x="1195" y="866"/>
                  </a:lnTo>
                  <a:lnTo>
                    <a:pt x="1236" y="742"/>
                  </a:lnTo>
                  <a:lnTo>
                    <a:pt x="1236" y="618"/>
                  </a:lnTo>
                  <a:lnTo>
                    <a:pt x="1195" y="371"/>
                  </a:lnTo>
                  <a:lnTo>
                    <a:pt x="1154" y="248"/>
                  </a:lnTo>
                  <a:lnTo>
                    <a:pt x="1071" y="165"/>
                  </a:lnTo>
                  <a:lnTo>
                    <a:pt x="948" y="83"/>
                  </a:lnTo>
                  <a:lnTo>
                    <a:pt x="865" y="42"/>
                  </a:lnTo>
                  <a:lnTo>
                    <a:pt x="865" y="42"/>
                  </a:lnTo>
                  <a:lnTo>
                    <a:pt x="6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9"/>
            <p:cNvSpPr/>
            <p:nvPr/>
          </p:nvSpPr>
          <p:spPr>
            <a:xfrm>
              <a:off x="5387875" y="2583525"/>
              <a:ext cx="21650" cy="22675"/>
            </a:xfrm>
            <a:custGeom>
              <a:avLst/>
              <a:gdLst/>
              <a:ahLst/>
              <a:cxnLst/>
              <a:rect l="l" t="t" r="r" b="b"/>
              <a:pathLst>
                <a:path w="866" h="907" extrusionOk="0">
                  <a:moveTo>
                    <a:pt x="330" y="0"/>
                  </a:moveTo>
                  <a:lnTo>
                    <a:pt x="206" y="83"/>
                  </a:lnTo>
                  <a:lnTo>
                    <a:pt x="83" y="165"/>
                  </a:lnTo>
                  <a:lnTo>
                    <a:pt x="42" y="289"/>
                  </a:lnTo>
                  <a:lnTo>
                    <a:pt x="0" y="495"/>
                  </a:lnTo>
                  <a:lnTo>
                    <a:pt x="42" y="660"/>
                  </a:lnTo>
                  <a:lnTo>
                    <a:pt x="124" y="783"/>
                  </a:lnTo>
                  <a:lnTo>
                    <a:pt x="289" y="865"/>
                  </a:lnTo>
                  <a:lnTo>
                    <a:pt x="412" y="907"/>
                  </a:lnTo>
                  <a:lnTo>
                    <a:pt x="536" y="865"/>
                  </a:lnTo>
                  <a:lnTo>
                    <a:pt x="660" y="824"/>
                  </a:lnTo>
                  <a:lnTo>
                    <a:pt x="783" y="701"/>
                  </a:lnTo>
                  <a:lnTo>
                    <a:pt x="824" y="577"/>
                  </a:lnTo>
                  <a:lnTo>
                    <a:pt x="866" y="412"/>
                  </a:lnTo>
                  <a:lnTo>
                    <a:pt x="824" y="248"/>
                  </a:lnTo>
                  <a:lnTo>
                    <a:pt x="742" y="83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>
              <a:off x="5387875" y="2583525"/>
              <a:ext cx="21650" cy="22675"/>
            </a:xfrm>
            <a:custGeom>
              <a:avLst/>
              <a:gdLst/>
              <a:ahLst/>
              <a:cxnLst/>
              <a:rect l="l" t="t" r="r" b="b"/>
              <a:pathLst>
                <a:path w="866" h="907" fill="none" extrusionOk="0">
                  <a:moveTo>
                    <a:pt x="454" y="0"/>
                  </a:moveTo>
                  <a:lnTo>
                    <a:pt x="454" y="0"/>
                  </a:lnTo>
                  <a:lnTo>
                    <a:pt x="330" y="0"/>
                  </a:lnTo>
                  <a:lnTo>
                    <a:pt x="206" y="83"/>
                  </a:lnTo>
                  <a:lnTo>
                    <a:pt x="83" y="165"/>
                  </a:lnTo>
                  <a:lnTo>
                    <a:pt x="42" y="289"/>
                  </a:lnTo>
                  <a:lnTo>
                    <a:pt x="42" y="289"/>
                  </a:lnTo>
                  <a:lnTo>
                    <a:pt x="0" y="495"/>
                  </a:lnTo>
                  <a:lnTo>
                    <a:pt x="42" y="660"/>
                  </a:lnTo>
                  <a:lnTo>
                    <a:pt x="124" y="783"/>
                  </a:lnTo>
                  <a:lnTo>
                    <a:pt x="289" y="865"/>
                  </a:lnTo>
                  <a:lnTo>
                    <a:pt x="289" y="865"/>
                  </a:lnTo>
                  <a:lnTo>
                    <a:pt x="412" y="907"/>
                  </a:lnTo>
                  <a:lnTo>
                    <a:pt x="412" y="907"/>
                  </a:lnTo>
                  <a:lnTo>
                    <a:pt x="536" y="865"/>
                  </a:lnTo>
                  <a:lnTo>
                    <a:pt x="660" y="824"/>
                  </a:lnTo>
                  <a:lnTo>
                    <a:pt x="783" y="701"/>
                  </a:lnTo>
                  <a:lnTo>
                    <a:pt x="824" y="577"/>
                  </a:lnTo>
                  <a:lnTo>
                    <a:pt x="824" y="577"/>
                  </a:lnTo>
                  <a:lnTo>
                    <a:pt x="866" y="412"/>
                  </a:lnTo>
                  <a:lnTo>
                    <a:pt x="824" y="248"/>
                  </a:lnTo>
                  <a:lnTo>
                    <a:pt x="742" y="83"/>
                  </a:lnTo>
                  <a:lnTo>
                    <a:pt x="577" y="0"/>
                  </a:lnTo>
                  <a:lnTo>
                    <a:pt x="577" y="0"/>
                  </a:lnTo>
                  <a:lnTo>
                    <a:pt x="4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9"/>
            <p:cNvSpPr/>
            <p:nvPr/>
          </p:nvSpPr>
          <p:spPr>
            <a:xfrm>
              <a:off x="5442450" y="2708150"/>
              <a:ext cx="15475" cy="16500"/>
            </a:xfrm>
            <a:custGeom>
              <a:avLst/>
              <a:gdLst/>
              <a:ahLst/>
              <a:cxnLst/>
              <a:rect l="l" t="t" r="r" b="b"/>
              <a:pathLst>
                <a:path w="619" h="660" extrusionOk="0">
                  <a:moveTo>
                    <a:pt x="331" y="0"/>
                  </a:moveTo>
                  <a:lnTo>
                    <a:pt x="248" y="41"/>
                  </a:lnTo>
                  <a:lnTo>
                    <a:pt x="125" y="83"/>
                  </a:lnTo>
                  <a:lnTo>
                    <a:pt x="83" y="165"/>
                  </a:lnTo>
                  <a:lnTo>
                    <a:pt x="1" y="247"/>
                  </a:lnTo>
                  <a:lnTo>
                    <a:pt x="1" y="371"/>
                  </a:lnTo>
                  <a:lnTo>
                    <a:pt x="42" y="495"/>
                  </a:lnTo>
                  <a:lnTo>
                    <a:pt x="83" y="577"/>
                  </a:lnTo>
                  <a:lnTo>
                    <a:pt x="207" y="659"/>
                  </a:lnTo>
                  <a:lnTo>
                    <a:pt x="372" y="659"/>
                  </a:lnTo>
                  <a:lnTo>
                    <a:pt x="495" y="618"/>
                  </a:lnTo>
                  <a:lnTo>
                    <a:pt x="537" y="536"/>
                  </a:lnTo>
                  <a:lnTo>
                    <a:pt x="619" y="453"/>
                  </a:lnTo>
                  <a:lnTo>
                    <a:pt x="619" y="330"/>
                  </a:lnTo>
                  <a:lnTo>
                    <a:pt x="578" y="206"/>
                  </a:lnTo>
                  <a:lnTo>
                    <a:pt x="537" y="83"/>
                  </a:lnTo>
                  <a:lnTo>
                    <a:pt x="413" y="4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9"/>
            <p:cNvSpPr/>
            <p:nvPr/>
          </p:nvSpPr>
          <p:spPr>
            <a:xfrm>
              <a:off x="5442450" y="2708150"/>
              <a:ext cx="15475" cy="16500"/>
            </a:xfrm>
            <a:custGeom>
              <a:avLst/>
              <a:gdLst/>
              <a:ahLst/>
              <a:cxnLst/>
              <a:rect l="l" t="t" r="r" b="b"/>
              <a:pathLst>
                <a:path w="619" h="660" fill="none" extrusionOk="0">
                  <a:moveTo>
                    <a:pt x="331" y="0"/>
                  </a:moveTo>
                  <a:lnTo>
                    <a:pt x="331" y="0"/>
                  </a:lnTo>
                  <a:lnTo>
                    <a:pt x="248" y="41"/>
                  </a:lnTo>
                  <a:lnTo>
                    <a:pt x="125" y="83"/>
                  </a:lnTo>
                  <a:lnTo>
                    <a:pt x="83" y="165"/>
                  </a:lnTo>
                  <a:lnTo>
                    <a:pt x="1" y="247"/>
                  </a:lnTo>
                  <a:lnTo>
                    <a:pt x="1" y="247"/>
                  </a:lnTo>
                  <a:lnTo>
                    <a:pt x="1" y="371"/>
                  </a:lnTo>
                  <a:lnTo>
                    <a:pt x="42" y="495"/>
                  </a:lnTo>
                  <a:lnTo>
                    <a:pt x="83" y="577"/>
                  </a:lnTo>
                  <a:lnTo>
                    <a:pt x="207" y="659"/>
                  </a:lnTo>
                  <a:lnTo>
                    <a:pt x="207" y="659"/>
                  </a:lnTo>
                  <a:lnTo>
                    <a:pt x="289" y="659"/>
                  </a:lnTo>
                  <a:lnTo>
                    <a:pt x="289" y="659"/>
                  </a:lnTo>
                  <a:lnTo>
                    <a:pt x="372" y="659"/>
                  </a:lnTo>
                  <a:lnTo>
                    <a:pt x="495" y="618"/>
                  </a:lnTo>
                  <a:lnTo>
                    <a:pt x="537" y="536"/>
                  </a:lnTo>
                  <a:lnTo>
                    <a:pt x="619" y="453"/>
                  </a:lnTo>
                  <a:lnTo>
                    <a:pt x="619" y="453"/>
                  </a:lnTo>
                  <a:lnTo>
                    <a:pt x="619" y="330"/>
                  </a:lnTo>
                  <a:lnTo>
                    <a:pt x="578" y="206"/>
                  </a:lnTo>
                  <a:lnTo>
                    <a:pt x="537" y="83"/>
                  </a:lnTo>
                  <a:lnTo>
                    <a:pt x="413" y="41"/>
                  </a:lnTo>
                  <a:lnTo>
                    <a:pt x="413" y="41"/>
                  </a:lnTo>
                  <a:lnTo>
                    <a:pt x="3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9"/>
            <p:cNvSpPr/>
            <p:nvPr/>
          </p:nvSpPr>
          <p:spPr>
            <a:xfrm>
              <a:off x="5490875" y="2490825"/>
              <a:ext cx="42250" cy="45350"/>
            </a:xfrm>
            <a:custGeom>
              <a:avLst/>
              <a:gdLst/>
              <a:ahLst/>
              <a:cxnLst/>
              <a:rect l="l" t="t" r="r" b="b"/>
              <a:pathLst>
                <a:path w="1690" h="1814" extrusionOk="0">
                  <a:moveTo>
                    <a:pt x="865" y="1"/>
                  </a:moveTo>
                  <a:lnTo>
                    <a:pt x="618" y="42"/>
                  </a:lnTo>
                  <a:lnTo>
                    <a:pt x="371" y="165"/>
                  </a:lnTo>
                  <a:lnTo>
                    <a:pt x="206" y="371"/>
                  </a:lnTo>
                  <a:lnTo>
                    <a:pt x="42" y="618"/>
                  </a:lnTo>
                  <a:lnTo>
                    <a:pt x="0" y="783"/>
                  </a:lnTo>
                  <a:lnTo>
                    <a:pt x="0" y="989"/>
                  </a:lnTo>
                  <a:lnTo>
                    <a:pt x="0" y="1154"/>
                  </a:lnTo>
                  <a:lnTo>
                    <a:pt x="83" y="1319"/>
                  </a:lnTo>
                  <a:lnTo>
                    <a:pt x="124" y="1442"/>
                  </a:lnTo>
                  <a:lnTo>
                    <a:pt x="247" y="1566"/>
                  </a:lnTo>
                  <a:lnTo>
                    <a:pt x="371" y="1690"/>
                  </a:lnTo>
                  <a:lnTo>
                    <a:pt x="536" y="1772"/>
                  </a:lnTo>
                  <a:lnTo>
                    <a:pt x="783" y="1813"/>
                  </a:lnTo>
                  <a:lnTo>
                    <a:pt x="1071" y="1772"/>
                  </a:lnTo>
                  <a:lnTo>
                    <a:pt x="1277" y="1648"/>
                  </a:lnTo>
                  <a:lnTo>
                    <a:pt x="1483" y="1442"/>
                  </a:lnTo>
                  <a:lnTo>
                    <a:pt x="1607" y="1195"/>
                  </a:lnTo>
                  <a:lnTo>
                    <a:pt x="1689" y="1030"/>
                  </a:lnTo>
                  <a:lnTo>
                    <a:pt x="1689" y="866"/>
                  </a:lnTo>
                  <a:lnTo>
                    <a:pt x="1648" y="660"/>
                  </a:lnTo>
                  <a:lnTo>
                    <a:pt x="1607" y="495"/>
                  </a:lnTo>
                  <a:lnTo>
                    <a:pt x="1525" y="371"/>
                  </a:lnTo>
                  <a:lnTo>
                    <a:pt x="1442" y="248"/>
                  </a:lnTo>
                  <a:lnTo>
                    <a:pt x="1319" y="124"/>
                  </a:lnTo>
                  <a:lnTo>
                    <a:pt x="1154" y="83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9"/>
            <p:cNvSpPr/>
            <p:nvPr/>
          </p:nvSpPr>
          <p:spPr>
            <a:xfrm>
              <a:off x="5490875" y="2490825"/>
              <a:ext cx="42250" cy="45350"/>
            </a:xfrm>
            <a:custGeom>
              <a:avLst/>
              <a:gdLst/>
              <a:ahLst/>
              <a:cxnLst/>
              <a:rect l="l" t="t" r="r" b="b"/>
              <a:pathLst>
                <a:path w="1690" h="1814" fill="none" extrusionOk="0">
                  <a:moveTo>
                    <a:pt x="865" y="1"/>
                  </a:moveTo>
                  <a:lnTo>
                    <a:pt x="865" y="1"/>
                  </a:lnTo>
                  <a:lnTo>
                    <a:pt x="618" y="42"/>
                  </a:lnTo>
                  <a:lnTo>
                    <a:pt x="371" y="165"/>
                  </a:lnTo>
                  <a:lnTo>
                    <a:pt x="206" y="371"/>
                  </a:lnTo>
                  <a:lnTo>
                    <a:pt x="42" y="618"/>
                  </a:lnTo>
                  <a:lnTo>
                    <a:pt x="42" y="618"/>
                  </a:lnTo>
                  <a:lnTo>
                    <a:pt x="0" y="783"/>
                  </a:lnTo>
                  <a:lnTo>
                    <a:pt x="0" y="989"/>
                  </a:lnTo>
                  <a:lnTo>
                    <a:pt x="0" y="1154"/>
                  </a:lnTo>
                  <a:lnTo>
                    <a:pt x="83" y="1319"/>
                  </a:lnTo>
                  <a:lnTo>
                    <a:pt x="124" y="1442"/>
                  </a:lnTo>
                  <a:lnTo>
                    <a:pt x="247" y="1566"/>
                  </a:lnTo>
                  <a:lnTo>
                    <a:pt x="371" y="1690"/>
                  </a:lnTo>
                  <a:lnTo>
                    <a:pt x="536" y="1772"/>
                  </a:lnTo>
                  <a:lnTo>
                    <a:pt x="536" y="1772"/>
                  </a:lnTo>
                  <a:lnTo>
                    <a:pt x="783" y="1813"/>
                  </a:lnTo>
                  <a:lnTo>
                    <a:pt x="783" y="1813"/>
                  </a:lnTo>
                  <a:lnTo>
                    <a:pt x="1071" y="1772"/>
                  </a:lnTo>
                  <a:lnTo>
                    <a:pt x="1277" y="1648"/>
                  </a:lnTo>
                  <a:lnTo>
                    <a:pt x="1483" y="1442"/>
                  </a:lnTo>
                  <a:lnTo>
                    <a:pt x="1607" y="1195"/>
                  </a:lnTo>
                  <a:lnTo>
                    <a:pt x="1607" y="1195"/>
                  </a:lnTo>
                  <a:lnTo>
                    <a:pt x="1689" y="1030"/>
                  </a:lnTo>
                  <a:lnTo>
                    <a:pt x="1689" y="866"/>
                  </a:lnTo>
                  <a:lnTo>
                    <a:pt x="1648" y="660"/>
                  </a:lnTo>
                  <a:lnTo>
                    <a:pt x="1607" y="495"/>
                  </a:lnTo>
                  <a:lnTo>
                    <a:pt x="1525" y="371"/>
                  </a:lnTo>
                  <a:lnTo>
                    <a:pt x="1442" y="248"/>
                  </a:lnTo>
                  <a:lnTo>
                    <a:pt x="1319" y="124"/>
                  </a:lnTo>
                  <a:lnTo>
                    <a:pt x="1154" y="83"/>
                  </a:lnTo>
                  <a:lnTo>
                    <a:pt x="1154" y="83"/>
                  </a:lnTo>
                  <a:lnTo>
                    <a:pt x="8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9"/>
            <p:cNvSpPr/>
            <p:nvPr/>
          </p:nvSpPr>
          <p:spPr>
            <a:xfrm>
              <a:off x="5511475" y="2609275"/>
              <a:ext cx="24750" cy="25775"/>
            </a:xfrm>
            <a:custGeom>
              <a:avLst/>
              <a:gdLst/>
              <a:ahLst/>
              <a:cxnLst/>
              <a:rect l="l" t="t" r="r" b="b"/>
              <a:pathLst>
                <a:path w="990" h="1031" extrusionOk="0">
                  <a:moveTo>
                    <a:pt x="536" y="0"/>
                  </a:moveTo>
                  <a:lnTo>
                    <a:pt x="371" y="41"/>
                  </a:lnTo>
                  <a:lnTo>
                    <a:pt x="247" y="83"/>
                  </a:lnTo>
                  <a:lnTo>
                    <a:pt x="124" y="206"/>
                  </a:lnTo>
                  <a:lnTo>
                    <a:pt x="41" y="371"/>
                  </a:lnTo>
                  <a:lnTo>
                    <a:pt x="0" y="577"/>
                  </a:lnTo>
                  <a:lnTo>
                    <a:pt x="41" y="742"/>
                  </a:lnTo>
                  <a:lnTo>
                    <a:pt x="165" y="907"/>
                  </a:lnTo>
                  <a:lnTo>
                    <a:pt x="330" y="989"/>
                  </a:lnTo>
                  <a:lnTo>
                    <a:pt x="495" y="1030"/>
                  </a:lnTo>
                  <a:lnTo>
                    <a:pt x="618" y="1030"/>
                  </a:lnTo>
                  <a:lnTo>
                    <a:pt x="742" y="948"/>
                  </a:lnTo>
                  <a:lnTo>
                    <a:pt x="865" y="824"/>
                  </a:lnTo>
                  <a:lnTo>
                    <a:pt x="948" y="701"/>
                  </a:lnTo>
                  <a:lnTo>
                    <a:pt x="989" y="495"/>
                  </a:lnTo>
                  <a:lnTo>
                    <a:pt x="948" y="289"/>
                  </a:lnTo>
                  <a:lnTo>
                    <a:pt x="824" y="124"/>
                  </a:lnTo>
                  <a:lnTo>
                    <a:pt x="659" y="41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9"/>
            <p:cNvSpPr/>
            <p:nvPr/>
          </p:nvSpPr>
          <p:spPr>
            <a:xfrm>
              <a:off x="5511475" y="2609275"/>
              <a:ext cx="24750" cy="25775"/>
            </a:xfrm>
            <a:custGeom>
              <a:avLst/>
              <a:gdLst/>
              <a:ahLst/>
              <a:cxnLst/>
              <a:rect l="l" t="t" r="r" b="b"/>
              <a:pathLst>
                <a:path w="990" h="1031" fill="none" extrusionOk="0">
                  <a:moveTo>
                    <a:pt x="536" y="0"/>
                  </a:moveTo>
                  <a:lnTo>
                    <a:pt x="536" y="0"/>
                  </a:lnTo>
                  <a:lnTo>
                    <a:pt x="371" y="41"/>
                  </a:lnTo>
                  <a:lnTo>
                    <a:pt x="247" y="83"/>
                  </a:lnTo>
                  <a:lnTo>
                    <a:pt x="124" y="206"/>
                  </a:lnTo>
                  <a:lnTo>
                    <a:pt x="41" y="371"/>
                  </a:lnTo>
                  <a:lnTo>
                    <a:pt x="41" y="371"/>
                  </a:lnTo>
                  <a:lnTo>
                    <a:pt x="0" y="577"/>
                  </a:lnTo>
                  <a:lnTo>
                    <a:pt x="41" y="742"/>
                  </a:lnTo>
                  <a:lnTo>
                    <a:pt x="165" y="907"/>
                  </a:lnTo>
                  <a:lnTo>
                    <a:pt x="330" y="989"/>
                  </a:lnTo>
                  <a:lnTo>
                    <a:pt x="330" y="989"/>
                  </a:lnTo>
                  <a:lnTo>
                    <a:pt x="495" y="1030"/>
                  </a:lnTo>
                  <a:lnTo>
                    <a:pt x="495" y="1030"/>
                  </a:lnTo>
                  <a:lnTo>
                    <a:pt x="618" y="1030"/>
                  </a:lnTo>
                  <a:lnTo>
                    <a:pt x="742" y="948"/>
                  </a:lnTo>
                  <a:lnTo>
                    <a:pt x="865" y="824"/>
                  </a:lnTo>
                  <a:lnTo>
                    <a:pt x="948" y="701"/>
                  </a:lnTo>
                  <a:lnTo>
                    <a:pt x="948" y="701"/>
                  </a:lnTo>
                  <a:lnTo>
                    <a:pt x="989" y="495"/>
                  </a:lnTo>
                  <a:lnTo>
                    <a:pt x="948" y="289"/>
                  </a:lnTo>
                  <a:lnTo>
                    <a:pt x="824" y="124"/>
                  </a:lnTo>
                  <a:lnTo>
                    <a:pt x="659" y="41"/>
                  </a:lnTo>
                  <a:lnTo>
                    <a:pt x="659" y="41"/>
                  </a:lnTo>
                  <a:lnTo>
                    <a:pt x="5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9"/>
            <p:cNvSpPr/>
            <p:nvPr/>
          </p:nvSpPr>
          <p:spPr>
            <a:xfrm>
              <a:off x="5488800" y="2706075"/>
              <a:ext cx="14450" cy="15475"/>
            </a:xfrm>
            <a:custGeom>
              <a:avLst/>
              <a:gdLst/>
              <a:ahLst/>
              <a:cxnLst/>
              <a:rect l="l" t="t" r="r" b="b"/>
              <a:pathLst>
                <a:path w="578" h="619" extrusionOk="0">
                  <a:moveTo>
                    <a:pt x="207" y="1"/>
                  </a:moveTo>
                  <a:lnTo>
                    <a:pt x="125" y="42"/>
                  </a:lnTo>
                  <a:lnTo>
                    <a:pt x="42" y="124"/>
                  </a:lnTo>
                  <a:lnTo>
                    <a:pt x="1" y="207"/>
                  </a:lnTo>
                  <a:lnTo>
                    <a:pt x="1" y="330"/>
                  </a:lnTo>
                  <a:lnTo>
                    <a:pt x="1" y="454"/>
                  </a:lnTo>
                  <a:lnTo>
                    <a:pt x="83" y="536"/>
                  </a:lnTo>
                  <a:lnTo>
                    <a:pt x="166" y="578"/>
                  </a:lnTo>
                  <a:lnTo>
                    <a:pt x="248" y="619"/>
                  </a:lnTo>
                  <a:lnTo>
                    <a:pt x="372" y="578"/>
                  </a:lnTo>
                  <a:lnTo>
                    <a:pt x="454" y="536"/>
                  </a:lnTo>
                  <a:lnTo>
                    <a:pt x="495" y="495"/>
                  </a:lnTo>
                  <a:lnTo>
                    <a:pt x="536" y="413"/>
                  </a:lnTo>
                  <a:lnTo>
                    <a:pt x="578" y="289"/>
                  </a:lnTo>
                  <a:lnTo>
                    <a:pt x="536" y="166"/>
                  </a:lnTo>
                  <a:lnTo>
                    <a:pt x="495" y="83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9"/>
            <p:cNvSpPr/>
            <p:nvPr/>
          </p:nvSpPr>
          <p:spPr>
            <a:xfrm>
              <a:off x="5488800" y="2706075"/>
              <a:ext cx="14450" cy="15475"/>
            </a:xfrm>
            <a:custGeom>
              <a:avLst/>
              <a:gdLst/>
              <a:ahLst/>
              <a:cxnLst/>
              <a:rect l="l" t="t" r="r" b="b"/>
              <a:pathLst>
                <a:path w="578" h="619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207" y="1"/>
                  </a:lnTo>
                  <a:lnTo>
                    <a:pt x="125" y="42"/>
                  </a:lnTo>
                  <a:lnTo>
                    <a:pt x="42" y="124"/>
                  </a:lnTo>
                  <a:lnTo>
                    <a:pt x="1" y="207"/>
                  </a:lnTo>
                  <a:lnTo>
                    <a:pt x="1" y="207"/>
                  </a:lnTo>
                  <a:lnTo>
                    <a:pt x="1" y="330"/>
                  </a:lnTo>
                  <a:lnTo>
                    <a:pt x="1" y="454"/>
                  </a:lnTo>
                  <a:lnTo>
                    <a:pt x="83" y="536"/>
                  </a:lnTo>
                  <a:lnTo>
                    <a:pt x="166" y="578"/>
                  </a:lnTo>
                  <a:lnTo>
                    <a:pt x="166" y="578"/>
                  </a:lnTo>
                  <a:lnTo>
                    <a:pt x="248" y="619"/>
                  </a:lnTo>
                  <a:lnTo>
                    <a:pt x="248" y="619"/>
                  </a:lnTo>
                  <a:lnTo>
                    <a:pt x="372" y="578"/>
                  </a:lnTo>
                  <a:lnTo>
                    <a:pt x="454" y="536"/>
                  </a:lnTo>
                  <a:lnTo>
                    <a:pt x="495" y="495"/>
                  </a:lnTo>
                  <a:lnTo>
                    <a:pt x="536" y="413"/>
                  </a:lnTo>
                  <a:lnTo>
                    <a:pt x="536" y="413"/>
                  </a:lnTo>
                  <a:lnTo>
                    <a:pt x="578" y="289"/>
                  </a:lnTo>
                  <a:lnTo>
                    <a:pt x="536" y="166"/>
                  </a:lnTo>
                  <a:lnTo>
                    <a:pt x="495" y="83"/>
                  </a:lnTo>
                  <a:lnTo>
                    <a:pt x="372" y="1"/>
                  </a:lnTo>
                  <a:lnTo>
                    <a:pt x="372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9"/>
            <p:cNvSpPr/>
            <p:nvPr/>
          </p:nvSpPr>
          <p:spPr>
            <a:xfrm>
              <a:off x="5687600" y="2366200"/>
              <a:ext cx="54600" cy="6200"/>
            </a:xfrm>
            <a:custGeom>
              <a:avLst/>
              <a:gdLst/>
              <a:ahLst/>
              <a:cxnLst/>
              <a:rect l="l" t="t" r="r" b="b"/>
              <a:pathLst>
                <a:path w="2184" h="248" extrusionOk="0">
                  <a:moveTo>
                    <a:pt x="1978" y="1"/>
                  </a:moveTo>
                  <a:lnTo>
                    <a:pt x="1318" y="83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783" y="165"/>
                  </a:lnTo>
                  <a:lnTo>
                    <a:pt x="1730" y="42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rgbClr val="A4C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9"/>
            <p:cNvSpPr/>
            <p:nvPr/>
          </p:nvSpPr>
          <p:spPr>
            <a:xfrm>
              <a:off x="5687600" y="2366200"/>
              <a:ext cx="146275" cy="34025"/>
            </a:xfrm>
            <a:custGeom>
              <a:avLst/>
              <a:gdLst/>
              <a:ahLst/>
              <a:cxnLst/>
              <a:rect l="l" t="t" r="r" b="b"/>
              <a:pathLst>
                <a:path w="5851" h="1361" fill="none" extrusionOk="0">
                  <a:moveTo>
                    <a:pt x="2637" y="1"/>
                  </a:moveTo>
                  <a:lnTo>
                    <a:pt x="2637" y="1"/>
                  </a:lnTo>
                  <a:lnTo>
                    <a:pt x="1978" y="1"/>
                  </a:lnTo>
                  <a:lnTo>
                    <a:pt x="1318" y="83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783" y="165"/>
                  </a:lnTo>
                  <a:lnTo>
                    <a:pt x="783" y="165"/>
                  </a:lnTo>
                  <a:lnTo>
                    <a:pt x="1730" y="42"/>
                  </a:lnTo>
                  <a:lnTo>
                    <a:pt x="2184" y="1"/>
                  </a:lnTo>
                  <a:lnTo>
                    <a:pt x="2637" y="1"/>
                  </a:lnTo>
                  <a:lnTo>
                    <a:pt x="2637" y="1"/>
                  </a:lnTo>
                  <a:lnTo>
                    <a:pt x="3131" y="1"/>
                  </a:lnTo>
                  <a:lnTo>
                    <a:pt x="3626" y="83"/>
                  </a:lnTo>
                  <a:lnTo>
                    <a:pt x="4120" y="207"/>
                  </a:lnTo>
                  <a:lnTo>
                    <a:pt x="4573" y="413"/>
                  </a:lnTo>
                  <a:lnTo>
                    <a:pt x="4573" y="413"/>
                  </a:lnTo>
                  <a:lnTo>
                    <a:pt x="4903" y="619"/>
                  </a:lnTo>
                  <a:lnTo>
                    <a:pt x="5232" y="866"/>
                  </a:lnTo>
                  <a:lnTo>
                    <a:pt x="5850" y="1360"/>
                  </a:lnTo>
                  <a:lnTo>
                    <a:pt x="5850" y="1360"/>
                  </a:lnTo>
                  <a:lnTo>
                    <a:pt x="5850" y="1360"/>
                  </a:lnTo>
                  <a:lnTo>
                    <a:pt x="5232" y="866"/>
                  </a:lnTo>
                  <a:lnTo>
                    <a:pt x="4903" y="619"/>
                  </a:lnTo>
                  <a:lnTo>
                    <a:pt x="4573" y="413"/>
                  </a:lnTo>
                  <a:lnTo>
                    <a:pt x="4573" y="413"/>
                  </a:lnTo>
                  <a:lnTo>
                    <a:pt x="4120" y="207"/>
                  </a:lnTo>
                  <a:lnTo>
                    <a:pt x="3626" y="83"/>
                  </a:lnTo>
                  <a:lnTo>
                    <a:pt x="3131" y="1"/>
                  </a:lnTo>
                  <a:lnTo>
                    <a:pt x="263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9"/>
            <p:cNvSpPr/>
            <p:nvPr/>
          </p:nvSpPr>
          <p:spPr>
            <a:xfrm>
              <a:off x="5302400" y="2400200"/>
              <a:ext cx="749825" cy="709650"/>
            </a:xfrm>
            <a:custGeom>
              <a:avLst/>
              <a:gdLst/>
              <a:ahLst/>
              <a:cxnLst/>
              <a:rect l="l" t="t" r="r" b="b"/>
              <a:pathLst>
                <a:path w="29993" h="28386" extrusionOk="0">
                  <a:moveTo>
                    <a:pt x="2843" y="28386"/>
                  </a:moveTo>
                  <a:lnTo>
                    <a:pt x="2843" y="28386"/>
                  </a:lnTo>
                  <a:lnTo>
                    <a:pt x="2884" y="28386"/>
                  </a:lnTo>
                  <a:lnTo>
                    <a:pt x="2884" y="28386"/>
                  </a:lnTo>
                  <a:lnTo>
                    <a:pt x="2843" y="28386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247" y="27520"/>
                  </a:lnTo>
                  <a:lnTo>
                    <a:pt x="824" y="27768"/>
                  </a:lnTo>
                  <a:lnTo>
                    <a:pt x="1689" y="28056"/>
                  </a:lnTo>
                  <a:lnTo>
                    <a:pt x="2802" y="28386"/>
                  </a:lnTo>
                  <a:lnTo>
                    <a:pt x="2802" y="28386"/>
                  </a:lnTo>
                  <a:lnTo>
                    <a:pt x="1689" y="28056"/>
                  </a:lnTo>
                  <a:lnTo>
                    <a:pt x="824" y="27768"/>
                  </a:lnTo>
                  <a:lnTo>
                    <a:pt x="247" y="27520"/>
                  </a:lnTo>
                  <a:lnTo>
                    <a:pt x="0" y="27397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close/>
                  <a:moveTo>
                    <a:pt x="28386" y="2843"/>
                  </a:moveTo>
                  <a:lnTo>
                    <a:pt x="28386" y="2843"/>
                  </a:lnTo>
                  <a:lnTo>
                    <a:pt x="28386" y="2843"/>
                  </a:lnTo>
                  <a:lnTo>
                    <a:pt x="28592" y="3214"/>
                  </a:lnTo>
                  <a:lnTo>
                    <a:pt x="28798" y="3584"/>
                  </a:lnTo>
                  <a:lnTo>
                    <a:pt x="28921" y="3996"/>
                  </a:lnTo>
                  <a:lnTo>
                    <a:pt x="29045" y="4408"/>
                  </a:lnTo>
                  <a:lnTo>
                    <a:pt x="29045" y="4408"/>
                  </a:lnTo>
                  <a:lnTo>
                    <a:pt x="29127" y="4779"/>
                  </a:lnTo>
                  <a:lnTo>
                    <a:pt x="29251" y="5232"/>
                  </a:lnTo>
                  <a:lnTo>
                    <a:pt x="29580" y="6345"/>
                  </a:lnTo>
                  <a:lnTo>
                    <a:pt x="29745" y="7004"/>
                  </a:lnTo>
                  <a:lnTo>
                    <a:pt x="29869" y="7704"/>
                  </a:lnTo>
                  <a:lnTo>
                    <a:pt x="29951" y="8446"/>
                  </a:lnTo>
                  <a:lnTo>
                    <a:pt x="29992" y="9270"/>
                  </a:lnTo>
                  <a:lnTo>
                    <a:pt x="29992" y="9270"/>
                  </a:lnTo>
                  <a:lnTo>
                    <a:pt x="29951" y="8446"/>
                  </a:lnTo>
                  <a:lnTo>
                    <a:pt x="29869" y="7704"/>
                  </a:lnTo>
                  <a:lnTo>
                    <a:pt x="29745" y="7004"/>
                  </a:lnTo>
                  <a:lnTo>
                    <a:pt x="29580" y="6345"/>
                  </a:lnTo>
                  <a:lnTo>
                    <a:pt x="29251" y="5232"/>
                  </a:lnTo>
                  <a:lnTo>
                    <a:pt x="29127" y="4779"/>
                  </a:lnTo>
                  <a:lnTo>
                    <a:pt x="29045" y="4408"/>
                  </a:lnTo>
                  <a:lnTo>
                    <a:pt x="29045" y="4408"/>
                  </a:lnTo>
                  <a:lnTo>
                    <a:pt x="28921" y="3996"/>
                  </a:lnTo>
                  <a:lnTo>
                    <a:pt x="28798" y="3584"/>
                  </a:lnTo>
                  <a:lnTo>
                    <a:pt x="28592" y="3214"/>
                  </a:lnTo>
                  <a:lnTo>
                    <a:pt x="28386" y="2843"/>
                  </a:lnTo>
                  <a:close/>
                  <a:moveTo>
                    <a:pt x="21258" y="0"/>
                  </a:moveTo>
                  <a:lnTo>
                    <a:pt x="21258" y="0"/>
                  </a:lnTo>
                  <a:lnTo>
                    <a:pt x="21258" y="0"/>
                  </a:lnTo>
                  <a:lnTo>
                    <a:pt x="21505" y="165"/>
                  </a:lnTo>
                  <a:lnTo>
                    <a:pt x="21794" y="330"/>
                  </a:lnTo>
                  <a:lnTo>
                    <a:pt x="21794" y="330"/>
                  </a:lnTo>
                  <a:lnTo>
                    <a:pt x="21876" y="412"/>
                  </a:lnTo>
                  <a:lnTo>
                    <a:pt x="21876" y="412"/>
                  </a:lnTo>
                  <a:lnTo>
                    <a:pt x="21794" y="330"/>
                  </a:lnTo>
                  <a:lnTo>
                    <a:pt x="21794" y="330"/>
                  </a:lnTo>
                  <a:lnTo>
                    <a:pt x="21505" y="165"/>
                  </a:lnTo>
                  <a:lnTo>
                    <a:pt x="21258" y="0"/>
                  </a:lnTo>
                  <a:close/>
                </a:path>
              </a:pathLst>
            </a:custGeom>
            <a:solidFill>
              <a:srgbClr val="756A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9"/>
            <p:cNvSpPr/>
            <p:nvPr/>
          </p:nvSpPr>
          <p:spPr>
            <a:xfrm>
              <a:off x="5373450" y="3109825"/>
              <a:ext cx="1050" cy="25"/>
            </a:xfrm>
            <a:custGeom>
              <a:avLst/>
              <a:gdLst/>
              <a:ahLst/>
              <a:cxnLst/>
              <a:rect l="l" t="t" r="r" b="b"/>
              <a:pathLst>
                <a:path w="4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9"/>
            <p:cNvSpPr/>
            <p:nvPr/>
          </p:nvSpPr>
          <p:spPr>
            <a:xfrm>
              <a:off x="5302400" y="3085100"/>
              <a:ext cx="70050" cy="24750"/>
            </a:xfrm>
            <a:custGeom>
              <a:avLst/>
              <a:gdLst/>
              <a:ahLst/>
              <a:cxnLst/>
              <a:rect l="l" t="t" r="r" b="b"/>
              <a:pathLst>
                <a:path w="2802" h="99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47" y="124"/>
                  </a:lnTo>
                  <a:lnTo>
                    <a:pt x="824" y="372"/>
                  </a:lnTo>
                  <a:lnTo>
                    <a:pt x="1689" y="660"/>
                  </a:lnTo>
                  <a:lnTo>
                    <a:pt x="2802" y="990"/>
                  </a:lnTo>
                  <a:lnTo>
                    <a:pt x="2802" y="990"/>
                  </a:lnTo>
                  <a:lnTo>
                    <a:pt x="1689" y="660"/>
                  </a:lnTo>
                  <a:lnTo>
                    <a:pt x="824" y="372"/>
                  </a:lnTo>
                  <a:lnTo>
                    <a:pt x="247" y="12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9"/>
            <p:cNvSpPr/>
            <p:nvPr/>
          </p:nvSpPr>
          <p:spPr>
            <a:xfrm>
              <a:off x="6012025" y="2471250"/>
              <a:ext cx="40200" cy="160700"/>
            </a:xfrm>
            <a:custGeom>
              <a:avLst/>
              <a:gdLst/>
              <a:ahLst/>
              <a:cxnLst/>
              <a:rect l="l" t="t" r="r" b="b"/>
              <a:pathLst>
                <a:path w="1608" h="642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07" y="372"/>
                  </a:lnTo>
                  <a:lnTo>
                    <a:pt x="413" y="742"/>
                  </a:lnTo>
                  <a:lnTo>
                    <a:pt x="536" y="1154"/>
                  </a:lnTo>
                  <a:lnTo>
                    <a:pt x="660" y="1566"/>
                  </a:lnTo>
                  <a:lnTo>
                    <a:pt x="660" y="1566"/>
                  </a:lnTo>
                  <a:lnTo>
                    <a:pt x="742" y="1937"/>
                  </a:lnTo>
                  <a:lnTo>
                    <a:pt x="866" y="2390"/>
                  </a:lnTo>
                  <a:lnTo>
                    <a:pt x="1195" y="3503"/>
                  </a:lnTo>
                  <a:lnTo>
                    <a:pt x="1360" y="4162"/>
                  </a:lnTo>
                  <a:lnTo>
                    <a:pt x="1484" y="4862"/>
                  </a:lnTo>
                  <a:lnTo>
                    <a:pt x="1566" y="5604"/>
                  </a:lnTo>
                  <a:lnTo>
                    <a:pt x="1607" y="6428"/>
                  </a:lnTo>
                  <a:lnTo>
                    <a:pt x="1607" y="6428"/>
                  </a:lnTo>
                  <a:lnTo>
                    <a:pt x="1566" y="5604"/>
                  </a:lnTo>
                  <a:lnTo>
                    <a:pt x="1484" y="4862"/>
                  </a:lnTo>
                  <a:lnTo>
                    <a:pt x="1360" y="4162"/>
                  </a:lnTo>
                  <a:lnTo>
                    <a:pt x="1195" y="3503"/>
                  </a:lnTo>
                  <a:lnTo>
                    <a:pt x="866" y="2390"/>
                  </a:lnTo>
                  <a:lnTo>
                    <a:pt x="742" y="1937"/>
                  </a:lnTo>
                  <a:lnTo>
                    <a:pt x="660" y="1566"/>
                  </a:lnTo>
                  <a:lnTo>
                    <a:pt x="660" y="1566"/>
                  </a:lnTo>
                  <a:lnTo>
                    <a:pt x="536" y="1154"/>
                  </a:lnTo>
                  <a:lnTo>
                    <a:pt x="413" y="742"/>
                  </a:lnTo>
                  <a:lnTo>
                    <a:pt x="207" y="37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9"/>
            <p:cNvSpPr/>
            <p:nvPr/>
          </p:nvSpPr>
          <p:spPr>
            <a:xfrm>
              <a:off x="5833850" y="2400200"/>
              <a:ext cx="15475" cy="10325"/>
            </a:xfrm>
            <a:custGeom>
              <a:avLst/>
              <a:gdLst/>
              <a:ahLst/>
              <a:cxnLst/>
              <a:rect l="l" t="t" r="r" b="b"/>
              <a:pathLst>
                <a:path w="619" h="41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47" y="165"/>
                  </a:lnTo>
                  <a:lnTo>
                    <a:pt x="536" y="330"/>
                  </a:lnTo>
                  <a:lnTo>
                    <a:pt x="536" y="330"/>
                  </a:lnTo>
                  <a:lnTo>
                    <a:pt x="618" y="412"/>
                  </a:lnTo>
                  <a:lnTo>
                    <a:pt x="618" y="412"/>
                  </a:lnTo>
                  <a:lnTo>
                    <a:pt x="536" y="330"/>
                  </a:lnTo>
                  <a:lnTo>
                    <a:pt x="536" y="330"/>
                  </a:lnTo>
                  <a:lnTo>
                    <a:pt x="247" y="16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9"/>
            <p:cNvSpPr/>
            <p:nvPr/>
          </p:nvSpPr>
          <p:spPr>
            <a:xfrm>
              <a:off x="5283850" y="2366200"/>
              <a:ext cx="768375" cy="756000"/>
            </a:xfrm>
            <a:custGeom>
              <a:avLst/>
              <a:gdLst/>
              <a:ahLst/>
              <a:cxnLst/>
              <a:rect l="l" t="t" r="r" b="b"/>
              <a:pathLst>
                <a:path w="30735" h="30240" extrusionOk="0">
                  <a:moveTo>
                    <a:pt x="18334" y="1"/>
                  </a:moveTo>
                  <a:lnTo>
                    <a:pt x="17880" y="42"/>
                  </a:lnTo>
                  <a:lnTo>
                    <a:pt x="16933" y="165"/>
                  </a:lnTo>
                  <a:lnTo>
                    <a:pt x="16150" y="248"/>
                  </a:lnTo>
                  <a:lnTo>
                    <a:pt x="17674" y="1854"/>
                  </a:lnTo>
                  <a:lnTo>
                    <a:pt x="18375" y="2678"/>
                  </a:lnTo>
                  <a:lnTo>
                    <a:pt x="19034" y="3544"/>
                  </a:lnTo>
                  <a:lnTo>
                    <a:pt x="19611" y="4450"/>
                  </a:lnTo>
                  <a:lnTo>
                    <a:pt x="19899" y="4944"/>
                  </a:lnTo>
                  <a:lnTo>
                    <a:pt x="20105" y="5397"/>
                  </a:lnTo>
                  <a:lnTo>
                    <a:pt x="20311" y="5933"/>
                  </a:lnTo>
                  <a:lnTo>
                    <a:pt x="20517" y="6427"/>
                  </a:lnTo>
                  <a:lnTo>
                    <a:pt x="20682" y="6963"/>
                  </a:lnTo>
                  <a:lnTo>
                    <a:pt x="20764" y="7540"/>
                  </a:lnTo>
                  <a:lnTo>
                    <a:pt x="20888" y="8281"/>
                  </a:lnTo>
                  <a:lnTo>
                    <a:pt x="20929" y="9023"/>
                  </a:lnTo>
                  <a:lnTo>
                    <a:pt x="20888" y="9764"/>
                  </a:lnTo>
                  <a:lnTo>
                    <a:pt x="20806" y="10465"/>
                  </a:lnTo>
                  <a:lnTo>
                    <a:pt x="20682" y="11206"/>
                  </a:lnTo>
                  <a:lnTo>
                    <a:pt x="20517" y="11907"/>
                  </a:lnTo>
                  <a:lnTo>
                    <a:pt x="20270" y="12607"/>
                  </a:lnTo>
                  <a:lnTo>
                    <a:pt x="20023" y="13308"/>
                  </a:lnTo>
                  <a:lnTo>
                    <a:pt x="19734" y="14008"/>
                  </a:lnTo>
                  <a:lnTo>
                    <a:pt x="19364" y="14667"/>
                  </a:lnTo>
                  <a:lnTo>
                    <a:pt x="19034" y="15326"/>
                  </a:lnTo>
                  <a:lnTo>
                    <a:pt x="18622" y="15985"/>
                  </a:lnTo>
                  <a:lnTo>
                    <a:pt x="18210" y="16603"/>
                  </a:lnTo>
                  <a:lnTo>
                    <a:pt x="17757" y="17180"/>
                  </a:lnTo>
                  <a:lnTo>
                    <a:pt x="17304" y="17757"/>
                  </a:lnTo>
                  <a:lnTo>
                    <a:pt x="16851" y="18334"/>
                  </a:lnTo>
                  <a:lnTo>
                    <a:pt x="16027" y="19240"/>
                  </a:lnTo>
                  <a:lnTo>
                    <a:pt x="15161" y="20146"/>
                  </a:lnTo>
                  <a:lnTo>
                    <a:pt x="14255" y="21053"/>
                  </a:lnTo>
                  <a:lnTo>
                    <a:pt x="13307" y="21918"/>
                  </a:lnTo>
                  <a:lnTo>
                    <a:pt x="12360" y="22742"/>
                  </a:lnTo>
                  <a:lnTo>
                    <a:pt x="11371" y="23525"/>
                  </a:lnTo>
                  <a:lnTo>
                    <a:pt x="10341" y="24307"/>
                  </a:lnTo>
                  <a:lnTo>
                    <a:pt x="9270" y="25008"/>
                  </a:lnTo>
                  <a:lnTo>
                    <a:pt x="8199" y="25667"/>
                  </a:lnTo>
                  <a:lnTo>
                    <a:pt x="7087" y="26244"/>
                  </a:lnTo>
                  <a:lnTo>
                    <a:pt x="5933" y="26779"/>
                  </a:lnTo>
                  <a:lnTo>
                    <a:pt x="4779" y="27232"/>
                  </a:lnTo>
                  <a:lnTo>
                    <a:pt x="3626" y="27603"/>
                  </a:lnTo>
                  <a:lnTo>
                    <a:pt x="2431" y="27892"/>
                  </a:lnTo>
                  <a:lnTo>
                    <a:pt x="1236" y="28056"/>
                  </a:lnTo>
                  <a:lnTo>
                    <a:pt x="618" y="28139"/>
                  </a:lnTo>
                  <a:lnTo>
                    <a:pt x="0" y="28180"/>
                  </a:lnTo>
                  <a:lnTo>
                    <a:pt x="371" y="28510"/>
                  </a:lnTo>
                  <a:lnTo>
                    <a:pt x="742" y="28757"/>
                  </a:lnTo>
                  <a:lnTo>
                    <a:pt x="989" y="28880"/>
                  </a:lnTo>
                  <a:lnTo>
                    <a:pt x="1566" y="29128"/>
                  </a:lnTo>
                  <a:lnTo>
                    <a:pt x="2431" y="29416"/>
                  </a:lnTo>
                  <a:lnTo>
                    <a:pt x="3544" y="29746"/>
                  </a:lnTo>
                  <a:lnTo>
                    <a:pt x="3626" y="29746"/>
                  </a:lnTo>
                  <a:lnTo>
                    <a:pt x="4491" y="29952"/>
                  </a:lnTo>
                  <a:lnTo>
                    <a:pt x="5480" y="30075"/>
                  </a:lnTo>
                  <a:lnTo>
                    <a:pt x="6510" y="30199"/>
                  </a:lnTo>
                  <a:lnTo>
                    <a:pt x="7663" y="30240"/>
                  </a:lnTo>
                  <a:lnTo>
                    <a:pt x="8734" y="30199"/>
                  </a:lnTo>
                  <a:lnTo>
                    <a:pt x="9888" y="30075"/>
                  </a:lnTo>
                  <a:lnTo>
                    <a:pt x="11042" y="29910"/>
                  </a:lnTo>
                  <a:lnTo>
                    <a:pt x="12278" y="29622"/>
                  </a:lnTo>
                  <a:lnTo>
                    <a:pt x="13596" y="29251"/>
                  </a:lnTo>
                  <a:lnTo>
                    <a:pt x="14214" y="29004"/>
                  </a:lnTo>
                  <a:lnTo>
                    <a:pt x="14914" y="28757"/>
                  </a:lnTo>
                  <a:lnTo>
                    <a:pt x="15573" y="28468"/>
                  </a:lnTo>
                  <a:lnTo>
                    <a:pt x="16274" y="28139"/>
                  </a:lnTo>
                  <a:lnTo>
                    <a:pt x="16933" y="27768"/>
                  </a:lnTo>
                  <a:lnTo>
                    <a:pt x="17633" y="27397"/>
                  </a:lnTo>
                  <a:lnTo>
                    <a:pt x="18334" y="26944"/>
                  </a:lnTo>
                  <a:lnTo>
                    <a:pt x="19075" y="26491"/>
                  </a:lnTo>
                  <a:lnTo>
                    <a:pt x="19776" y="25996"/>
                  </a:lnTo>
                  <a:lnTo>
                    <a:pt x="20476" y="25420"/>
                  </a:lnTo>
                  <a:lnTo>
                    <a:pt x="21218" y="24843"/>
                  </a:lnTo>
                  <a:lnTo>
                    <a:pt x="21959" y="24225"/>
                  </a:lnTo>
                  <a:lnTo>
                    <a:pt x="22659" y="23566"/>
                  </a:lnTo>
                  <a:lnTo>
                    <a:pt x="23401" y="22824"/>
                  </a:lnTo>
                  <a:lnTo>
                    <a:pt x="24143" y="22083"/>
                  </a:lnTo>
                  <a:lnTo>
                    <a:pt x="24884" y="21259"/>
                  </a:lnTo>
                  <a:lnTo>
                    <a:pt x="25626" y="20394"/>
                  </a:lnTo>
                  <a:lnTo>
                    <a:pt x="26367" y="19487"/>
                  </a:lnTo>
                  <a:lnTo>
                    <a:pt x="27109" y="18540"/>
                  </a:lnTo>
                  <a:lnTo>
                    <a:pt x="27850" y="17510"/>
                  </a:lnTo>
                  <a:lnTo>
                    <a:pt x="28592" y="16439"/>
                  </a:lnTo>
                  <a:lnTo>
                    <a:pt x="29334" y="15326"/>
                  </a:lnTo>
                  <a:lnTo>
                    <a:pt x="29704" y="14708"/>
                  </a:lnTo>
                  <a:lnTo>
                    <a:pt x="29993" y="14090"/>
                  </a:lnTo>
                  <a:lnTo>
                    <a:pt x="30240" y="13472"/>
                  </a:lnTo>
                  <a:lnTo>
                    <a:pt x="30446" y="12896"/>
                  </a:lnTo>
                  <a:lnTo>
                    <a:pt x="30569" y="12319"/>
                  </a:lnTo>
                  <a:lnTo>
                    <a:pt x="30652" y="11742"/>
                  </a:lnTo>
                  <a:lnTo>
                    <a:pt x="30734" y="11165"/>
                  </a:lnTo>
                  <a:lnTo>
                    <a:pt x="30734" y="10630"/>
                  </a:lnTo>
                  <a:lnTo>
                    <a:pt x="30693" y="9806"/>
                  </a:lnTo>
                  <a:lnTo>
                    <a:pt x="30611" y="9064"/>
                  </a:lnTo>
                  <a:lnTo>
                    <a:pt x="30487" y="8364"/>
                  </a:lnTo>
                  <a:lnTo>
                    <a:pt x="30322" y="7705"/>
                  </a:lnTo>
                  <a:lnTo>
                    <a:pt x="29993" y="6592"/>
                  </a:lnTo>
                  <a:lnTo>
                    <a:pt x="29869" y="6139"/>
                  </a:lnTo>
                  <a:lnTo>
                    <a:pt x="29787" y="5768"/>
                  </a:lnTo>
                  <a:lnTo>
                    <a:pt x="29663" y="5356"/>
                  </a:lnTo>
                  <a:lnTo>
                    <a:pt x="29540" y="4944"/>
                  </a:lnTo>
                  <a:lnTo>
                    <a:pt x="29334" y="4574"/>
                  </a:lnTo>
                  <a:lnTo>
                    <a:pt x="29128" y="4203"/>
                  </a:lnTo>
                  <a:lnTo>
                    <a:pt x="28922" y="3956"/>
                  </a:lnTo>
                  <a:lnTo>
                    <a:pt x="28716" y="3667"/>
                  </a:lnTo>
                  <a:lnTo>
                    <a:pt x="28468" y="3461"/>
                  </a:lnTo>
                  <a:lnTo>
                    <a:pt x="28221" y="3255"/>
                  </a:lnTo>
                  <a:lnTo>
                    <a:pt x="27933" y="3049"/>
                  </a:lnTo>
                  <a:lnTo>
                    <a:pt x="27644" y="2884"/>
                  </a:lnTo>
                  <a:lnTo>
                    <a:pt x="27315" y="2720"/>
                  </a:lnTo>
                  <a:lnTo>
                    <a:pt x="27026" y="2596"/>
                  </a:lnTo>
                  <a:lnTo>
                    <a:pt x="26491" y="2472"/>
                  </a:lnTo>
                  <a:lnTo>
                    <a:pt x="25914" y="2349"/>
                  </a:lnTo>
                  <a:lnTo>
                    <a:pt x="24802" y="2266"/>
                  </a:lnTo>
                  <a:lnTo>
                    <a:pt x="24225" y="2184"/>
                  </a:lnTo>
                  <a:lnTo>
                    <a:pt x="23689" y="2102"/>
                  </a:lnTo>
                  <a:lnTo>
                    <a:pt x="23154" y="1978"/>
                  </a:lnTo>
                  <a:lnTo>
                    <a:pt x="22618" y="1772"/>
                  </a:lnTo>
                  <a:lnTo>
                    <a:pt x="22536" y="1690"/>
                  </a:lnTo>
                  <a:lnTo>
                    <a:pt x="22247" y="1525"/>
                  </a:lnTo>
                  <a:lnTo>
                    <a:pt x="22000" y="1360"/>
                  </a:lnTo>
                  <a:lnTo>
                    <a:pt x="21382" y="866"/>
                  </a:lnTo>
                  <a:lnTo>
                    <a:pt x="21053" y="619"/>
                  </a:lnTo>
                  <a:lnTo>
                    <a:pt x="20723" y="413"/>
                  </a:lnTo>
                  <a:lnTo>
                    <a:pt x="20270" y="207"/>
                  </a:lnTo>
                  <a:lnTo>
                    <a:pt x="19776" y="83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9"/>
            <p:cNvSpPr/>
            <p:nvPr/>
          </p:nvSpPr>
          <p:spPr>
            <a:xfrm>
              <a:off x="5283850" y="2366200"/>
              <a:ext cx="768375" cy="756000"/>
            </a:xfrm>
            <a:custGeom>
              <a:avLst/>
              <a:gdLst/>
              <a:ahLst/>
              <a:cxnLst/>
              <a:rect l="l" t="t" r="r" b="b"/>
              <a:pathLst>
                <a:path w="30735" h="30240" fill="none" extrusionOk="0">
                  <a:moveTo>
                    <a:pt x="18787" y="1"/>
                  </a:moveTo>
                  <a:lnTo>
                    <a:pt x="18787" y="1"/>
                  </a:lnTo>
                  <a:lnTo>
                    <a:pt x="18334" y="1"/>
                  </a:lnTo>
                  <a:lnTo>
                    <a:pt x="17880" y="42"/>
                  </a:lnTo>
                  <a:lnTo>
                    <a:pt x="16933" y="165"/>
                  </a:lnTo>
                  <a:lnTo>
                    <a:pt x="16933" y="165"/>
                  </a:lnTo>
                  <a:lnTo>
                    <a:pt x="16150" y="248"/>
                  </a:lnTo>
                  <a:lnTo>
                    <a:pt x="16150" y="248"/>
                  </a:lnTo>
                  <a:lnTo>
                    <a:pt x="17674" y="1854"/>
                  </a:lnTo>
                  <a:lnTo>
                    <a:pt x="18375" y="2678"/>
                  </a:lnTo>
                  <a:lnTo>
                    <a:pt x="19034" y="3544"/>
                  </a:lnTo>
                  <a:lnTo>
                    <a:pt x="19611" y="4450"/>
                  </a:lnTo>
                  <a:lnTo>
                    <a:pt x="19899" y="4944"/>
                  </a:lnTo>
                  <a:lnTo>
                    <a:pt x="20105" y="5397"/>
                  </a:lnTo>
                  <a:lnTo>
                    <a:pt x="20311" y="5933"/>
                  </a:lnTo>
                  <a:lnTo>
                    <a:pt x="20517" y="6427"/>
                  </a:lnTo>
                  <a:lnTo>
                    <a:pt x="20682" y="6963"/>
                  </a:lnTo>
                  <a:lnTo>
                    <a:pt x="20764" y="7540"/>
                  </a:lnTo>
                  <a:lnTo>
                    <a:pt x="20764" y="7540"/>
                  </a:lnTo>
                  <a:lnTo>
                    <a:pt x="20888" y="8281"/>
                  </a:lnTo>
                  <a:lnTo>
                    <a:pt x="20929" y="9023"/>
                  </a:lnTo>
                  <a:lnTo>
                    <a:pt x="20888" y="9764"/>
                  </a:lnTo>
                  <a:lnTo>
                    <a:pt x="20806" y="10465"/>
                  </a:lnTo>
                  <a:lnTo>
                    <a:pt x="20682" y="11206"/>
                  </a:lnTo>
                  <a:lnTo>
                    <a:pt x="20517" y="11907"/>
                  </a:lnTo>
                  <a:lnTo>
                    <a:pt x="20270" y="12607"/>
                  </a:lnTo>
                  <a:lnTo>
                    <a:pt x="20023" y="13308"/>
                  </a:lnTo>
                  <a:lnTo>
                    <a:pt x="19734" y="14008"/>
                  </a:lnTo>
                  <a:lnTo>
                    <a:pt x="19364" y="14667"/>
                  </a:lnTo>
                  <a:lnTo>
                    <a:pt x="19034" y="15326"/>
                  </a:lnTo>
                  <a:lnTo>
                    <a:pt x="18622" y="15985"/>
                  </a:lnTo>
                  <a:lnTo>
                    <a:pt x="18210" y="16603"/>
                  </a:lnTo>
                  <a:lnTo>
                    <a:pt x="17757" y="17180"/>
                  </a:lnTo>
                  <a:lnTo>
                    <a:pt x="17304" y="17757"/>
                  </a:lnTo>
                  <a:lnTo>
                    <a:pt x="16851" y="18334"/>
                  </a:lnTo>
                  <a:lnTo>
                    <a:pt x="16851" y="18334"/>
                  </a:lnTo>
                  <a:lnTo>
                    <a:pt x="16027" y="19240"/>
                  </a:lnTo>
                  <a:lnTo>
                    <a:pt x="15161" y="20146"/>
                  </a:lnTo>
                  <a:lnTo>
                    <a:pt x="14255" y="21053"/>
                  </a:lnTo>
                  <a:lnTo>
                    <a:pt x="13307" y="21918"/>
                  </a:lnTo>
                  <a:lnTo>
                    <a:pt x="12360" y="22742"/>
                  </a:lnTo>
                  <a:lnTo>
                    <a:pt x="11371" y="23525"/>
                  </a:lnTo>
                  <a:lnTo>
                    <a:pt x="10341" y="24307"/>
                  </a:lnTo>
                  <a:lnTo>
                    <a:pt x="9270" y="25008"/>
                  </a:lnTo>
                  <a:lnTo>
                    <a:pt x="8199" y="25667"/>
                  </a:lnTo>
                  <a:lnTo>
                    <a:pt x="7087" y="26244"/>
                  </a:lnTo>
                  <a:lnTo>
                    <a:pt x="5933" y="26779"/>
                  </a:lnTo>
                  <a:lnTo>
                    <a:pt x="4779" y="27232"/>
                  </a:lnTo>
                  <a:lnTo>
                    <a:pt x="3626" y="27603"/>
                  </a:lnTo>
                  <a:lnTo>
                    <a:pt x="2431" y="27892"/>
                  </a:lnTo>
                  <a:lnTo>
                    <a:pt x="1236" y="28056"/>
                  </a:lnTo>
                  <a:lnTo>
                    <a:pt x="618" y="28139"/>
                  </a:lnTo>
                  <a:lnTo>
                    <a:pt x="0" y="28180"/>
                  </a:lnTo>
                  <a:lnTo>
                    <a:pt x="0" y="28180"/>
                  </a:lnTo>
                  <a:lnTo>
                    <a:pt x="371" y="28510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989" y="28880"/>
                  </a:lnTo>
                  <a:lnTo>
                    <a:pt x="1566" y="29128"/>
                  </a:lnTo>
                  <a:lnTo>
                    <a:pt x="2431" y="29416"/>
                  </a:lnTo>
                  <a:lnTo>
                    <a:pt x="3544" y="29746"/>
                  </a:lnTo>
                  <a:lnTo>
                    <a:pt x="3544" y="29746"/>
                  </a:lnTo>
                  <a:lnTo>
                    <a:pt x="3585" y="29746"/>
                  </a:lnTo>
                  <a:lnTo>
                    <a:pt x="3585" y="29746"/>
                  </a:lnTo>
                  <a:lnTo>
                    <a:pt x="3626" y="29746"/>
                  </a:lnTo>
                  <a:lnTo>
                    <a:pt x="3626" y="29746"/>
                  </a:lnTo>
                  <a:lnTo>
                    <a:pt x="4491" y="29952"/>
                  </a:lnTo>
                  <a:lnTo>
                    <a:pt x="5480" y="30075"/>
                  </a:lnTo>
                  <a:lnTo>
                    <a:pt x="6510" y="30199"/>
                  </a:lnTo>
                  <a:lnTo>
                    <a:pt x="7663" y="30240"/>
                  </a:lnTo>
                  <a:lnTo>
                    <a:pt x="7663" y="30240"/>
                  </a:lnTo>
                  <a:lnTo>
                    <a:pt x="8734" y="30199"/>
                  </a:lnTo>
                  <a:lnTo>
                    <a:pt x="9888" y="30075"/>
                  </a:lnTo>
                  <a:lnTo>
                    <a:pt x="11042" y="29910"/>
                  </a:lnTo>
                  <a:lnTo>
                    <a:pt x="12278" y="29622"/>
                  </a:lnTo>
                  <a:lnTo>
                    <a:pt x="13596" y="29251"/>
                  </a:lnTo>
                  <a:lnTo>
                    <a:pt x="14214" y="29004"/>
                  </a:lnTo>
                  <a:lnTo>
                    <a:pt x="14914" y="28757"/>
                  </a:lnTo>
                  <a:lnTo>
                    <a:pt x="15573" y="28468"/>
                  </a:lnTo>
                  <a:lnTo>
                    <a:pt x="16274" y="28139"/>
                  </a:lnTo>
                  <a:lnTo>
                    <a:pt x="16933" y="27768"/>
                  </a:lnTo>
                  <a:lnTo>
                    <a:pt x="17633" y="27397"/>
                  </a:lnTo>
                  <a:lnTo>
                    <a:pt x="18334" y="26944"/>
                  </a:lnTo>
                  <a:lnTo>
                    <a:pt x="19075" y="26491"/>
                  </a:lnTo>
                  <a:lnTo>
                    <a:pt x="19776" y="25996"/>
                  </a:lnTo>
                  <a:lnTo>
                    <a:pt x="20476" y="25420"/>
                  </a:lnTo>
                  <a:lnTo>
                    <a:pt x="21218" y="24843"/>
                  </a:lnTo>
                  <a:lnTo>
                    <a:pt x="21959" y="24225"/>
                  </a:lnTo>
                  <a:lnTo>
                    <a:pt x="22659" y="23566"/>
                  </a:lnTo>
                  <a:lnTo>
                    <a:pt x="23401" y="22824"/>
                  </a:lnTo>
                  <a:lnTo>
                    <a:pt x="24143" y="22083"/>
                  </a:lnTo>
                  <a:lnTo>
                    <a:pt x="24884" y="21259"/>
                  </a:lnTo>
                  <a:lnTo>
                    <a:pt x="25626" y="20394"/>
                  </a:lnTo>
                  <a:lnTo>
                    <a:pt x="26367" y="19487"/>
                  </a:lnTo>
                  <a:lnTo>
                    <a:pt x="27109" y="18540"/>
                  </a:lnTo>
                  <a:lnTo>
                    <a:pt x="27850" y="17510"/>
                  </a:lnTo>
                  <a:lnTo>
                    <a:pt x="28592" y="16439"/>
                  </a:lnTo>
                  <a:lnTo>
                    <a:pt x="29334" y="15326"/>
                  </a:lnTo>
                  <a:lnTo>
                    <a:pt x="29334" y="15326"/>
                  </a:lnTo>
                  <a:lnTo>
                    <a:pt x="29704" y="14708"/>
                  </a:lnTo>
                  <a:lnTo>
                    <a:pt x="29993" y="14090"/>
                  </a:lnTo>
                  <a:lnTo>
                    <a:pt x="30240" y="13472"/>
                  </a:lnTo>
                  <a:lnTo>
                    <a:pt x="30446" y="12896"/>
                  </a:lnTo>
                  <a:lnTo>
                    <a:pt x="30569" y="12319"/>
                  </a:lnTo>
                  <a:lnTo>
                    <a:pt x="30652" y="11742"/>
                  </a:lnTo>
                  <a:lnTo>
                    <a:pt x="30734" y="11165"/>
                  </a:lnTo>
                  <a:lnTo>
                    <a:pt x="30734" y="10630"/>
                  </a:lnTo>
                  <a:lnTo>
                    <a:pt x="30734" y="10630"/>
                  </a:lnTo>
                  <a:lnTo>
                    <a:pt x="30693" y="9806"/>
                  </a:lnTo>
                  <a:lnTo>
                    <a:pt x="30611" y="9064"/>
                  </a:lnTo>
                  <a:lnTo>
                    <a:pt x="30487" y="8364"/>
                  </a:lnTo>
                  <a:lnTo>
                    <a:pt x="30322" y="7705"/>
                  </a:lnTo>
                  <a:lnTo>
                    <a:pt x="29993" y="6592"/>
                  </a:lnTo>
                  <a:lnTo>
                    <a:pt x="29869" y="6139"/>
                  </a:lnTo>
                  <a:lnTo>
                    <a:pt x="29787" y="5768"/>
                  </a:lnTo>
                  <a:lnTo>
                    <a:pt x="29787" y="5768"/>
                  </a:lnTo>
                  <a:lnTo>
                    <a:pt x="29663" y="5356"/>
                  </a:lnTo>
                  <a:lnTo>
                    <a:pt x="29540" y="4944"/>
                  </a:lnTo>
                  <a:lnTo>
                    <a:pt x="29334" y="4574"/>
                  </a:lnTo>
                  <a:lnTo>
                    <a:pt x="29128" y="4203"/>
                  </a:lnTo>
                  <a:lnTo>
                    <a:pt x="29128" y="4203"/>
                  </a:lnTo>
                  <a:lnTo>
                    <a:pt x="28922" y="3956"/>
                  </a:lnTo>
                  <a:lnTo>
                    <a:pt x="28716" y="3667"/>
                  </a:lnTo>
                  <a:lnTo>
                    <a:pt x="28468" y="3461"/>
                  </a:lnTo>
                  <a:lnTo>
                    <a:pt x="28221" y="3255"/>
                  </a:lnTo>
                  <a:lnTo>
                    <a:pt x="27933" y="3049"/>
                  </a:lnTo>
                  <a:lnTo>
                    <a:pt x="27644" y="2884"/>
                  </a:lnTo>
                  <a:lnTo>
                    <a:pt x="27315" y="2720"/>
                  </a:lnTo>
                  <a:lnTo>
                    <a:pt x="27026" y="2596"/>
                  </a:lnTo>
                  <a:lnTo>
                    <a:pt x="27026" y="2596"/>
                  </a:lnTo>
                  <a:lnTo>
                    <a:pt x="27026" y="2596"/>
                  </a:lnTo>
                  <a:lnTo>
                    <a:pt x="26491" y="2472"/>
                  </a:lnTo>
                  <a:lnTo>
                    <a:pt x="25914" y="2349"/>
                  </a:lnTo>
                  <a:lnTo>
                    <a:pt x="24802" y="2266"/>
                  </a:lnTo>
                  <a:lnTo>
                    <a:pt x="24225" y="2184"/>
                  </a:lnTo>
                  <a:lnTo>
                    <a:pt x="23689" y="2102"/>
                  </a:lnTo>
                  <a:lnTo>
                    <a:pt x="23154" y="1978"/>
                  </a:lnTo>
                  <a:lnTo>
                    <a:pt x="22618" y="1772"/>
                  </a:lnTo>
                  <a:lnTo>
                    <a:pt x="22618" y="1772"/>
                  </a:lnTo>
                  <a:lnTo>
                    <a:pt x="22536" y="1690"/>
                  </a:lnTo>
                  <a:lnTo>
                    <a:pt x="22536" y="1690"/>
                  </a:lnTo>
                  <a:lnTo>
                    <a:pt x="22247" y="1525"/>
                  </a:lnTo>
                  <a:lnTo>
                    <a:pt x="22000" y="1360"/>
                  </a:lnTo>
                  <a:lnTo>
                    <a:pt x="22000" y="1360"/>
                  </a:lnTo>
                  <a:lnTo>
                    <a:pt x="21382" y="866"/>
                  </a:lnTo>
                  <a:lnTo>
                    <a:pt x="21053" y="619"/>
                  </a:lnTo>
                  <a:lnTo>
                    <a:pt x="20723" y="413"/>
                  </a:lnTo>
                  <a:lnTo>
                    <a:pt x="20723" y="413"/>
                  </a:lnTo>
                  <a:lnTo>
                    <a:pt x="20270" y="207"/>
                  </a:lnTo>
                  <a:lnTo>
                    <a:pt x="19776" y="83"/>
                  </a:lnTo>
                  <a:lnTo>
                    <a:pt x="19281" y="1"/>
                  </a:lnTo>
                  <a:lnTo>
                    <a:pt x="1878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483;p39"/>
          <p:cNvGrpSpPr/>
          <p:nvPr/>
        </p:nvGrpSpPr>
        <p:grpSpPr>
          <a:xfrm flipH="1">
            <a:off x="4010437" y="1629065"/>
            <a:ext cx="1123117" cy="1143075"/>
            <a:chOff x="5236475" y="1005625"/>
            <a:chExt cx="2145400" cy="2183525"/>
          </a:xfrm>
        </p:grpSpPr>
        <p:sp>
          <p:nvSpPr>
            <p:cNvPr id="1484" name="Google Shape;1484;p39"/>
            <p:cNvSpPr/>
            <p:nvPr/>
          </p:nvSpPr>
          <p:spPr>
            <a:xfrm>
              <a:off x="5267375" y="2399150"/>
              <a:ext cx="819850" cy="790000"/>
            </a:xfrm>
            <a:custGeom>
              <a:avLst/>
              <a:gdLst/>
              <a:ahLst/>
              <a:cxnLst/>
              <a:rect l="l" t="t" r="r" b="b"/>
              <a:pathLst>
                <a:path w="32794" h="31600" extrusionOk="0">
                  <a:moveTo>
                    <a:pt x="22948" y="1"/>
                  </a:moveTo>
                  <a:lnTo>
                    <a:pt x="22247" y="83"/>
                  </a:lnTo>
                  <a:lnTo>
                    <a:pt x="21506" y="166"/>
                  </a:lnTo>
                  <a:lnTo>
                    <a:pt x="20723" y="289"/>
                  </a:lnTo>
                  <a:lnTo>
                    <a:pt x="19981" y="454"/>
                  </a:lnTo>
                  <a:lnTo>
                    <a:pt x="19199" y="660"/>
                  </a:lnTo>
                  <a:lnTo>
                    <a:pt x="18416" y="907"/>
                  </a:lnTo>
                  <a:lnTo>
                    <a:pt x="17633" y="1154"/>
                  </a:lnTo>
                  <a:lnTo>
                    <a:pt x="16850" y="1484"/>
                  </a:lnTo>
                  <a:lnTo>
                    <a:pt x="16068" y="1814"/>
                  </a:lnTo>
                  <a:lnTo>
                    <a:pt x="15285" y="2184"/>
                  </a:lnTo>
                  <a:lnTo>
                    <a:pt x="14461" y="2596"/>
                  </a:lnTo>
                  <a:lnTo>
                    <a:pt x="13678" y="3008"/>
                  </a:lnTo>
                  <a:lnTo>
                    <a:pt x="12895" y="3503"/>
                  </a:lnTo>
                  <a:lnTo>
                    <a:pt x="12113" y="3997"/>
                  </a:lnTo>
                  <a:lnTo>
                    <a:pt x="11330" y="4533"/>
                  </a:lnTo>
                  <a:lnTo>
                    <a:pt x="10547" y="5109"/>
                  </a:lnTo>
                  <a:lnTo>
                    <a:pt x="9805" y="5727"/>
                  </a:lnTo>
                  <a:lnTo>
                    <a:pt x="9023" y="6345"/>
                  </a:lnTo>
                  <a:lnTo>
                    <a:pt x="8281" y="7005"/>
                  </a:lnTo>
                  <a:lnTo>
                    <a:pt x="7581" y="7705"/>
                  </a:lnTo>
                  <a:lnTo>
                    <a:pt x="6880" y="8405"/>
                  </a:lnTo>
                  <a:lnTo>
                    <a:pt x="6221" y="9106"/>
                  </a:lnTo>
                  <a:lnTo>
                    <a:pt x="5603" y="9847"/>
                  </a:lnTo>
                  <a:lnTo>
                    <a:pt x="4985" y="10589"/>
                  </a:lnTo>
                  <a:lnTo>
                    <a:pt x="4409" y="11330"/>
                  </a:lnTo>
                  <a:lnTo>
                    <a:pt x="3873" y="12072"/>
                  </a:lnTo>
                  <a:lnTo>
                    <a:pt x="3379" y="12813"/>
                  </a:lnTo>
                  <a:lnTo>
                    <a:pt x="2925" y="13596"/>
                  </a:lnTo>
                  <a:lnTo>
                    <a:pt x="2472" y="14338"/>
                  </a:lnTo>
                  <a:lnTo>
                    <a:pt x="2060" y="15121"/>
                  </a:lnTo>
                  <a:lnTo>
                    <a:pt x="1731" y="15862"/>
                  </a:lnTo>
                  <a:lnTo>
                    <a:pt x="1360" y="16645"/>
                  </a:lnTo>
                  <a:lnTo>
                    <a:pt x="1071" y="17386"/>
                  </a:lnTo>
                  <a:lnTo>
                    <a:pt x="824" y="18128"/>
                  </a:lnTo>
                  <a:lnTo>
                    <a:pt x="577" y="18870"/>
                  </a:lnTo>
                  <a:lnTo>
                    <a:pt x="412" y="19611"/>
                  </a:lnTo>
                  <a:lnTo>
                    <a:pt x="248" y="20353"/>
                  </a:lnTo>
                  <a:lnTo>
                    <a:pt x="124" y="21094"/>
                  </a:lnTo>
                  <a:lnTo>
                    <a:pt x="42" y="21795"/>
                  </a:lnTo>
                  <a:lnTo>
                    <a:pt x="0" y="22495"/>
                  </a:lnTo>
                  <a:lnTo>
                    <a:pt x="0" y="23154"/>
                  </a:lnTo>
                  <a:lnTo>
                    <a:pt x="42" y="23855"/>
                  </a:lnTo>
                  <a:lnTo>
                    <a:pt x="124" y="24473"/>
                  </a:lnTo>
                  <a:lnTo>
                    <a:pt x="206" y="25132"/>
                  </a:lnTo>
                  <a:lnTo>
                    <a:pt x="371" y="25750"/>
                  </a:lnTo>
                  <a:lnTo>
                    <a:pt x="577" y="26326"/>
                  </a:lnTo>
                  <a:lnTo>
                    <a:pt x="824" y="26903"/>
                  </a:lnTo>
                  <a:lnTo>
                    <a:pt x="1071" y="27439"/>
                  </a:lnTo>
                  <a:lnTo>
                    <a:pt x="1401" y="27974"/>
                  </a:lnTo>
                  <a:lnTo>
                    <a:pt x="1731" y="28469"/>
                  </a:lnTo>
                  <a:lnTo>
                    <a:pt x="2143" y="28922"/>
                  </a:lnTo>
                  <a:lnTo>
                    <a:pt x="2596" y="29375"/>
                  </a:lnTo>
                  <a:lnTo>
                    <a:pt x="3049" y="29787"/>
                  </a:lnTo>
                  <a:lnTo>
                    <a:pt x="3543" y="30117"/>
                  </a:lnTo>
                  <a:lnTo>
                    <a:pt x="4079" y="30446"/>
                  </a:lnTo>
                  <a:lnTo>
                    <a:pt x="4615" y="30735"/>
                  </a:lnTo>
                  <a:lnTo>
                    <a:pt x="5191" y="30941"/>
                  </a:lnTo>
                  <a:lnTo>
                    <a:pt x="5809" y="31147"/>
                  </a:lnTo>
                  <a:lnTo>
                    <a:pt x="6427" y="31311"/>
                  </a:lnTo>
                  <a:lnTo>
                    <a:pt x="7045" y="31435"/>
                  </a:lnTo>
                  <a:lnTo>
                    <a:pt x="7746" y="31559"/>
                  </a:lnTo>
                  <a:lnTo>
                    <a:pt x="8405" y="31600"/>
                  </a:lnTo>
                  <a:lnTo>
                    <a:pt x="9805" y="31600"/>
                  </a:lnTo>
                  <a:lnTo>
                    <a:pt x="10547" y="31517"/>
                  </a:lnTo>
                  <a:lnTo>
                    <a:pt x="11289" y="31435"/>
                  </a:lnTo>
                  <a:lnTo>
                    <a:pt x="12030" y="31311"/>
                  </a:lnTo>
                  <a:lnTo>
                    <a:pt x="12813" y="31147"/>
                  </a:lnTo>
                  <a:lnTo>
                    <a:pt x="13596" y="30941"/>
                  </a:lnTo>
                  <a:lnTo>
                    <a:pt x="14378" y="30693"/>
                  </a:lnTo>
                  <a:lnTo>
                    <a:pt x="15161" y="30405"/>
                  </a:lnTo>
                  <a:lnTo>
                    <a:pt x="15944" y="30117"/>
                  </a:lnTo>
                  <a:lnTo>
                    <a:pt x="16727" y="29787"/>
                  </a:lnTo>
                  <a:lnTo>
                    <a:pt x="17510" y="29416"/>
                  </a:lnTo>
                  <a:lnTo>
                    <a:pt x="18333" y="29004"/>
                  </a:lnTo>
                  <a:lnTo>
                    <a:pt x="19116" y="28551"/>
                  </a:lnTo>
                  <a:lnTo>
                    <a:pt x="19899" y="28098"/>
                  </a:lnTo>
                  <a:lnTo>
                    <a:pt x="20682" y="27562"/>
                  </a:lnTo>
                  <a:lnTo>
                    <a:pt x="21465" y="27027"/>
                  </a:lnTo>
                  <a:lnTo>
                    <a:pt x="22247" y="26491"/>
                  </a:lnTo>
                  <a:lnTo>
                    <a:pt x="22989" y="25873"/>
                  </a:lnTo>
                  <a:lnTo>
                    <a:pt x="23772" y="25255"/>
                  </a:lnTo>
                  <a:lnTo>
                    <a:pt x="24513" y="24555"/>
                  </a:lnTo>
                  <a:lnTo>
                    <a:pt x="25214" y="23896"/>
                  </a:lnTo>
                  <a:lnTo>
                    <a:pt x="25914" y="23195"/>
                  </a:lnTo>
                  <a:lnTo>
                    <a:pt x="26573" y="22454"/>
                  </a:lnTo>
                  <a:lnTo>
                    <a:pt x="27191" y="21753"/>
                  </a:lnTo>
                  <a:lnTo>
                    <a:pt x="27809" y="21012"/>
                  </a:lnTo>
                  <a:lnTo>
                    <a:pt x="28386" y="20270"/>
                  </a:lnTo>
                  <a:lnTo>
                    <a:pt x="28921" y="19529"/>
                  </a:lnTo>
                  <a:lnTo>
                    <a:pt x="29416" y="18746"/>
                  </a:lnTo>
                  <a:lnTo>
                    <a:pt x="29869" y="18004"/>
                  </a:lnTo>
                  <a:lnTo>
                    <a:pt x="30322" y="17263"/>
                  </a:lnTo>
                  <a:lnTo>
                    <a:pt x="30693" y="16480"/>
                  </a:lnTo>
                  <a:lnTo>
                    <a:pt x="31064" y="15739"/>
                  </a:lnTo>
                  <a:lnTo>
                    <a:pt x="31393" y="14956"/>
                  </a:lnTo>
                  <a:lnTo>
                    <a:pt x="31723" y="14214"/>
                  </a:lnTo>
                  <a:lnTo>
                    <a:pt x="31970" y="13431"/>
                  </a:lnTo>
                  <a:lnTo>
                    <a:pt x="32176" y="12690"/>
                  </a:lnTo>
                  <a:lnTo>
                    <a:pt x="32382" y="11948"/>
                  </a:lnTo>
                  <a:lnTo>
                    <a:pt x="32547" y="11248"/>
                  </a:lnTo>
                  <a:lnTo>
                    <a:pt x="32670" y="10506"/>
                  </a:lnTo>
                  <a:lnTo>
                    <a:pt x="32753" y="9806"/>
                  </a:lnTo>
                  <a:lnTo>
                    <a:pt x="32794" y="9106"/>
                  </a:lnTo>
                  <a:lnTo>
                    <a:pt x="32794" y="8405"/>
                  </a:lnTo>
                  <a:lnTo>
                    <a:pt x="32753" y="7746"/>
                  </a:lnTo>
                  <a:lnTo>
                    <a:pt x="32670" y="7087"/>
                  </a:lnTo>
                  <a:lnTo>
                    <a:pt x="32547" y="6469"/>
                  </a:lnTo>
                  <a:lnTo>
                    <a:pt x="32423" y="5851"/>
                  </a:lnTo>
                  <a:lnTo>
                    <a:pt x="32217" y="5233"/>
                  </a:lnTo>
                  <a:lnTo>
                    <a:pt x="31970" y="4697"/>
                  </a:lnTo>
                  <a:lnTo>
                    <a:pt x="31723" y="4121"/>
                  </a:lnTo>
                  <a:lnTo>
                    <a:pt x="31393" y="3626"/>
                  </a:lnTo>
                  <a:lnTo>
                    <a:pt x="31022" y="3132"/>
                  </a:lnTo>
                  <a:lnTo>
                    <a:pt x="30652" y="2638"/>
                  </a:lnTo>
                  <a:lnTo>
                    <a:pt x="30199" y="2226"/>
                  </a:lnTo>
                  <a:lnTo>
                    <a:pt x="29745" y="1814"/>
                  </a:lnTo>
                  <a:lnTo>
                    <a:pt x="29251" y="1443"/>
                  </a:lnTo>
                  <a:lnTo>
                    <a:pt x="28715" y="1154"/>
                  </a:lnTo>
                  <a:lnTo>
                    <a:pt x="28180" y="866"/>
                  </a:lnTo>
                  <a:lnTo>
                    <a:pt x="27603" y="619"/>
                  </a:lnTo>
                  <a:lnTo>
                    <a:pt x="26985" y="413"/>
                  </a:lnTo>
                  <a:lnTo>
                    <a:pt x="26367" y="248"/>
                  </a:lnTo>
                  <a:lnTo>
                    <a:pt x="25708" y="124"/>
                  </a:lnTo>
                  <a:lnTo>
                    <a:pt x="25049" y="42"/>
                  </a:lnTo>
                  <a:lnTo>
                    <a:pt x="24390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9"/>
            <p:cNvSpPr/>
            <p:nvPr/>
          </p:nvSpPr>
          <p:spPr>
            <a:xfrm>
              <a:off x="5267375" y="2399150"/>
              <a:ext cx="819850" cy="790000"/>
            </a:xfrm>
            <a:custGeom>
              <a:avLst/>
              <a:gdLst/>
              <a:ahLst/>
              <a:cxnLst/>
              <a:rect l="l" t="t" r="r" b="b"/>
              <a:pathLst>
                <a:path w="32794" h="31600" fill="none" extrusionOk="0">
                  <a:moveTo>
                    <a:pt x="30652" y="2638"/>
                  </a:moveTo>
                  <a:lnTo>
                    <a:pt x="30652" y="2638"/>
                  </a:lnTo>
                  <a:lnTo>
                    <a:pt x="31022" y="3132"/>
                  </a:lnTo>
                  <a:lnTo>
                    <a:pt x="31393" y="3626"/>
                  </a:lnTo>
                  <a:lnTo>
                    <a:pt x="31723" y="4121"/>
                  </a:lnTo>
                  <a:lnTo>
                    <a:pt x="31970" y="4697"/>
                  </a:lnTo>
                  <a:lnTo>
                    <a:pt x="32217" y="5233"/>
                  </a:lnTo>
                  <a:lnTo>
                    <a:pt x="32423" y="5851"/>
                  </a:lnTo>
                  <a:lnTo>
                    <a:pt x="32547" y="6469"/>
                  </a:lnTo>
                  <a:lnTo>
                    <a:pt x="32670" y="7087"/>
                  </a:lnTo>
                  <a:lnTo>
                    <a:pt x="32753" y="7746"/>
                  </a:lnTo>
                  <a:lnTo>
                    <a:pt x="32794" y="8405"/>
                  </a:lnTo>
                  <a:lnTo>
                    <a:pt x="32794" y="9106"/>
                  </a:lnTo>
                  <a:lnTo>
                    <a:pt x="32753" y="9806"/>
                  </a:lnTo>
                  <a:lnTo>
                    <a:pt x="32670" y="10506"/>
                  </a:lnTo>
                  <a:lnTo>
                    <a:pt x="32547" y="11248"/>
                  </a:lnTo>
                  <a:lnTo>
                    <a:pt x="32382" y="11948"/>
                  </a:lnTo>
                  <a:lnTo>
                    <a:pt x="32176" y="12690"/>
                  </a:lnTo>
                  <a:lnTo>
                    <a:pt x="31970" y="13431"/>
                  </a:lnTo>
                  <a:lnTo>
                    <a:pt x="31723" y="14214"/>
                  </a:lnTo>
                  <a:lnTo>
                    <a:pt x="31393" y="14956"/>
                  </a:lnTo>
                  <a:lnTo>
                    <a:pt x="31064" y="15739"/>
                  </a:lnTo>
                  <a:lnTo>
                    <a:pt x="30693" y="16480"/>
                  </a:lnTo>
                  <a:lnTo>
                    <a:pt x="30322" y="17263"/>
                  </a:lnTo>
                  <a:lnTo>
                    <a:pt x="29869" y="18004"/>
                  </a:lnTo>
                  <a:lnTo>
                    <a:pt x="29416" y="18746"/>
                  </a:lnTo>
                  <a:lnTo>
                    <a:pt x="28921" y="19529"/>
                  </a:lnTo>
                  <a:lnTo>
                    <a:pt x="28386" y="20270"/>
                  </a:lnTo>
                  <a:lnTo>
                    <a:pt x="27809" y="21012"/>
                  </a:lnTo>
                  <a:lnTo>
                    <a:pt x="27191" y="21753"/>
                  </a:lnTo>
                  <a:lnTo>
                    <a:pt x="26573" y="22454"/>
                  </a:lnTo>
                  <a:lnTo>
                    <a:pt x="25914" y="23195"/>
                  </a:lnTo>
                  <a:lnTo>
                    <a:pt x="25214" y="23896"/>
                  </a:lnTo>
                  <a:lnTo>
                    <a:pt x="24513" y="24555"/>
                  </a:lnTo>
                  <a:lnTo>
                    <a:pt x="24513" y="24555"/>
                  </a:lnTo>
                  <a:lnTo>
                    <a:pt x="23772" y="25255"/>
                  </a:lnTo>
                  <a:lnTo>
                    <a:pt x="22989" y="25873"/>
                  </a:lnTo>
                  <a:lnTo>
                    <a:pt x="22247" y="26491"/>
                  </a:lnTo>
                  <a:lnTo>
                    <a:pt x="21465" y="27027"/>
                  </a:lnTo>
                  <a:lnTo>
                    <a:pt x="20682" y="27562"/>
                  </a:lnTo>
                  <a:lnTo>
                    <a:pt x="19899" y="28098"/>
                  </a:lnTo>
                  <a:lnTo>
                    <a:pt x="19116" y="28551"/>
                  </a:lnTo>
                  <a:lnTo>
                    <a:pt x="18333" y="29004"/>
                  </a:lnTo>
                  <a:lnTo>
                    <a:pt x="17510" y="29416"/>
                  </a:lnTo>
                  <a:lnTo>
                    <a:pt x="16727" y="29787"/>
                  </a:lnTo>
                  <a:lnTo>
                    <a:pt x="15944" y="30117"/>
                  </a:lnTo>
                  <a:lnTo>
                    <a:pt x="15161" y="30405"/>
                  </a:lnTo>
                  <a:lnTo>
                    <a:pt x="14378" y="30693"/>
                  </a:lnTo>
                  <a:lnTo>
                    <a:pt x="13596" y="30941"/>
                  </a:lnTo>
                  <a:lnTo>
                    <a:pt x="12813" y="31147"/>
                  </a:lnTo>
                  <a:lnTo>
                    <a:pt x="12030" y="31311"/>
                  </a:lnTo>
                  <a:lnTo>
                    <a:pt x="11289" y="31435"/>
                  </a:lnTo>
                  <a:lnTo>
                    <a:pt x="10547" y="31517"/>
                  </a:lnTo>
                  <a:lnTo>
                    <a:pt x="9805" y="31600"/>
                  </a:lnTo>
                  <a:lnTo>
                    <a:pt x="9105" y="31600"/>
                  </a:lnTo>
                  <a:lnTo>
                    <a:pt x="8405" y="31600"/>
                  </a:lnTo>
                  <a:lnTo>
                    <a:pt x="7746" y="31559"/>
                  </a:lnTo>
                  <a:lnTo>
                    <a:pt x="7045" y="31435"/>
                  </a:lnTo>
                  <a:lnTo>
                    <a:pt x="6427" y="31311"/>
                  </a:lnTo>
                  <a:lnTo>
                    <a:pt x="5809" y="31147"/>
                  </a:lnTo>
                  <a:lnTo>
                    <a:pt x="5191" y="30941"/>
                  </a:lnTo>
                  <a:lnTo>
                    <a:pt x="4615" y="30735"/>
                  </a:lnTo>
                  <a:lnTo>
                    <a:pt x="4079" y="30446"/>
                  </a:lnTo>
                  <a:lnTo>
                    <a:pt x="3543" y="30117"/>
                  </a:lnTo>
                  <a:lnTo>
                    <a:pt x="3049" y="29787"/>
                  </a:lnTo>
                  <a:lnTo>
                    <a:pt x="2596" y="29375"/>
                  </a:lnTo>
                  <a:lnTo>
                    <a:pt x="2143" y="28922"/>
                  </a:lnTo>
                  <a:lnTo>
                    <a:pt x="2143" y="28922"/>
                  </a:lnTo>
                  <a:lnTo>
                    <a:pt x="1731" y="28469"/>
                  </a:lnTo>
                  <a:lnTo>
                    <a:pt x="1401" y="27974"/>
                  </a:lnTo>
                  <a:lnTo>
                    <a:pt x="1071" y="27439"/>
                  </a:lnTo>
                  <a:lnTo>
                    <a:pt x="824" y="26903"/>
                  </a:lnTo>
                  <a:lnTo>
                    <a:pt x="577" y="26326"/>
                  </a:lnTo>
                  <a:lnTo>
                    <a:pt x="371" y="25750"/>
                  </a:lnTo>
                  <a:lnTo>
                    <a:pt x="206" y="25132"/>
                  </a:lnTo>
                  <a:lnTo>
                    <a:pt x="124" y="24473"/>
                  </a:lnTo>
                  <a:lnTo>
                    <a:pt x="42" y="23855"/>
                  </a:lnTo>
                  <a:lnTo>
                    <a:pt x="0" y="23154"/>
                  </a:lnTo>
                  <a:lnTo>
                    <a:pt x="0" y="22495"/>
                  </a:lnTo>
                  <a:lnTo>
                    <a:pt x="42" y="21795"/>
                  </a:lnTo>
                  <a:lnTo>
                    <a:pt x="124" y="21094"/>
                  </a:lnTo>
                  <a:lnTo>
                    <a:pt x="248" y="20353"/>
                  </a:lnTo>
                  <a:lnTo>
                    <a:pt x="412" y="19611"/>
                  </a:lnTo>
                  <a:lnTo>
                    <a:pt x="577" y="18870"/>
                  </a:lnTo>
                  <a:lnTo>
                    <a:pt x="824" y="18128"/>
                  </a:lnTo>
                  <a:lnTo>
                    <a:pt x="1071" y="17386"/>
                  </a:lnTo>
                  <a:lnTo>
                    <a:pt x="1360" y="16645"/>
                  </a:lnTo>
                  <a:lnTo>
                    <a:pt x="1731" y="15862"/>
                  </a:lnTo>
                  <a:lnTo>
                    <a:pt x="2060" y="15121"/>
                  </a:lnTo>
                  <a:lnTo>
                    <a:pt x="2472" y="14338"/>
                  </a:lnTo>
                  <a:lnTo>
                    <a:pt x="2925" y="13596"/>
                  </a:lnTo>
                  <a:lnTo>
                    <a:pt x="3379" y="12813"/>
                  </a:lnTo>
                  <a:lnTo>
                    <a:pt x="3873" y="12072"/>
                  </a:lnTo>
                  <a:lnTo>
                    <a:pt x="4409" y="11330"/>
                  </a:lnTo>
                  <a:lnTo>
                    <a:pt x="4985" y="10589"/>
                  </a:lnTo>
                  <a:lnTo>
                    <a:pt x="5603" y="9847"/>
                  </a:lnTo>
                  <a:lnTo>
                    <a:pt x="6221" y="9106"/>
                  </a:lnTo>
                  <a:lnTo>
                    <a:pt x="6880" y="8405"/>
                  </a:lnTo>
                  <a:lnTo>
                    <a:pt x="7581" y="7705"/>
                  </a:lnTo>
                  <a:lnTo>
                    <a:pt x="8281" y="7005"/>
                  </a:lnTo>
                  <a:lnTo>
                    <a:pt x="8281" y="7005"/>
                  </a:lnTo>
                  <a:lnTo>
                    <a:pt x="9023" y="6345"/>
                  </a:lnTo>
                  <a:lnTo>
                    <a:pt x="9805" y="5727"/>
                  </a:lnTo>
                  <a:lnTo>
                    <a:pt x="10547" y="5109"/>
                  </a:lnTo>
                  <a:lnTo>
                    <a:pt x="11330" y="4533"/>
                  </a:lnTo>
                  <a:lnTo>
                    <a:pt x="12113" y="3997"/>
                  </a:lnTo>
                  <a:lnTo>
                    <a:pt x="12895" y="3503"/>
                  </a:lnTo>
                  <a:lnTo>
                    <a:pt x="13678" y="3008"/>
                  </a:lnTo>
                  <a:lnTo>
                    <a:pt x="14461" y="2596"/>
                  </a:lnTo>
                  <a:lnTo>
                    <a:pt x="15285" y="2184"/>
                  </a:lnTo>
                  <a:lnTo>
                    <a:pt x="16068" y="1814"/>
                  </a:lnTo>
                  <a:lnTo>
                    <a:pt x="16850" y="1484"/>
                  </a:lnTo>
                  <a:lnTo>
                    <a:pt x="17633" y="1154"/>
                  </a:lnTo>
                  <a:lnTo>
                    <a:pt x="18416" y="907"/>
                  </a:lnTo>
                  <a:lnTo>
                    <a:pt x="19199" y="660"/>
                  </a:lnTo>
                  <a:lnTo>
                    <a:pt x="19981" y="454"/>
                  </a:lnTo>
                  <a:lnTo>
                    <a:pt x="20723" y="289"/>
                  </a:lnTo>
                  <a:lnTo>
                    <a:pt x="21506" y="166"/>
                  </a:lnTo>
                  <a:lnTo>
                    <a:pt x="22247" y="83"/>
                  </a:lnTo>
                  <a:lnTo>
                    <a:pt x="22948" y="1"/>
                  </a:lnTo>
                  <a:lnTo>
                    <a:pt x="23689" y="1"/>
                  </a:lnTo>
                  <a:lnTo>
                    <a:pt x="24390" y="1"/>
                  </a:lnTo>
                  <a:lnTo>
                    <a:pt x="25049" y="42"/>
                  </a:lnTo>
                  <a:lnTo>
                    <a:pt x="25708" y="124"/>
                  </a:lnTo>
                  <a:lnTo>
                    <a:pt x="26367" y="248"/>
                  </a:lnTo>
                  <a:lnTo>
                    <a:pt x="26985" y="413"/>
                  </a:lnTo>
                  <a:lnTo>
                    <a:pt x="27603" y="619"/>
                  </a:lnTo>
                  <a:lnTo>
                    <a:pt x="28180" y="866"/>
                  </a:lnTo>
                  <a:lnTo>
                    <a:pt x="28715" y="1154"/>
                  </a:lnTo>
                  <a:lnTo>
                    <a:pt x="29251" y="1443"/>
                  </a:lnTo>
                  <a:lnTo>
                    <a:pt x="29745" y="1814"/>
                  </a:lnTo>
                  <a:lnTo>
                    <a:pt x="30199" y="2226"/>
                  </a:lnTo>
                  <a:lnTo>
                    <a:pt x="30652" y="263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extrusionOk="0">
                  <a:moveTo>
                    <a:pt x="54670" y="1"/>
                  </a:moveTo>
                  <a:lnTo>
                    <a:pt x="54176" y="125"/>
                  </a:lnTo>
                  <a:lnTo>
                    <a:pt x="53640" y="372"/>
                  </a:lnTo>
                  <a:lnTo>
                    <a:pt x="52651" y="907"/>
                  </a:lnTo>
                  <a:lnTo>
                    <a:pt x="51663" y="1484"/>
                  </a:lnTo>
                  <a:lnTo>
                    <a:pt x="50633" y="2143"/>
                  </a:lnTo>
                  <a:lnTo>
                    <a:pt x="49603" y="2844"/>
                  </a:lnTo>
                  <a:lnTo>
                    <a:pt x="48532" y="3544"/>
                  </a:lnTo>
                  <a:lnTo>
                    <a:pt x="47502" y="4327"/>
                  </a:lnTo>
                  <a:lnTo>
                    <a:pt x="45318" y="6016"/>
                  </a:lnTo>
                  <a:lnTo>
                    <a:pt x="43135" y="7829"/>
                  </a:lnTo>
                  <a:lnTo>
                    <a:pt x="40910" y="9765"/>
                  </a:lnTo>
                  <a:lnTo>
                    <a:pt x="38685" y="11866"/>
                  </a:lnTo>
                  <a:lnTo>
                    <a:pt x="36419" y="14008"/>
                  </a:lnTo>
                  <a:lnTo>
                    <a:pt x="34154" y="16274"/>
                  </a:lnTo>
                  <a:lnTo>
                    <a:pt x="31929" y="18622"/>
                  </a:lnTo>
                  <a:lnTo>
                    <a:pt x="29663" y="21012"/>
                  </a:lnTo>
                  <a:lnTo>
                    <a:pt x="27438" y="23443"/>
                  </a:lnTo>
                  <a:lnTo>
                    <a:pt x="25255" y="25873"/>
                  </a:lnTo>
                  <a:lnTo>
                    <a:pt x="23112" y="28345"/>
                  </a:lnTo>
                  <a:lnTo>
                    <a:pt x="21011" y="30817"/>
                  </a:lnTo>
                  <a:lnTo>
                    <a:pt x="18951" y="33248"/>
                  </a:lnTo>
                  <a:lnTo>
                    <a:pt x="16974" y="35678"/>
                  </a:lnTo>
                  <a:lnTo>
                    <a:pt x="15038" y="38068"/>
                  </a:lnTo>
                  <a:lnTo>
                    <a:pt x="11453" y="42600"/>
                  </a:lnTo>
                  <a:lnTo>
                    <a:pt x="8199" y="46761"/>
                  </a:lnTo>
                  <a:lnTo>
                    <a:pt x="5438" y="50427"/>
                  </a:lnTo>
                  <a:lnTo>
                    <a:pt x="3131" y="53517"/>
                  </a:lnTo>
                  <a:lnTo>
                    <a:pt x="1442" y="55824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fill="none" extrusionOk="0">
                  <a:moveTo>
                    <a:pt x="0" y="57843"/>
                  </a:moveTo>
                  <a:lnTo>
                    <a:pt x="0" y="57843"/>
                  </a:lnTo>
                  <a:lnTo>
                    <a:pt x="1442" y="55824"/>
                  </a:lnTo>
                  <a:lnTo>
                    <a:pt x="3131" y="53517"/>
                  </a:lnTo>
                  <a:lnTo>
                    <a:pt x="5438" y="50427"/>
                  </a:lnTo>
                  <a:lnTo>
                    <a:pt x="8199" y="46761"/>
                  </a:lnTo>
                  <a:lnTo>
                    <a:pt x="11453" y="42600"/>
                  </a:lnTo>
                  <a:lnTo>
                    <a:pt x="15038" y="38068"/>
                  </a:lnTo>
                  <a:lnTo>
                    <a:pt x="16974" y="35678"/>
                  </a:lnTo>
                  <a:lnTo>
                    <a:pt x="18951" y="33248"/>
                  </a:lnTo>
                  <a:lnTo>
                    <a:pt x="21011" y="30817"/>
                  </a:lnTo>
                  <a:lnTo>
                    <a:pt x="23112" y="28345"/>
                  </a:lnTo>
                  <a:lnTo>
                    <a:pt x="25255" y="25873"/>
                  </a:lnTo>
                  <a:lnTo>
                    <a:pt x="27438" y="23443"/>
                  </a:lnTo>
                  <a:lnTo>
                    <a:pt x="29663" y="21012"/>
                  </a:lnTo>
                  <a:lnTo>
                    <a:pt x="31929" y="18622"/>
                  </a:lnTo>
                  <a:lnTo>
                    <a:pt x="34154" y="16274"/>
                  </a:lnTo>
                  <a:lnTo>
                    <a:pt x="36419" y="14008"/>
                  </a:lnTo>
                  <a:lnTo>
                    <a:pt x="38685" y="11866"/>
                  </a:lnTo>
                  <a:lnTo>
                    <a:pt x="40910" y="9765"/>
                  </a:lnTo>
                  <a:lnTo>
                    <a:pt x="43135" y="7829"/>
                  </a:lnTo>
                  <a:lnTo>
                    <a:pt x="45318" y="6016"/>
                  </a:lnTo>
                  <a:lnTo>
                    <a:pt x="47502" y="4327"/>
                  </a:lnTo>
                  <a:lnTo>
                    <a:pt x="48532" y="3544"/>
                  </a:lnTo>
                  <a:lnTo>
                    <a:pt x="49603" y="2844"/>
                  </a:lnTo>
                  <a:lnTo>
                    <a:pt x="50633" y="2143"/>
                  </a:lnTo>
                  <a:lnTo>
                    <a:pt x="51663" y="1484"/>
                  </a:lnTo>
                  <a:lnTo>
                    <a:pt x="52651" y="907"/>
                  </a:lnTo>
                  <a:lnTo>
                    <a:pt x="53640" y="372"/>
                  </a:lnTo>
                  <a:lnTo>
                    <a:pt x="53640" y="372"/>
                  </a:lnTo>
                  <a:lnTo>
                    <a:pt x="54176" y="125"/>
                  </a:lnTo>
                  <a:lnTo>
                    <a:pt x="54670" y="1"/>
                  </a:lnTo>
                  <a:lnTo>
                    <a:pt x="55165" y="1"/>
                  </a:lnTo>
                  <a:lnTo>
                    <a:pt x="55659" y="42"/>
                  </a:lnTo>
                  <a:lnTo>
                    <a:pt x="56112" y="166"/>
                  </a:lnTo>
                  <a:lnTo>
                    <a:pt x="56524" y="372"/>
                  </a:lnTo>
                  <a:lnTo>
                    <a:pt x="56936" y="619"/>
                  </a:lnTo>
                  <a:lnTo>
                    <a:pt x="57266" y="949"/>
                  </a:lnTo>
                  <a:lnTo>
                    <a:pt x="57595" y="1319"/>
                  </a:lnTo>
                  <a:lnTo>
                    <a:pt x="57842" y="1690"/>
                  </a:lnTo>
                  <a:lnTo>
                    <a:pt x="58007" y="2143"/>
                  </a:lnTo>
                  <a:lnTo>
                    <a:pt x="58131" y="2596"/>
                  </a:lnTo>
                  <a:lnTo>
                    <a:pt x="58172" y="3091"/>
                  </a:lnTo>
                  <a:lnTo>
                    <a:pt x="58131" y="3585"/>
                  </a:lnTo>
                  <a:lnTo>
                    <a:pt x="58007" y="4080"/>
                  </a:lnTo>
                  <a:lnTo>
                    <a:pt x="57760" y="4574"/>
                  </a:lnTo>
                  <a:lnTo>
                    <a:pt x="57760" y="4574"/>
                  </a:lnTo>
                  <a:lnTo>
                    <a:pt x="56812" y="6222"/>
                  </a:lnTo>
                  <a:lnTo>
                    <a:pt x="55659" y="8035"/>
                  </a:lnTo>
                  <a:lnTo>
                    <a:pt x="54217" y="10053"/>
                  </a:lnTo>
                  <a:lnTo>
                    <a:pt x="52528" y="12319"/>
                  </a:lnTo>
                  <a:lnTo>
                    <a:pt x="50550" y="14832"/>
                  </a:lnTo>
                  <a:lnTo>
                    <a:pt x="49397" y="16151"/>
                  </a:lnTo>
                  <a:lnTo>
                    <a:pt x="48202" y="17551"/>
                  </a:lnTo>
                  <a:lnTo>
                    <a:pt x="46925" y="18993"/>
                  </a:lnTo>
                  <a:lnTo>
                    <a:pt x="45524" y="20518"/>
                  </a:lnTo>
                  <a:lnTo>
                    <a:pt x="44041" y="22124"/>
                  </a:lnTo>
                  <a:lnTo>
                    <a:pt x="42476" y="23772"/>
                  </a:lnTo>
                  <a:lnTo>
                    <a:pt x="40828" y="25503"/>
                  </a:lnTo>
                  <a:lnTo>
                    <a:pt x="39056" y="27274"/>
                  </a:lnTo>
                  <a:lnTo>
                    <a:pt x="37161" y="29128"/>
                  </a:lnTo>
                  <a:lnTo>
                    <a:pt x="35183" y="31064"/>
                  </a:lnTo>
                  <a:lnTo>
                    <a:pt x="33082" y="33042"/>
                  </a:lnTo>
                  <a:lnTo>
                    <a:pt x="30858" y="35102"/>
                  </a:lnTo>
                  <a:lnTo>
                    <a:pt x="28551" y="37244"/>
                  </a:lnTo>
                  <a:lnTo>
                    <a:pt x="26079" y="39469"/>
                  </a:lnTo>
                  <a:lnTo>
                    <a:pt x="23524" y="41735"/>
                  </a:lnTo>
                  <a:lnTo>
                    <a:pt x="20805" y="44124"/>
                  </a:lnTo>
                  <a:lnTo>
                    <a:pt x="18004" y="46555"/>
                  </a:lnTo>
                  <a:lnTo>
                    <a:pt x="15038" y="49068"/>
                  </a:lnTo>
                  <a:lnTo>
                    <a:pt x="11907" y="51663"/>
                  </a:lnTo>
                  <a:lnTo>
                    <a:pt x="8693" y="54341"/>
                  </a:lnTo>
                  <a:lnTo>
                    <a:pt x="5315" y="57060"/>
                  </a:lnTo>
                  <a:lnTo>
                    <a:pt x="1772" y="59903"/>
                  </a:lnTo>
                  <a:lnTo>
                    <a:pt x="0" y="5784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extrusionOk="0">
                  <a:moveTo>
                    <a:pt x="54670" y="1"/>
                  </a:moveTo>
                  <a:lnTo>
                    <a:pt x="54176" y="125"/>
                  </a:lnTo>
                  <a:lnTo>
                    <a:pt x="53640" y="372"/>
                  </a:lnTo>
                  <a:lnTo>
                    <a:pt x="52816" y="825"/>
                  </a:lnTo>
                  <a:lnTo>
                    <a:pt x="51910" y="1319"/>
                  </a:lnTo>
                  <a:lnTo>
                    <a:pt x="50138" y="2473"/>
                  </a:lnTo>
                  <a:lnTo>
                    <a:pt x="48326" y="3709"/>
                  </a:lnTo>
                  <a:lnTo>
                    <a:pt x="46472" y="5110"/>
                  </a:lnTo>
                  <a:lnTo>
                    <a:pt x="46637" y="5522"/>
                  </a:lnTo>
                  <a:lnTo>
                    <a:pt x="46801" y="5975"/>
                  </a:lnTo>
                  <a:lnTo>
                    <a:pt x="46843" y="6469"/>
                  </a:lnTo>
                  <a:lnTo>
                    <a:pt x="46884" y="6922"/>
                  </a:lnTo>
                  <a:lnTo>
                    <a:pt x="46801" y="7417"/>
                  </a:lnTo>
                  <a:lnTo>
                    <a:pt x="46678" y="7911"/>
                  </a:lnTo>
                  <a:lnTo>
                    <a:pt x="46472" y="8405"/>
                  </a:lnTo>
                  <a:lnTo>
                    <a:pt x="46183" y="8859"/>
                  </a:lnTo>
                  <a:lnTo>
                    <a:pt x="43505" y="12814"/>
                  </a:lnTo>
                  <a:lnTo>
                    <a:pt x="42146" y="14750"/>
                  </a:lnTo>
                  <a:lnTo>
                    <a:pt x="40704" y="16686"/>
                  </a:lnTo>
                  <a:lnTo>
                    <a:pt x="39262" y="18581"/>
                  </a:lnTo>
                  <a:lnTo>
                    <a:pt x="37779" y="20435"/>
                  </a:lnTo>
                  <a:lnTo>
                    <a:pt x="36255" y="22248"/>
                  </a:lnTo>
                  <a:lnTo>
                    <a:pt x="34607" y="24019"/>
                  </a:lnTo>
                  <a:lnTo>
                    <a:pt x="33000" y="25791"/>
                  </a:lnTo>
                  <a:lnTo>
                    <a:pt x="31434" y="27562"/>
                  </a:lnTo>
                  <a:lnTo>
                    <a:pt x="28345" y="31147"/>
                  </a:lnTo>
                  <a:lnTo>
                    <a:pt x="26779" y="32918"/>
                  </a:lnTo>
                  <a:lnTo>
                    <a:pt x="25214" y="34690"/>
                  </a:lnTo>
                  <a:lnTo>
                    <a:pt x="23607" y="36461"/>
                  </a:lnTo>
                  <a:lnTo>
                    <a:pt x="21959" y="38192"/>
                  </a:lnTo>
                  <a:lnTo>
                    <a:pt x="20352" y="39839"/>
                  </a:lnTo>
                  <a:lnTo>
                    <a:pt x="18663" y="41446"/>
                  </a:lnTo>
                  <a:lnTo>
                    <a:pt x="17015" y="43053"/>
                  </a:lnTo>
                  <a:lnTo>
                    <a:pt x="15285" y="44618"/>
                  </a:lnTo>
                  <a:lnTo>
                    <a:pt x="13513" y="46102"/>
                  </a:lnTo>
                  <a:lnTo>
                    <a:pt x="11701" y="47543"/>
                  </a:lnTo>
                  <a:lnTo>
                    <a:pt x="10753" y="48244"/>
                  </a:lnTo>
                  <a:lnTo>
                    <a:pt x="9805" y="48903"/>
                  </a:lnTo>
                  <a:lnTo>
                    <a:pt x="8858" y="49562"/>
                  </a:lnTo>
                  <a:lnTo>
                    <a:pt x="7869" y="50180"/>
                  </a:lnTo>
                  <a:lnTo>
                    <a:pt x="5933" y="51334"/>
                  </a:lnTo>
                  <a:lnTo>
                    <a:pt x="3955" y="52405"/>
                  </a:lnTo>
                  <a:lnTo>
                    <a:pt x="1030" y="56401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fill="none" extrusionOk="0">
                  <a:moveTo>
                    <a:pt x="53640" y="372"/>
                  </a:moveTo>
                  <a:lnTo>
                    <a:pt x="53640" y="372"/>
                  </a:lnTo>
                  <a:lnTo>
                    <a:pt x="52816" y="825"/>
                  </a:lnTo>
                  <a:lnTo>
                    <a:pt x="51910" y="1319"/>
                  </a:lnTo>
                  <a:lnTo>
                    <a:pt x="50138" y="2473"/>
                  </a:lnTo>
                  <a:lnTo>
                    <a:pt x="48326" y="3709"/>
                  </a:lnTo>
                  <a:lnTo>
                    <a:pt x="46472" y="5110"/>
                  </a:lnTo>
                  <a:lnTo>
                    <a:pt x="46472" y="5110"/>
                  </a:lnTo>
                  <a:lnTo>
                    <a:pt x="46637" y="5522"/>
                  </a:lnTo>
                  <a:lnTo>
                    <a:pt x="46801" y="5975"/>
                  </a:lnTo>
                  <a:lnTo>
                    <a:pt x="46843" y="6469"/>
                  </a:lnTo>
                  <a:lnTo>
                    <a:pt x="46884" y="6922"/>
                  </a:lnTo>
                  <a:lnTo>
                    <a:pt x="46801" y="7417"/>
                  </a:lnTo>
                  <a:lnTo>
                    <a:pt x="46678" y="7911"/>
                  </a:lnTo>
                  <a:lnTo>
                    <a:pt x="46472" y="8405"/>
                  </a:lnTo>
                  <a:lnTo>
                    <a:pt x="46183" y="8859"/>
                  </a:lnTo>
                  <a:lnTo>
                    <a:pt x="46183" y="8859"/>
                  </a:lnTo>
                  <a:lnTo>
                    <a:pt x="43505" y="12814"/>
                  </a:lnTo>
                  <a:lnTo>
                    <a:pt x="42146" y="14750"/>
                  </a:lnTo>
                  <a:lnTo>
                    <a:pt x="40704" y="16686"/>
                  </a:lnTo>
                  <a:lnTo>
                    <a:pt x="39262" y="18581"/>
                  </a:lnTo>
                  <a:lnTo>
                    <a:pt x="37779" y="20435"/>
                  </a:lnTo>
                  <a:lnTo>
                    <a:pt x="36255" y="22248"/>
                  </a:lnTo>
                  <a:lnTo>
                    <a:pt x="34607" y="24019"/>
                  </a:lnTo>
                  <a:lnTo>
                    <a:pt x="34607" y="24019"/>
                  </a:lnTo>
                  <a:lnTo>
                    <a:pt x="33000" y="25791"/>
                  </a:lnTo>
                  <a:lnTo>
                    <a:pt x="31434" y="27562"/>
                  </a:lnTo>
                  <a:lnTo>
                    <a:pt x="28345" y="31147"/>
                  </a:lnTo>
                  <a:lnTo>
                    <a:pt x="26779" y="32918"/>
                  </a:lnTo>
                  <a:lnTo>
                    <a:pt x="25214" y="34690"/>
                  </a:lnTo>
                  <a:lnTo>
                    <a:pt x="23607" y="36461"/>
                  </a:lnTo>
                  <a:lnTo>
                    <a:pt x="21959" y="38192"/>
                  </a:lnTo>
                  <a:lnTo>
                    <a:pt x="21959" y="38192"/>
                  </a:lnTo>
                  <a:lnTo>
                    <a:pt x="20352" y="39839"/>
                  </a:lnTo>
                  <a:lnTo>
                    <a:pt x="18663" y="41446"/>
                  </a:lnTo>
                  <a:lnTo>
                    <a:pt x="17015" y="43053"/>
                  </a:lnTo>
                  <a:lnTo>
                    <a:pt x="15285" y="44618"/>
                  </a:lnTo>
                  <a:lnTo>
                    <a:pt x="13513" y="46102"/>
                  </a:lnTo>
                  <a:lnTo>
                    <a:pt x="11701" y="47543"/>
                  </a:lnTo>
                  <a:lnTo>
                    <a:pt x="10753" y="48244"/>
                  </a:lnTo>
                  <a:lnTo>
                    <a:pt x="9805" y="48903"/>
                  </a:lnTo>
                  <a:lnTo>
                    <a:pt x="8858" y="49562"/>
                  </a:lnTo>
                  <a:lnTo>
                    <a:pt x="7869" y="50180"/>
                  </a:lnTo>
                  <a:lnTo>
                    <a:pt x="7869" y="50180"/>
                  </a:lnTo>
                  <a:lnTo>
                    <a:pt x="5933" y="51334"/>
                  </a:lnTo>
                  <a:lnTo>
                    <a:pt x="3955" y="52405"/>
                  </a:lnTo>
                  <a:lnTo>
                    <a:pt x="3955" y="52405"/>
                  </a:lnTo>
                  <a:lnTo>
                    <a:pt x="1030" y="56401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lnTo>
                    <a:pt x="54670" y="1"/>
                  </a:lnTo>
                  <a:lnTo>
                    <a:pt x="54176" y="125"/>
                  </a:lnTo>
                  <a:lnTo>
                    <a:pt x="53640" y="3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5236475" y="2339425"/>
              <a:ext cx="815750" cy="782775"/>
            </a:xfrm>
            <a:custGeom>
              <a:avLst/>
              <a:gdLst/>
              <a:ahLst/>
              <a:cxnLst/>
              <a:rect l="l" t="t" r="r" b="b"/>
              <a:pathLst>
                <a:path w="32630" h="31311" extrusionOk="0">
                  <a:moveTo>
                    <a:pt x="11083" y="0"/>
                  </a:moveTo>
                  <a:lnTo>
                    <a:pt x="10506" y="83"/>
                  </a:lnTo>
                  <a:lnTo>
                    <a:pt x="9929" y="206"/>
                  </a:lnTo>
                  <a:lnTo>
                    <a:pt x="9394" y="412"/>
                  </a:lnTo>
                  <a:lnTo>
                    <a:pt x="8858" y="660"/>
                  </a:lnTo>
                  <a:lnTo>
                    <a:pt x="8364" y="948"/>
                  </a:lnTo>
                  <a:lnTo>
                    <a:pt x="7869" y="1319"/>
                  </a:lnTo>
                  <a:lnTo>
                    <a:pt x="7457" y="1731"/>
                  </a:lnTo>
                  <a:lnTo>
                    <a:pt x="7045" y="2143"/>
                  </a:lnTo>
                  <a:lnTo>
                    <a:pt x="6716" y="2637"/>
                  </a:lnTo>
                  <a:lnTo>
                    <a:pt x="6386" y="3131"/>
                  </a:lnTo>
                  <a:lnTo>
                    <a:pt x="6098" y="3626"/>
                  </a:lnTo>
                  <a:lnTo>
                    <a:pt x="5851" y="4161"/>
                  </a:lnTo>
                  <a:lnTo>
                    <a:pt x="5645" y="4738"/>
                  </a:lnTo>
                  <a:lnTo>
                    <a:pt x="5480" y="5274"/>
                  </a:lnTo>
                  <a:lnTo>
                    <a:pt x="5315" y="5851"/>
                  </a:lnTo>
                  <a:lnTo>
                    <a:pt x="5109" y="7004"/>
                  </a:lnTo>
                  <a:lnTo>
                    <a:pt x="4903" y="8158"/>
                  </a:lnTo>
                  <a:lnTo>
                    <a:pt x="4738" y="8734"/>
                  </a:lnTo>
                  <a:lnTo>
                    <a:pt x="4573" y="9311"/>
                  </a:lnTo>
                  <a:lnTo>
                    <a:pt x="4367" y="9806"/>
                  </a:lnTo>
                  <a:lnTo>
                    <a:pt x="4079" y="10341"/>
                  </a:lnTo>
                  <a:lnTo>
                    <a:pt x="3791" y="10712"/>
                  </a:lnTo>
                  <a:lnTo>
                    <a:pt x="3461" y="11124"/>
                  </a:lnTo>
                  <a:lnTo>
                    <a:pt x="2802" y="11824"/>
                  </a:lnTo>
                  <a:lnTo>
                    <a:pt x="2143" y="12525"/>
                  </a:lnTo>
                  <a:lnTo>
                    <a:pt x="1813" y="12895"/>
                  </a:lnTo>
                  <a:lnTo>
                    <a:pt x="1566" y="13307"/>
                  </a:lnTo>
                  <a:lnTo>
                    <a:pt x="1401" y="13637"/>
                  </a:lnTo>
                  <a:lnTo>
                    <a:pt x="1236" y="14008"/>
                  </a:lnTo>
                  <a:lnTo>
                    <a:pt x="1154" y="14337"/>
                  </a:lnTo>
                  <a:lnTo>
                    <a:pt x="1030" y="14708"/>
                  </a:lnTo>
                  <a:lnTo>
                    <a:pt x="948" y="15450"/>
                  </a:lnTo>
                  <a:lnTo>
                    <a:pt x="866" y="16191"/>
                  </a:lnTo>
                  <a:lnTo>
                    <a:pt x="866" y="17716"/>
                  </a:lnTo>
                  <a:lnTo>
                    <a:pt x="866" y="18498"/>
                  </a:lnTo>
                  <a:lnTo>
                    <a:pt x="783" y="19240"/>
                  </a:lnTo>
                  <a:lnTo>
                    <a:pt x="701" y="19899"/>
                  </a:lnTo>
                  <a:lnTo>
                    <a:pt x="618" y="20517"/>
                  </a:lnTo>
                  <a:lnTo>
                    <a:pt x="330" y="21794"/>
                  </a:lnTo>
                  <a:lnTo>
                    <a:pt x="206" y="22453"/>
                  </a:lnTo>
                  <a:lnTo>
                    <a:pt x="124" y="23071"/>
                  </a:lnTo>
                  <a:lnTo>
                    <a:pt x="42" y="23730"/>
                  </a:lnTo>
                  <a:lnTo>
                    <a:pt x="0" y="24390"/>
                  </a:lnTo>
                  <a:lnTo>
                    <a:pt x="83" y="25049"/>
                  </a:lnTo>
                  <a:lnTo>
                    <a:pt x="206" y="25832"/>
                  </a:lnTo>
                  <a:lnTo>
                    <a:pt x="454" y="26656"/>
                  </a:lnTo>
                  <a:lnTo>
                    <a:pt x="783" y="27479"/>
                  </a:lnTo>
                  <a:lnTo>
                    <a:pt x="1154" y="28221"/>
                  </a:lnTo>
                  <a:lnTo>
                    <a:pt x="1401" y="28592"/>
                  </a:lnTo>
                  <a:lnTo>
                    <a:pt x="1607" y="28921"/>
                  </a:lnTo>
                  <a:lnTo>
                    <a:pt x="1854" y="29210"/>
                  </a:lnTo>
                  <a:lnTo>
                    <a:pt x="2101" y="29457"/>
                  </a:lnTo>
                  <a:lnTo>
                    <a:pt x="2390" y="29663"/>
                  </a:lnTo>
                  <a:lnTo>
                    <a:pt x="2637" y="29828"/>
                  </a:lnTo>
                  <a:lnTo>
                    <a:pt x="2802" y="29910"/>
                  </a:lnTo>
                  <a:lnTo>
                    <a:pt x="3296" y="30116"/>
                  </a:lnTo>
                  <a:lnTo>
                    <a:pt x="4120" y="30446"/>
                  </a:lnTo>
                  <a:lnTo>
                    <a:pt x="5191" y="30734"/>
                  </a:lnTo>
                  <a:lnTo>
                    <a:pt x="5809" y="30899"/>
                  </a:lnTo>
                  <a:lnTo>
                    <a:pt x="6510" y="31023"/>
                  </a:lnTo>
                  <a:lnTo>
                    <a:pt x="7251" y="31146"/>
                  </a:lnTo>
                  <a:lnTo>
                    <a:pt x="8075" y="31228"/>
                  </a:lnTo>
                  <a:lnTo>
                    <a:pt x="8899" y="31270"/>
                  </a:lnTo>
                  <a:lnTo>
                    <a:pt x="9847" y="31311"/>
                  </a:lnTo>
                  <a:lnTo>
                    <a:pt x="10794" y="31270"/>
                  </a:lnTo>
                  <a:lnTo>
                    <a:pt x="11783" y="31146"/>
                  </a:lnTo>
                  <a:lnTo>
                    <a:pt x="12813" y="30981"/>
                  </a:lnTo>
                  <a:lnTo>
                    <a:pt x="13884" y="30775"/>
                  </a:lnTo>
                  <a:lnTo>
                    <a:pt x="14996" y="30487"/>
                  </a:lnTo>
                  <a:lnTo>
                    <a:pt x="16150" y="30075"/>
                  </a:lnTo>
                  <a:lnTo>
                    <a:pt x="17304" y="29581"/>
                  </a:lnTo>
                  <a:lnTo>
                    <a:pt x="18498" y="29004"/>
                  </a:lnTo>
                  <a:lnTo>
                    <a:pt x="19734" y="28345"/>
                  </a:lnTo>
                  <a:lnTo>
                    <a:pt x="20970" y="27562"/>
                  </a:lnTo>
                  <a:lnTo>
                    <a:pt x="22206" y="26656"/>
                  </a:lnTo>
                  <a:lnTo>
                    <a:pt x="23483" y="25626"/>
                  </a:lnTo>
                  <a:lnTo>
                    <a:pt x="24760" y="24431"/>
                  </a:lnTo>
                  <a:lnTo>
                    <a:pt x="26038" y="23154"/>
                  </a:lnTo>
                  <a:lnTo>
                    <a:pt x="27356" y="21671"/>
                  </a:lnTo>
                  <a:lnTo>
                    <a:pt x="28633" y="20105"/>
                  </a:lnTo>
                  <a:lnTo>
                    <a:pt x="29292" y="19240"/>
                  </a:lnTo>
                  <a:lnTo>
                    <a:pt x="29951" y="18334"/>
                  </a:lnTo>
                  <a:lnTo>
                    <a:pt x="30569" y="17386"/>
                  </a:lnTo>
                  <a:lnTo>
                    <a:pt x="31229" y="16397"/>
                  </a:lnTo>
                  <a:lnTo>
                    <a:pt x="31682" y="15614"/>
                  </a:lnTo>
                  <a:lnTo>
                    <a:pt x="32011" y="14832"/>
                  </a:lnTo>
                  <a:lnTo>
                    <a:pt x="32300" y="14090"/>
                  </a:lnTo>
                  <a:lnTo>
                    <a:pt x="32464" y="13349"/>
                  </a:lnTo>
                  <a:lnTo>
                    <a:pt x="32588" y="12607"/>
                  </a:lnTo>
                  <a:lnTo>
                    <a:pt x="32629" y="11907"/>
                  </a:lnTo>
                  <a:lnTo>
                    <a:pt x="32629" y="11247"/>
                  </a:lnTo>
                  <a:lnTo>
                    <a:pt x="32547" y="10588"/>
                  </a:lnTo>
                  <a:lnTo>
                    <a:pt x="32464" y="9970"/>
                  </a:lnTo>
                  <a:lnTo>
                    <a:pt x="32382" y="9394"/>
                  </a:lnTo>
                  <a:lnTo>
                    <a:pt x="32094" y="8364"/>
                  </a:lnTo>
                  <a:lnTo>
                    <a:pt x="31847" y="7498"/>
                  </a:lnTo>
                  <a:lnTo>
                    <a:pt x="31682" y="6839"/>
                  </a:lnTo>
                  <a:lnTo>
                    <a:pt x="31558" y="6304"/>
                  </a:lnTo>
                  <a:lnTo>
                    <a:pt x="31311" y="5809"/>
                  </a:lnTo>
                  <a:lnTo>
                    <a:pt x="31064" y="5315"/>
                  </a:lnTo>
                  <a:lnTo>
                    <a:pt x="30734" y="4903"/>
                  </a:lnTo>
                  <a:lnTo>
                    <a:pt x="30322" y="4491"/>
                  </a:lnTo>
                  <a:lnTo>
                    <a:pt x="29910" y="4161"/>
                  </a:lnTo>
                  <a:lnTo>
                    <a:pt x="29416" y="3873"/>
                  </a:lnTo>
                  <a:lnTo>
                    <a:pt x="28921" y="3667"/>
                  </a:lnTo>
                  <a:lnTo>
                    <a:pt x="28345" y="3543"/>
                  </a:lnTo>
                  <a:lnTo>
                    <a:pt x="27768" y="3420"/>
                  </a:lnTo>
                  <a:lnTo>
                    <a:pt x="26614" y="3337"/>
                  </a:lnTo>
                  <a:lnTo>
                    <a:pt x="26038" y="3255"/>
                  </a:lnTo>
                  <a:lnTo>
                    <a:pt x="25502" y="3173"/>
                  </a:lnTo>
                  <a:lnTo>
                    <a:pt x="24925" y="3008"/>
                  </a:lnTo>
                  <a:lnTo>
                    <a:pt x="24431" y="2761"/>
                  </a:lnTo>
                  <a:lnTo>
                    <a:pt x="23978" y="2472"/>
                  </a:lnTo>
                  <a:lnTo>
                    <a:pt x="23524" y="2143"/>
                  </a:lnTo>
                  <a:lnTo>
                    <a:pt x="23113" y="1813"/>
                  </a:lnTo>
                  <a:lnTo>
                    <a:pt x="22618" y="1484"/>
                  </a:lnTo>
                  <a:lnTo>
                    <a:pt x="22206" y="1319"/>
                  </a:lnTo>
                  <a:lnTo>
                    <a:pt x="21753" y="1154"/>
                  </a:lnTo>
                  <a:lnTo>
                    <a:pt x="21259" y="1072"/>
                  </a:lnTo>
                  <a:lnTo>
                    <a:pt x="20311" y="1072"/>
                  </a:lnTo>
                  <a:lnTo>
                    <a:pt x="19817" y="1113"/>
                  </a:lnTo>
                  <a:lnTo>
                    <a:pt x="18828" y="1236"/>
                  </a:lnTo>
                  <a:lnTo>
                    <a:pt x="18169" y="1319"/>
                  </a:lnTo>
                  <a:lnTo>
                    <a:pt x="17510" y="1360"/>
                  </a:lnTo>
                  <a:lnTo>
                    <a:pt x="16892" y="1401"/>
                  </a:lnTo>
                  <a:lnTo>
                    <a:pt x="16232" y="1319"/>
                  </a:lnTo>
                  <a:lnTo>
                    <a:pt x="15656" y="1236"/>
                  </a:lnTo>
                  <a:lnTo>
                    <a:pt x="15079" y="1072"/>
                  </a:lnTo>
                  <a:lnTo>
                    <a:pt x="13967" y="660"/>
                  </a:lnTo>
                  <a:lnTo>
                    <a:pt x="13390" y="454"/>
                  </a:lnTo>
                  <a:lnTo>
                    <a:pt x="12854" y="248"/>
                  </a:lnTo>
                  <a:lnTo>
                    <a:pt x="12277" y="124"/>
                  </a:lnTo>
                  <a:lnTo>
                    <a:pt x="11659" y="42"/>
                  </a:lnTo>
                  <a:lnTo>
                    <a:pt x="11083" y="0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5236475" y="2339425"/>
              <a:ext cx="815750" cy="782775"/>
            </a:xfrm>
            <a:custGeom>
              <a:avLst/>
              <a:gdLst/>
              <a:ahLst/>
              <a:cxnLst/>
              <a:rect l="l" t="t" r="r" b="b"/>
              <a:pathLst>
                <a:path w="32630" h="31311" fill="none" extrusionOk="0">
                  <a:moveTo>
                    <a:pt x="31229" y="16397"/>
                  </a:moveTo>
                  <a:lnTo>
                    <a:pt x="31229" y="16397"/>
                  </a:lnTo>
                  <a:lnTo>
                    <a:pt x="31682" y="15614"/>
                  </a:lnTo>
                  <a:lnTo>
                    <a:pt x="32011" y="14832"/>
                  </a:lnTo>
                  <a:lnTo>
                    <a:pt x="32300" y="14090"/>
                  </a:lnTo>
                  <a:lnTo>
                    <a:pt x="32464" y="13349"/>
                  </a:lnTo>
                  <a:lnTo>
                    <a:pt x="32588" y="12607"/>
                  </a:lnTo>
                  <a:lnTo>
                    <a:pt x="32629" y="11907"/>
                  </a:lnTo>
                  <a:lnTo>
                    <a:pt x="32629" y="11247"/>
                  </a:lnTo>
                  <a:lnTo>
                    <a:pt x="32547" y="10588"/>
                  </a:lnTo>
                  <a:lnTo>
                    <a:pt x="32464" y="9970"/>
                  </a:lnTo>
                  <a:lnTo>
                    <a:pt x="32382" y="9394"/>
                  </a:lnTo>
                  <a:lnTo>
                    <a:pt x="32094" y="8364"/>
                  </a:lnTo>
                  <a:lnTo>
                    <a:pt x="31847" y="7498"/>
                  </a:lnTo>
                  <a:lnTo>
                    <a:pt x="31682" y="6839"/>
                  </a:lnTo>
                  <a:lnTo>
                    <a:pt x="31682" y="6839"/>
                  </a:lnTo>
                  <a:lnTo>
                    <a:pt x="31558" y="6304"/>
                  </a:lnTo>
                  <a:lnTo>
                    <a:pt x="31311" y="5809"/>
                  </a:lnTo>
                  <a:lnTo>
                    <a:pt x="31064" y="5315"/>
                  </a:lnTo>
                  <a:lnTo>
                    <a:pt x="30734" y="4903"/>
                  </a:lnTo>
                  <a:lnTo>
                    <a:pt x="30322" y="4491"/>
                  </a:lnTo>
                  <a:lnTo>
                    <a:pt x="29910" y="4161"/>
                  </a:lnTo>
                  <a:lnTo>
                    <a:pt x="29416" y="3873"/>
                  </a:lnTo>
                  <a:lnTo>
                    <a:pt x="28921" y="3667"/>
                  </a:lnTo>
                  <a:lnTo>
                    <a:pt x="28921" y="3667"/>
                  </a:lnTo>
                  <a:lnTo>
                    <a:pt x="28345" y="3543"/>
                  </a:lnTo>
                  <a:lnTo>
                    <a:pt x="27768" y="3420"/>
                  </a:lnTo>
                  <a:lnTo>
                    <a:pt x="26614" y="3337"/>
                  </a:lnTo>
                  <a:lnTo>
                    <a:pt x="26038" y="3255"/>
                  </a:lnTo>
                  <a:lnTo>
                    <a:pt x="25502" y="3173"/>
                  </a:lnTo>
                  <a:lnTo>
                    <a:pt x="24925" y="3008"/>
                  </a:lnTo>
                  <a:lnTo>
                    <a:pt x="24431" y="2761"/>
                  </a:lnTo>
                  <a:lnTo>
                    <a:pt x="24431" y="2761"/>
                  </a:lnTo>
                  <a:lnTo>
                    <a:pt x="23978" y="2472"/>
                  </a:lnTo>
                  <a:lnTo>
                    <a:pt x="23524" y="2143"/>
                  </a:lnTo>
                  <a:lnTo>
                    <a:pt x="23113" y="1813"/>
                  </a:lnTo>
                  <a:lnTo>
                    <a:pt x="22618" y="1484"/>
                  </a:lnTo>
                  <a:lnTo>
                    <a:pt x="22618" y="1484"/>
                  </a:lnTo>
                  <a:lnTo>
                    <a:pt x="22206" y="1319"/>
                  </a:lnTo>
                  <a:lnTo>
                    <a:pt x="21753" y="1154"/>
                  </a:lnTo>
                  <a:lnTo>
                    <a:pt x="21259" y="1072"/>
                  </a:lnTo>
                  <a:lnTo>
                    <a:pt x="20805" y="1072"/>
                  </a:lnTo>
                  <a:lnTo>
                    <a:pt x="20311" y="1072"/>
                  </a:lnTo>
                  <a:lnTo>
                    <a:pt x="19817" y="1113"/>
                  </a:lnTo>
                  <a:lnTo>
                    <a:pt x="18828" y="1236"/>
                  </a:lnTo>
                  <a:lnTo>
                    <a:pt x="18828" y="1236"/>
                  </a:lnTo>
                  <a:lnTo>
                    <a:pt x="18169" y="1319"/>
                  </a:lnTo>
                  <a:lnTo>
                    <a:pt x="17510" y="1360"/>
                  </a:lnTo>
                  <a:lnTo>
                    <a:pt x="16892" y="1401"/>
                  </a:lnTo>
                  <a:lnTo>
                    <a:pt x="16232" y="1319"/>
                  </a:lnTo>
                  <a:lnTo>
                    <a:pt x="16232" y="1319"/>
                  </a:lnTo>
                  <a:lnTo>
                    <a:pt x="15656" y="1236"/>
                  </a:lnTo>
                  <a:lnTo>
                    <a:pt x="15079" y="1072"/>
                  </a:lnTo>
                  <a:lnTo>
                    <a:pt x="13967" y="660"/>
                  </a:lnTo>
                  <a:lnTo>
                    <a:pt x="13390" y="454"/>
                  </a:lnTo>
                  <a:lnTo>
                    <a:pt x="12854" y="248"/>
                  </a:lnTo>
                  <a:lnTo>
                    <a:pt x="12277" y="124"/>
                  </a:lnTo>
                  <a:lnTo>
                    <a:pt x="11659" y="42"/>
                  </a:lnTo>
                  <a:lnTo>
                    <a:pt x="11659" y="42"/>
                  </a:lnTo>
                  <a:lnTo>
                    <a:pt x="11083" y="0"/>
                  </a:lnTo>
                  <a:lnTo>
                    <a:pt x="10506" y="83"/>
                  </a:lnTo>
                  <a:lnTo>
                    <a:pt x="9929" y="206"/>
                  </a:lnTo>
                  <a:lnTo>
                    <a:pt x="9394" y="412"/>
                  </a:lnTo>
                  <a:lnTo>
                    <a:pt x="8858" y="660"/>
                  </a:lnTo>
                  <a:lnTo>
                    <a:pt x="8364" y="948"/>
                  </a:lnTo>
                  <a:lnTo>
                    <a:pt x="7869" y="1319"/>
                  </a:lnTo>
                  <a:lnTo>
                    <a:pt x="7457" y="1731"/>
                  </a:lnTo>
                  <a:lnTo>
                    <a:pt x="7457" y="1731"/>
                  </a:lnTo>
                  <a:lnTo>
                    <a:pt x="7045" y="2143"/>
                  </a:lnTo>
                  <a:lnTo>
                    <a:pt x="6716" y="2637"/>
                  </a:lnTo>
                  <a:lnTo>
                    <a:pt x="6386" y="3131"/>
                  </a:lnTo>
                  <a:lnTo>
                    <a:pt x="6098" y="3626"/>
                  </a:lnTo>
                  <a:lnTo>
                    <a:pt x="5851" y="4161"/>
                  </a:lnTo>
                  <a:lnTo>
                    <a:pt x="5645" y="4738"/>
                  </a:lnTo>
                  <a:lnTo>
                    <a:pt x="5480" y="5274"/>
                  </a:lnTo>
                  <a:lnTo>
                    <a:pt x="5315" y="5851"/>
                  </a:lnTo>
                  <a:lnTo>
                    <a:pt x="5315" y="5851"/>
                  </a:lnTo>
                  <a:lnTo>
                    <a:pt x="5109" y="7004"/>
                  </a:lnTo>
                  <a:lnTo>
                    <a:pt x="4903" y="8158"/>
                  </a:lnTo>
                  <a:lnTo>
                    <a:pt x="4738" y="8734"/>
                  </a:lnTo>
                  <a:lnTo>
                    <a:pt x="4573" y="9311"/>
                  </a:lnTo>
                  <a:lnTo>
                    <a:pt x="4367" y="9806"/>
                  </a:lnTo>
                  <a:lnTo>
                    <a:pt x="4079" y="10341"/>
                  </a:lnTo>
                  <a:lnTo>
                    <a:pt x="4079" y="10341"/>
                  </a:lnTo>
                  <a:lnTo>
                    <a:pt x="3791" y="10712"/>
                  </a:lnTo>
                  <a:lnTo>
                    <a:pt x="3461" y="11124"/>
                  </a:lnTo>
                  <a:lnTo>
                    <a:pt x="2802" y="11824"/>
                  </a:lnTo>
                  <a:lnTo>
                    <a:pt x="2143" y="12525"/>
                  </a:lnTo>
                  <a:lnTo>
                    <a:pt x="1813" y="12895"/>
                  </a:lnTo>
                  <a:lnTo>
                    <a:pt x="1566" y="13307"/>
                  </a:lnTo>
                  <a:lnTo>
                    <a:pt x="1566" y="13307"/>
                  </a:lnTo>
                  <a:lnTo>
                    <a:pt x="1401" y="13637"/>
                  </a:lnTo>
                  <a:lnTo>
                    <a:pt x="1236" y="14008"/>
                  </a:lnTo>
                  <a:lnTo>
                    <a:pt x="1154" y="14337"/>
                  </a:lnTo>
                  <a:lnTo>
                    <a:pt x="1030" y="14708"/>
                  </a:lnTo>
                  <a:lnTo>
                    <a:pt x="948" y="15450"/>
                  </a:lnTo>
                  <a:lnTo>
                    <a:pt x="866" y="16191"/>
                  </a:lnTo>
                  <a:lnTo>
                    <a:pt x="866" y="17716"/>
                  </a:lnTo>
                  <a:lnTo>
                    <a:pt x="866" y="18498"/>
                  </a:lnTo>
                  <a:lnTo>
                    <a:pt x="783" y="19240"/>
                  </a:lnTo>
                  <a:lnTo>
                    <a:pt x="783" y="19240"/>
                  </a:lnTo>
                  <a:lnTo>
                    <a:pt x="701" y="19899"/>
                  </a:lnTo>
                  <a:lnTo>
                    <a:pt x="618" y="20517"/>
                  </a:lnTo>
                  <a:lnTo>
                    <a:pt x="330" y="21794"/>
                  </a:lnTo>
                  <a:lnTo>
                    <a:pt x="206" y="22453"/>
                  </a:lnTo>
                  <a:lnTo>
                    <a:pt x="124" y="23071"/>
                  </a:lnTo>
                  <a:lnTo>
                    <a:pt x="42" y="23730"/>
                  </a:lnTo>
                  <a:lnTo>
                    <a:pt x="0" y="24390"/>
                  </a:lnTo>
                  <a:lnTo>
                    <a:pt x="0" y="24390"/>
                  </a:lnTo>
                  <a:lnTo>
                    <a:pt x="83" y="25049"/>
                  </a:lnTo>
                  <a:lnTo>
                    <a:pt x="206" y="25832"/>
                  </a:lnTo>
                  <a:lnTo>
                    <a:pt x="454" y="26656"/>
                  </a:lnTo>
                  <a:lnTo>
                    <a:pt x="783" y="27479"/>
                  </a:lnTo>
                  <a:lnTo>
                    <a:pt x="1154" y="28221"/>
                  </a:lnTo>
                  <a:lnTo>
                    <a:pt x="1401" y="28592"/>
                  </a:lnTo>
                  <a:lnTo>
                    <a:pt x="1607" y="28921"/>
                  </a:lnTo>
                  <a:lnTo>
                    <a:pt x="1854" y="29210"/>
                  </a:lnTo>
                  <a:lnTo>
                    <a:pt x="2101" y="29457"/>
                  </a:lnTo>
                  <a:lnTo>
                    <a:pt x="2390" y="29663"/>
                  </a:lnTo>
                  <a:lnTo>
                    <a:pt x="2637" y="29828"/>
                  </a:lnTo>
                  <a:lnTo>
                    <a:pt x="2637" y="29828"/>
                  </a:lnTo>
                  <a:lnTo>
                    <a:pt x="2802" y="29910"/>
                  </a:lnTo>
                  <a:lnTo>
                    <a:pt x="3296" y="30116"/>
                  </a:lnTo>
                  <a:lnTo>
                    <a:pt x="4120" y="30446"/>
                  </a:lnTo>
                  <a:lnTo>
                    <a:pt x="5191" y="30734"/>
                  </a:lnTo>
                  <a:lnTo>
                    <a:pt x="5809" y="30899"/>
                  </a:lnTo>
                  <a:lnTo>
                    <a:pt x="6510" y="31023"/>
                  </a:lnTo>
                  <a:lnTo>
                    <a:pt x="7251" y="31146"/>
                  </a:lnTo>
                  <a:lnTo>
                    <a:pt x="8075" y="31228"/>
                  </a:lnTo>
                  <a:lnTo>
                    <a:pt x="8899" y="31270"/>
                  </a:lnTo>
                  <a:lnTo>
                    <a:pt x="9847" y="31311"/>
                  </a:lnTo>
                  <a:lnTo>
                    <a:pt x="10794" y="31270"/>
                  </a:lnTo>
                  <a:lnTo>
                    <a:pt x="11783" y="31146"/>
                  </a:lnTo>
                  <a:lnTo>
                    <a:pt x="12813" y="30981"/>
                  </a:lnTo>
                  <a:lnTo>
                    <a:pt x="13884" y="30775"/>
                  </a:lnTo>
                  <a:lnTo>
                    <a:pt x="14996" y="30487"/>
                  </a:lnTo>
                  <a:lnTo>
                    <a:pt x="16150" y="30075"/>
                  </a:lnTo>
                  <a:lnTo>
                    <a:pt x="17304" y="29581"/>
                  </a:lnTo>
                  <a:lnTo>
                    <a:pt x="18498" y="29004"/>
                  </a:lnTo>
                  <a:lnTo>
                    <a:pt x="19734" y="28345"/>
                  </a:lnTo>
                  <a:lnTo>
                    <a:pt x="20970" y="27562"/>
                  </a:lnTo>
                  <a:lnTo>
                    <a:pt x="22206" y="26656"/>
                  </a:lnTo>
                  <a:lnTo>
                    <a:pt x="23483" y="25626"/>
                  </a:lnTo>
                  <a:lnTo>
                    <a:pt x="24760" y="24431"/>
                  </a:lnTo>
                  <a:lnTo>
                    <a:pt x="26038" y="23154"/>
                  </a:lnTo>
                  <a:lnTo>
                    <a:pt x="27356" y="21671"/>
                  </a:lnTo>
                  <a:lnTo>
                    <a:pt x="28633" y="20105"/>
                  </a:lnTo>
                  <a:lnTo>
                    <a:pt x="29292" y="19240"/>
                  </a:lnTo>
                  <a:lnTo>
                    <a:pt x="29951" y="18334"/>
                  </a:lnTo>
                  <a:lnTo>
                    <a:pt x="30569" y="17386"/>
                  </a:lnTo>
                  <a:lnTo>
                    <a:pt x="31229" y="163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5347700" y="2859550"/>
              <a:ext cx="31950" cy="34000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660" y="0"/>
                  </a:moveTo>
                  <a:lnTo>
                    <a:pt x="495" y="42"/>
                  </a:lnTo>
                  <a:lnTo>
                    <a:pt x="289" y="124"/>
                  </a:lnTo>
                  <a:lnTo>
                    <a:pt x="166" y="289"/>
                  </a:lnTo>
                  <a:lnTo>
                    <a:pt x="42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83" y="989"/>
                  </a:lnTo>
                  <a:lnTo>
                    <a:pt x="124" y="1072"/>
                  </a:lnTo>
                  <a:lnTo>
                    <a:pt x="207" y="1195"/>
                  </a:lnTo>
                  <a:lnTo>
                    <a:pt x="289" y="1278"/>
                  </a:lnTo>
                  <a:lnTo>
                    <a:pt x="413" y="1319"/>
                  </a:lnTo>
                  <a:lnTo>
                    <a:pt x="619" y="1360"/>
                  </a:lnTo>
                  <a:lnTo>
                    <a:pt x="825" y="1319"/>
                  </a:lnTo>
                  <a:lnTo>
                    <a:pt x="990" y="1236"/>
                  </a:lnTo>
                  <a:lnTo>
                    <a:pt x="1154" y="1072"/>
                  </a:lnTo>
                  <a:lnTo>
                    <a:pt x="1237" y="907"/>
                  </a:lnTo>
                  <a:lnTo>
                    <a:pt x="1278" y="783"/>
                  </a:lnTo>
                  <a:lnTo>
                    <a:pt x="1278" y="618"/>
                  </a:lnTo>
                  <a:lnTo>
                    <a:pt x="1237" y="371"/>
                  </a:lnTo>
                  <a:lnTo>
                    <a:pt x="1154" y="289"/>
                  </a:lnTo>
                  <a:lnTo>
                    <a:pt x="1113" y="165"/>
                  </a:lnTo>
                  <a:lnTo>
                    <a:pt x="990" y="83"/>
                  </a:lnTo>
                  <a:lnTo>
                    <a:pt x="866" y="42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5347700" y="2859550"/>
              <a:ext cx="31950" cy="34000"/>
            </a:xfrm>
            <a:custGeom>
              <a:avLst/>
              <a:gdLst/>
              <a:ahLst/>
              <a:cxnLst/>
              <a:rect l="l" t="t" r="r" b="b"/>
              <a:pathLst>
                <a:path w="1278" h="1360" fill="none" extrusionOk="0">
                  <a:moveTo>
                    <a:pt x="660" y="0"/>
                  </a:moveTo>
                  <a:lnTo>
                    <a:pt x="660" y="0"/>
                  </a:lnTo>
                  <a:lnTo>
                    <a:pt x="495" y="42"/>
                  </a:lnTo>
                  <a:lnTo>
                    <a:pt x="289" y="124"/>
                  </a:lnTo>
                  <a:lnTo>
                    <a:pt x="166" y="289"/>
                  </a:lnTo>
                  <a:lnTo>
                    <a:pt x="42" y="454"/>
                  </a:lnTo>
                  <a:lnTo>
                    <a:pt x="42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83" y="989"/>
                  </a:lnTo>
                  <a:lnTo>
                    <a:pt x="124" y="1072"/>
                  </a:lnTo>
                  <a:lnTo>
                    <a:pt x="207" y="1195"/>
                  </a:lnTo>
                  <a:lnTo>
                    <a:pt x="289" y="1278"/>
                  </a:lnTo>
                  <a:lnTo>
                    <a:pt x="413" y="1319"/>
                  </a:lnTo>
                  <a:lnTo>
                    <a:pt x="413" y="1319"/>
                  </a:lnTo>
                  <a:lnTo>
                    <a:pt x="619" y="1360"/>
                  </a:lnTo>
                  <a:lnTo>
                    <a:pt x="619" y="1360"/>
                  </a:lnTo>
                  <a:lnTo>
                    <a:pt x="825" y="1319"/>
                  </a:lnTo>
                  <a:lnTo>
                    <a:pt x="990" y="1236"/>
                  </a:lnTo>
                  <a:lnTo>
                    <a:pt x="1154" y="1072"/>
                  </a:lnTo>
                  <a:lnTo>
                    <a:pt x="1237" y="907"/>
                  </a:lnTo>
                  <a:lnTo>
                    <a:pt x="1237" y="907"/>
                  </a:lnTo>
                  <a:lnTo>
                    <a:pt x="1278" y="783"/>
                  </a:lnTo>
                  <a:lnTo>
                    <a:pt x="1278" y="618"/>
                  </a:lnTo>
                  <a:lnTo>
                    <a:pt x="1237" y="371"/>
                  </a:lnTo>
                  <a:lnTo>
                    <a:pt x="1154" y="289"/>
                  </a:lnTo>
                  <a:lnTo>
                    <a:pt x="1113" y="165"/>
                  </a:lnTo>
                  <a:lnTo>
                    <a:pt x="990" y="83"/>
                  </a:lnTo>
                  <a:lnTo>
                    <a:pt x="866" y="42"/>
                  </a:lnTo>
                  <a:lnTo>
                    <a:pt x="866" y="42"/>
                  </a:lnTo>
                  <a:lnTo>
                    <a:pt x="6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5362125" y="2710200"/>
              <a:ext cx="57700" cy="60800"/>
            </a:xfrm>
            <a:custGeom>
              <a:avLst/>
              <a:gdLst/>
              <a:ahLst/>
              <a:cxnLst/>
              <a:rect l="l" t="t" r="r" b="b"/>
              <a:pathLst>
                <a:path w="2308" h="2432" extrusionOk="0">
                  <a:moveTo>
                    <a:pt x="1195" y="1"/>
                  </a:moveTo>
                  <a:lnTo>
                    <a:pt x="1030" y="42"/>
                  </a:lnTo>
                  <a:lnTo>
                    <a:pt x="866" y="83"/>
                  </a:lnTo>
                  <a:lnTo>
                    <a:pt x="660" y="165"/>
                  </a:lnTo>
                  <a:lnTo>
                    <a:pt x="536" y="248"/>
                  </a:lnTo>
                  <a:lnTo>
                    <a:pt x="371" y="371"/>
                  </a:lnTo>
                  <a:lnTo>
                    <a:pt x="248" y="495"/>
                  </a:lnTo>
                  <a:lnTo>
                    <a:pt x="165" y="660"/>
                  </a:lnTo>
                  <a:lnTo>
                    <a:pt x="83" y="825"/>
                  </a:lnTo>
                  <a:lnTo>
                    <a:pt x="1" y="1072"/>
                  </a:lnTo>
                  <a:lnTo>
                    <a:pt x="1" y="1319"/>
                  </a:lnTo>
                  <a:lnTo>
                    <a:pt x="1" y="1566"/>
                  </a:lnTo>
                  <a:lnTo>
                    <a:pt x="83" y="1772"/>
                  </a:lnTo>
                  <a:lnTo>
                    <a:pt x="207" y="1978"/>
                  </a:lnTo>
                  <a:lnTo>
                    <a:pt x="330" y="2143"/>
                  </a:lnTo>
                  <a:lnTo>
                    <a:pt x="495" y="2267"/>
                  </a:lnTo>
                  <a:lnTo>
                    <a:pt x="742" y="2390"/>
                  </a:lnTo>
                  <a:lnTo>
                    <a:pt x="907" y="2431"/>
                  </a:lnTo>
                  <a:lnTo>
                    <a:pt x="1278" y="2431"/>
                  </a:lnTo>
                  <a:lnTo>
                    <a:pt x="1442" y="2390"/>
                  </a:lnTo>
                  <a:lnTo>
                    <a:pt x="1607" y="2308"/>
                  </a:lnTo>
                  <a:lnTo>
                    <a:pt x="1772" y="2225"/>
                  </a:lnTo>
                  <a:lnTo>
                    <a:pt x="1896" y="2102"/>
                  </a:lnTo>
                  <a:lnTo>
                    <a:pt x="2019" y="1978"/>
                  </a:lnTo>
                  <a:lnTo>
                    <a:pt x="2143" y="1813"/>
                  </a:lnTo>
                  <a:lnTo>
                    <a:pt x="2225" y="1607"/>
                  </a:lnTo>
                  <a:lnTo>
                    <a:pt x="2266" y="1401"/>
                  </a:lnTo>
                  <a:lnTo>
                    <a:pt x="2308" y="1154"/>
                  </a:lnTo>
                  <a:lnTo>
                    <a:pt x="2266" y="907"/>
                  </a:lnTo>
                  <a:lnTo>
                    <a:pt x="2184" y="701"/>
                  </a:lnTo>
                  <a:lnTo>
                    <a:pt x="2102" y="495"/>
                  </a:lnTo>
                  <a:lnTo>
                    <a:pt x="1937" y="330"/>
                  </a:lnTo>
                  <a:lnTo>
                    <a:pt x="1772" y="165"/>
                  </a:lnTo>
                  <a:lnTo>
                    <a:pt x="1566" y="83"/>
                  </a:lnTo>
                  <a:lnTo>
                    <a:pt x="1401" y="42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5362125" y="2710200"/>
              <a:ext cx="57700" cy="60800"/>
            </a:xfrm>
            <a:custGeom>
              <a:avLst/>
              <a:gdLst/>
              <a:ahLst/>
              <a:cxnLst/>
              <a:rect l="l" t="t" r="r" b="b"/>
              <a:pathLst>
                <a:path w="2308" h="2432" fill="none" extrusionOk="0">
                  <a:moveTo>
                    <a:pt x="1195" y="1"/>
                  </a:moveTo>
                  <a:lnTo>
                    <a:pt x="1195" y="1"/>
                  </a:lnTo>
                  <a:lnTo>
                    <a:pt x="1030" y="42"/>
                  </a:lnTo>
                  <a:lnTo>
                    <a:pt x="866" y="83"/>
                  </a:lnTo>
                  <a:lnTo>
                    <a:pt x="660" y="165"/>
                  </a:lnTo>
                  <a:lnTo>
                    <a:pt x="536" y="248"/>
                  </a:lnTo>
                  <a:lnTo>
                    <a:pt x="371" y="371"/>
                  </a:lnTo>
                  <a:lnTo>
                    <a:pt x="248" y="495"/>
                  </a:lnTo>
                  <a:lnTo>
                    <a:pt x="165" y="660"/>
                  </a:lnTo>
                  <a:lnTo>
                    <a:pt x="83" y="825"/>
                  </a:lnTo>
                  <a:lnTo>
                    <a:pt x="83" y="825"/>
                  </a:lnTo>
                  <a:lnTo>
                    <a:pt x="1" y="1072"/>
                  </a:lnTo>
                  <a:lnTo>
                    <a:pt x="1" y="1319"/>
                  </a:lnTo>
                  <a:lnTo>
                    <a:pt x="1" y="1566"/>
                  </a:lnTo>
                  <a:lnTo>
                    <a:pt x="83" y="1772"/>
                  </a:lnTo>
                  <a:lnTo>
                    <a:pt x="207" y="1978"/>
                  </a:lnTo>
                  <a:lnTo>
                    <a:pt x="330" y="2143"/>
                  </a:lnTo>
                  <a:lnTo>
                    <a:pt x="495" y="2267"/>
                  </a:lnTo>
                  <a:lnTo>
                    <a:pt x="742" y="2390"/>
                  </a:lnTo>
                  <a:lnTo>
                    <a:pt x="742" y="2390"/>
                  </a:lnTo>
                  <a:lnTo>
                    <a:pt x="907" y="2431"/>
                  </a:lnTo>
                  <a:lnTo>
                    <a:pt x="1072" y="2431"/>
                  </a:lnTo>
                  <a:lnTo>
                    <a:pt x="1072" y="2431"/>
                  </a:lnTo>
                  <a:lnTo>
                    <a:pt x="1278" y="2431"/>
                  </a:lnTo>
                  <a:lnTo>
                    <a:pt x="1442" y="2390"/>
                  </a:lnTo>
                  <a:lnTo>
                    <a:pt x="1607" y="2308"/>
                  </a:lnTo>
                  <a:lnTo>
                    <a:pt x="1772" y="2225"/>
                  </a:lnTo>
                  <a:lnTo>
                    <a:pt x="1896" y="2102"/>
                  </a:lnTo>
                  <a:lnTo>
                    <a:pt x="2019" y="1978"/>
                  </a:lnTo>
                  <a:lnTo>
                    <a:pt x="2143" y="1813"/>
                  </a:lnTo>
                  <a:lnTo>
                    <a:pt x="2225" y="1607"/>
                  </a:lnTo>
                  <a:lnTo>
                    <a:pt x="2225" y="1607"/>
                  </a:lnTo>
                  <a:lnTo>
                    <a:pt x="2266" y="1401"/>
                  </a:lnTo>
                  <a:lnTo>
                    <a:pt x="2308" y="1154"/>
                  </a:lnTo>
                  <a:lnTo>
                    <a:pt x="2266" y="907"/>
                  </a:lnTo>
                  <a:lnTo>
                    <a:pt x="2184" y="701"/>
                  </a:lnTo>
                  <a:lnTo>
                    <a:pt x="2102" y="495"/>
                  </a:lnTo>
                  <a:lnTo>
                    <a:pt x="1937" y="330"/>
                  </a:lnTo>
                  <a:lnTo>
                    <a:pt x="1772" y="165"/>
                  </a:lnTo>
                  <a:lnTo>
                    <a:pt x="1566" y="83"/>
                  </a:lnTo>
                  <a:lnTo>
                    <a:pt x="1566" y="83"/>
                  </a:lnTo>
                  <a:lnTo>
                    <a:pt x="1401" y="42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5411575" y="2798775"/>
              <a:ext cx="20600" cy="21650"/>
            </a:xfrm>
            <a:custGeom>
              <a:avLst/>
              <a:gdLst/>
              <a:ahLst/>
              <a:cxnLst/>
              <a:rect l="l" t="t" r="r" b="b"/>
              <a:pathLst>
                <a:path w="824" h="866" extrusionOk="0">
                  <a:moveTo>
                    <a:pt x="453" y="1"/>
                  </a:moveTo>
                  <a:lnTo>
                    <a:pt x="330" y="42"/>
                  </a:lnTo>
                  <a:lnTo>
                    <a:pt x="206" y="83"/>
                  </a:lnTo>
                  <a:lnTo>
                    <a:pt x="124" y="207"/>
                  </a:lnTo>
                  <a:lnTo>
                    <a:pt x="41" y="330"/>
                  </a:lnTo>
                  <a:lnTo>
                    <a:pt x="0" y="495"/>
                  </a:lnTo>
                  <a:lnTo>
                    <a:pt x="41" y="660"/>
                  </a:lnTo>
                  <a:lnTo>
                    <a:pt x="124" y="783"/>
                  </a:lnTo>
                  <a:lnTo>
                    <a:pt x="288" y="866"/>
                  </a:lnTo>
                  <a:lnTo>
                    <a:pt x="536" y="866"/>
                  </a:lnTo>
                  <a:lnTo>
                    <a:pt x="659" y="825"/>
                  </a:lnTo>
                  <a:lnTo>
                    <a:pt x="742" y="701"/>
                  </a:lnTo>
                  <a:lnTo>
                    <a:pt x="824" y="577"/>
                  </a:lnTo>
                  <a:lnTo>
                    <a:pt x="824" y="413"/>
                  </a:lnTo>
                  <a:lnTo>
                    <a:pt x="824" y="248"/>
                  </a:lnTo>
                  <a:lnTo>
                    <a:pt x="700" y="124"/>
                  </a:lnTo>
                  <a:lnTo>
                    <a:pt x="577" y="42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5411575" y="2798775"/>
              <a:ext cx="20600" cy="21650"/>
            </a:xfrm>
            <a:custGeom>
              <a:avLst/>
              <a:gdLst/>
              <a:ahLst/>
              <a:cxnLst/>
              <a:rect l="l" t="t" r="r" b="b"/>
              <a:pathLst>
                <a:path w="824" h="866" fill="none" extrusionOk="0">
                  <a:moveTo>
                    <a:pt x="453" y="1"/>
                  </a:moveTo>
                  <a:lnTo>
                    <a:pt x="453" y="1"/>
                  </a:lnTo>
                  <a:lnTo>
                    <a:pt x="330" y="42"/>
                  </a:lnTo>
                  <a:lnTo>
                    <a:pt x="206" y="83"/>
                  </a:lnTo>
                  <a:lnTo>
                    <a:pt x="124" y="207"/>
                  </a:lnTo>
                  <a:lnTo>
                    <a:pt x="41" y="330"/>
                  </a:lnTo>
                  <a:lnTo>
                    <a:pt x="41" y="330"/>
                  </a:lnTo>
                  <a:lnTo>
                    <a:pt x="0" y="495"/>
                  </a:lnTo>
                  <a:lnTo>
                    <a:pt x="41" y="660"/>
                  </a:lnTo>
                  <a:lnTo>
                    <a:pt x="124" y="783"/>
                  </a:lnTo>
                  <a:lnTo>
                    <a:pt x="288" y="866"/>
                  </a:lnTo>
                  <a:lnTo>
                    <a:pt x="288" y="866"/>
                  </a:lnTo>
                  <a:lnTo>
                    <a:pt x="412" y="866"/>
                  </a:lnTo>
                  <a:lnTo>
                    <a:pt x="412" y="866"/>
                  </a:lnTo>
                  <a:lnTo>
                    <a:pt x="536" y="866"/>
                  </a:lnTo>
                  <a:lnTo>
                    <a:pt x="659" y="825"/>
                  </a:lnTo>
                  <a:lnTo>
                    <a:pt x="742" y="701"/>
                  </a:lnTo>
                  <a:lnTo>
                    <a:pt x="824" y="577"/>
                  </a:lnTo>
                  <a:lnTo>
                    <a:pt x="824" y="577"/>
                  </a:lnTo>
                  <a:lnTo>
                    <a:pt x="824" y="413"/>
                  </a:lnTo>
                  <a:lnTo>
                    <a:pt x="824" y="248"/>
                  </a:lnTo>
                  <a:lnTo>
                    <a:pt x="700" y="124"/>
                  </a:lnTo>
                  <a:lnTo>
                    <a:pt x="577" y="42"/>
                  </a:lnTo>
                  <a:lnTo>
                    <a:pt x="577" y="42"/>
                  </a:lnTo>
                  <a:lnTo>
                    <a:pt x="45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5443500" y="2600000"/>
              <a:ext cx="30925" cy="32975"/>
            </a:xfrm>
            <a:custGeom>
              <a:avLst/>
              <a:gdLst/>
              <a:ahLst/>
              <a:cxnLst/>
              <a:rect l="l" t="t" r="r" b="b"/>
              <a:pathLst>
                <a:path w="1237" h="1319" extrusionOk="0">
                  <a:moveTo>
                    <a:pt x="659" y="1"/>
                  </a:moveTo>
                  <a:lnTo>
                    <a:pt x="453" y="42"/>
                  </a:lnTo>
                  <a:lnTo>
                    <a:pt x="289" y="124"/>
                  </a:lnTo>
                  <a:lnTo>
                    <a:pt x="124" y="248"/>
                  </a:lnTo>
                  <a:lnTo>
                    <a:pt x="41" y="454"/>
                  </a:lnTo>
                  <a:lnTo>
                    <a:pt x="0" y="577"/>
                  </a:lnTo>
                  <a:lnTo>
                    <a:pt x="0" y="701"/>
                  </a:lnTo>
                  <a:lnTo>
                    <a:pt x="41" y="948"/>
                  </a:lnTo>
                  <a:lnTo>
                    <a:pt x="83" y="1072"/>
                  </a:lnTo>
                  <a:lnTo>
                    <a:pt x="165" y="1154"/>
                  </a:lnTo>
                  <a:lnTo>
                    <a:pt x="289" y="1236"/>
                  </a:lnTo>
                  <a:lnTo>
                    <a:pt x="371" y="1319"/>
                  </a:lnTo>
                  <a:lnTo>
                    <a:pt x="783" y="1319"/>
                  </a:lnTo>
                  <a:lnTo>
                    <a:pt x="948" y="1195"/>
                  </a:lnTo>
                  <a:lnTo>
                    <a:pt x="1113" y="1072"/>
                  </a:lnTo>
                  <a:lnTo>
                    <a:pt x="1195" y="866"/>
                  </a:lnTo>
                  <a:lnTo>
                    <a:pt x="1236" y="742"/>
                  </a:lnTo>
                  <a:lnTo>
                    <a:pt x="1236" y="618"/>
                  </a:lnTo>
                  <a:lnTo>
                    <a:pt x="1195" y="371"/>
                  </a:lnTo>
                  <a:lnTo>
                    <a:pt x="1154" y="248"/>
                  </a:lnTo>
                  <a:lnTo>
                    <a:pt x="1071" y="165"/>
                  </a:lnTo>
                  <a:lnTo>
                    <a:pt x="948" y="83"/>
                  </a:lnTo>
                  <a:lnTo>
                    <a:pt x="865" y="42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5443500" y="2600000"/>
              <a:ext cx="30925" cy="32975"/>
            </a:xfrm>
            <a:custGeom>
              <a:avLst/>
              <a:gdLst/>
              <a:ahLst/>
              <a:cxnLst/>
              <a:rect l="l" t="t" r="r" b="b"/>
              <a:pathLst>
                <a:path w="1237" h="1319" fill="none" extrusionOk="0">
                  <a:moveTo>
                    <a:pt x="659" y="1"/>
                  </a:moveTo>
                  <a:lnTo>
                    <a:pt x="659" y="1"/>
                  </a:lnTo>
                  <a:lnTo>
                    <a:pt x="453" y="42"/>
                  </a:lnTo>
                  <a:lnTo>
                    <a:pt x="289" y="124"/>
                  </a:lnTo>
                  <a:lnTo>
                    <a:pt x="124" y="248"/>
                  </a:lnTo>
                  <a:lnTo>
                    <a:pt x="41" y="454"/>
                  </a:lnTo>
                  <a:lnTo>
                    <a:pt x="41" y="454"/>
                  </a:lnTo>
                  <a:lnTo>
                    <a:pt x="0" y="577"/>
                  </a:lnTo>
                  <a:lnTo>
                    <a:pt x="0" y="701"/>
                  </a:lnTo>
                  <a:lnTo>
                    <a:pt x="41" y="948"/>
                  </a:lnTo>
                  <a:lnTo>
                    <a:pt x="83" y="1072"/>
                  </a:lnTo>
                  <a:lnTo>
                    <a:pt x="165" y="1154"/>
                  </a:lnTo>
                  <a:lnTo>
                    <a:pt x="289" y="1236"/>
                  </a:lnTo>
                  <a:lnTo>
                    <a:pt x="371" y="1319"/>
                  </a:lnTo>
                  <a:lnTo>
                    <a:pt x="371" y="1319"/>
                  </a:lnTo>
                  <a:lnTo>
                    <a:pt x="577" y="1319"/>
                  </a:lnTo>
                  <a:lnTo>
                    <a:pt x="577" y="1319"/>
                  </a:lnTo>
                  <a:lnTo>
                    <a:pt x="783" y="1319"/>
                  </a:lnTo>
                  <a:lnTo>
                    <a:pt x="948" y="1195"/>
                  </a:lnTo>
                  <a:lnTo>
                    <a:pt x="1113" y="1072"/>
                  </a:lnTo>
                  <a:lnTo>
                    <a:pt x="1195" y="866"/>
                  </a:lnTo>
                  <a:lnTo>
                    <a:pt x="1195" y="866"/>
                  </a:lnTo>
                  <a:lnTo>
                    <a:pt x="1236" y="742"/>
                  </a:lnTo>
                  <a:lnTo>
                    <a:pt x="1236" y="618"/>
                  </a:lnTo>
                  <a:lnTo>
                    <a:pt x="1195" y="371"/>
                  </a:lnTo>
                  <a:lnTo>
                    <a:pt x="1154" y="248"/>
                  </a:lnTo>
                  <a:lnTo>
                    <a:pt x="1071" y="165"/>
                  </a:lnTo>
                  <a:lnTo>
                    <a:pt x="948" y="83"/>
                  </a:lnTo>
                  <a:lnTo>
                    <a:pt x="865" y="42"/>
                  </a:lnTo>
                  <a:lnTo>
                    <a:pt x="865" y="42"/>
                  </a:lnTo>
                  <a:lnTo>
                    <a:pt x="6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5387875" y="2583525"/>
              <a:ext cx="21650" cy="22675"/>
            </a:xfrm>
            <a:custGeom>
              <a:avLst/>
              <a:gdLst/>
              <a:ahLst/>
              <a:cxnLst/>
              <a:rect l="l" t="t" r="r" b="b"/>
              <a:pathLst>
                <a:path w="866" h="907" extrusionOk="0">
                  <a:moveTo>
                    <a:pt x="330" y="0"/>
                  </a:moveTo>
                  <a:lnTo>
                    <a:pt x="206" y="83"/>
                  </a:lnTo>
                  <a:lnTo>
                    <a:pt x="83" y="165"/>
                  </a:lnTo>
                  <a:lnTo>
                    <a:pt x="42" y="289"/>
                  </a:lnTo>
                  <a:lnTo>
                    <a:pt x="0" y="495"/>
                  </a:lnTo>
                  <a:lnTo>
                    <a:pt x="42" y="660"/>
                  </a:lnTo>
                  <a:lnTo>
                    <a:pt x="124" y="783"/>
                  </a:lnTo>
                  <a:lnTo>
                    <a:pt x="289" y="865"/>
                  </a:lnTo>
                  <a:lnTo>
                    <a:pt x="412" y="907"/>
                  </a:lnTo>
                  <a:lnTo>
                    <a:pt x="536" y="865"/>
                  </a:lnTo>
                  <a:lnTo>
                    <a:pt x="660" y="824"/>
                  </a:lnTo>
                  <a:lnTo>
                    <a:pt x="783" y="701"/>
                  </a:lnTo>
                  <a:lnTo>
                    <a:pt x="824" y="577"/>
                  </a:lnTo>
                  <a:lnTo>
                    <a:pt x="866" y="412"/>
                  </a:lnTo>
                  <a:lnTo>
                    <a:pt x="824" y="248"/>
                  </a:lnTo>
                  <a:lnTo>
                    <a:pt x="742" y="83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5387875" y="2583525"/>
              <a:ext cx="21650" cy="22675"/>
            </a:xfrm>
            <a:custGeom>
              <a:avLst/>
              <a:gdLst/>
              <a:ahLst/>
              <a:cxnLst/>
              <a:rect l="l" t="t" r="r" b="b"/>
              <a:pathLst>
                <a:path w="866" h="907" fill="none" extrusionOk="0">
                  <a:moveTo>
                    <a:pt x="454" y="0"/>
                  </a:moveTo>
                  <a:lnTo>
                    <a:pt x="454" y="0"/>
                  </a:lnTo>
                  <a:lnTo>
                    <a:pt x="330" y="0"/>
                  </a:lnTo>
                  <a:lnTo>
                    <a:pt x="206" y="83"/>
                  </a:lnTo>
                  <a:lnTo>
                    <a:pt x="83" y="165"/>
                  </a:lnTo>
                  <a:lnTo>
                    <a:pt x="42" y="289"/>
                  </a:lnTo>
                  <a:lnTo>
                    <a:pt x="42" y="289"/>
                  </a:lnTo>
                  <a:lnTo>
                    <a:pt x="0" y="495"/>
                  </a:lnTo>
                  <a:lnTo>
                    <a:pt x="42" y="660"/>
                  </a:lnTo>
                  <a:lnTo>
                    <a:pt x="124" y="783"/>
                  </a:lnTo>
                  <a:lnTo>
                    <a:pt x="289" y="865"/>
                  </a:lnTo>
                  <a:lnTo>
                    <a:pt x="289" y="865"/>
                  </a:lnTo>
                  <a:lnTo>
                    <a:pt x="412" y="907"/>
                  </a:lnTo>
                  <a:lnTo>
                    <a:pt x="412" y="907"/>
                  </a:lnTo>
                  <a:lnTo>
                    <a:pt x="536" y="865"/>
                  </a:lnTo>
                  <a:lnTo>
                    <a:pt x="660" y="824"/>
                  </a:lnTo>
                  <a:lnTo>
                    <a:pt x="783" y="701"/>
                  </a:lnTo>
                  <a:lnTo>
                    <a:pt x="824" y="577"/>
                  </a:lnTo>
                  <a:lnTo>
                    <a:pt x="824" y="577"/>
                  </a:lnTo>
                  <a:lnTo>
                    <a:pt x="866" y="412"/>
                  </a:lnTo>
                  <a:lnTo>
                    <a:pt x="824" y="248"/>
                  </a:lnTo>
                  <a:lnTo>
                    <a:pt x="742" y="83"/>
                  </a:lnTo>
                  <a:lnTo>
                    <a:pt x="577" y="0"/>
                  </a:lnTo>
                  <a:lnTo>
                    <a:pt x="577" y="0"/>
                  </a:lnTo>
                  <a:lnTo>
                    <a:pt x="4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5442450" y="2708150"/>
              <a:ext cx="15475" cy="16500"/>
            </a:xfrm>
            <a:custGeom>
              <a:avLst/>
              <a:gdLst/>
              <a:ahLst/>
              <a:cxnLst/>
              <a:rect l="l" t="t" r="r" b="b"/>
              <a:pathLst>
                <a:path w="619" h="660" extrusionOk="0">
                  <a:moveTo>
                    <a:pt x="331" y="0"/>
                  </a:moveTo>
                  <a:lnTo>
                    <a:pt x="248" y="41"/>
                  </a:lnTo>
                  <a:lnTo>
                    <a:pt x="125" y="83"/>
                  </a:lnTo>
                  <a:lnTo>
                    <a:pt x="83" y="165"/>
                  </a:lnTo>
                  <a:lnTo>
                    <a:pt x="1" y="247"/>
                  </a:lnTo>
                  <a:lnTo>
                    <a:pt x="1" y="371"/>
                  </a:lnTo>
                  <a:lnTo>
                    <a:pt x="42" y="495"/>
                  </a:lnTo>
                  <a:lnTo>
                    <a:pt x="83" y="577"/>
                  </a:lnTo>
                  <a:lnTo>
                    <a:pt x="207" y="659"/>
                  </a:lnTo>
                  <a:lnTo>
                    <a:pt x="372" y="659"/>
                  </a:lnTo>
                  <a:lnTo>
                    <a:pt x="495" y="618"/>
                  </a:lnTo>
                  <a:lnTo>
                    <a:pt x="537" y="536"/>
                  </a:lnTo>
                  <a:lnTo>
                    <a:pt x="619" y="453"/>
                  </a:lnTo>
                  <a:lnTo>
                    <a:pt x="619" y="330"/>
                  </a:lnTo>
                  <a:lnTo>
                    <a:pt x="578" y="206"/>
                  </a:lnTo>
                  <a:lnTo>
                    <a:pt x="537" y="83"/>
                  </a:lnTo>
                  <a:lnTo>
                    <a:pt x="413" y="4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5442450" y="2708150"/>
              <a:ext cx="15475" cy="16500"/>
            </a:xfrm>
            <a:custGeom>
              <a:avLst/>
              <a:gdLst/>
              <a:ahLst/>
              <a:cxnLst/>
              <a:rect l="l" t="t" r="r" b="b"/>
              <a:pathLst>
                <a:path w="619" h="660" fill="none" extrusionOk="0">
                  <a:moveTo>
                    <a:pt x="331" y="0"/>
                  </a:moveTo>
                  <a:lnTo>
                    <a:pt x="331" y="0"/>
                  </a:lnTo>
                  <a:lnTo>
                    <a:pt x="248" y="41"/>
                  </a:lnTo>
                  <a:lnTo>
                    <a:pt x="125" y="83"/>
                  </a:lnTo>
                  <a:lnTo>
                    <a:pt x="83" y="165"/>
                  </a:lnTo>
                  <a:lnTo>
                    <a:pt x="1" y="247"/>
                  </a:lnTo>
                  <a:lnTo>
                    <a:pt x="1" y="247"/>
                  </a:lnTo>
                  <a:lnTo>
                    <a:pt x="1" y="371"/>
                  </a:lnTo>
                  <a:lnTo>
                    <a:pt x="42" y="495"/>
                  </a:lnTo>
                  <a:lnTo>
                    <a:pt x="83" y="577"/>
                  </a:lnTo>
                  <a:lnTo>
                    <a:pt x="207" y="659"/>
                  </a:lnTo>
                  <a:lnTo>
                    <a:pt x="207" y="659"/>
                  </a:lnTo>
                  <a:lnTo>
                    <a:pt x="289" y="659"/>
                  </a:lnTo>
                  <a:lnTo>
                    <a:pt x="289" y="659"/>
                  </a:lnTo>
                  <a:lnTo>
                    <a:pt x="372" y="659"/>
                  </a:lnTo>
                  <a:lnTo>
                    <a:pt x="495" y="618"/>
                  </a:lnTo>
                  <a:lnTo>
                    <a:pt x="537" y="536"/>
                  </a:lnTo>
                  <a:lnTo>
                    <a:pt x="619" y="453"/>
                  </a:lnTo>
                  <a:lnTo>
                    <a:pt x="619" y="453"/>
                  </a:lnTo>
                  <a:lnTo>
                    <a:pt x="619" y="330"/>
                  </a:lnTo>
                  <a:lnTo>
                    <a:pt x="578" y="206"/>
                  </a:lnTo>
                  <a:lnTo>
                    <a:pt x="537" y="83"/>
                  </a:lnTo>
                  <a:lnTo>
                    <a:pt x="413" y="41"/>
                  </a:lnTo>
                  <a:lnTo>
                    <a:pt x="413" y="41"/>
                  </a:lnTo>
                  <a:lnTo>
                    <a:pt x="3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5490875" y="2490825"/>
              <a:ext cx="42250" cy="45350"/>
            </a:xfrm>
            <a:custGeom>
              <a:avLst/>
              <a:gdLst/>
              <a:ahLst/>
              <a:cxnLst/>
              <a:rect l="l" t="t" r="r" b="b"/>
              <a:pathLst>
                <a:path w="1690" h="1814" extrusionOk="0">
                  <a:moveTo>
                    <a:pt x="865" y="1"/>
                  </a:moveTo>
                  <a:lnTo>
                    <a:pt x="618" y="42"/>
                  </a:lnTo>
                  <a:lnTo>
                    <a:pt x="371" y="165"/>
                  </a:lnTo>
                  <a:lnTo>
                    <a:pt x="206" y="371"/>
                  </a:lnTo>
                  <a:lnTo>
                    <a:pt x="42" y="618"/>
                  </a:lnTo>
                  <a:lnTo>
                    <a:pt x="0" y="783"/>
                  </a:lnTo>
                  <a:lnTo>
                    <a:pt x="0" y="989"/>
                  </a:lnTo>
                  <a:lnTo>
                    <a:pt x="0" y="1154"/>
                  </a:lnTo>
                  <a:lnTo>
                    <a:pt x="83" y="1319"/>
                  </a:lnTo>
                  <a:lnTo>
                    <a:pt x="124" y="1442"/>
                  </a:lnTo>
                  <a:lnTo>
                    <a:pt x="247" y="1566"/>
                  </a:lnTo>
                  <a:lnTo>
                    <a:pt x="371" y="1690"/>
                  </a:lnTo>
                  <a:lnTo>
                    <a:pt x="536" y="1772"/>
                  </a:lnTo>
                  <a:lnTo>
                    <a:pt x="783" y="1813"/>
                  </a:lnTo>
                  <a:lnTo>
                    <a:pt x="1071" y="1772"/>
                  </a:lnTo>
                  <a:lnTo>
                    <a:pt x="1277" y="1648"/>
                  </a:lnTo>
                  <a:lnTo>
                    <a:pt x="1483" y="1442"/>
                  </a:lnTo>
                  <a:lnTo>
                    <a:pt x="1607" y="1195"/>
                  </a:lnTo>
                  <a:lnTo>
                    <a:pt x="1689" y="1030"/>
                  </a:lnTo>
                  <a:lnTo>
                    <a:pt x="1689" y="866"/>
                  </a:lnTo>
                  <a:lnTo>
                    <a:pt x="1648" y="660"/>
                  </a:lnTo>
                  <a:lnTo>
                    <a:pt x="1607" y="495"/>
                  </a:lnTo>
                  <a:lnTo>
                    <a:pt x="1525" y="371"/>
                  </a:lnTo>
                  <a:lnTo>
                    <a:pt x="1442" y="248"/>
                  </a:lnTo>
                  <a:lnTo>
                    <a:pt x="1319" y="124"/>
                  </a:lnTo>
                  <a:lnTo>
                    <a:pt x="1154" y="83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5490875" y="2490825"/>
              <a:ext cx="42250" cy="45350"/>
            </a:xfrm>
            <a:custGeom>
              <a:avLst/>
              <a:gdLst/>
              <a:ahLst/>
              <a:cxnLst/>
              <a:rect l="l" t="t" r="r" b="b"/>
              <a:pathLst>
                <a:path w="1690" h="1814" fill="none" extrusionOk="0">
                  <a:moveTo>
                    <a:pt x="865" y="1"/>
                  </a:moveTo>
                  <a:lnTo>
                    <a:pt x="865" y="1"/>
                  </a:lnTo>
                  <a:lnTo>
                    <a:pt x="618" y="42"/>
                  </a:lnTo>
                  <a:lnTo>
                    <a:pt x="371" y="165"/>
                  </a:lnTo>
                  <a:lnTo>
                    <a:pt x="206" y="371"/>
                  </a:lnTo>
                  <a:lnTo>
                    <a:pt x="42" y="618"/>
                  </a:lnTo>
                  <a:lnTo>
                    <a:pt x="42" y="618"/>
                  </a:lnTo>
                  <a:lnTo>
                    <a:pt x="0" y="783"/>
                  </a:lnTo>
                  <a:lnTo>
                    <a:pt x="0" y="989"/>
                  </a:lnTo>
                  <a:lnTo>
                    <a:pt x="0" y="1154"/>
                  </a:lnTo>
                  <a:lnTo>
                    <a:pt x="83" y="1319"/>
                  </a:lnTo>
                  <a:lnTo>
                    <a:pt x="124" y="1442"/>
                  </a:lnTo>
                  <a:lnTo>
                    <a:pt x="247" y="1566"/>
                  </a:lnTo>
                  <a:lnTo>
                    <a:pt x="371" y="1690"/>
                  </a:lnTo>
                  <a:lnTo>
                    <a:pt x="536" y="1772"/>
                  </a:lnTo>
                  <a:lnTo>
                    <a:pt x="536" y="1772"/>
                  </a:lnTo>
                  <a:lnTo>
                    <a:pt x="783" y="1813"/>
                  </a:lnTo>
                  <a:lnTo>
                    <a:pt x="783" y="1813"/>
                  </a:lnTo>
                  <a:lnTo>
                    <a:pt x="1071" y="1772"/>
                  </a:lnTo>
                  <a:lnTo>
                    <a:pt x="1277" y="1648"/>
                  </a:lnTo>
                  <a:lnTo>
                    <a:pt x="1483" y="1442"/>
                  </a:lnTo>
                  <a:lnTo>
                    <a:pt x="1607" y="1195"/>
                  </a:lnTo>
                  <a:lnTo>
                    <a:pt x="1607" y="1195"/>
                  </a:lnTo>
                  <a:lnTo>
                    <a:pt x="1689" y="1030"/>
                  </a:lnTo>
                  <a:lnTo>
                    <a:pt x="1689" y="866"/>
                  </a:lnTo>
                  <a:lnTo>
                    <a:pt x="1648" y="660"/>
                  </a:lnTo>
                  <a:lnTo>
                    <a:pt x="1607" y="495"/>
                  </a:lnTo>
                  <a:lnTo>
                    <a:pt x="1525" y="371"/>
                  </a:lnTo>
                  <a:lnTo>
                    <a:pt x="1442" y="248"/>
                  </a:lnTo>
                  <a:lnTo>
                    <a:pt x="1319" y="124"/>
                  </a:lnTo>
                  <a:lnTo>
                    <a:pt x="1154" y="83"/>
                  </a:lnTo>
                  <a:lnTo>
                    <a:pt x="1154" y="83"/>
                  </a:lnTo>
                  <a:lnTo>
                    <a:pt x="8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5511475" y="2609275"/>
              <a:ext cx="24750" cy="25775"/>
            </a:xfrm>
            <a:custGeom>
              <a:avLst/>
              <a:gdLst/>
              <a:ahLst/>
              <a:cxnLst/>
              <a:rect l="l" t="t" r="r" b="b"/>
              <a:pathLst>
                <a:path w="990" h="1031" extrusionOk="0">
                  <a:moveTo>
                    <a:pt x="536" y="0"/>
                  </a:moveTo>
                  <a:lnTo>
                    <a:pt x="371" y="41"/>
                  </a:lnTo>
                  <a:lnTo>
                    <a:pt x="247" y="83"/>
                  </a:lnTo>
                  <a:lnTo>
                    <a:pt x="124" y="206"/>
                  </a:lnTo>
                  <a:lnTo>
                    <a:pt x="41" y="371"/>
                  </a:lnTo>
                  <a:lnTo>
                    <a:pt x="0" y="577"/>
                  </a:lnTo>
                  <a:lnTo>
                    <a:pt x="41" y="742"/>
                  </a:lnTo>
                  <a:lnTo>
                    <a:pt x="165" y="907"/>
                  </a:lnTo>
                  <a:lnTo>
                    <a:pt x="330" y="989"/>
                  </a:lnTo>
                  <a:lnTo>
                    <a:pt x="495" y="1030"/>
                  </a:lnTo>
                  <a:lnTo>
                    <a:pt x="618" y="1030"/>
                  </a:lnTo>
                  <a:lnTo>
                    <a:pt x="742" y="948"/>
                  </a:lnTo>
                  <a:lnTo>
                    <a:pt x="865" y="824"/>
                  </a:lnTo>
                  <a:lnTo>
                    <a:pt x="948" y="701"/>
                  </a:lnTo>
                  <a:lnTo>
                    <a:pt x="989" y="495"/>
                  </a:lnTo>
                  <a:lnTo>
                    <a:pt x="948" y="289"/>
                  </a:lnTo>
                  <a:lnTo>
                    <a:pt x="824" y="124"/>
                  </a:lnTo>
                  <a:lnTo>
                    <a:pt x="659" y="41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5511475" y="2609275"/>
              <a:ext cx="24750" cy="25775"/>
            </a:xfrm>
            <a:custGeom>
              <a:avLst/>
              <a:gdLst/>
              <a:ahLst/>
              <a:cxnLst/>
              <a:rect l="l" t="t" r="r" b="b"/>
              <a:pathLst>
                <a:path w="990" h="1031" fill="none" extrusionOk="0">
                  <a:moveTo>
                    <a:pt x="536" y="0"/>
                  </a:moveTo>
                  <a:lnTo>
                    <a:pt x="536" y="0"/>
                  </a:lnTo>
                  <a:lnTo>
                    <a:pt x="371" y="41"/>
                  </a:lnTo>
                  <a:lnTo>
                    <a:pt x="247" y="83"/>
                  </a:lnTo>
                  <a:lnTo>
                    <a:pt x="124" y="206"/>
                  </a:lnTo>
                  <a:lnTo>
                    <a:pt x="41" y="371"/>
                  </a:lnTo>
                  <a:lnTo>
                    <a:pt x="41" y="371"/>
                  </a:lnTo>
                  <a:lnTo>
                    <a:pt x="0" y="577"/>
                  </a:lnTo>
                  <a:lnTo>
                    <a:pt x="41" y="742"/>
                  </a:lnTo>
                  <a:lnTo>
                    <a:pt x="165" y="907"/>
                  </a:lnTo>
                  <a:lnTo>
                    <a:pt x="330" y="989"/>
                  </a:lnTo>
                  <a:lnTo>
                    <a:pt x="330" y="989"/>
                  </a:lnTo>
                  <a:lnTo>
                    <a:pt x="495" y="1030"/>
                  </a:lnTo>
                  <a:lnTo>
                    <a:pt x="495" y="1030"/>
                  </a:lnTo>
                  <a:lnTo>
                    <a:pt x="618" y="1030"/>
                  </a:lnTo>
                  <a:lnTo>
                    <a:pt x="742" y="948"/>
                  </a:lnTo>
                  <a:lnTo>
                    <a:pt x="865" y="824"/>
                  </a:lnTo>
                  <a:lnTo>
                    <a:pt x="948" y="701"/>
                  </a:lnTo>
                  <a:lnTo>
                    <a:pt x="948" y="701"/>
                  </a:lnTo>
                  <a:lnTo>
                    <a:pt x="989" y="495"/>
                  </a:lnTo>
                  <a:lnTo>
                    <a:pt x="948" y="289"/>
                  </a:lnTo>
                  <a:lnTo>
                    <a:pt x="824" y="124"/>
                  </a:lnTo>
                  <a:lnTo>
                    <a:pt x="659" y="41"/>
                  </a:lnTo>
                  <a:lnTo>
                    <a:pt x="659" y="41"/>
                  </a:lnTo>
                  <a:lnTo>
                    <a:pt x="5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5488800" y="2706075"/>
              <a:ext cx="14450" cy="15475"/>
            </a:xfrm>
            <a:custGeom>
              <a:avLst/>
              <a:gdLst/>
              <a:ahLst/>
              <a:cxnLst/>
              <a:rect l="l" t="t" r="r" b="b"/>
              <a:pathLst>
                <a:path w="578" h="619" extrusionOk="0">
                  <a:moveTo>
                    <a:pt x="207" y="1"/>
                  </a:moveTo>
                  <a:lnTo>
                    <a:pt x="125" y="42"/>
                  </a:lnTo>
                  <a:lnTo>
                    <a:pt x="42" y="124"/>
                  </a:lnTo>
                  <a:lnTo>
                    <a:pt x="1" y="207"/>
                  </a:lnTo>
                  <a:lnTo>
                    <a:pt x="1" y="330"/>
                  </a:lnTo>
                  <a:lnTo>
                    <a:pt x="1" y="454"/>
                  </a:lnTo>
                  <a:lnTo>
                    <a:pt x="83" y="536"/>
                  </a:lnTo>
                  <a:lnTo>
                    <a:pt x="166" y="578"/>
                  </a:lnTo>
                  <a:lnTo>
                    <a:pt x="248" y="619"/>
                  </a:lnTo>
                  <a:lnTo>
                    <a:pt x="372" y="578"/>
                  </a:lnTo>
                  <a:lnTo>
                    <a:pt x="454" y="536"/>
                  </a:lnTo>
                  <a:lnTo>
                    <a:pt x="495" y="495"/>
                  </a:lnTo>
                  <a:lnTo>
                    <a:pt x="536" y="413"/>
                  </a:lnTo>
                  <a:lnTo>
                    <a:pt x="578" y="289"/>
                  </a:lnTo>
                  <a:lnTo>
                    <a:pt x="536" y="166"/>
                  </a:lnTo>
                  <a:lnTo>
                    <a:pt x="495" y="83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5488800" y="2706075"/>
              <a:ext cx="14450" cy="15475"/>
            </a:xfrm>
            <a:custGeom>
              <a:avLst/>
              <a:gdLst/>
              <a:ahLst/>
              <a:cxnLst/>
              <a:rect l="l" t="t" r="r" b="b"/>
              <a:pathLst>
                <a:path w="578" h="619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207" y="1"/>
                  </a:lnTo>
                  <a:lnTo>
                    <a:pt x="125" y="42"/>
                  </a:lnTo>
                  <a:lnTo>
                    <a:pt x="42" y="124"/>
                  </a:lnTo>
                  <a:lnTo>
                    <a:pt x="1" y="207"/>
                  </a:lnTo>
                  <a:lnTo>
                    <a:pt x="1" y="207"/>
                  </a:lnTo>
                  <a:lnTo>
                    <a:pt x="1" y="330"/>
                  </a:lnTo>
                  <a:lnTo>
                    <a:pt x="1" y="454"/>
                  </a:lnTo>
                  <a:lnTo>
                    <a:pt x="83" y="536"/>
                  </a:lnTo>
                  <a:lnTo>
                    <a:pt x="166" y="578"/>
                  </a:lnTo>
                  <a:lnTo>
                    <a:pt x="166" y="578"/>
                  </a:lnTo>
                  <a:lnTo>
                    <a:pt x="248" y="619"/>
                  </a:lnTo>
                  <a:lnTo>
                    <a:pt x="248" y="619"/>
                  </a:lnTo>
                  <a:lnTo>
                    <a:pt x="372" y="578"/>
                  </a:lnTo>
                  <a:lnTo>
                    <a:pt x="454" y="536"/>
                  </a:lnTo>
                  <a:lnTo>
                    <a:pt x="495" y="495"/>
                  </a:lnTo>
                  <a:lnTo>
                    <a:pt x="536" y="413"/>
                  </a:lnTo>
                  <a:lnTo>
                    <a:pt x="536" y="413"/>
                  </a:lnTo>
                  <a:lnTo>
                    <a:pt x="578" y="289"/>
                  </a:lnTo>
                  <a:lnTo>
                    <a:pt x="536" y="166"/>
                  </a:lnTo>
                  <a:lnTo>
                    <a:pt x="495" y="83"/>
                  </a:lnTo>
                  <a:lnTo>
                    <a:pt x="372" y="1"/>
                  </a:lnTo>
                  <a:lnTo>
                    <a:pt x="372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5687600" y="2366200"/>
              <a:ext cx="54600" cy="6200"/>
            </a:xfrm>
            <a:custGeom>
              <a:avLst/>
              <a:gdLst/>
              <a:ahLst/>
              <a:cxnLst/>
              <a:rect l="l" t="t" r="r" b="b"/>
              <a:pathLst>
                <a:path w="2184" h="248" extrusionOk="0">
                  <a:moveTo>
                    <a:pt x="1978" y="1"/>
                  </a:moveTo>
                  <a:lnTo>
                    <a:pt x="1318" y="83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783" y="165"/>
                  </a:lnTo>
                  <a:lnTo>
                    <a:pt x="1730" y="42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rgbClr val="A4C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5687600" y="2366200"/>
              <a:ext cx="146275" cy="34025"/>
            </a:xfrm>
            <a:custGeom>
              <a:avLst/>
              <a:gdLst/>
              <a:ahLst/>
              <a:cxnLst/>
              <a:rect l="l" t="t" r="r" b="b"/>
              <a:pathLst>
                <a:path w="5851" h="1361" fill="none" extrusionOk="0">
                  <a:moveTo>
                    <a:pt x="2637" y="1"/>
                  </a:moveTo>
                  <a:lnTo>
                    <a:pt x="2637" y="1"/>
                  </a:lnTo>
                  <a:lnTo>
                    <a:pt x="1978" y="1"/>
                  </a:lnTo>
                  <a:lnTo>
                    <a:pt x="1318" y="83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783" y="165"/>
                  </a:lnTo>
                  <a:lnTo>
                    <a:pt x="783" y="165"/>
                  </a:lnTo>
                  <a:lnTo>
                    <a:pt x="1730" y="42"/>
                  </a:lnTo>
                  <a:lnTo>
                    <a:pt x="2184" y="1"/>
                  </a:lnTo>
                  <a:lnTo>
                    <a:pt x="2637" y="1"/>
                  </a:lnTo>
                  <a:lnTo>
                    <a:pt x="2637" y="1"/>
                  </a:lnTo>
                  <a:lnTo>
                    <a:pt x="3131" y="1"/>
                  </a:lnTo>
                  <a:lnTo>
                    <a:pt x="3626" y="83"/>
                  </a:lnTo>
                  <a:lnTo>
                    <a:pt x="4120" y="207"/>
                  </a:lnTo>
                  <a:lnTo>
                    <a:pt x="4573" y="413"/>
                  </a:lnTo>
                  <a:lnTo>
                    <a:pt x="4573" y="413"/>
                  </a:lnTo>
                  <a:lnTo>
                    <a:pt x="4903" y="619"/>
                  </a:lnTo>
                  <a:lnTo>
                    <a:pt x="5232" y="866"/>
                  </a:lnTo>
                  <a:lnTo>
                    <a:pt x="5850" y="1360"/>
                  </a:lnTo>
                  <a:lnTo>
                    <a:pt x="5850" y="1360"/>
                  </a:lnTo>
                  <a:lnTo>
                    <a:pt x="5850" y="1360"/>
                  </a:lnTo>
                  <a:lnTo>
                    <a:pt x="5232" y="866"/>
                  </a:lnTo>
                  <a:lnTo>
                    <a:pt x="4903" y="619"/>
                  </a:lnTo>
                  <a:lnTo>
                    <a:pt x="4573" y="413"/>
                  </a:lnTo>
                  <a:lnTo>
                    <a:pt x="4573" y="413"/>
                  </a:lnTo>
                  <a:lnTo>
                    <a:pt x="4120" y="207"/>
                  </a:lnTo>
                  <a:lnTo>
                    <a:pt x="3626" y="83"/>
                  </a:lnTo>
                  <a:lnTo>
                    <a:pt x="3131" y="1"/>
                  </a:lnTo>
                  <a:lnTo>
                    <a:pt x="263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5302400" y="2400200"/>
              <a:ext cx="749825" cy="709650"/>
            </a:xfrm>
            <a:custGeom>
              <a:avLst/>
              <a:gdLst/>
              <a:ahLst/>
              <a:cxnLst/>
              <a:rect l="l" t="t" r="r" b="b"/>
              <a:pathLst>
                <a:path w="29993" h="28386" extrusionOk="0">
                  <a:moveTo>
                    <a:pt x="2843" y="28386"/>
                  </a:moveTo>
                  <a:lnTo>
                    <a:pt x="2843" y="28386"/>
                  </a:lnTo>
                  <a:lnTo>
                    <a:pt x="2884" y="28386"/>
                  </a:lnTo>
                  <a:lnTo>
                    <a:pt x="2884" y="28386"/>
                  </a:lnTo>
                  <a:lnTo>
                    <a:pt x="2843" y="28386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247" y="27520"/>
                  </a:lnTo>
                  <a:lnTo>
                    <a:pt x="824" y="27768"/>
                  </a:lnTo>
                  <a:lnTo>
                    <a:pt x="1689" y="28056"/>
                  </a:lnTo>
                  <a:lnTo>
                    <a:pt x="2802" y="28386"/>
                  </a:lnTo>
                  <a:lnTo>
                    <a:pt x="2802" y="28386"/>
                  </a:lnTo>
                  <a:lnTo>
                    <a:pt x="1689" y="28056"/>
                  </a:lnTo>
                  <a:lnTo>
                    <a:pt x="824" y="27768"/>
                  </a:lnTo>
                  <a:lnTo>
                    <a:pt x="247" y="27520"/>
                  </a:lnTo>
                  <a:lnTo>
                    <a:pt x="0" y="27397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close/>
                  <a:moveTo>
                    <a:pt x="28386" y="2843"/>
                  </a:moveTo>
                  <a:lnTo>
                    <a:pt x="28386" y="2843"/>
                  </a:lnTo>
                  <a:lnTo>
                    <a:pt x="28386" y="2843"/>
                  </a:lnTo>
                  <a:lnTo>
                    <a:pt x="28592" y="3214"/>
                  </a:lnTo>
                  <a:lnTo>
                    <a:pt x="28798" y="3584"/>
                  </a:lnTo>
                  <a:lnTo>
                    <a:pt x="28921" y="3996"/>
                  </a:lnTo>
                  <a:lnTo>
                    <a:pt x="29045" y="4408"/>
                  </a:lnTo>
                  <a:lnTo>
                    <a:pt x="29045" y="4408"/>
                  </a:lnTo>
                  <a:lnTo>
                    <a:pt x="29127" y="4779"/>
                  </a:lnTo>
                  <a:lnTo>
                    <a:pt x="29251" y="5232"/>
                  </a:lnTo>
                  <a:lnTo>
                    <a:pt x="29580" y="6345"/>
                  </a:lnTo>
                  <a:lnTo>
                    <a:pt x="29745" y="7004"/>
                  </a:lnTo>
                  <a:lnTo>
                    <a:pt x="29869" y="7704"/>
                  </a:lnTo>
                  <a:lnTo>
                    <a:pt x="29951" y="8446"/>
                  </a:lnTo>
                  <a:lnTo>
                    <a:pt x="29992" y="9270"/>
                  </a:lnTo>
                  <a:lnTo>
                    <a:pt x="29992" y="9270"/>
                  </a:lnTo>
                  <a:lnTo>
                    <a:pt x="29951" y="8446"/>
                  </a:lnTo>
                  <a:lnTo>
                    <a:pt x="29869" y="7704"/>
                  </a:lnTo>
                  <a:lnTo>
                    <a:pt x="29745" y="7004"/>
                  </a:lnTo>
                  <a:lnTo>
                    <a:pt x="29580" y="6345"/>
                  </a:lnTo>
                  <a:lnTo>
                    <a:pt x="29251" y="5232"/>
                  </a:lnTo>
                  <a:lnTo>
                    <a:pt x="29127" y="4779"/>
                  </a:lnTo>
                  <a:lnTo>
                    <a:pt x="29045" y="4408"/>
                  </a:lnTo>
                  <a:lnTo>
                    <a:pt x="29045" y="4408"/>
                  </a:lnTo>
                  <a:lnTo>
                    <a:pt x="28921" y="3996"/>
                  </a:lnTo>
                  <a:lnTo>
                    <a:pt x="28798" y="3584"/>
                  </a:lnTo>
                  <a:lnTo>
                    <a:pt x="28592" y="3214"/>
                  </a:lnTo>
                  <a:lnTo>
                    <a:pt x="28386" y="2843"/>
                  </a:lnTo>
                  <a:close/>
                  <a:moveTo>
                    <a:pt x="21258" y="0"/>
                  </a:moveTo>
                  <a:lnTo>
                    <a:pt x="21258" y="0"/>
                  </a:lnTo>
                  <a:lnTo>
                    <a:pt x="21258" y="0"/>
                  </a:lnTo>
                  <a:lnTo>
                    <a:pt x="21505" y="165"/>
                  </a:lnTo>
                  <a:lnTo>
                    <a:pt x="21794" y="330"/>
                  </a:lnTo>
                  <a:lnTo>
                    <a:pt x="21794" y="330"/>
                  </a:lnTo>
                  <a:lnTo>
                    <a:pt x="21876" y="412"/>
                  </a:lnTo>
                  <a:lnTo>
                    <a:pt x="21876" y="412"/>
                  </a:lnTo>
                  <a:lnTo>
                    <a:pt x="21794" y="330"/>
                  </a:lnTo>
                  <a:lnTo>
                    <a:pt x="21794" y="330"/>
                  </a:lnTo>
                  <a:lnTo>
                    <a:pt x="21505" y="165"/>
                  </a:lnTo>
                  <a:lnTo>
                    <a:pt x="21258" y="0"/>
                  </a:lnTo>
                  <a:close/>
                </a:path>
              </a:pathLst>
            </a:custGeom>
            <a:solidFill>
              <a:srgbClr val="756A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5373450" y="3109825"/>
              <a:ext cx="1050" cy="25"/>
            </a:xfrm>
            <a:custGeom>
              <a:avLst/>
              <a:gdLst/>
              <a:ahLst/>
              <a:cxnLst/>
              <a:rect l="l" t="t" r="r" b="b"/>
              <a:pathLst>
                <a:path w="4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5302400" y="3085100"/>
              <a:ext cx="70050" cy="24750"/>
            </a:xfrm>
            <a:custGeom>
              <a:avLst/>
              <a:gdLst/>
              <a:ahLst/>
              <a:cxnLst/>
              <a:rect l="l" t="t" r="r" b="b"/>
              <a:pathLst>
                <a:path w="2802" h="99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47" y="124"/>
                  </a:lnTo>
                  <a:lnTo>
                    <a:pt x="824" y="372"/>
                  </a:lnTo>
                  <a:lnTo>
                    <a:pt x="1689" y="660"/>
                  </a:lnTo>
                  <a:lnTo>
                    <a:pt x="2802" y="990"/>
                  </a:lnTo>
                  <a:lnTo>
                    <a:pt x="2802" y="990"/>
                  </a:lnTo>
                  <a:lnTo>
                    <a:pt x="1689" y="660"/>
                  </a:lnTo>
                  <a:lnTo>
                    <a:pt x="824" y="372"/>
                  </a:lnTo>
                  <a:lnTo>
                    <a:pt x="247" y="12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6012025" y="2471250"/>
              <a:ext cx="40200" cy="160700"/>
            </a:xfrm>
            <a:custGeom>
              <a:avLst/>
              <a:gdLst/>
              <a:ahLst/>
              <a:cxnLst/>
              <a:rect l="l" t="t" r="r" b="b"/>
              <a:pathLst>
                <a:path w="1608" h="642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07" y="372"/>
                  </a:lnTo>
                  <a:lnTo>
                    <a:pt x="413" y="742"/>
                  </a:lnTo>
                  <a:lnTo>
                    <a:pt x="536" y="1154"/>
                  </a:lnTo>
                  <a:lnTo>
                    <a:pt x="660" y="1566"/>
                  </a:lnTo>
                  <a:lnTo>
                    <a:pt x="660" y="1566"/>
                  </a:lnTo>
                  <a:lnTo>
                    <a:pt x="742" y="1937"/>
                  </a:lnTo>
                  <a:lnTo>
                    <a:pt x="866" y="2390"/>
                  </a:lnTo>
                  <a:lnTo>
                    <a:pt x="1195" y="3503"/>
                  </a:lnTo>
                  <a:lnTo>
                    <a:pt x="1360" y="4162"/>
                  </a:lnTo>
                  <a:lnTo>
                    <a:pt x="1484" y="4862"/>
                  </a:lnTo>
                  <a:lnTo>
                    <a:pt x="1566" y="5604"/>
                  </a:lnTo>
                  <a:lnTo>
                    <a:pt x="1607" y="6428"/>
                  </a:lnTo>
                  <a:lnTo>
                    <a:pt x="1607" y="6428"/>
                  </a:lnTo>
                  <a:lnTo>
                    <a:pt x="1566" y="5604"/>
                  </a:lnTo>
                  <a:lnTo>
                    <a:pt x="1484" y="4862"/>
                  </a:lnTo>
                  <a:lnTo>
                    <a:pt x="1360" y="4162"/>
                  </a:lnTo>
                  <a:lnTo>
                    <a:pt x="1195" y="3503"/>
                  </a:lnTo>
                  <a:lnTo>
                    <a:pt x="866" y="2390"/>
                  </a:lnTo>
                  <a:lnTo>
                    <a:pt x="742" y="1937"/>
                  </a:lnTo>
                  <a:lnTo>
                    <a:pt x="660" y="1566"/>
                  </a:lnTo>
                  <a:lnTo>
                    <a:pt x="660" y="1566"/>
                  </a:lnTo>
                  <a:lnTo>
                    <a:pt x="536" y="1154"/>
                  </a:lnTo>
                  <a:lnTo>
                    <a:pt x="413" y="742"/>
                  </a:lnTo>
                  <a:lnTo>
                    <a:pt x="207" y="37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5833850" y="2400200"/>
              <a:ext cx="15475" cy="10325"/>
            </a:xfrm>
            <a:custGeom>
              <a:avLst/>
              <a:gdLst/>
              <a:ahLst/>
              <a:cxnLst/>
              <a:rect l="l" t="t" r="r" b="b"/>
              <a:pathLst>
                <a:path w="619" h="41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47" y="165"/>
                  </a:lnTo>
                  <a:lnTo>
                    <a:pt x="536" y="330"/>
                  </a:lnTo>
                  <a:lnTo>
                    <a:pt x="536" y="330"/>
                  </a:lnTo>
                  <a:lnTo>
                    <a:pt x="618" y="412"/>
                  </a:lnTo>
                  <a:lnTo>
                    <a:pt x="618" y="412"/>
                  </a:lnTo>
                  <a:lnTo>
                    <a:pt x="536" y="330"/>
                  </a:lnTo>
                  <a:lnTo>
                    <a:pt x="536" y="330"/>
                  </a:lnTo>
                  <a:lnTo>
                    <a:pt x="247" y="16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5283850" y="2366200"/>
              <a:ext cx="768375" cy="756000"/>
            </a:xfrm>
            <a:custGeom>
              <a:avLst/>
              <a:gdLst/>
              <a:ahLst/>
              <a:cxnLst/>
              <a:rect l="l" t="t" r="r" b="b"/>
              <a:pathLst>
                <a:path w="30735" h="30240" extrusionOk="0">
                  <a:moveTo>
                    <a:pt x="18334" y="1"/>
                  </a:moveTo>
                  <a:lnTo>
                    <a:pt x="17880" y="42"/>
                  </a:lnTo>
                  <a:lnTo>
                    <a:pt x="16933" y="165"/>
                  </a:lnTo>
                  <a:lnTo>
                    <a:pt x="16150" y="248"/>
                  </a:lnTo>
                  <a:lnTo>
                    <a:pt x="17674" y="1854"/>
                  </a:lnTo>
                  <a:lnTo>
                    <a:pt x="18375" y="2678"/>
                  </a:lnTo>
                  <a:lnTo>
                    <a:pt x="19034" y="3544"/>
                  </a:lnTo>
                  <a:lnTo>
                    <a:pt x="19611" y="4450"/>
                  </a:lnTo>
                  <a:lnTo>
                    <a:pt x="19899" y="4944"/>
                  </a:lnTo>
                  <a:lnTo>
                    <a:pt x="20105" y="5397"/>
                  </a:lnTo>
                  <a:lnTo>
                    <a:pt x="20311" y="5933"/>
                  </a:lnTo>
                  <a:lnTo>
                    <a:pt x="20517" y="6427"/>
                  </a:lnTo>
                  <a:lnTo>
                    <a:pt x="20682" y="6963"/>
                  </a:lnTo>
                  <a:lnTo>
                    <a:pt x="20764" y="7540"/>
                  </a:lnTo>
                  <a:lnTo>
                    <a:pt x="20888" y="8281"/>
                  </a:lnTo>
                  <a:lnTo>
                    <a:pt x="20929" y="9023"/>
                  </a:lnTo>
                  <a:lnTo>
                    <a:pt x="20888" y="9764"/>
                  </a:lnTo>
                  <a:lnTo>
                    <a:pt x="20806" y="10465"/>
                  </a:lnTo>
                  <a:lnTo>
                    <a:pt x="20682" y="11206"/>
                  </a:lnTo>
                  <a:lnTo>
                    <a:pt x="20517" y="11907"/>
                  </a:lnTo>
                  <a:lnTo>
                    <a:pt x="20270" y="12607"/>
                  </a:lnTo>
                  <a:lnTo>
                    <a:pt x="20023" y="13308"/>
                  </a:lnTo>
                  <a:lnTo>
                    <a:pt x="19734" y="14008"/>
                  </a:lnTo>
                  <a:lnTo>
                    <a:pt x="19364" y="14667"/>
                  </a:lnTo>
                  <a:lnTo>
                    <a:pt x="19034" y="15326"/>
                  </a:lnTo>
                  <a:lnTo>
                    <a:pt x="18622" y="15985"/>
                  </a:lnTo>
                  <a:lnTo>
                    <a:pt x="18210" y="16603"/>
                  </a:lnTo>
                  <a:lnTo>
                    <a:pt x="17757" y="17180"/>
                  </a:lnTo>
                  <a:lnTo>
                    <a:pt x="17304" y="17757"/>
                  </a:lnTo>
                  <a:lnTo>
                    <a:pt x="16851" y="18334"/>
                  </a:lnTo>
                  <a:lnTo>
                    <a:pt x="16027" y="19240"/>
                  </a:lnTo>
                  <a:lnTo>
                    <a:pt x="15161" y="20146"/>
                  </a:lnTo>
                  <a:lnTo>
                    <a:pt x="14255" y="21053"/>
                  </a:lnTo>
                  <a:lnTo>
                    <a:pt x="13307" y="21918"/>
                  </a:lnTo>
                  <a:lnTo>
                    <a:pt x="12360" y="22742"/>
                  </a:lnTo>
                  <a:lnTo>
                    <a:pt x="11371" y="23525"/>
                  </a:lnTo>
                  <a:lnTo>
                    <a:pt x="10341" y="24307"/>
                  </a:lnTo>
                  <a:lnTo>
                    <a:pt x="9270" y="25008"/>
                  </a:lnTo>
                  <a:lnTo>
                    <a:pt x="8199" y="25667"/>
                  </a:lnTo>
                  <a:lnTo>
                    <a:pt x="7087" y="26244"/>
                  </a:lnTo>
                  <a:lnTo>
                    <a:pt x="5933" y="26779"/>
                  </a:lnTo>
                  <a:lnTo>
                    <a:pt x="4779" y="27232"/>
                  </a:lnTo>
                  <a:lnTo>
                    <a:pt x="3626" y="27603"/>
                  </a:lnTo>
                  <a:lnTo>
                    <a:pt x="2431" y="27892"/>
                  </a:lnTo>
                  <a:lnTo>
                    <a:pt x="1236" y="28056"/>
                  </a:lnTo>
                  <a:lnTo>
                    <a:pt x="618" y="28139"/>
                  </a:lnTo>
                  <a:lnTo>
                    <a:pt x="0" y="28180"/>
                  </a:lnTo>
                  <a:lnTo>
                    <a:pt x="371" y="28510"/>
                  </a:lnTo>
                  <a:lnTo>
                    <a:pt x="742" y="28757"/>
                  </a:lnTo>
                  <a:lnTo>
                    <a:pt x="989" y="28880"/>
                  </a:lnTo>
                  <a:lnTo>
                    <a:pt x="1566" y="29128"/>
                  </a:lnTo>
                  <a:lnTo>
                    <a:pt x="2431" y="29416"/>
                  </a:lnTo>
                  <a:lnTo>
                    <a:pt x="3544" y="29746"/>
                  </a:lnTo>
                  <a:lnTo>
                    <a:pt x="3626" y="29746"/>
                  </a:lnTo>
                  <a:lnTo>
                    <a:pt x="4491" y="29952"/>
                  </a:lnTo>
                  <a:lnTo>
                    <a:pt x="5480" y="30075"/>
                  </a:lnTo>
                  <a:lnTo>
                    <a:pt x="6510" y="30199"/>
                  </a:lnTo>
                  <a:lnTo>
                    <a:pt x="7663" y="30240"/>
                  </a:lnTo>
                  <a:lnTo>
                    <a:pt x="8734" y="30199"/>
                  </a:lnTo>
                  <a:lnTo>
                    <a:pt x="9888" y="30075"/>
                  </a:lnTo>
                  <a:lnTo>
                    <a:pt x="11042" y="29910"/>
                  </a:lnTo>
                  <a:lnTo>
                    <a:pt x="12278" y="29622"/>
                  </a:lnTo>
                  <a:lnTo>
                    <a:pt x="13596" y="29251"/>
                  </a:lnTo>
                  <a:lnTo>
                    <a:pt x="14214" y="29004"/>
                  </a:lnTo>
                  <a:lnTo>
                    <a:pt x="14914" y="28757"/>
                  </a:lnTo>
                  <a:lnTo>
                    <a:pt x="15573" y="28468"/>
                  </a:lnTo>
                  <a:lnTo>
                    <a:pt x="16274" y="28139"/>
                  </a:lnTo>
                  <a:lnTo>
                    <a:pt x="16933" y="27768"/>
                  </a:lnTo>
                  <a:lnTo>
                    <a:pt x="17633" y="27397"/>
                  </a:lnTo>
                  <a:lnTo>
                    <a:pt x="18334" y="26944"/>
                  </a:lnTo>
                  <a:lnTo>
                    <a:pt x="19075" y="26491"/>
                  </a:lnTo>
                  <a:lnTo>
                    <a:pt x="19776" y="25996"/>
                  </a:lnTo>
                  <a:lnTo>
                    <a:pt x="20476" y="25420"/>
                  </a:lnTo>
                  <a:lnTo>
                    <a:pt x="21218" y="24843"/>
                  </a:lnTo>
                  <a:lnTo>
                    <a:pt x="21959" y="24225"/>
                  </a:lnTo>
                  <a:lnTo>
                    <a:pt x="22659" y="23566"/>
                  </a:lnTo>
                  <a:lnTo>
                    <a:pt x="23401" y="22824"/>
                  </a:lnTo>
                  <a:lnTo>
                    <a:pt x="24143" y="22083"/>
                  </a:lnTo>
                  <a:lnTo>
                    <a:pt x="24884" y="21259"/>
                  </a:lnTo>
                  <a:lnTo>
                    <a:pt x="25626" y="20394"/>
                  </a:lnTo>
                  <a:lnTo>
                    <a:pt x="26367" y="19487"/>
                  </a:lnTo>
                  <a:lnTo>
                    <a:pt x="27109" y="18540"/>
                  </a:lnTo>
                  <a:lnTo>
                    <a:pt x="27850" y="17510"/>
                  </a:lnTo>
                  <a:lnTo>
                    <a:pt x="28592" y="16439"/>
                  </a:lnTo>
                  <a:lnTo>
                    <a:pt x="29334" y="15326"/>
                  </a:lnTo>
                  <a:lnTo>
                    <a:pt x="29704" y="14708"/>
                  </a:lnTo>
                  <a:lnTo>
                    <a:pt x="29993" y="14090"/>
                  </a:lnTo>
                  <a:lnTo>
                    <a:pt x="30240" y="13472"/>
                  </a:lnTo>
                  <a:lnTo>
                    <a:pt x="30446" y="12896"/>
                  </a:lnTo>
                  <a:lnTo>
                    <a:pt x="30569" y="12319"/>
                  </a:lnTo>
                  <a:lnTo>
                    <a:pt x="30652" y="11742"/>
                  </a:lnTo>
                  <a:lnTo>
                    <a:pt x="30734" y="11165"/>
                  </a:lnTo>
                  <a:lnTo>
                    <a:pt x="30734" y="10630"/>
                  </a:lnTo>
                  <a:lnTo>
                    <a:pt x="30693" y="9806"/>
                  </a:lnTo>
                  <a:lnTo>
                    <a:pt x="30611" y="9064"/>
                  </a:lnTo>
                  <a:lnTo>
                    <a:pt x="30487" y="8364"/>
                  </a:lnTo>
                  <a:lnTo>
                    <a:pt x="30322" y="7705"/>
                  </a:lnTo>
                  <a:lnTo>
                    <a:pt x="29993" y="6592"/>
                  </a:lnTo>
                  <a:lnTo>
                    <a:pt x="29869" y="6139"/>
                  </a:lnTo>
                  <a:lnTo>
                    <a:pt x="29787" y="5768"/>
                  </a:lnTo>
                  <a:lnTo>
                    <a:pt x="29663" y="5356"/>
                  </a:lnTo>
                  <a:lnTo>
                    <a:pt x="29540" y="4944"/>
                  </a:lnTo>
                  <a:lnTo>
                    <a:pt x="29334" y="4574"/>
                  </a:lnTo>
                  <a:lnTo>
                    <a:pt x="29128" y="4203"/>
                  </a:lnTo>
                  <a:lnTo>
                    <a:pt x="28922" y="3956"/>
                  </a:lnTo>
                  <a:lnTo>
                    <a:pt x="28716" y="3667"/>
                  </a:lnTo>
                  <a:lnTo>
                    <a:pt x="28468" y="3461"/>
                  </a:lnTo>
                  <a:lnTo>
                    <a:pt x="28221" y="3255"/>
                  </a:lnTo>
                  <a:lnTo>
                    <a:pt x="27933" y="3049"/>
                  </a:lnTo>
                  <a:lnTo>
                    <a:pt x="27644" y="2884"/>
                  </a:lnTo>
                  <a:lnTo>
                    <a:pt x="27315" y="2720"/>
                  </a:lnTo>
                  <a:lnTo>
                    <a:pt x="27026" y="2596"/>
                  </a:lnTo>
                  <a:lnTo>
                    <a:pt x="26491" y="2472"/>
                  </a:lnTo>
                  <a:lnTo>
                    <a:pt x="25914" y="2349"/>
                  </a:lnTo>
                  <a:lnTo>
                    <a:pt x="24802" y="2266"/>
                  </a:lnTo>
                  <a:lnTo>
                    <a:pt x="24225" y="2184"/>
                  </a:lnTo>
                  <a:lnTo>
                    <a:pt x="23689" y="2102"/>
                  </a:lnTo>
                  <a:lnTo>
                    <a:pt x="23154" y="1978"/>
                  </a:lnTo>
                  <a:lnTo>
                    <a:pt x="22618" y="1772"/>
                  </a:lnTo>
                  <a:lnTo>
                    <a:pt x="22536" y="1690"/>
                  </a:lnTo>
                  <a:lnTo>
                    <a:pt x="22247" y="1525"/>
                  </a:lnTo>
                  <a:lnTo>
                    <a:pt x="22000" y="1360"/>
                  </a:lnTo>
                  <a:lnTo>
                    <a:pt x="21382" y="866"/>
                  </a:lnTo>
                  <a:lnTo>
                    <a:pt x="21053" y="619"/>
                  </a:lnTo>
                  <a:lnTo>
                    <a:pt x="20723" y="413"/>
                  </a:lnTo>
                  <a:lnTo>
                    <a:pt x="20270" y="207"/>
                  </a:lnTo>
                  <a:lnTo>
                    <a:pt x="19776" y="83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5283850" y="2366200"/>
              <a:ext cx="768375" cy="756000"/>
            </a:xfrm>
            <a:custGeom>
              <a:avLst/>
              <a:gdLst/>
              <a:ahLst/>
              <a:cxnLst/>
              <a:rect l="l" t="t" r="r" b="b"/>
              <a:pathLst>
                <a:path w="30735" h="30240" fill="none" extrusionOk="0">
                  <a:moveTo>
                    <a:pt x="18787" y="1"/>
                  </a:moveTo>
                  <a:lnTo>
                    <a:pt x="18787" y="1"/>
                  </a:lnTo>
                  <a:lnTo>
                    <a:pt x="18334" y="1"/>
                  </a:lnTo>
                  <a:lnTo>
                    <a:pt x="17880" y="42"/>
                  </a:lnTo>
                  <a:lnTo>
                    <a:pt x="16933" y="165"/>
                  </a:lnTo>
                  <a:lnTo>
                    <a:pt x="16933" y="165"/>
                  </a:lnTo>
                  <a:lnTo>
                    <a:pt x="16150" y="248"/>
                  </a:lnTo>
                  <a:lnTo>
                    <a:pt x="16150" y="248"/>
                  </a:lnTo>
                  <a:lnTo>
                    <a:pt x="17674" y="1854"/>
                  </a:lnTo>
                  <a:lnTo>
                    <a:pt x="18375" y="2678"/>
                  </a:lnTo>
                  <a:lnTo>
                    <a:pt x="19034" y="3544"/>
                  </a:lnTo>
                  <a:lnTo>
                    <a:pt x="19611" y="4450"/>
                  </a:lnTo>
                  <a:lnTo>
                    <a:pt x="19899" y="4944"/>
                  </a:lnTo>
                  <a:lnTo>
                    <a:pt x="20105" y="5397"/>
                  </a:lnTo>
                  <a:lnTo>
                    <a:pt x="20311" y="5933"/>
                  </a:lnTo>
                  <a:lnTo>
                    <a:pt x="20517" y="6427"/>
                  </a:lnTo>
                  <a:lnTo>
                    <a:pt x="20682" y="6963"/>
                  </a:lnTo>
                  <a:lnTo>
                    <a:pt x="20764" y="7540"/>
                  </a:lnTo>
                  <a:lnTo>
                    <a:pt x="20764" y="7540"/>
                  </a:lnTo>
                  <a:lnTo>
                    <a:pt x="20888" y="8281"/>
                  </a:lnTo>
                  <a:lnTo>
                    <a:pt x="20929" y="9023"/>
                  </a:lnTo>
                  <a:lnTo>
                    <a:pt x="20888" y="9764"/>
                  </a:lnTo>
                  <a:lnTo>
                    <a:pt x="20806" y="10465"/>
                  </a:lnTo>
                  <a:lnTo>
                    <a:pt x="20682" y="11206"/>
                  </a:lnTo>
                  <a:lnTo>
                    <a:pt x="20517" y="11907"/>
                  </a:lnTo>
                  <a:lnTo>
                    <a:pt x="20270" y="12607"/>
                  </a:lnTo>
                  <a:lnTo>
                    <a:pt x="20023" y="13308"/>
                  </a:lnTo>
                  <a:lnTo>
                    <a:pt x="19734" y="14008"/>
                  </a:lnTo>
                  <a:lnTo>
                    <a:pt x="19364" y="14667"/>
                  </a:lnTo>
                  <a:lnTo>
                    <a:pt x="19034" y="15326"/>
                  </a:lnTo>
                  <a:lnTo>
                    <a:pt x="18622" y="15985"/>
                  </a:lnTo>
                  <a:lnTo>
                    <a:pt x="18210" y="16603"/>
                  </a:lnTo>
                  <a:lnTo>
                    <a:pt x="17757" y="17180"/>
                  </a:lnTo>
                  <a:lnTo>
                    <a:pt x="17304" y="17757"/>
                  </a:lnTo>
                  <a:lnTo>
                    <a:pt x="16851" y="18334"/>
                  </a:lnTo>
                  <a:lnTo>
                    <a:pt x="16851" y="18334"/>
                  </a:lnTo>
                  <a:lnTo>
                    <a:pt x="16027" y="19240"/>
                  </a:lnTo>
                  <a:lnTo>
                    <a:pt x="15161" y="20146"/>
                  </a:lnTo>
                  <a:lnTo>
                    <a:pt x="14255" y="21053"/>
                  </a:lnTo>
                  <a:lnTo>
                    <a:pt x="13307" y="21918"/>
                  </a:lnTo>
                  <a:lnTo>
                    <a:pt x="12360" y="22742"/>
                  </a:lnTo>
                  <a:lnTo>
                    <a:pt x="11371" y="23525"/>
                  </a:lnTo>
                  <a:lnTo>
                    <a:pt x="10341" y="24307"/>
                  </a:lnTo>
                  <a:lnTo>
                    <a:pt x="9270" y="25008"/>
                  </a:lnTo>
                  <a:lnTo>
                    <a:pt x="8199" y="25667"/>
                  </a:lnTo>
                  <a:lnTo>
                    <a:pt x="7087" y="26244"/>
                  </a:lnTo>
                  <a:lnTo>
                    <a:pt x="5933" y="26779"/>
                  </a:lnTo>
                  <a:lnTo>
                    <a:pt x="4779" y="27232"/>
                  </a:lnTo>
                  <a:lnTo>
                    <a:pt x="3626" y="27603"/>
                  </a:lnTo>
                  <a:lnTo>
                    <a:pt x="2431" y="27892"/>
                  </a:lnTo>
                  <a:lnTo>
                    <a:pt x="1236" y="28056"/>
                  </a:lnTo>
                  <a:lnTo>
                    <a:pt x="618" y="28139"/>
                  </a:lnTo>
                  <a:lnTo>
                    <a:pt x="0" y="28180"/>
                  </a:lnTo>
                  <a:lnTo>
                    <a:pt x="0" y="28180"/>
                  </a:lnTo>
                  <a:lnTo>
                    <a:pt x="371" y="28510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989" y="28880"/>
                  </a:lnTo>
                  <a:lnTo>
                    <a:pt x="1566" y="29128"/>
                  </a:lnTo>
                  <a:lnTo>
                    <a:pt x="2431" y="29416"/>
                  </a:lnTo>
                  <a:lnTo>
                    <a:pt x="3544" y="29746"/>
                  </a:lnTo>
                  <a:lnTo>
                    <a:pt x="3544" y="29746"/>
                  </a:lnTo>
                  <a:lnTo>
                    <a:pt x="3585" y="29746"/>
                  </a:lnTo>
                  <a:lnTo>
                    <a:pt x="3585" y="29746"/>
                  </a:lnTo>
                  <a:lnTo>
                    <a:pt x="3626" y="29746"/>
                  </a:lnTo>
                  <a:lnTo>
                    <a:pt x="3626" y="29746"/>
                  </a:lnTo>
                  <a:lnTo>
                    <a:pt x="4491" y="29952"/>
                  </a:lnTo>
                  <a:lnTo>
                    <a:pt x="5480" y="30075"/>
                  </a:lnTo>
                  <a:lnTo>
                    <a:pt x="6510" y="30199"/>
                  </a:lnTo>
                  <a:lnTo>
                    <a:pt x="7663" y="30240"/>
                  </a:lnTo>
                  <a:lnTo>
                    <a:pt x="7663" y="30240"/>
                  </a:lnTo>
                  <a:lnTo>
                    <a:pt x="8734" y="30199"/>
                  </a:lnTo>
                  <a:lnTo>
                    <a:pt x="9888" y="30075"/>
                  </a:lnTo>
                  <a:lnTo>
                    <a:pt x="11042" y="29910"/>
                  </a:lnTo>
                  <a:lnTo>
                    <a:pt x="12278" y="29622"/>
                  </a:lnTo>
                  <a:lnTo>
                    <a:pt x="13596" y="29251"/>
                  </a:lnTo>
                  <a:lnTo>
                    <a:pt x="14214" y="29004"/>
                  </a:lnTo>
                  <a:lnTo>
                    <a:pt x="14914" y="28757"/>
                  </a:lnTo>
                  <a:lnTo>
                    <a:pt x="15573" y="28468"/>
                  </a:lnTo>
                  <a:lnTo>
                    <a:pt x="16274" y="28139"/>
                  </a:lnTo>
                  <a:lnTo>
                    <a:pt x="16933" y="27768"/>
                  </a:lnTo>
                  <a:lnTo>
                    <a:pt x="17633" y="27397"/>
                  </a:lnTo>
                  <a:lnTo>
                    <a:pt x="18334" y="26944"/>
                  </a:lnTo>
                  <a:lnTo>
                    <a:pt x="19075" y="26491"/>
                  </a:lnTo>
                  <a:lnTo>
                    <a:pt x="19776" y="25996"/>
                  </a:lnTo>
                  <a:lnTo>
                    <a:pt x="20476" y="25420"/>
                  </a:lnTo>
                  <a:lnTo>
                    <a:pt x="21218" y="24843"/>
                  </a:lnTo>
                  <a:lnTo>
                    <a:pt x="21959" y="24225"/>
                  </a:lnTo>
                  <a:lnTo>
                    <a:pt x="22659" y="23566"/>
                  </a:lnTo>
                  <a:lnTo>
                    <a:pt x="23401" y="22824"/>
                  </a:lnTo>
                  <a:lnTo>
                    <a:pt x="24143" y="22083"/>
                  </a:lnTo>
                  <a:lnTo>
                    <a:pt x="24884" y="21259"/>
                  </a:lnTo>
                  <a:lnTo>
                    <a:pt x="25626" y="20394"/>
                  </a:lnTo>
                  <a:lnTo>
                    <a:pt x="26367" y="19487"/>
                  </a:lnTo>
                  <a:lnTo>
                    <a:pt x="27109" y="18540"/>
                  </a:lnTo>
                  <a:lnTo>
                    <a:pt x="27850" y="17510"/>
                  </a:lnTo>
                  <a:lnTo>
                    <a:pt x="28592" y="16439"/>
                  </a:lnTo>
                  <a:lnTo>
                    <a:pt x="29334" y="15326"/>
                  </a:lnTo>
                  <a:lnTo>
                    <a:pt x="29334" y="15326"/>
                  </a:lnTo>
                  <a:lnTo>
                    <a:pt x="29704" y="14708"/>
                  </a:lnTo>
                  <a:lnTo>
                    <a:pt x="29993" y="14090"/>
                  </a:lnTo>
                  <a:lnTo>
                    <a:pt x="30240" y="13472"/>
                  </a:lnTo>
                  <a:lnTo>
                    <a:pt x="30446" y="12896"/>
                  </a:lnTo>
                  <a:lnTo>
                    <a:pt x="30569" y="12319"/>
                  </a:lnTo>
                  <a:lnTo>
                    <a:pt x="30652" y="11742"/>
                  </a:lnTo>
                  <a:lnTo>
                    <a:pt x="30734" y="11165"/>
                  </a:lnTo>
                  <a:lnTo>
                    <a:pt x="30734" y="10630"/>
                  </a:lnTo>
                  <a:lnTo>
                    <a:pt x="30734" y="10630"/>
                  </a:lnTo>
                  <a:lnTo>
                    <a:pt x="30693" y="9806"/>
                  </a:lnTo>
                  <a:lnTo>
                    <a:pt x="30611" y="9064"/>
                  </a:lnTo>
                  <a:lnTo>
                    <a:pt x="30487" y="8364"/>
                  </a:lnTo>
                  <a:lnTo>
                    <a:pt x="30322" y="7705"/>
                  </a:lnTo>
                  <a:lnTo>
                    <a:pt x="29993" y="6592"/>
                  </a:lnTo>
                  <a:lnTo>
                    <a:pt x="29869" y="6139"/>
                  </a:lnTo>
                  <a:lnTo>
                    <a:pt x="29787" y="5768"/>
                  </a:lnTo>
                  <a:lnTo>
                    <a:pt x="29787" y="5768"/>
                  </a:lnTo>
                  <a:lnTo>
                    <a:pt x="29663" y="5356"/>
                  </a:lnTo>
                  <a:lnTo>
                    <a:pt x="29540" y="4944"/>
                  </a:lnTo>
                  <a:lnTo>
                    <a:pt x="29334" y="4574"/>
                  </a:lnTo>
                  <a:lnTo>
                    <a:pt x="29128" y="4203"/>
                  </a:lnTo>
                  <a:lnTo>
                    <a:pt x="29128" y="4203"/>
                  </a:lnTo>
                  <a:lnTo>
                    <a:pt x="28922" y="3956"/>
                  </a:lnTo>
                  <a:lnTo>
                    <a:pt x="28716" y="3667"/>
                  </a:lnTo>
                  <a:lnTo>
                    <a:pt x="28468" y="3461"/>
                  </a:lnTo>
                  <a:lnTo>
                    <a:pt x="28221" y="3255"/>
                  </a:lnTo>
                  <a:lnTo>
                    <a:pt x="27933" y="3049"/>
                  </a:lnTo>
                  <a:lnTo>
                    <a:pt x="27644" y="2884"/>
                  </a:lnTo>
                  <a:lnTo>
                    <a:pt x="27315" y="2720"/>
                  </a:lnTo>
                  <a:lnTo>
                    <a:pt x="27026" y="2596"/>
                  </a:lnTo>
                  <a:lnTo>
                    <a:pt x="27026" y="2596"/>
                  </a:lnTo>
                  <a:lnTo>
                    <a:pt x="27026" y="2596"/>
                  </a:lnTo>
                  <a:lnTo>
                    <a:pt x="26491" y="2472"/>
                  </a:lnTo>
                  <a:lnTo>
                    <a:pt x="25914" y="2349"/>
                  </a:lnTo>
                  <a:lnTo>
                    <a:pt x="24802" y="2266"/>
                  </a:lnTo>
                  <a:lnTo>
                    <a:pt x="24225" y="2184"/>
                  </a:lnTo>
                  <a:lnTo>
                    <a:pt x="23689" y="2102"/>
                  </a:lnTo>
                  <a:lnTo>
                    <a:pt x="23154" y="1978"/>
                  </a:lnTo>
                  <a:lnTo>
                    <a:pt x="22618" y="1772"/>
                  </a:lnTo>
                  <a:lnTo>
                    <a:pt x="22618" y="1772"/>
                  </a:lnTo>
                  <a:lnTo>
                    <a:pt x="22536" y="1690"/>
                  </a:lnTo>
                  <a:lnTo>
                    <a:pt x="22536" y="1690"/>
                  </a:lnTo>
                  <a:lnTo>
                    <a:pt x="22247" y="1525"/>
                  </a:lnTo>
                  <a:lnTo>
                    <a:pt x="22000" y="1360"/>
                  </a:lnTo>
                  <a:lnTo>
                    <a:pt x="22000" y="1360"/>
                  </a:lnTo>
                  <a:lnTo>
                    <a:pt x="21382" y="866"/>
                  </a:lnTo>
                  <a:lnTo>
                    <a:pt x="21053" y="619"/>
                  </a:lnTo>
                  <a:lnTo>
                    <a:pt x="20723" y="413"/>
                  </a:lnTo>
                  <a:lnTo>
                    <a:pt x="20723" y="413"/>
                  </a:lnTo>
                  <a:lnTo>
                    <a:pt x="20270" y="207"/>
                  </a:lnTo>
                  <a:lnTo>
                    <a:pt x="19776" y="83"/>
                  </a:lnTo>
                  <a:lnTo>
                    <a:pt x="19281" y="1"/>
                  </a:lnTo>
                  <a:lnTo>
                    <a:pt x="1878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9" name="Google Shape;1519;p39"/>
          <p:cNvGrpSpPr/>
          <p:nvPr/>
        </p:nvGrpSpPr>
        <p:grpSpPr>
          <a:xfrm rot="1397347">
            <a:off x="6455285" y="1649932"/>
            <a:ext cx="1123243" cy="1143204"/>
            <a:chOff x="5236475" y="1005625"/>
            <a:chExt cx="2145400" cy="2183525"/>
          </a:xfrm>
        </p:grpSpPr>
        <p:sp>
          <p:nvSpPr>
            <p:cNvPr id="1520" name="Google Shape;1520;p39"/>
            <p:cNvSpPr/>
            <p:nvPr/>
          </p:nvSpPr>
          <p:spPr>
            <a:xfrm>
              <a:off x="5267375" y="2399150"/>
              <a:ext cx="819850" cy="790000"/>
            </a:xfrm>
            <a:custGeom>
              <a:avLst/>
              <a:gdLst/>
              <a:ahLst/>
              <a:cxnLst/>
              <a:rect l="l" t="t" r="r" b="b"/>
              <a:pathLst>
                <a:path w="32794" h="31600" extrusionOk="0">
                  <a:moveTo>
                    <a:pt x="22948" y="1"/>
                  </a:moveTo>
                  <a:lnTo>
                    <a:pt x="22247" y="83"/>
                  </a:lnTo>
                  <a:lnTo>
                    <a:pt x="21506" y="166"/>
                  </a:lnTo>
                  <a:lnTo>
                    <a:pt x="20723" y="289"/>
                  </a:lnTo>
                  <a:lnTo>
                    <a:pt x="19981" y="454"/>
                  </a:lnTo>
                  <a:lnTo>
                    <a:pt x="19199" y="660"/>
                  </a:lnTo>
                  <a:lnTo>
                    <a:pt x="18416" y="907"/>
                  </a:lnTo>
                  <a:lnTo>
                    <a:pt x="17633" y="1154"/>
                  </a:lnTo>
                  <a:lnTo>
                    <a:pt x="16850" y="1484"/>
                  </a:lnTo>
                  <a:lnTo>
                    <a:pt x="16068" y="1814"/>
                  </a:lnTo>
                  <a:lnTo>
                    <a:pt x="15285" y="2184"/>
                  </a:lnTo>
                  <a:lnTo>
                    <a:pt x="14461" y="2596"/>
                  </a:lnTo>
                  <a:lnTo>
                    <a:pt x="13678" y="3008"/>
                  </a:lnTo>
                  <a:lnTo>
                    <a:pt x="12895" y="3503"/>
                  </a:lnTo>
                  <a:lnTo>
                    <a:pt x="12113" y="3997"/>
                  </a:lnTo>
                  <a:lnTo>
                    <a:pt x="11330" y="4533"/>
                  </a:lnTo>
                  <a:lnTo>
                    <a:pt x="10547" y="5109"/>
                  </a:lnTo>
                  <a:lnTo>
                    <a:pt x="9805" y="5727"/>
                  </a:lnTo>
                  <a:lnTo>
                    <a:pt x="9023" y="6345"/>
                  </a:lnTo>
                  <a:lnTo>
                    <a:pt x="8281" y="7005"/>
                  </a:lnTo>
                  <a:lnTo>
                    <a:pt x="7581" y="7705"/>
                  </a:lnTo>
                  <a:lnTo>
                    <a:pt x="6880" y="8405"/>
                  </a:lnTo>
                  <a:lnTo>
                    <a:pt x="6221" y="9106"/>
                  </a:lnTo>
                  <a:lnTo>
                    <a:pt x="5603" y="9847"/>
                  </a:lnTo>
                  <a:lnTo>
                    <a:pt x="4985" y="10589"/>
                  </a:lnTo>
                  <a:lnTo>
                    <a:pt x="4409" y="11330"/>
                  </a:lnTo>
                  <a:lnTo>
                    <a:pt x="3873" y="12072"/>
                  </a:lnTo>
                  <a:lnTo>
                    <a:pt x="3379" y="12813"/>
                  </a:lnTo>
                  <a:lnTo>
                    <a:pt x="2925" y="13596"/>
                  </a:lnTo>
                  <a:lnTo>
                    <a:pt x="2472" y="14338"/>
                  </a:lnTo>
                  <a:lnTo>
                    <a:pt x="2060" y="15121"/>
                  </a:lnTo>
                  <a:lnTo>
                    <a:pt x="1731" y="15862"/>
                  </a:lnTo>
                  <a:lnTo>
                    <a:pt x="1360" y="16645"/>
                  </a:lnTo>
                  <a:lnTo>
                    <a:pt x="1071" y="17386"/>
                  </a:lnTo>
                  <a:lnTo>
                    <a:pt x="824" y="18128"/>
                  </a:lnTo>
                  <a:lnTo>
                    <a:pt x="577" y="18870"/>
                  </a:lnTo>
                  <a:lnTo>
                    <a:pt x="412" y="19611"/>
                  </a:lnTo>
                  <a:lnTo>
                    <a:pt x="248" y="20353"/>
                  </a:lnTo>
                  <a:lnTo>
                    <a:pt x="124" y="21094"/>
                  </a:lnTo>
                  <a:lnTo>
                    <a:pt x="42" y="21795"/>
                  </a:lnTo>
                  <a:lnTo>
                    <a:pt x="0" y="22495"/>
                  </a:lnTo>
                  <a:lnTo>
                    <a:pt x="0" y="23154"/>
                  </a:lnTo>
                  <a:lnTo>
                    <a:pt x="42" y="23855"/>
                  </a:lnTo>
                  <a:lnTo>
                    <a:pt x="124" y="24473"/>
                  </a:lnTo>
                  <a:lnTo>
                    <a:pt x="206" y="25132"/>
                  </a:lnTo>
                  <a:lnTo>
                    <a:pt x="371" y="25750"/>
                  </a:lnTo>
                  <a:lnTo>
                    <a:pt x="577" y="26326"/>
                  </a:lnTo>
                  <a:lnTo>
                    <a:pt x="824" y="26903"/>
                  </a:lnTo>
                  <a:lnTo>
                    <a:pt x="1071" y="27439"/>
                  </a:lnTo>
                  <a:lnTo>
                    <a:pt x="1401" y="27974"/>
                  </a:lnTo>
                  <a:lnTo>
                    <a:pt x="1731" y="28469"/>
                  </a:lnTo>
                  <a:lnTo>
                    <a:pt x="2143" y="28922"/>
                  </a:lnTo>
                  <a:lnTo>
                    <a:pt x="2596" y="29375"/>
                  </a:lnTo>
                  <a:lnTo>
                    <a:pt x="3049" y="29787"/>
                  </a:lnTo>
                  <a:lnTo>
                    <a:pt x="3543" y="30117"/>
                  </a:lnTo>
                  <a:lnTo>
                    <a:pt x="4079" y="30446"/>
                  </a:lnTo>
                  <a:lnTo>
                    <a:pt x="4615" y="30735"/>
                  </a:lnTo>
                  <a:lnTo>
                    <a:pt x="5191" y="30941"/>
                  </a:lnTo>
                  <a:lnTo>
                    <a:pt x="5809" y="31147"/>
                  </a:lnTo>
                  <a:lnTo>
                    <a:pt x="6427" y="31311"/>
                  </a:lnTo>
                  <a:lnTo>
                    <a:pt x="7045" y="31435"/>
                  </a:lnTo>
                  <a:lnTo>
                    <a:pt x="7746" y="31559"/>
                  </a:lnTo>
                  <a:lnTo>
                    <a:pt x="8405" y="31600"/>
                  </a:lnTo>
                  <a:lnTo>
                    <a:pt x="9805" y="31600"/>
                  </a:lnTo>
                  <a:lnTo>
                    <a:pt x="10547" y="31517"/>
                  </a:lnTo>
                  <a:lnTo>
                    <a:pt x="11289" y="31435"/>
                  </a:lnTo>
                  <a:lnTo>
                    <a:pt x="12030" y="31311"/>
                  </a:lnTo>
                  <a:lnTo>
                    <a:pt x="12813" y="31147"/>
                  </a:lnTo>
                  <a:lnTo>
                    <a:pt x="13596" y="30941"/>
                  </a:lnTo>
                  <a:lnTo>
                    <a:pt x="14378" y="30693"/>
                  </a:lnTo>
                  <a:lnTo>
                    <a:pt x="15161" y="30405"/>
                  </a:lnTo>
                  <a:lnTo>
                    <a:pt x="15944" y="30117"/>
                  </a:lnTo>
                  <a:lnTo>
                    <a:pt x="16727" y="29787"/>
                  </a:lnTo>
                  <a:lnTo>
                    <a:pt x="17510" y="29416"/>
                  </a:lnTo>
                  <a:lnTo>
                    <a:pt x="18333" y="29004"/>
                  </a:lnTo>
                  <a:lnTo>
                    <a:pt x="19116" y="28551"/>
                  </a:lnTo>
                  <a:lnTo>
                    <a:pt x="19899" y="28098"/>
                  </a:lnTo>
                  <a:lnTo>
                    <a:pt x="20682" y="27562"/>
                  </a:lnTo>
                  <a:lnTo>
                    <a:pt x="21465" y="27027"/>
                  </a:lnTo>
                  <a:lnTo>
                    <a:pt x="22247" y="26491"/>
                  </a:lnTo>
                  <a:lnTo>
                    <a:pt x="22989" y="25873"/>
                  </a:lnTo>
                  <a:lnTo>
                    <a:pt x="23772" y="25255"/>
                  </a:lnTo>
                  <a:lnTo>
                    <a:pt x="24513" y="24555"/>
                  </a:lnTo>
                  <a:lnTo>
                    <a:pt x="25214" y="23896"/>
                  </a:lnTo>
                  <a:lnTo>
                    <a:pt x="25914" y="23195"/>
                  </a:lnTo>
                  <a:lnTo>
                    <a:pt x="26573" y="22454"/>
                  </a:lnTo>
                  <a:lnTo>
                    <a:pt x="27191" y="21753"/>
                  </a:lnTo>
                  <a:lnTo>
                    <a:pt x="27809" y="21012"/>
                  </a:lnTo>
                  <a:lnTo>
                    <a:pt x="28386" y="20270"/>
                  </a:lnTo>
                  <a:lnTo>
                    <a:pt x="28921" y="19529"/>
                  </a:lnTo>
                  <a:lnTo>
                    <a:pt x="29416" y="18746"/>
                  </a:lnTo>
                  <a:lnTo>
                    <a:pt x="29869" y="18004"/>
                  </a:lnTo>
                  <a:lnTo>
                    <a:pt x="30322" y="17263"/>
                  </a:lnTo>
                  <a:lnTo>
                    <a:pt x="30693" y="16480"/>
                  </a:lnTo>
                  <a:lnTo>
                    <a:pt x="31064" y="15739"/>
                  </a:lnTo>
                  <a:lnTo>
                    <a:pt x="31393" y="14956"/>
                  </a:lnTo>
                  <a:lnTo>
                    <a:pt x="31723" y="14214"/>
                  </a:lnTo>
                  <a:lnTo>
                    <a:pt x="31970" y="13431"/>
                  </a:lnTo>
                  <a:lnTo>
                    <a:pt x="32176" y="12690"/>
                  </a:lnTo>
                  <a:lnTo>
                    <a:pt x="32382" y="11948"/>
                  </a:lnTo>
                  <a:lnTo>
                    <a:pt x="32547" y="11248"/>
                  </a:lnTo>
                  <a:lnTo>
                    <a:pt x="32670" y="10506"/>
                  </a:lnTo>
                  <a:lnTo>
                    <a:pt x="32753" y="9806"/>
                  </a:lnTo>
                  <a:lnTo>
                    <a:pt x="32794" y="9106"/>
                  </a:lnTo>
                  <a:lnTo>
                    <a:pt x="32794" y="8405"/>
                  </a:lnTo>
                  <a:lnTo>
                    <a:pt x="32753" y="7746"/>
                  </a:lnTo>
                  <a:lnTo>
                    <a:pt x="32670" y="7087"/>
                  </a:lnTo>
                  <a:lnTo>
                    <a:pt x="32547" y="6469"/>
                  </a:lnTo>
                  <a:lnTo>
                    <a:pt x="32423" y="5851"/>
                  </a:lnTo>
                  <a:lnTo>
                    <a:pt x="32217" y="5233"/>
                  </a:lnTo>
                  <a:lnTo>
                    <a:pt x="31970" y="4697"/>
                  </a:lnTo>
                  <a:lnTo>
                    <a:pt x="31723" y="4121"/>
                  </a:lnTo>
                  <a:lnTo>
                    <a:pt x="31393" y="3626"/>
                  </a:lnTo>
                  <a:lnTo>
                    <a:pt x="31022" y="3132"/>
                  </a:lnTo>
                  <a:lnTo>
                    <a:pt x="30652" y="2638"/>
                  </a:lnTo>
                  <a:lnTo>
                    <a:pt x="30199" y="2226"/>
                  </a:lnTo>
                  <a:lnTo>
                    <a:pt x="29745" y="1814"/>
                  </a:lnTo>
                  <a:lnTo>
                    <a:pt x="29251" y="1443"/>
                  </a:lnTo>
                  <a:lnTo>
                    <a:pt x="28715" y="1154"/>
                  </a:lnTo>
                  <a:lnTo>
                    <a:pt x="28180" y="866"/>
                  </a:lnTo>
                  <a:lnTo>
                    <a:pt x="27603" y="619"/>
                  </a:lnTo>
                  <a:lnTo>
                    <a:pt x="26985" y="413"/>
                  </a:lnTo>
                  <a:lnTo>
                    <a:pt x="26367" y="248"/>
                  </a:lnTo>
                  <a:lnTo>
                    <a:pt x="25708" y="124"/>
                  </a:lnTo>
                  <a:lnTo>
                    <a:pt x="25049" y="42"/>
                  </a:lnTo>
                  <a:lnTo>
                    <a:pt x="24390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5267375" y="2399150"/>
              <a:ext cx="819850" cy="790000"/>
            </a:xfrm>
            <a:custGeom>
              <a:avLst/>
              <a:gdLst/>
              <a:ahLst/>
              <a:cxnLst/>
              <a:rect l="l" t="t" r="r" b="b"/>
              <a:pathLst>
                <a:path w="32794" h="31600" fill="none" extrusionOk="0">
                  <a:moveTo>
                    <a:pt x="30652" y="2638"/>
                  </a:moveTo>
                  <a:lnTo>
                    <a:pt x="30652" y="2638"/>
                  </a:lnTo>
                  <a:lnTo>
                    <a:pt x="31022" y="3132"/>
                  </a:lnTo>
                  <a:lnTo>
                    <a:pt x="31393" y="3626"/>
                  </a:lnTo>
                  <a:lnTo>
                    <a:pt x="31723" y="4121"/>
                  </a:lnTo>
                  <a:lnTo>
                    <a:pt x="31970" y="4697"/>
                  </a:lnTo>
                  <a:lnTo>
                    <a:pt x="32217" y="5233"/>
                  </a:lnTo>
                  <a:lnTo>
                    <a:pt x="32423" y="5851"/>
                  </a:lnTo>
                  <a:lnTo>
                    <a:pt x="32547" y="6469"/>
                  </a:lnTo>
                  <a:lnTo>
                    <a:pt x="32670" y="7087"/>
                  </a:lnTo>
                  <a:lnTo>
                    <a:pt x="32753" y="7746"/>
                  </a:lnTo>
                  <a:lnTo>
                    <a:pt x="32794" y="8405"/>
                  </a:lnTo>
                  <a:lnTo>
                    <a:pt x="32794" y="9106"/>
                  </a:lnTo>
                  <a:lnTo>
                    <a:pt x="32753" y="9806"/>
                  </a:lnTo>
                  <a:lnTo>
                    <a:pt x="32670" y="10506"/>
                  </a:lnTo>
                  <a:lnTo>
                    <a:pt x="32547" y="11248"/>
                  </a:lnTo>
                  <a:lnTo>
                    <a:pt x="32382" y="11948"/>
                  </a:lnTo>
                  <a:lnTo>
                    <a:pt x="32176" y="12690"/>
                  </a:lnTo>
                  <a:lnTo>
                    <a:pt x="31970" y="13431"/>
                  </a:lnTo>
                  <a:lnTo>
                    <a:pt x="31723" y="14214"/>
                  </a:lnTo>
                  <a:lnTo>
                    <a:pt x="31393" y="14956"/>
                  </a:lnTo>
                  <a:lnTo>
                    <a:pt x="31064" y="15739"/>
                  </a:lnTo>
                  <a:lnTo>
                    <a:pt x="30693" y="16480"/>
                  </a:lnTo>
                  <a:lnTo>
                    <a:pt x="30322" y="17263"/>
                  </a:lnTo>
                  <a:lnTo>
                    <a:pt x="29869" y="18004"/>
                  </a:lnTo>
                  <a:lnTo>
                    <a:pt x="29416" y="18746"/>
                  </a:lnTo>
                  <a:lnTo>
                    <a:pt x="28921" y="19529"/>
                  </a:lnTo>
                  <a:lnTo>
                    <a:pt x="28386" y="20270"/>
                  </a:lnTo>
                  <a:lnTo>
                    <a:pt x="27809" y="21012"/>
                  </a:lnTo>
                  <a:lnTo>
                    <a:pt x="27191" y="21753"/>
                  </a:lnTo>
                  <a:lnTo>
                    <a:pt x="26573" y="22454"/>
                  </a:lnTo>
                  <a:lnTo>
                    <a:pt x="25914" y="23195"/>
                  </a:lnTo>
                  <a:lnTo>
                    <a:pt x="25214" y="23896"/>
                  </a:lnTo>
                  <a:lnTo>
                    <a:pt x="24513" y="24555"/>
                  </a:lnTo>
                  <a:lnTo>
                    <a:pt x="24513" y="24555"/>
                  </a:lnTo>
                  <a:lnTo>
                    <a:pt x="23772" y="25255"/>
                  </a:lnTo>
                  <a:lnTo>
                    <a:pt x="22989" y="25873"/>
                  </a:lnTo>
                  <a:lnTo>
                    <a:pt x="22247" y="26491"/>
                  </a:lnTo>
                  <a:lnTo>
                    <a:pt x="21465" y="27027"/>
                  </a:lnTo>
                  <a:lnTo>
                    <a:pt x="20682" y="27562"/>
                  </a:lnTo>
                  <a:lnTo>
                    <a:pt x="19899" y="28098"/>
                  </a:lnTo>
                  <a:lnTo>
                    <a:pt x="19116" y="28551"/>
                  </a:lnTo>
                  <a:lnTo>
                    <a:pt x="18333" y="29004"/>
                  </a:lnTo>
                  <a:lnTo>
                    <a:pt x="17510" y="29416"/>
                  </a:lnTo>
                  <a:lnTo>
                    <a:pt x="16727" y="29787"/>
                  </a:lnTo>
                  <a:lnTo>
                    <a:pt x="15944" y="30117"/>
                  </a:lnTo>
                  <a:lnTo>
                    <a:pt x="15161" y="30405"/>
                  </a:lnTo>
                  <a:lnTo>
                    <a:pt x="14378" y="30693"/>
                  </a:lnTo>
                  <a:lnTo>
                    <a:pt x="13596" y="30941"/>
                  </a:lnTo>
                  <a:lnTo>
                    <a:pt x="12813" y="31147"/>
                  </a:lnTo>
                  <a:lnTo>
                    <a:pt x="12030" y="31311"/>
                  </a:lnTo>
                  <a:lnTo>
                    <a:pt x="11289" y="31435"/>
                  </a:lnTo>
                  <a:lnTo>
                    <a:pt x="10547" y="31517"/>
                  </a:lnTo>
                  <a:lnTo>
                    <a:pt x="9805" y="31600"/>
                  </a:lnTo>
                  <a:lnTo>
                    <a:pt x="9105" y="31600"/>
                  </a:lnTo>
                  <a:lnTo>
                    <a:pt x="8405" y="31600"/>
                  </a:lnTo>
                  <a:lnTo>
                    <a:pt x="7746" y="31559"/>
                  </a:lnTo>
                  <a:lnTo>
                    <a:pt x="7045" y="31435"/>
                  </a:lnTo>
                  <a:lnTo>
                    <a:pt x="6427" y="31311"/>
                  </a:lnTo>
                  <a:lnTo>
                    <a:pt x="5809" y="31147"/>
                  </a:lnTo>
                  <a:lnTo>
                    <a:pt x="5191" y="30941"/>
                  </a:lnTo>
                  <a:lnTo>
                    <a:pt x="4615" y="30735"/>
                  </a:lnTo>
                  <a:lnTo>
                    <a:pt x="4079" y="30446"/>
                  </a:lnTo>
                  <a:lnTo>
                    <a:pt x="3543" y="30117"/>
                  </a:lnTo>
                  <a:lnTo>
                    <a:pt x="3049" y="29787"/>
                  </a:lnTo>
                  <a:lnTo>
                    <a:pt x="2596" y="29375"/>
                  </a:lnTo>
                  <a:lnTo>
                    <a:pt x="2143" y="28922"/>
                  </a:lnTo>
                  <a:lnTo>
                    <a:pt x="2143" y="28922"/>
                  </a:lnTo>
                  <a:lnTo>
                    <a:pt x="1731" y="28469"/>
                  </a:lnTo>
                  <a:lnTo>
                    <a:pt x="1401" y="27974"/>
                  </a:lnTo>
                  <a:lnTo>
                    <a:pt x="1071" y="27439"/>
                  </a:lnTo>
                  <a:lnTo>
                    <a:pt x="824" y="26903"/>
                  </a:lnTo>
                  <a:lnTo>
                    <a:pt x="577" y="26326"/>
                  </a:lnTo>
                  <a:lnTo>
                    <a:pt x="371" y="25750"/>
                  </a:lnTo>
                  <a:lnTo>
                    <a:pt x="206" y="25132"/>
                  </a:lnTo>
                  <a:lnTo>
                    <a:pt x="124" y="24473"/>
                  </a:lnTo>
                  <a:lnTo>
                    <a:pt x="42" y="23855"/>
                  </a:lnTo>
                  <a:lnTo>
                    <a:pt x="0" y="23154"/>
                  </a:lnTo>
                  <a:lnTo>
                    <a:pt x="0" y="22495"/>
                  </a:lnTo>
                  <a:lnTo>
                    <a:pt x="42" y="21795"/>
                  </a:lnTo>
                  <a:lnTo>
                    <a:pt x="124" y="21094"/>
                  </a:lnTo>
                  <a:lnTo>
                    <a:pt x="248" y="20353"/>
                  </a:lnTo>
                  <a:lnTo>
                    <a:pt x="412" y="19611"/>
                  </a:lnTo>
                  <a:lnTo>
                    <a:pt x="577" y="18870"/>
                  </a:lnTo>
                  <a:lnTo>
                    <a:pt x="824" y="18128"/>
                  </a:lnTo>
                  <a:lnTo>
                    <a:pt x="1071" y="17386"/>
                  </a:lnTo>
                  <a:lnTo>
                    <a:pt x="1360" y="16645"/>
                  </a:lnTo>
                  <a:lnTo>
                    <a:pt x="1731" y="15862"/>
                  </a:lnTo>
                  <a:lnTo>
                    <a:pt x="2060" y="15121"/>
                  </a:lnTo>
                  <a:lnTo>
                    <a:pt x="2472" y="14338"/>
                  </a:lnTo>
                  <a:lnTo>
                    <a:pt x="2925" y="13596"/>
                  </a:lnTo>
                  <a:lnTo>
                    <a:pt x="3379" y="12813"/>
                  </a:lnTo>
                  <a:lnTo>
                    <a:pt x="3873" y="12072"/>
                  </a:lnTo>
                  <a:lnTo>
                    <a:pt x="4409" y="11330"/>
                  </a:lnTo>
                  <a:lnTo>
                    <a:pt x="4985" y="10589"/>
                  </a:lnTo>
                  <a:lnTo>
                    <a:pt x="5603" y="9847"/>
                  </a:lnTo>
                  <a:lnTo>
                    <a:pt x="6221" y="9106"/>
                  </a:lnTo>
                  <a:lnTo>
                    <a:pt x="6880" y="8405"/>
                  </a:lnTo>
                  <a:lnTo>
                    <a:pt x="7581" y="7705"/>
                  </a:lnTo>
                  <a:lnTo>
                    <a:pt x="8281" y="7005"/>
                  </a:lnTo>
                  <a:lnTo>
                    <a:pt x="8281" y="7005"/>
                  </a:lnTo>
                  <a:lnTo>
                    <a:pt x="9023" y="6345"/>
                  </a:lnTo>
                  <a:lnTo>
                    <a:pt x="9805" y="5727"/>
                  </a:lnTo>
                  <a:lnTo>
                    <a:pt x="10547" y="5109"/>
                  </a:lnTo>
                  <a:lnTo>
                    <a:pt x="11330" y="4533"/>
                  </a:lnTo>
                  <a:lnTo>
                    <a:pt x="12113" y="3997"/>
                  </a:lnTo>
                  <a:lnTo>
                    <a:pt x="12895" y="3503"/>
                  </a:lnTo>
                  <a:lnTo>
                    <a:pt x="13678" y="3008"/>
                  </a:lnTo>
                  <a:lnTo>
                    <a:pt x="14461" y="2596"/>
                  </a:lnTo>
                  <a:lnTo>
                    <a:pt x="15285" y="2184"/>
                  </a:lnTo>
                  <a:lnTo>
                    <a:pt x="16068" y="1814"/>
                  </a:lnTo>
                  <a:lnTo>
                    <a:pt x="16850" y="1484"/>
                  </a:lnTo>
                  <a:lnTo>
                    <a:pt x="17633" y="1154"/>
                  </a:lnTo>
                  <a:lnTo>
                    <a:pt x="18416" y="907"/>
                  </a:lnTo>
                  <a:lnTo>
                    <a:pt x="19199" y="660"/>
                  </a:lnTo>
                  <a:lnTo>
                    <a:pt x="19981" y="454"/>
                  </a:lnTo>
                  <a:lnTo>
                    <a:pt x="20723" y="289"/>
                  </a:lnTo>
                  <a:lnTo>
                    <a:pt x="21506" y="166"/>
                  </a:lnTo>
                  <a:lnTo>
                    <a:pt x="22247" y="83"/>
                  </a:lnTo>
                  <a:lnTo>
                    <a:pt x="22948" y="1"/>
                  </a:lnTo>
                  <a:lnTo>
                    <a:pt x="23689" y="1"/>
                  </a:lnTo>
                  <a:lnTo>
                    <a:pt x="24390" y="1"/>
                  </a:lnTo>
                  <a:lnTo>
                    <a:pt x="25049" y="42"/>
                  </a:lnTo>
                  <a:lnTo>
                    <a:pt x="25708" y="124"/>
                  </a:lnTo>
                  <a:lnTo>
                    <a:pt x="26367" y="248"/>
                  </a:lnTo>
                  <a:lnTo>
                    <a:pt x="26985" y="413"/>
                  </a:lnTo>
                  <a:lnTo>
                    <a:pt x="27603" y="619"/>
                  </a:lnTo>
                  <a:lnTo>
                    <a:pt x="28180" y="866"/>
                  </a:lnTo>
                  <a:lnTo>
                    <a:pt x="28715" y="1154"/>
                  </a:lnTo>
                  <a:lnTo>
                    <a:pt x="29251" y="1443"/>
                  </a:lnTo>
                  <a:lnTo>
                    <a:pt x="29745" y="1814"/>
                  </a:lnTo>
                  <a:lnTo>
                    <a:pt x="30199" y="2226"/>
                  </a:lnTo>
                  <a:lnTo>
                    <a:pt x="30652" y="263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extrusionOk="0">
                  <a:moveTo>
                    <a:pt x="54670" y="1"/>
                  </a:moveTo>
                  <a:lnTo>
                    <a:pt x="54176" y="125"/>
                  </a:lnTo>
                  <a:lnTo>
                    <a:pt x="53640" y="372"/>
                  </a:lnTo>
                  <a:lnTo>
                    <a:pt x="52651" y="907"/>
                  </a:lnTo>
                  <a:lnTo>
                    <a:pt x="51663" y="1484"/>
                  </a:lnTo>
                  <a:lnTo>
                    <a:pt x="50633" y="2143"/>
                  </a:lnTo>
                  <a:lnTo>
                    <a:pt x="49603" y="2844"/>
                  </a:lnTo>
                  <a:lnTo>
                    <a:pt x="48532" y="3544"/>
                  </a:lnTo>
                  <a:lnTo>
                    <a:pt x="47502" y="4327"/>
                  </a:lnTo>
                  <a:lnTo>
                    <a:pt x="45318" y="6016"/>
                  </a:lnTo>
                  <a:lnTo>
                    <a:pt x="43135" y="7829"/>
                  </a:lnTo>
                  <a:lnTo>
                    <a:pt x="40910" y="9765"/>
                  </a:lnTo>
                  <a:lnTo>
                    <a:pt x="38685" y="11866"/>
                  </a:lnTo>
                  <a:lnTo>
                    <a:pt x="36419" y="14008"/>
                  </a:lnTo>
                  <a:lnTo>
                    <a:pt x="34154" y="16274"/>
                  </a:lnTo>
                  <a:lnTo>
                    <a:pt x="31929" y="18622"/>
                  </a:lnTo>
                  <a:lnTo>
                    <a:pt x="29663" y="21012"/>
                  </a:lnTo>
                  <a:lnTo>
                    <a:pt x="27438" y="23443"/>
                  </a:lnTo>
                  <a:lnTo>
                    <a:pt x="25255" y="25873"/>
                  </a:lnTo>
                  <a:lnTo>
                    <a:pt x="23112" y="28345"/>
                  </a:lnTo>
                  <a:lnTo>
                    <a:pt x="21011" y="30817"/>
                  </a:lnTo>
                  <a:lnTo>
                    <a:pt x="18951" y="33248"/>
                  </a:lnTo>
                  <a:lnTo>
                    <a:pt x="16974" y="35678"/>
                  </a:lnTo>
                  <a:lnTo>
                    <a:pt x="15038" y="38068"/>
                  </a:lnTo>
                  <a:lnTo>
                    <a:pt x="11453" y="42600"/>
                  </a:lnTo>
                  <a:lnTo>
                    <a:pt x="8199" y="46761"/>
                  </a:lnTo>
                  <a:lnTo>
                    <a:pt x="5438" y="50427"/>
                  </a:lnTo>
                  <a:lnTo>
                    <a:pt x="3131" y="53517"/>
                  </a:lnTo>
                  <a:lnTo>
                    <a:pt x="1442" y="55824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close/>
                </a:path>
              </a:pathLst>
            </a:custGeom>
            <a:solidFill>
              <a:srgbClr val="8E2B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fill="none" extrusionOk="0">
                  <a:moveTo>
                    <a:pt x="0" y="57843"/>
                  </a:moveTo>
                  <a:lnTo>
                    <a:pt x="0" y="57843"/>
                  </a:lnTo>
                  <a:lnTo>
                    <a:pt x="1442" y="55824"/>
                  </a:lnTo>
                  <a:lnTo>
                    <a:pt x="3131" y="53517"/>
                  </a:lnTo>
                  <a:lnTo>
                    <a:pt x="5438" y="50427"/>
                  </a:lnTo>
                  <a:lnTo>
                    <a:pt x="8199" y="46761"/>
                  </a:lnTo>
                  <a:lnTo>
                    <a:pt x="11453" y="42600"/>
                  </a:lnTo>
                  <a:lnTo>
                    <a:pt x="15038" y="38068"/>
                  </a:lnTo>
                  <a:lnTo>
                    <a:pt x="16974" y="35678"/>
                  </a:lnTo>
                  <a:lnTo>
                    <a:pt x="18951" y="33248"/>
                  </a:lnTo>
                  <a:lnTo>
                    <a:pt x="21011" y="30817"/>
                  </a:lnTo>
                  <a:lnTo>
                    <a:pt x="23112" y="28345"/>
                  </a:lnTo>
                  <a:lnTo>
                    <a:pt x="25255" y="25873"/>
                  </a:lnTo>
                  <a:lnTo>
                    <a:pt x="27438" y="23443"/>
                  </a:lnTo>
                  <a:lnTo>
                    <a:pt x="29663" y="21012"/>
                  </a:lnTo>
                  <a:lnTo>
                    <a:pt x="31929" y="18622"/>
                  </a:lnTo>
                  <a:lnTo>
                    <a:pt x="34154" y="16274"/>
                  </a:lnTo>
                  <a:lnTo>
                    <a:pt x="36419" y="14008"/>
                  </a:lnTo>
                  <a:lnTo>
                    <a:pt x="38685" y="11866"/>
                  </a:lnTo>
                  <a:lnTo>
                    <a:pt x="40910" y="9765"/>
                  </a:lnTo>
                  <a:lnTo>
                    <a:pt x="43135" y="7829"/>
                  </a:lnTo>
                  <a:lnTo>
                    <a:pt x="45318" y="6016"/>
                  </a:lnTo>
                  <a:lnTo>
                    <a:pt x="47502" y="4327"/>
                  </a:lnTo>
                  <a:lnTo>
                    <a:pt x="48532" y="3544"/>
                  </a:lnTo>
                  <a:lnTo>
                    <a:pt x="49603" y="2844"/>
                  </a:lnTo>
                  <a:lnTo>
                    <a:pt x="50633" y="2143"/>
                  </a:lnTo>
                  <a:lnTo>
                    <a:pt x="51663" y="1484"/>
                  </a:lnTo>
                  <a:lnTo>
                    <a:pt x="52651" y="907"/>
                  </a:lnTo>
                  <a:lnTo>
                    <a:pt x="53640" y="372"/>
                  </a:lnTo>
                  <a:lnTo>
                    <a:pt x="53640" y="372"/>
                  </a:lnTo>
                  <a:lnTo>
                    <a:pt x="54176" y="125"/>
                  </a:lnTo>
                  <a:lnTo>
                    <a:pt x="54670" y="1"/>
                  </a:lnTo>
                  <a:lnTo>
                    <a:pt x="55165" y="1"/>
                  </a:lnTo>
                  <a:lnTo>
                    <a:pt x="55659" y="42"/>
                  </a:lnTo>
                  <a:lnTo>
                    <a:pt x="56112" y="166"/>
                  </a:lnTo>
                  <a:lnTo>
                    <a:pt x="56524" y="372"/>
                  </a:lnTo>
                  <a:lnTo>
                    <a:pt x="56936" y="619"/>
                  </a:lnTo>
                  <a:lnTo>
                    <a:pt x="57266" y="949"/>
                  </a:lnTo>
                  <a:lnTo>
                    <a:pt x="57595" y="1319"/>
                  </a:lnTo>
                  <a:lnTo>
                    <a:pt x="57842" y="1690"/>
                  </a:lnTo>
                  <a:lnTo>
                    <a:pt x="58007" y="2143"/>
                  </a:lnTo>
                  <a:lnTo>
                    <a:pt x="58131" y="2596"/>
                  </a:lnTo>
                  <a:lnTo>
                    <a:pt x="58172" y="3091"/>
                  </a:lnTo>
                  <a:lnTo>
                    <a:pt x="58131" y="3585"/>
                  </a:lnTo>
                  <a:lnTo>
                    <a:pt x="58007" y="4080"/>
                  </a:lnTo>
                  <a:lnTo>
                    <a:pt x="57760" y="4574"/>
                  </a:lnTo>
                  <a:lnTo>
                    <a:pt x="57760" y="4574"/>
                  </a:lnTo>
                  <a:lnTo>
                    <a:pt x="56812" y="6222"/>
                  </a:lnTo>
                  <a:lnTo>
                    <a:pt x="55659" y="8035"/>
                  </a:lnTo>
                  <a:lnTo>
                    <a:pt x="54217" y="10053"/>
                  </a:lnTo>
                  <a:lnTo>
                    <a:pt x="52528" y="12319"/>
                  </a:lnTo>
                  <a:lnTo>
                    <a:pt x="50550" y="14832"/>
                  </a:lnTo>
                  <a:lnTo>
                    <a:pt x="49397" y="16151"/>
                  </a:lnTo>
                  <a:lnTo>
                    <a:pt x="48202" y="17551"/>
                  </a:lnTo>
                  <a:lnTo>
                    <a:pt x="46925" y="18993"/>
                  </a:lnTo>
                  <a:lnTo>
                    <a:pt x="45524" y="20518"/>
                  </a:lnTo>
                  <a:lnTo>
                    <a:pt x="44041" y="22124"/>
                  </a:lnTo>
                  <a:lnTo>
                    <a:pt x="42476" y="23772"/>
                  </a:lnTo>
                  <a:lnTo>
                    <a:pt x="40828" y="25503"/>
                  </a:lnTo>
                  <a:lnTo>
                    <a:pt x="39056" y="27274"/>
                  </a:lnTo>
                  <a:lnTo>
                    <a:pt x="37161" y="29128"/>
                  </a:lnTo>
                  <a:lnTo>
                    <a:pt x="35183" y="31064"/>
                  </a:lnTo>
                  <a:lnTo>
                    <a:pt x="33082" y="33042"/>
                  </a:lnTo>
                  <a:lnTo>
                    <a:pt x="30858" y="35102"/>
                  </a:lnTo>
                  <a:lnTo>
                    <a:pt x="28551" y="37244"/>
                  </a:lnTo>
                  <a:lnTo>
                    <a:pt x="26079" y="39469"/>
                  </a:lnTo>
                  <a:lnTo>
                    <a:pt x="23524" y="41735"/>
                  </a:lnTo>
                  <a:lnTo>
                    <a:pt x="20805" y="44124"/>
                  </a:lnTo>
                  <a:lnTo>
                    <a:pt x="18004" y="46555"/>
                  </a:lnTo>
                  <a:lnTo>
                    <a:pt x="15038" y="49068"/>
                  </a:lnTo>
                  <a:lnTo>
                    <a:pt x="11907" y="51663"/>
                  </a:lnTo>
                  <a:lnTo>
                    <a:pt x="8693" y="54341"/>
                  </a:lnTo>
                  <a:lnTo>
                    <a:pt x="5315" y="57060"/>
                  </a:lnTo>
                  <a:lnTo>
                    <a:pt x="1772" y="59903"/>
                  </a:lnTo>
                  <a:lnTo>
                    <a:pt x="0" y="5784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extrusionOk="0">
                  <a:moveTo>
                    <a:pt x="54670" y="1"/>
                  </a:moveTo>
                  <a:lnTo>
                    <a:pt x="54176" y="125"/>
                  </a:lnTo>
                  <a:lnTo>
                    <a:pt x="53640" y="372"/>
                  </a:lnTo>
                  <a:lnTo>
                    <a:pt x="52816" y="825"/>
                  </a:lnTo>
                  <a:lnTo>
                    <a:pt x="51910" y="1319"/>
                  </a:lnTo>
                  <a:lnTo>
                    <a:pt x="50138" y="2473"/>
                  </a:lnTo>
                  <a:lnTo>
                    <a:pt x="48326" y="3709"/>
                  </a:lnTo>
                  <a:lnTo>
                    <a:pt x="46472" y="5110"/>
                  </a:lnTo>
                  <a:lnTo>
                    <a:pt x="46637" y="5522"/>
                  </a:lnTo>
                  <a:lnTo>
                    <a:pt x="46801" y="5975"/>
                  </a:lnTo>
                  <a:lnTo>
                    <a:pt x="46843" y="6469"/>
                  </a:lnTo>
                  <a:lnTo>
                    <a:pt x="46884" y="6922"/>
                  </a:lnTo>
                  <a:lnTo>
                    <a:pt x="46801" y="7417"/>
                  </a:lnTo>
                  <a:lnTo>
                    <a:pt x="46678" y="7911"/>
                  </a:lnTo>
                  <a:lnTo>
                    <a:pt x="46472" y="8405"/>
                  </a:lnTo>
                  <a:lnTo>
                    <a:pt x="46183" y="8859"/>
                  </a:lnTo>
                  <a:lnTo>
                    <a:pt x="43505" y="12814"/>
                  </a:lnTo>
                  <a:lnTo>
                    <a:pt x="42146" y="14750"/>
                  </a:lnTo>
                  <a:lnTo>
                    <a:pt x="40704" y="16686"/>
                  </a:lnTo>
                  <a:lnTo>
                    <a:pt x="39262" y="18581"/>
                  </a:lnTo>
                  <a:lnTo>
                    <a:pt x="37779" y="20435"/>
                  </a:lnTo>
                  <a:lnTo>
                    <a:pt x="36255" y="22248"/>
                  </a:lnTo>
                  <a:lnTo>
                    <a:pt x="34607" y="24019"/>
                  </a:lnTo>
                  <a:lnTo>
                    <a:pt x="33000" y="25791"/>
                  </a:lnTo>
                  <a:lnTo>
                    <a:pt x="31434" y="27562"/>
                  </a:lnTo>
                  <a:lnTo>
                    <a:pt x="28345" y="31147"/>
                  </a:lnTo>
                  <a:lnTo>
                    <a:pt x="26779" y="32918"/>
                  </a:lnTo>
                  <a:lnTo>
                    <a:pt x="25214" y="34690"/>
                  </a:lnTo>
                  <a:lnTo>
                    <a:pt x="23607" y="36461"/>
                  </a:lnTo>
                  <a:lnTo>
                    <a:pt x="21959" y="38192"/>
                  </a:lnTo>
                  <a:lnTo>
                    <a:pt x="20352" y="39839"/>
                  </a:lnTo>
                  <a:lnTo>
                    <a:pt x="18663" y="41446"/>
                  </a:lnTo>
                  <a:lnTo>
                    <a:pt x="17015" y="43053"/>
                  </a:lnTo>
                  <a:lnTo>
                    <a:pt x="15285" y="44618"/>
                  </a:lnTo>
                  <a:lnTo>
                    <a:pt x="13513" y="46102"/>
                  </a:lnTo>
                  <a:lnTo>
                    <a:pt x="11701" y="47543"/>
                  </a:lnTo>
                  <a:lnTo>
                    <a:pt x="10753" y="48244"/>
                  </a:lnTo>
                  <a:lnTo>
                    <a:pt x="9805" y="48903"/>
                  </a:lnTo>
                  <a:lnTo>
                    <a:pt x="8858" y="49562"/>
                  </a:lnTo>
                  <a:lnTo>
                    <a:pt x="7869" y="50180"/>
                  </a:lnTo>
                  <a:lnTo>
                    <a:pt x="5933" y="51334"/>
                  </a:lnTo>
                  <a:lnTo>
                    <a:pt x="3955" y="52405"/>
                  </a:lnTo>
                  <a:lnTo>
                    <a:pt x="1030" y="56401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close/>
                </a:path>
              </a:pathLst>
            </a:custGeom>
            <a:solidFill>
              <a:srgbClr val="751E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5927575" y="1005625"/>
              <a:ext cx="1454300" cy="1497575"/>
            </a:xfrm>
            <a:custGeom>
              <a:avLst/>
              <a:gdLst/>
              <a:ahLst/>
              <a:cxnLst/>
              <a:rect l="l" t="t" r="r" b="b"/>
              <a:pathLst>
                <a:path w="58172" h="59903" fill="none" extrusionOk="0">
                  <a:moveTo>
                    <a:pt x="53640" y="372"/>
                  </a:moveTo>
                  <a:lnTo>
                    <a:pt x="53640" y="372"/>
                  </a:lnTo>
                  <a:lnTo>
                    <a:pt x="52816" y="825"/>
                  </a:lnTo>
                  <a:lnTo>
                    <a:pt x="51910" y="1319"/>
                  </a:lnTo>
                  <a:lnTo>
                    <a:pt x="50138" y="2473"/>
                  </a:lnTo>
                  <a:lnTo>
                    <a:pt x="48326" y="3709"/>
                  </a:lnTo>
                  <a:lnTo>
                    <a:pt x="46472" y="5110"/>
                  </a:lnTo>
                  <a:lnTo>
                    <a:pt x="46472" y="5110"/>
                  </a:lnTo>
                  <a:lnTo>
                    <a:pt x="46637" y="5522"/>
                  </a:lnTo>
                  <a:lnTo>
                    <a:pt x="46801" y="5975"/>
                  </a:lnTo>
                  <a:lnTo>
                    <a:pt x="46843" y="6469"/>
                  </a:lnTo>
                  <a:lnTo>
                    <a:pt x="46884" y="6922"/>
                  </a:lnTo>
                  <a:lnTo>
                    <a:pt x="46801" y="7417"/>
                  </a:lnTo>
                  <a:lnTo>
                    <a:pt x="46678" y="7911"/>
                  </a:lnTo>
                  <a:lnTo>
                    <a:pt x="46472" y="8405"/>
                  </a:lnTo>
                  <a:lnTo>
                    <a:pt x="46183" y="8859"/>
                  </a:lnTo>
                  <a:lnTo>
                    <a:pt x="46183" y="8859"/>
                  </a:lnTo>
                  <a:lnTo>
                    <a:pt x="43505" y="12814"/>
                  </a:lnTo>
                  <a:lnTo>
                    <a:pt x="42146" y="14750"/>
                  </a:lnTo>
                  <a:lnTo>
                    <a:pt x="40704" y="16686"/>
                  </a:lnTo>
                  <a:lnTo>
                    <a:pt x="39262" y="18581"/>
                  </a:lnTo>
                  <a:lnTo>
                    <a:pt x="37779" y="20435"/>
                  </a:lnTo>
                  <a:lnTo>
                    <a:pt x="36255" y="22248"/>
                  </a:lnTo>
                  <a:lnTo>
                    <a:pt x="34607" y="24019"/>
                  </a:lnTo>
                  <a:lnTo>
                    <a:pt x="34607" y="24019"/>
                  </a:lnTo>
                  <a:lnTo>
                    <a:pt x="33000" y="25791"/>
                  </a:lnTo>
                  <a:lnTo>
                    <a:pt x="31434" y="27562"/>
                  </a:lnTo>
                  <a:lnTo>
                    <a:pt x="28345" y="31147"/>
                  </a:lnTo>
                  <a:lnTo>
                    <a:pt x="26779" y="32918"/>
                  </a:lnTo>
                  <a:lnTo>
                    <a:pt x="25214" y="34690"/>
                  </a:lnTo>
                  <a:lnTo>
                    <a:pt x="23607" y="36461"/>
                  </a:lnTo>
                  <a:lnTo>
                    <a:pt x="21959" y="38192"/>
                  </a:lnTo>
                  <a:lnTo>
                    <a:pt x="21959" y="38192"/>
                  </a:lnTo>
                  <a:lnTo>
                    <a:pt x="20352" y="39839"/>
                  </a:lnTo>
                  <a:lnTo>
                    <a:pt x="18663" y="41446"/>
                  </a:lnTo>
                  <a:lnTo>
                    <a:pt x="17015" y="43053"/>
                  </a:lnTo>
                  <a:lnTo>
                    <a:pt x="15285" y="44618"/>
                  </a:lnTo>
                  <a:lnTo>
                    <a:pt x="13513" y="46102"/>
                  </a:lnTo>
                  <a:lnTo>
                    <a:pt x="11701" y="47543"/>
                  </a:lnTo>
                  <a:lnTo>
                    <a:pt x="10753" y="48244"/>
                  </a:lnTo>
                  <a:lnTo>
                    <a:pt x="9805" y="48903"/>
                  </a:lnTo>
                  <a:lnTo>
                    <a:pt x="8858" y="49562"/>
                  </a:lnTo>
                  <a:lnTo>
                    <a:pt x="7869" y="50180"/>
                  </a:lnTo>
                  <a:lnTo>
                    <a:pt x="7869" y="50180"/>
                  </a:lnTo>
                  <a:lnTo>
                    <a:pt x="5933" y="51334"/>
                  </a:lnTo>
                  <a:lnTo>
                    <a:pt x="3955" y="52405"/>
                  </a:lnTo>
                  <a:lnTo>
                    <a:pt x="3955" y="52405"/>
                  </a:lnTo>
                  <a:lnTo>
                    <a:pt x="1030" y="56401"/>
                  </a:lnTo>
                  <a:lnTo>
                    <a:pt x="0" y="57843"/>
                  </a:lnTo>
                  <a:lnTo>
                    <a:pt x="1772" y="59903"/>
                  </a:lnTo>
                  <a:lnTo>
                    <a:pt x="1772" y="59903"/>
                  </a:lnTo>
                  <a:lnTo>
                    <a:pt x="5315" y="57060"/>
                  </a:lnTo>
                  <a:lnTo>
                    <a:pt x="8693" y="54341"/>
                  </a:lnTo>
                  <a:lnTo>
                    <a:pt x="11907" y="51663"/>
                  </a:lnTo>
                  <a:lnTo>
                    <a:pt x="15038" y="49068"/>
                  </a:lnTo>
                  <a:lnTo>
                    <a:pt x="18004" y="46555"/>
                  </a:lnTo>
                  <a:lnTo>
                    <a:pt x="20805" y="44124"/>
                  </a:lnTo>
                  <a:lnTo>
                    <a:pt x="23524" y="41735"/>
                  </a:lnTo>
                  <a:lnTo>
                    <a:pt x="26079" y="39469"/>
                  </a:lnTo>
                  <a:lnTo>
                    <a:pt x="28551" y="37244"/>
                  </a:lnTo>
                  <a:lnTo>
                    <a:pt x="30858" y="35102"/>
                  </a:lnTo>
                  <a:lnTo>
                    <a:pt x="33082" y="33042"/>
                  </a:lnTo>
                  <a:lnTo>
                    <a:pt x="35183" y="31064"/>
                  </a:lnTo>
                  <a:lnTo>
                    <a:pt x="37161" y="29128"/>
                  </a:lnTo>
                  <a:lnTo>
                    <a:pt x="39056" y="27274"/>
                  </a:lnTo>
                  <a:lnTo>
                    <a:pt x="40828" y="25503"/>
                  </a:lnTo>
                  <a:lnTo>
                    <a:pt x="42476" y="23772"/>
                  </a:lnTo>
                  <a:lnTo>
                    <a:pt x="44041" y="22124"/>
                  </a:lnTo>
                  <a:lnTo>
                    <a:pt x="45524" y="20518"/>
                  </a:lnTo>
                  <a:lnTo>
                    <a:pt x="46925" y="18993"/>
                  </a:lnTo>
                  <a:lnTo>
                    <a:pt x="48202" y="17551"/>
                  </a:lnTo>
                  <a:lnTo>
                    <a:pt x="49397" y="16151"/>
                  </a:lnTo>
                  <a:lnTo>
                    <a:pt x="50550" y="14832"/>
                  </a:lnTo>
                  <a:lnTo>
                    <a:pt x="52528" y="12319"/>
                  </a:lnTo>
                  <a:lnTo>
                    <a:pt x="54217" y="10053"/>
                  </a:lnTo>
                  <a:lnTo>
                    <a:pt x="55659" y="8035"/>
                  </a:lnTo>
                  <a:lnTo>
                    <a:pt x="56812" y="6222"/>
                  </a:lnTo>
                  <a:lnTo>
                    <a:pt x="57760" y="4574"/>
                  </a:lnTo>
                  <a:lnTo>
                    <a:pt x="57760" y="4574"/>
                  </a:lnTo>
                  <a:lnTo>
                    <a:pt x="58007" y="4080"/>
                  </a:lnTo>
                  <a:lnTo>
                    <a:pt x="58131" y="3585"/>
                  </a:lnTo>
                  <a:lnTo>
                    <a:pt x="58172" y="3091"/>
                  </a:lnTo>
                  <a:lnTo>
                    <a:pt x="58131" y="2596"/>
                  </a:lnTo>
                  <a:lnTo>
                    <a:pt x="58007" y="2143"/>
                  </a:lnTo>
                  <a:lnTo>
                    <a:pt x="57842" y="1690"/>
                  </a:lnTo>
                  <a:lnTo>
                    <a:pt x="57595" y="1319"/>
                  </a:lnTo>
                  <a:lnTo>
                    <a:pt x="57266" y="949"/>
                  </a:lnTo>
                  <a:lnTo>
                    <a:pt x="56936" y="619"/>
                  </a:lnTo>
                  <a:lnTo>
                    <a:pt x="56524" y="372"/>
                  </a:lnTo>
                  <a:lnTo>
                    <a:pt x="56112" y="166"/>
                  </a:lnTo>
                  <a:lnTo>
                    <a:pt x="55659" y="42"/>
                  </a:lnTo>
                  <a:lnTo>
                    <a:pt x="55165" y="1"/>
                  </a:lnTo>
                  <a:lnTo>
                    <a:pt x="54670" y="1"/>
                  </a:lnTo>
                  <a:lnTo>
                    <a:pt x="54176" y="125"/>
                  </a:lnTo>
                  <a:lnTo>
                    <a:pt x="53640" y="37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5236475" y="2339425"/>
              <a:ext cx="815750" cy="782775"/>
            </a:xfrm>
            <a:custGeom>
              <a:avLst/>
              <a:gdLst/>
              <a:ahLst/>
              <a:cxnLst/>
              <a:rect l="l" t="t" r="r" b="b"/>
              <a:pathLst>
                <a:path w="32630" h="31311" extrusionOk="0">
                  <a:moveTo>
                    <a:pt x="11083" y="0"/>
                  </a:moveTo>
                  <a:lnTo>
                    <a:pt x="10506" y="83"/>
                  </a:lnTo>
                  <a:lnTo>
                    <a:pt x="9929" y="206"/>
                  </a:lnTo>
                  <a:lnTo>
                    <a:pt x="9394" y="412"/>
                  </a:lnTo>
                  <a:lnTo>
                    <a:pt x="8858" y="660"/>
                  </a:lnTo>
                  <a:lnTo>
                    <a:pt x="8364" y="948"/>
                  </a:lnTo>
                  <a:lnTo>
                    <a:pt x="7869" y="1319"/>
                  </a:lnTo>
                  <a:lnTo>
                    <a:pt x="7457" y="1731"/>
                  </a:lnTo>
                  <a:lnTo>
                    <a:pt x="7045" y="2143"/>
                  </a:lnTo>
                  <a:lnTo>
                    <a:pt x="6716" y="2637"/>
                  </a:lnTo>
                  <a:lnTo>
                    <a:pt x="6386" y="3131"/>
                  </a:lnTo>
                  <a:lnTo>
                    <a:pt x="6098" y="3626"/>
                  </a:lnTo>
                  <a:lnTo>
                    <a:pt x="5851" y="4161"/>
                  </a:lnTo>
                  <a:lnTo>
                    <a:pt x="5645" y="4738"/>
                  </a:lnTo>
                  <a:lnTo>
                    <a:pt x="5480" y="5274"/>
                  </a:lnTo>
                  <a:lnTo>
                    <a:pt x="5315" y="5851"/>
                  </a:lnTo>
                  <a:lnTo>
                    <a:pt x="5109" y="7004"/>
                  </a:lnTo>
                  <a:lnTo>
                    <a:pt x="4903" y="8158"/>
                  </a:lnTo>
                  <a:lnTo>
                    <a:pt x="4738" y="8734"/>
                  </a:lnTo>
                  <a:lnTo>
                    <a:pt x="4573" y="9311"/>
                  </a:lnTo>
                  <a:lnTo>
                    <a:pt x="4367" y="9806"/>
                  </a:lnTo>
                  <a:lnTo>
                    <a:pt x="4079" y="10341"/>
                  </a:lnTo>
                  <a:lnTo>
                    <a:pt x="3791" y="10712"/>
                  </a:lnTo>
                  <a:lnTo>
                    <a:pt x="3461" y="11124"/>
                  </a:lnTo>
                  <a:lnTo>
                    <a:pt x="2802" y="11824"/>
                  </a:lnTo>
                  <a:lnTo>
                    <a:pt x="2143" y="12525"/>
                  </a:lnTo>
                  <a:lnTo>
                    <a:pt x="1813" y="12895"/>
                  </a:lnTo>
                  <a:lnTo>
                    <a:pt x="1566" y="13307"/>
                  </a:lnTo>
                  <a:lnTo>
                    <a:pt x="1401" y="13637"/>
                  </a:lnTo>
                  <a:lnTo>
                    <a:pt x="1236" y="14008"/>
                  </a:lnTo>
                  <a:lnTo>
                    <a:pt x="1154" y="14337"/>
                  </a:lnTo>
                  <a:lnTo>
                    <a:pt x="1030" y="14708"/>
                  </a:lnTo>
                  <a:lnTo>
                    <a:pt x="948" y="15450"/>
                  </a:lnTo>
                  <a:lnTo>
                    <a:pt x="866" y="16191"/>
                  </a:lnTo>
                  <a:lnTo>
                    <a:pt x="866" y="17716"/>
                  </a:lnTo>
                  <a:lnTo>
                    <a:pt x="866" y="18498"/>
                  </a:lnTo>
                  <a:lnTo>
                    <a:pt x="783" y="19240"/>
                  </a:lnTo>
                  <a:lnTo>
                    <a:pt x="701" y="19899"/>
                  </a:lnTo>
                  <a:lnTo>
                    <a:pt x="618" y="20517"/>
                  </a:lnTo>
                  <a:lnTo>
                    <a:pt x="330" y="21794"/>
                  </a:lnTo>
                  <a:lnTo>
                    <a:pt x="206" y="22453"/>
                  </a:lnTo>
                  <a:lnTo>
                    <a:pt x="124" y="23071"/>
                  </a:lnTo>
                  <a:lnTo>
                    <a:pt x="42" y="23730"/>
                  </a:lnTo>
                  <a:lnTo>
                    <a:pt x="0" y="24390"/>
                  </a:lnTo>
                  <a:lnTo>
                    <a:pt x="83" y="25049"/>
                  </a:lnTo>
                  <a:lnTo>
                    <a:pt x="206" y="25832"/>
                  </a:lnTo>
                  <a:lnTo>
                    <a:pt x="454" y="26656"/>
                  </a:lnTo>
                  <a:lnTo>
                    <a:pt x="783" y="27479"/>
                  </a:lnTo>
                  <a:lnTo>
                    <a:pt x="1154" y="28221"/>
                  </a:lnTo>
                  <a:lnTo>
                    <a:pt x="1401" y="28592"/>
                  </a:lnTo>
                  <a:lnTo>
                    <a:pt x="1607" y="28921"/>
                  </a:lnTo>
                  <a:lnTo>
                    <a:pt x="1854" y="29210"/>
                  </a:lnTo>
                  <a:lnTo>
                    <a:pt x="2101" y="29457"/>
                  </a:lnTo>
                  <a:lnTo>
                    <a:pt x="2390" y="29663"/>
                  </a:lnTo>
                  <a:lnTo>
                    <a:pt x="2637" y="29828"/>
                  </a:lnTo>
                  <a:lnTo>
                    <a:pt x="2802" y="29910"/>
                  </a:lnTo>
                  <a:lnTo>
                    <a:pt x="3296" y="30116"/>
                  </a:lnTo>
                  <a:lnTo>
                    <a:pt x="4120" y="30446"/>
                  </a:lnTo>
                  <a:lnTo>
                    <a:pt x="5191" y="30734"/>
                  </a:lnTo>
                  <a:lnTo>
                    <a:pt x="5809" y="30899"/>
                  </a:lnTo>
                  <a:lnTo>
                    <a:pt x="6510" y="31023"/>
                  </a:lnTo>
                  <a:lnTo>
                    <a:pt x="7251" y="31146"/>
                  </a:lnTo>
                  <a:lnTo>
                    <a:pt x="8075" y="31228"/>
                  </a:lnTo>
                  <a:lnTo>
                    <a:pt x="8899" y="31270"/>
                  </a:lnTo>
                  <a:lnTo>
                    <a:pt x="9847" y="31311"/>
                  </a:lnTo>
                  <a:lnTo>
                    <a:pt x="10794" y="31270"/>
                  </a:lnTo>
                  <a:lnTo>
                    <a:pt x="11783" y="31146"/>
                  </a:lnTo>
                  <a:lnTo>
                    <a:pt x="12813" y="30981"/>
                  </a:lnTo>
                  <a:lnTo>
                    <a:pt x="13884" y="30775"/>
                  </a:lnTo>
                  <a:lnTo>
                    <a:pt x="14996" y="30487"/>
                  </a:lnTo>
                  <a:lnTo>
                    <a:pt x="16150" y="30075"/>
                  </a:lnTo>
                  <a:lnTo>
                    <a:pt x="17304" y="29581"/>
                  </a:lnTo>
                  <a:lnTo>
                    <a:pt x="18498" y="29004"/>
                  </a:lnTo>
                  <a:lnTo>
                    <a:pt x="19734" y="28345"/>
                  </a:lnTo>
                  <a:lnTo>
                    <a:pt x="20970" y="27562"/>
                  </a:lnTo>
                  <a:lnTo>
                    <a:pt x="22206" y="26656"/>
                  </a:lnTo>
                  <a:lnTo>
                    <a:pt x="23483" y="25626"/>
                  </a:lnTo>
                  <a:lnTo>
                    <a:pt x="24760" y="24431"/>
                  </a:lnTo>
                  <a:lnTo>
                    <a:pt x="26038" y="23154"/>
                  </a:lnTo>
                  <a:lnTo>
                    <a:pt x="27356" y="21671"/>
                  </a:lnTo>
                  <a:lnTo>
                    <a:pt x="28633" y="20105"/>
                  </a:lnTo>
                  <a:lnTo>
                    <a:pt x="29292" y="19240"/>
                  </a:lnTo>
                  <a:lnTo>
                    <a:pt x="29951" y="18334"/>
                  </a:lnTo>
                  <a:lnTo>
                    <a:pt x="30569" y="17386"/>
                  </a:lnTo>
                  <a:lnTo>
                    <a:pt x="31229" y="16397"/>
                  </a:lnTo>
                  <a:lnTo>
                    <a:pt x="31682" y="15614"/>
                  </a:lnTo>
                  <a:lnTo>
                    <a:pt x="32011" y="14832"/>
                  </a:lnTo>
                  <a:lnTo>
                    <a:pt x="32300" y="14090"/>
                  </a:lnTo>
                  <a:lnTo>
                    <a:pt x="32464" y="13349"/>
                  </a:lnTo>
                  <a:lnTo>
                    <a:pt x="32588" y="12607"/>
                  </a:lnTo>
                  <a:lnTo>
                    <a:pt x="32629" y="11907"/>
                  </a:lnTo>
                  <a:lnTo>
                    <a:pt x="32629" y="11247"/>
                  </a:lnTo>
                  <a:lnTo>
                    <a:pt x="32547" y="10588"/>
                  </a:lnTo>
                  <a:lnTo>
                    <a:pt x="32464" y="9970"/>
                  </a:lnTo>
                  <a:lnTo>
                    <a:pt x="32382" y="9394"/>
                  </a:lnTo>
                  <a:lnTo>
                    <a:pt x="32094" y="8364"/>
                  </a:lnTo>
                  <a:lnTo>
                    <a:pt x="31847" y="7498"/>
                  </a:lnTo>
                  <a:lnTo>
                    <a:pt x="31682" y="6839"/>
                  </a:lnTo>
                  <a:lnTo>
                    <a:pt x="31558" y="6304"/>
                  </a:lnTo>
                  <a:lnTo>
                    <a:pt x="31311" y="5809"/>
                  </a:lnTo>
                  <a:lnTo>
                    <a:pt x="31064" y="5315"/>
                  </a:lnTo>
                  <a:lnTo>
                    <a:pt x="30734" y="4903"/>
                  </a:lnTo>
                  <a:lnTo>
                    <a:pt x="30322" y="4491"/>
                  </a:lnTo>
                  <a:lnTo>
                    <a:pt x="29910" y="4161"/>
                  </a:lnTo>
                  <a:lnTo>
                    <a:pt x="29416" y="3873"/>
                  </a:lnTo>
                  <a:lnTo>
                    <a:pt x="28921" y="3667"/>
                  </a:lnTo>
                  <a:lnTo>
                    <a:pt x="28345" y="3543"/>
                  </a:lnTo>
                  <a:lnTo>
                    <a:pt x="27768" y="3420"/>
                  </a:lnTo>
                  <a:lnTo>
                    <a:pt x="26614" y="3337"/>
                  </a:lnTo>
                  <a:lnTo>
                    <a:pt x="26038" y="3255"/>
                  </a:lnTo>
                  <a:lnTo>
                    <a:pt x="25502" y="3173"/>
                  </a:lnTo>
                  <a:lnTo>
                    <a:pt x="24925" y="3008"/>
                  </a:lnTo>
                  <a:lnTo>
                    <a:pt x="24431" y="2761"/>
                  </a:lnTo>
                  <a:lnTo>
                    <a:pt x="23978" y="2472"/>
                  </a:lnTo>
                  <a:lnTo>
                    <a:pt x="23524" y="2143"/>
                  </a:lnTo>
                  <a:lnTo>
                    <a:pt x="23113" y="1813"/>
                  </a:lnTo>
                  <a:lnTo>
                    <a:pt x="22618" y="1484"/>
                  </a:lnTo>
                  <a:lnTo>
                    <a:pt x="22206" y="1319"/>
                  </a:lnTo>
                  <a:lnTo>
                    <a:pt x="21753" y="1154"/>
                  </a:lnTo>
                  <a:lnTo>
                    <a:pt x="21259" y="1072"/>
                  </a:lnTo>
                  <a:lnTo>
                    <a:pt x="20311" y="1072"/>
                  </a:lnTo>
                  <a:lnTo>
                    <a:pt x="19817" y="1113"/>
                  </a:lnTo>
                  <a:lnTo>
                    <a:pt x="18828" y="1236"/>
                  </a:lnTo>
                  <a:lnTo>
                    <a:pt x="18169" y="1319"/>
                  </a:lnTo>
                  <a:lnTo>
                    <a:pt x="17510" y="1360"/>
                  </a:lnTo>
                  <a:lnTo>
                    <a:pt x="16892" y="1401"/>
                  </a:lnTo>
                  <a:lnTo>
                    <a:pt x="16232" y="1319"/>
                  </a:lnTo>
                  <a:lnTo>
                    <a:pt x="15656" y="1236"/>
                  </a:lnTo>
                  <a:lnTo>
                    <a:pt x="15079" y="1072"/>
                  </a:lnTo>
                  <a:lnTo>
                    <a:pt x="13967" y="660"/>
                  </a:lnTo>
                  <a:lnTo>
                    <a:pt x="13390" y="454"/>
                  </a:lnTo>
                  <a:lnTo>
                    <a:pt x="12854" y="248"/>
                  </a:lnTo>
                  <a:lnTo>
                    <a:pt x="12277" y="124"/>
                  </a:lnTo>
                  <a:lnTo>
                    <a:pt x="11659" y="42"/>
                  </a:lnTo>
                  <a:lnTo>
                    <a:pt x="11083" y="0"/>
                  </a:lnTo>
                  <a:close/>
                </a:path>
              </a:pathLst>
            </a:custGeom>
            <a:solidFill>
              <a:srgbClr val="93B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5236475" y="2339425"/>
              <a:ext cx="815750" cy="782775"/>
            </a:xfrm>
            <a:custGeom>
              <a:avLst/>
              <a:gdLst/>
              <a:ahLst/>
              <a:cxnLst/>
              <a:rect l="l" t="t" r="r" b="b"/>
              <a:pathLst>
                <a:path w="32630" h="31311" fill="none" extrusionOk="0">
                  <a:moveTo>
                    <a:pt x="31229" y="16397"/>
                  </a:moveTo>
                  <a:lnTo>
                    <a:pt x="31229" y="16397"/>
                  </a:lnTo>
                  <a:lnTo>
                    <a:pt x="31682" y="15614"/>
                  </a:lnTo>
                  <a:lnTo>
                    <a:pt x="32011" y="14832"/>
                  </a:lnTo>
                  <a:lnTo>
                    <a:pt x="32300" y="14090"/>
                  </a:lnTo>
                  <a:lnTo>
                    <a:pt x="32464" y="13349"/>
                  </a:lnTo>
                  <a:lnTo>
                    <a:pt x="32588" y="12607"/>
                  </a:lnTo>
                  <a:lnTo>
                    <a:pt x="32629" y="11907"/>
                  </a:lnTo>
                  <a:lnTo>
                    <a:pt x="32629" y="11247"/>
                  </a:lnTo>
                  <a:lnTo>
                    <a:pt x="32547" y="10588"/>
                  </a:lnTo>
                  <a:lnTo>
                    <a:pt x="32464" y="9970"/>
                  </a:lnTo>
                  <a:lnTo>
                    <a:pt x="32382" y="9394"/>
                  </a:lnTo>
                  <a:lnTo>
                    <a:pt x="32094" y="8364"/>
                  </a:lnTo>
                  <a:lnTo>
                    <a:pt x="31847" y="7498"/>
                  </a:lnTo>
                  <a:lnTo>
                    <a:pt x="31682" y="6839"/>
                  </a:lnTo>
                  <a:lnTo>
                    <a:pt x="31682" y="6839"/>
                  </a:lnTo>
                  <a:lnTo>
                    <a:pt x="31558" y="6304"/>
                  </a:lnTo>
                  <a:lnTo>
                    <a:pt x="31311" y="5809"/>
                  </a:lnTo>
                  <a:lnTo>
                    <a:pt x="31064" y="5315"/>
                  </a:lnTo>
                  <a:lnTo>
                    <a:pt x="30734" y="4903"/>
                  </a:lnTo>
                  <a:lnTo>
                    <a:pt x="30322" y="4491"/>
                  </a:lnTo>
                  <a:lnTo>
                    <a:pt x="29910" y="4161"/>
                  </a:lnTo>
                  <a:lnTo>
                    <a:pt x="29416" y="3873"/>
                  </a:lnTo>
                  <a:lnTo>
                    <a:pt x="28921" y="3667"/>
                  </a:lnTo>
                  <a:lnTo>
                    <a:pt x="28921" y="3667"/>
                  </a:lnTo>
                  <a:lnTo>
                    <a:pt x="28345" y="3543"/>
                  </a:lnTo>
                  <a:lnTo>
                    <a:pt x="27768" y="3420"/>
                  </a:lnTo>
                  <a:lnTo>
                    <a:pt x="26614" y="3337"/>
                  </a:lnTo>
                  <a:lnTo>
                    <a:pt x="26038" y="3255"/>
                  </a:lnTo>
                  <a:lnTo>
                    <a:pt x="25502" y="3173"/>
                  </a:lnTo>
                  <a:lnTo>
                    <a:pt x="24925" y="3008"/>
                  </a:lnTo>
                  <a:lnTo>
                    <a:pt x="24431" y="2761"/>
                  </a:lnTo>
                  <a:lnTo>
                    <a:pt x="24431" y="2761"/>
                  </a:lnTo>
                  <a:lnTo>
                    <a:pt x="23978" y="2472"/>
                  </a:lnTo>
                  <a:lnTo>
                    <a:pt x="23524" y="2143"/>
                  </a:lnTo>
                  <a:lnTo>
                    <a:pt x="23113" y="1813"/>
                  </a:lnTo>
                  <a:lnTo>
                    <a:pt x="22618" y="1484"/>
                  </a:lnTo>
                  <a:lnTo>
                    <a:pt x="22618" y="1484"/>
                  </a:lnTo>
                  <a:lnTo>
                    <a:pt x="22206" y="1319"/>
                  </a:lnTo>
                  <a:lnTo>
                    <a:pt x="21753" y="1154"/>
                  </a:lnTo>
                  <a:lnTo>
                    <a:pt x="21259" y="1072"/>
                  </a:lnTo>
                  <a:lnTo>
                    <a:pt x="20805" y="1072"/>
                  </a:lnTo>
                  <a:lnTo>
                    <a:pt x="20311" y="1072"/>
                  </a:lnTo>
                  <a:lnTo>
                    <a:pt x="19817" y="1113"/>
                  </a:lnTo>
                  <a:lnTo>
                    <a:pt x="18828" y="1236"/>
                  </a:lnTo>
                  <a:lnTo>
                    <a:pt x="18828" y="1236"/>
                  </a:lnTo>
                  <a:lnTo>
                    <a:pt x="18169" y="1319"/>
                  </a:lnTo>
                  <a:lnTo>
                    <a:pt x="17510" y="1360"/>
                  </a:lnTo>
                  <a:lnTo>
                    <a:pt x="16892" y="1401"/>
                  </a:lnTo>
                  <a:lnTo>
                    <a:pt x="16232" y="1319"/>
                  </a:lnTo>
                  <a:lnTo>
                    <a:pt x="16232" y="1319"/>
                  </a:lnTo>
                  <a:lnTo>
                    <a:pt x="15656" y="1236"/>
                  </a:lnTo>
                  <a:lnTo>
                    <a:pt x="15079" y="1072"/>
                  </a:lnTo>
                  <a:lnTo>
                    <a:pt x="13967" y="660"/>
                  </a:lnTo>
                  <a:lnTo>
                    <a:pt x="13390" y="454"/>
                  </a:lnTo>
                  <a:lnTo>
                    <a:pt x="12854" y="248"/>
                  </a:lnTo>
                  <a:lnTo>
                    <a:pt x="12277" y="124"/>
                  </a:lnTo>
                  <a:lnTo>
                    <a:pt x="11659" y="42"/>
                  </a:lnTo>
                  <a:lnTo>
                    <a:pt x="11659" y="42"/>
                  </a:lnTo>
                  <a:lnTo>
                    <a:pt x="11083" y="0"/>
                  </a:lnTo>
                  <a:lnTo>
                    <a:pt x="10506" y="83"/>
                  </a:lnTo>
                  <a:lnTo>
                    <a:pt x="9929" y="206"/>
                  </a:lnTo>
                  <a:lnTo>
                    <a:pt x="9394" y="412"/>
                  </a:lnTo>
                  <a:lnTo>
                    <a:pt x="8858" y="660"/>
                  </a:lnTo>
                  <a:lnTo>
                    <a:pt x="8364" y="948"/>
                  </a:lnTo>
                  <a:lnTo>
                    <a:pt x="7869" y="1319"/>
                  </a:lnTo>
                  <a:lnTo>
                    <a:pt x="7457" y="1731"/>
                  </a:lnTo>
                  <a:lnTo>
                    <a:pt x="7457" y="1731"/>
                  </a:lnTo>
                  <a:lnTo>
                    <a:pt x="7045" y="2143"/>
                  </a:lnTo>
                  <a:lnTo>
                    <a:pt x="6716" y="2637"/>
                  </a:lnTo>
                  <a:lnTo>
                    <a:pt x="6386" y="3131"/>
                  </a:lnTo>
                  <a:lnTo>
                    <a:pt x="6098" y="3626"/>
                  </a:lnTo>
                  <a:lnTo>
                    <a:pt x="5851" y="4161"/>
                  </a:lnTo>
                  <a:lnTo>
                    <a:pt x="5645" y="4738"/>
                  </a:lnTo>
                  <a:lnTo>
                    <a:pt x="5480" y="5274"/>
                  </a:lnTo>
                  <a:lnTo>
                    <a:pt x="5315" y="5851"/>
                  </a:lnTo>
                  <a:lnTo>
                    <a:pt x="5315" y="5851"/>
                  </a:lnTo>
                  <a:lnTo>
                    <a:pt x="5109" y="7004"/>
                  </a:lnTo>
                  <a:lnTo>
                    <a:pt x="4903" y="8158"/>
                  </a:lnTo>
                  <a:lnTo>
                    <a:pt x="4738" y="8734"/>
                  </a:lnTo>
                  <a:lnTo>
                    <a:pt x="4573" y="9311"/>
                  </a:lnTo>
                  <a:lnTo>
                    <a:pt x="4367" y="9806"/>
                  </a:lnTo>
                  <a:lnTo>
                    <a:pt x="4079" y="10341"/>
                  </a:lnTo>
                  <a:lnTo>
                    <a:pt x="4079" y="10341"/>
                  </a:lnTo>
                  <a:lnTo>
                    <a:pt x="3791" y="10712"/>
                  </a:lnTo>
                  <a:lnTo>
                    <a:pt x="3461" y="11124"/>
                  </a:lnTo>
                  <a:lnTo>
                    <a:pt x="2802" y="11824"/>
                  </a:lnTo>
                  <a:lnTo>
                    <a:pt x="2143" y="12525"/>
                  </a:lnTo>
                  <a:lnTo>
                    <a:pt x="1813" y="12895"/>
                  </a:lnTo>
                  <a:lnTo>
                    <a:pt x="1566" y="13307"/>
                  </a:lnTo>
                  <a:lnTo>
                    <a:pt x="1566" y="13307"/>
                  </a:lnTo>
                  <a:lnTo>
                    <a:pt x="1401" y="13637"/>
                  </a:lnTo>
                  <a:lnTo>
                    <a:pt x="1236" y="14008"/>
                  </a:lnTo>
                  <a:lnTo>
                    <a:pt x="1154" y="14337"/>
                  </a:lnTo>
                  <a:lnTo>
                    <a:pt x="1030" y="14708"/>
                  </a:lnTo>
                  <a:lnTo>
                    <a:pt x="948" y="15450"/>
                  </a:lnTo>
                  <a:lnTo>
                    <a:pt x="866" y="16191"/>
                  </a:lnTo>
                  <a:lnTo>
                    <a:pt x="866" y="17716"/>
                  </a:lnTo>
                  <a:lnTo>
                    <a:pt x="866" y="18498"/>
                  </a:lnTo>
                  <a:lnTo>
                    <a:pt x="783" y="19240"/>
                  </a:lnTo>
                  <a:lnTo>
                    <a:pt x="783" y="19240"/>
                  </a:lnTo>
                  <a:lnTo>
                    <a:pt x="701" y="19899"/>
                  </a:lnTo>
                  <a:lnTo>
                    <a:pt x="618" y="20517"/>
                  </a:lnTo>
                  <a:lnTo>
                    <a:pt x="330" y="21794"/>
                  </a:lnTo>
                  <a:lnTo>
                    <a:pt x="206" y="22453"/>
                  </a:lnTo>
                  <a:lnTo>
                    <a:pt x="124" y="23071"/>
                  </a:lnTo>
                  <a:lnTo>
                    <a:pt x="42" y="23730"/>
                  </a:lnTo>
                  <a:lnTo>
                    <a:pt x="0" y="24390"/>
                  </a:lnTo>
                  <a:lnTo>
                    <a:pt x="0" y="24390"/>
                  </a:lnTo>
                  <a:lnTo>
                    <a:pt x="83" y="25049"/>
                  </a:lnTo>
                  <a:lnTo>
                    <a:pt x="206" y="25832"/>
                  </a:lnTo>
                  <a:lnTo>
                    <a:pt x="454" y="26656"/>
                  </a:lnTo>
                  <a:lnTo>
                    <a:pt x="783" y="27479"/>
                  </a:lnTo>
                  <a:lnTo>
                    <a:pt x="1154" y="28221"/>
                  </a:lnTo>
                  <a:lnTo>
                    <a:pt x="1401" y="28592"/>
                  </a:lnTo>
                  <a:lnTo>
                    <a:pt x="1607" y="28921"/>
                  </a:lnTo>
                  <a:lnTo>
                    <a:pt x="1854" y="29210"/>
                  </a:lnTo>
                  <a:lnTo>
                    <a:pt x="2101" y="29457"/>
                  </a:lnTo>
                  <a:lnTo>
                    <a:pt x="2390" y="29663"/>
                  </a:lnTo>
                  <a:lnTo>
                    <a:pt x="2637" y="29828"/>
                  </a:lnTo>
                  <a:lnTo>
                    <a:pt x="2637" y="29828"/>
                  </a:lnTo>
                  <a:lnTo>
                    <a:pt x="2802" y="29910"/>
                  </a:lnTo>
                  <a:lnTo>
                    <a:pt x="3296" y="30116"/>
                  </a:lnTo>
                  <a:lnTo>
                    <a:pt x="4120" y="30446"/>
                  </a:lnTo>
                  <a:lnTo>
                    <a:pt x="5191" y="30734"/>
                  </a:lnTo>
                  <a:lnTo>
                    <a:pt x="5809" y="30899"/>
                  </a:lnTo>
                  <a:lnTo>
                    <a:pt x="6510" y="31023"/>
                  </a:lnTo>
                  <a:lnTo>
                    <a:pt x="7251" y="31146"/>
                  </a:lnTo>
                  <a:lnTo>
                    <a:pt x="8075" y="31228"/>
                  </a:lnTo>
                  <a:lnTo>
                    <a:pt x="8899" y="31270"/>
                  </a:lnTo>
                  <a:lnTo>
                    <a:pt x="9847" y="31311"/>
                  </a:lnTo>
                  <a:lnTo>
                    <a:pt x="10794" y="31270"/>
                  </a:lnTo>
                  <a:lnTo>
                    <a:pt x="11783" y="31146"/>
                  </a:lnTo>
                  <a:lnTo>
                    <a:pt x="12813" y="30981"/>
                  </a:lnTo>
                  <a:lnTo>
                    <a:pt x="13884" y="30775"/>
                  </a:lnTo>
                  <a:lnTo>
                    <a:pt x="14996" y="30487"/>
                  </a:lnTo>
                  <a:lnTo>
                    <a:pt x="16150" y="30075"/>
                  </a:lnTo>
                  <a:lnTo>
                    <a:pt x="17304" y="29581"/>
                  </a:lnTo>
                  <a:lnTo>
                    <a:pt x="18498" y="29004"/>
                  </a:lnTo>
                  <a:lnTo>
                    <a:pt x="19734" y="28345"/>
                  </a:lnTo>
                  <a:lnTo>
                    <a:pt x="20970" y="27562"/>
                  </a:lnTo>
                  <a:lnTo>
                    <a:pt x="22206" y="26656"/>
                  </a:lnTo>
                  <a:lnTo>
                    <a:pt x="23483" y="25626"/>
                  </a:lnTo>
                  <a:lnTo>
                    <a:pt x="24760" y="24431"/>
                  </a:lnTo>
                  <a:lnTo>
                    <a:pt x="26038" y="23154"/>
                  </a:lnTo>
                  <a:lnTo>
                    <a:pt x="27356" y="21671"/>
                  </a:lnTo>
                  <a:lnTo>
                    <a:pt x="28633" y="20105"/>
                  </a:lnTo>
                  <a:lnTo>
                    <a:pt x="29292" y="19240"/>
                  </a:lnTo>
                  <a:lnTo>
                    <a:pt x="29951" y="18334"/>
                  </a:lnTo>
                  <a:lnTo>
                    <a:pt x="30569" y="17386"/>
                  </a:lnTo>
                  <a:lnTo>
                    <a:pt x="31229" y="1639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5347700" y="2859550"/>
              <a:ext cx="31950" cy="34000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660" y="0"/>
                  </a:moveTo>
                  <a:lnTo>
                    <a:pt x="495" y="42"/>
                  </a:lnTo>
                  <a:lnTo>
                    <a:pt x="289" y="124"/>
                  </a:lnTo>
                  <a:lnTo>
                    <a:pt x="166" y="289"/>
                  </a:lnTo>
                  <a:lnTo>
                    <a:pt x="42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83" y="989"/>
                  </a:lnTo>
                  <a:lnTo>
                    <a:pt x="124" y="1072"/>
                  </a:lnTo>
                  <a:lnTo>
                    <a:pt x="207" y="1195"/>
                  </a:lnTo>
                  <a:lnTo>
                    <a:pt x="289" y="1278"/>
                  </a:lnTo>
                  <a:lnTo>
                    <a:pt x="413" y="1319"/>
                  </a:lnTo>
                  <a:lnTo>
                    <a:pt x="619" y="1360"/>
                  </a:lnTo>
                  <a:lnTo>
                    <a:pt x="825" y="1319"/>
                  </a:lnTo>
                  <a:lnTo>
                    <a:pt x="990" y="1236"/>
                  </a:lnTo>
                  <a:lnTo>
                    <a:pt x="1154" y="1072"/>
                  </a:lnTo>
                  <a:lnTo>
                    <a:pt x="1237" y="907"/>
                  </a:lnTo>
                  <a:lnTo>
                    <a:pt x="1278" y="783"/>
                  </a:lnTo>
                  <a:lnTo>
                    <a:pt x="1278" y="618"/>
                  </a:lnTo>
                  <a:lnTo>
                    <a:pt x="1237" y="371"/>
                  </a:lnTo>
                  <a:lnTo>
                    <a:pt x="1154" y="289"/>
                  </a:lnTo>
                  <a:lnTo>
                    <a:pt x="1113" y="165"/>
                  </a:lnTo>
                  <a:lnTo>
                    <a:pt x="990" y="83"/>
                  </a:lnTo>
                  <a:lnTo>
                    <a:pt x="866" y="42"/>
                  </a:lnTo>
                  <a:lnTo>
                    <a:pt x="660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5347700" y="2859550"/>
              <a:ext cx="31950" cy="34000"/>
            </a:xfrm>
            <a:custGeom>
              <a:avLst/>
              <a:gdLst/>
              <a:ahLst/>
              <a:cxnLst/>
              <a:rect l="l" t="t" r="r" b="b"/>
              <a:pathLst>
                <a:path w="1278" h="1360" fill="none" extrusionOk="0">
                  <a:moveTo>
                    <a:pt x="660" y="0"/>
                  </a:moveTo>
                  <a:lnTo>
                    <a:pt x="660" y="0"/>
                  </a:lnTo>
                  <a:lnTo>
                    <a:pt x="495" y="42"/>
                  </a:lnTo>
                  <a:lnTo>
                    <a:pt x="289" y="124"/>
                  </a:lnTo>
                  <a:lnTo>
                    <a:pt x="166" y="289"/>
                  </a:lnTo>
                  <a:lnTo>
                    <a:pt x="42" y="454"/>
                  </a:lnTo>
                  <a:lnTo>
                    <a:pt x="42" y="454"/>
                  </a:lnTo>
                  <a:lnTo>
                    <a:pt x="42" y="577"/>
                  </a:lnTo>
                  <a:lnTo>
                    <a:pt x="1" y="742"/>
                  </a:lnTo>
                  <a:lnTo>
                    <a:pt x="83" y="989"/>
                  </a:lnTo>
                  <a:lnTo>
                    <a:pt x="124" y="1072"/>
                  </a:lnTo>
                  <a:lnTo>
                    <a:pt x="207" y="1195"/>
                  </a:lnTo>
                  <a:lnTo>
                    <a:pt x="289" y="1278"/>
                  </a:lnTo>
                  <a:lnTo>
                    <a:pt x="413" y="1319"/>
                  </a:lnTo>
                  <a:lnTo>
                    <a:pt x="413" y="1319"/>
                  </a:lnTo>
                  <a:lnTo>
                    <a:pt x="619" y="1360"/>
                  </a:lnTo>
                  <a:lnTo>
                    <a:pt x="619" y="1360"/>
                  </a:lnTo>
                  <a:lnTo>
                    <a:pt x="825" y="1319"/>
                  </a:lnTo>
                  <a:lnTo>
                    <a:pt x="990" y="1236"/>
                  </a:lnTo>
                  <a:lnTo>
                    <a:pt x="1154" y="1072"/>
                  </a:lnTo>
                  <a:lnTo>
                    <a:pt x="1237" y="907"/>
                  </a:lnTo>
                  <a:lnTo>
                    <a:pt x="1237" y="907"/>
                  </a:lnTo>
                  <a:lnTo>
                    <a:pt x="1278" y="783"/>
                  </a:lnTo>
                  <a:lnTo>
                    <a:pt x="1278" y="618"/>
                  </a:lnTo>
                  <a:lnTo>
                    <a:pt x="1237" y="371"/>
                  </a:lnTo>
                  <a:lnTo>
                    <a:pt x="1154" y="289"/>
                  </a:lnTo>
                  <a:lnTo>
                    <a:pt x="1113" y="165"/>
                  </a:lnTo>
                  <a:lnTo>
                    <a:pt x="990" y="83"/>
                  </a:lnTo>
                  <a:lnTo>
                    <a:pt x="866" y="42"/>
                  </a:lnTo>
                  <a:lnTo>
                    <a:pt x="866" y="42"/>
                  </a:lnTo>
                  <a:lnTo>
                    <a:pt x="66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5362125" y="2710200"/>
              <a:ext cx="57700" cy="60800"/>
            </a:xfrm>
            <a:custGeom>
              <a:avLst/>
              <a:gdLst/>
              <a:ahLst/>
              <a:cxnLst/>
              <a:rect l="l" t="t" r="r" b="b"/>
              <a:pathLst>
                <a:path w="2308" h="2432" extrusionOk="0">
                  <a:moveTo>
                    <a:pt x="1195" y="1"/>
                  </a:moveTo>
                  <a:lnTo>
                    <a:pt x="1030" y="42"/>
                  </a:lnTo>
                  <a:lnTo>
                    <a:pt x="866" y="83"/>
                  </a:lnTo>
                  <a:lnTo>
                    <a:pt x="660" y="165"/>
                  </a:lnTo>
                  <a:lnTo>
                    <a:pt x="536" y="248"/>
                  </a:lnTo>
                  <a:lnTo>
                    <a:pt x="371" y="371"/>
                  </a:lnTo>
                  <a:lnTo>
                    <a:pt x="248" y="495"/>
                  </a:lnTo>
                  <a:lnTo>
                    <a:pt x="165" y="660"/>
                  </a:lnTo>
                  <a:lnTo>
                    <a:pt x="83" y="825"/>
                  </a:lnTo>
                  <a:lnTo>
                    <a:pt x="1" y="1072"/>
                  </a:lnTo>
                  <a:lnTo>
                    <a:pt x="1" y="1319"/>
                  </a:lnTo>
                  <a:lnTo>
                    <a:pt x="1" y="1566"/>
                  </a:lnTo>
                  <a:lnTo>
                    <a:pt x="83" y="1772"/>
                  </a:lnTo>
                  <a:lnTo>
                    <a:pt x="207" y="1978"/>
                  </a:lnTo>
                  <a:lnTo>
                    <a:pt x="330" y="2143"/>
                  </a:lnTo>
                  <a:lnTo>
                    <a:pt x="495" y="2267"/>
                  </a:lnTo>
                  <a:lnTo>
                    <a:pt x="742" y="2390"/>
                  </a:lnTo>
                  <a:lnTo>
                    <a:pt x="907" y="2431"/>
                  </a:lnTo>
                  <a:lnTo>
                    <a:pt x="1278" y="2431"/>
                  </a:lnTo>
                  <a:lnTo>
                    <a:pt x="1442" y="2390"/>
                  </a:lnTo>
                  <a:lnTo>
                    <a:pt x="1607" y="2308"/>
                  </a:lnTo>
                  <a:lnTo>
                    <a:pt x="1772" y="2225"/>
                  </a:lnTo>
                  <a:lnTo>
                    <a:pt x="1896" y="2102"/>
                  </a:lnTo>
                  <a:lnTo>
                    <a:pt x="2019" y="1978"/>
                  </a:lnTo>
                  <a:lnTo>
                    <a:pt x="2143" y="1813"/>
                  </a:lnTo>
                  <a:lnTo>
                    <a:pt x="2225" y="1607"/>
                  </a:lnTo>
                  <a:lnTo>
                    <a:pt x="2266" y="1401"/>
                  </a:lnTo>
                  <a:lnTo>
                    <a:pt x="2308" y="1154"/>
                  </a:lnTo>
                  <a:lnTo>
                    <a:pt x="2266" y="907"/>
                  </a:lnTo>
                  <a:lnTo>
                    <a:pt x="2184" y="701"/>
                  </a:lnTo>
                  <a:lnTo>
                    <a:pt x="2102" y="495"/>
                  </a:lnTo>
                  <a:lnTo>
                    <a:pt x="1937" y="330"/>
                  </a:lnTo>
                  <a:lnTo>
                    <a:pt x="1772" y="165"/>
                  </a:lnTo>
                  <a:lnTo>
                    <a:pt x="1566" y="83"/>
                  </a:lnTo>
                  <a:lnTo>
                    <a:pt x="1401" y="42"/>
                  </a:lnTo>
                  <a:lnTo>
                    <a:pt x="1195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9"/>
            <p:cNvSpPr/>
            <p:nvPr/>
          </p:nvSpPr>
          <p:spPr>
            <a:xfrm>
              <a:off x="5362125" y="2710200"/>
              <a:ext cx="57700" cy="60800"/>
            </a:xfrm>
            <a:custGeom>
              <a:avLst/>
              <a:gdLst/>
              <a:ahLst/>
              <a:cxnLst/>
              <a:rect l="l" t="t" r="r" b="b"/>
              <a:pathLst>
                <a:path w="2308" h="2432" fill="none" extrusionOk="0">
                  <a:moveTo>
                    <a:pt x="1195" y="1"/>
                  </a:moveTo>
                  <a:lnTo>
                    <a:pt x="1195" y="1"/>
                  </a:lnTo>
                  <a:lnTo>
                    <a:pt x="1030" y="42"/>
                  </a:lnTo>
                  <a:lnTo>
                    <a:pt x="866" y="83"/>
                  </a:lnTo>
                  <a:lnTo>
                    <a:pt x="660" y="165"/>
                  </a:lnTo>
                  <a:lnTo>
                    <a:pt x="536" y="248"/>
                  </a:lnTo>
                  <a:lnTo>
                    <a:pt x="371" y="371"/>
                  </a:lnTo>
                  <a:lnTo>
                    <a:pt x="248" y="495"/>
                  </a:lnTo>
                  <a:lnTo>
                    <a:pt x="165" y="660"/>
                  </a:lnTo>
                  <a:lnTo>
                    <a:pt x="83" y="825"/>
                  </a:lnTo>
                  <a:lnTo>
                    <a:pt x="83" y="825"/>
                  </a:lnTo>
                  <a:lnTo>
                    <a:pt x="1" y="1072"/>
                  </a:lnTo>
                  <a:lnTo>
                    <a:pt x="1" y="1319"/>
                  </a:lnTo>
                  <a:lnTo>
                    <a:pt x="1" y="1566"/>
                  </a:lnTo>
                  <a:lnTo>
                    <a:pt x="83" y="1772"/>
                  </a:lnTo>
                  <a:lnTo>
                    <a:pt x="207" y="1978"/>
                  </a:lnTo>
                  <a:lnTo>
                    <a:pt x="330" y="2143"/>
                  </a:lnTo>
                  <a:lnTo>
                    <a:pt x="495" y="2267"/>
                  </a:lnTo>
                  <a:lnTo>
                    <a:pt x="742" y="2390"/>
                  </a:lnTo>
                  <a:lnTo>
                    <a:pt x="742" y="2390"/>
                  </a:lnTo>
                  <a:lnTo>
                    <a:pt x="907" y="2431"/>
                  </a:lnTo>
                  <a:lnTo>
                    <a:pt x="1072" y="2431"/>
                  </a:lnTo>
                  <a:lnTo>
                    <a:pt x="1072" y="2431"/>
                  </a:lnTo>
                  <a:lnTo>
                    <a:pt x="1278" y="2431"/>
                  </a:lnTo>
                  <a:lnTo>
                    <a:pt x="1442" y="2390"/>
                  </a:lnTo>
                  <a:lnTo>
                    <a:pt x="1607" y="2308"/>
                  </a:lnTo>
                  <a:lnTo>
                    <a:pt x="1772" y="2225"/>
                  </a:lnTo>
                  <a:lnTo>
                    <a:pt x="1896" y="2102"/>
                  </a:lnTo>
                  <a:lnTo>
                    <a:pt x="2019" y="1978"/>
                  </a:lnTo>
                  <a:lnTo>
                    <a:pt x="2143" y="1813"/>
                  </a:lnTo>
                  <a:lnTo>
                    <a:pt x="2225" y="1607"/>
                  </a:lnTo>
                  <a:lnTo>
                    <a:pt x="2225" y="1607"/>
                  </a:lnTo>
                  <a:lnTo>
                    <a:pt x="2266" y="1401"/>
                  </a:lnTo>
                  <a:lnTo>
                    <a:pt x="2308" y="1154"/>
                  </a:lnTo>
                  <a:lnTo>
                    <a:pt x="2266" y="907"/>
                  </a:lnTo>
                  <a:lnTo>
                    <a:pt x="2184" y="701"/>
                  </a:lnTo>
                  <a:lnTo>
                    <a:pt x="2102" y="495"/>
                  </a:lnTo>
                  <a:lnTo>
                    <a:pt x="1937" y="330"/>
                  </a:lnTo>
                  <a:lnTo>
                    <a:pt x="1772" y="165"/>
                  </a:lnTo>
                  <a:lnTo>
                    <a:pt x="1566" y="83"/>
                  </a:lnTo>
                  <a:lnTo>
                    <a:pt x="1566" y="83"/>
                  </a:lnTo>
                  <a:lnTo>
                    <a:pt x="1401" y="42"/>
                  </a:lnTo>
                  <a:lnTo>
                    <a:pt x="119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5411575" y="2798775"/>
              <a:ext cx="20600" cy="21650"/>
            </a:xfrm>
            <a:custGeom>
              <a:avLst/>
              <a:gdLst/>
              <a:ahLst/>
              <a:cxnLst/>
              <a:rect l="l" t="t" r="r" b="b"/>
              <a:pathLst>
                <a:path w="824" h="866" extrusionOk="0">
                  <a:moveTo>
                    <a:pt x="453" y="1"/>
                  </a:moveTo>
                  <a:lnTo>
                    <a:pt x="330" y="42"/>
                  </a:lnTo>
                  <a:lnTo>
                    <a:pt x="206" y="83"/>
                  </a:lnTo>
                  <a:lnTo>
                    <a:pt x="124" y="207"/>
                  </a:lnTo>
                  <a:lnTo>
                    <a:pt x="41" y="330"/>
                  </a:lnTo>
                  <a:lnTo>
                    <a:pt x="0" y="495"/>
                  </a:lnTo>
                  <a:lnTo>
                    <a:pt x="41" y="660"/>
                  </a:lnTo>
                  <a:lnTo>
                    <a:pt x="124" y="783"/>
                  </a:lnTo>
                  <a:lnTo>
                    <a:pt x="288" y="866"/>
                  </a:lnTo>
                  <a:lnTo>
                    <a:pt x="536" y="866"/>
                  </a:lnTo>
                  <a:lnTo>
                    <a:pt x="659" y="825"/>
                  </a:lnTo>
                  <a:lnTo>
                    <a:pt x="742" y="701"/>
                  </a:lnTo>
                  <a:lnTo>
                    <a:pt x="824" y="577"/>
                  </a:lnTo>
                  <a:lnTo>
                    <a:pt x="824" y="413"/>
                  </a:lnTo>
                  <a:lnTo>
                    <a:pt x="824" y="248"/>
                  </a:lnTo>
                  <a:lnTo>
                    <a:pt x="700" y="124"/>
                  </a:lnTo>
                  <a:lnTo>
                    <a:pt x="577" y="42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5411575" y="2798775"/>
              <a:ext cx="20600" cy="21650"/>
            </a:xfrm>
            <a:custGeom>
              <a:avLst/>
              <a:gdLst/>
              <a:ahLst/>
              <a:cxnLst/>
              <a:rect l="l" t="t" r="r" b="b"/>
              <a:pathLst>
                <a:path w="824" h="866" fill="none" extrusionOk="0">
                  <a:moveTo>
                    <a:pt x="453" y="1"/>
                  </a:moveTo>
                  <a:lnTo>
                    <a:pt x="453" y="1"/>
                  </a:lnTo>
                  <a:lnTo>
                    <a:pt x="330" y="42"/>
                  </a:lnTo>
                  <a:lnTo>
                    <a:pt x="206" y="83"/>
                  </a:lnTo>
                  <a:lnTo>
                    <a:pt x="124" y="207"/>
                  </a:lnTo>
                  <a:lnTo>
                    <a:pt x="41" y="330"/>
                  </a:lnTo>
                  <a:lnTo>
                    <a:pt x="41" y="330"/>
                  </a:lnTo>
                  <a:lnTo>
                    <a:pt x="0" y="495"/>
                  </a:lnTo>
                  <a:lnTo>
                    <a:pt x="41" y="660"/>
                  </a:lnTo>
                  <a:lnTo>
                    <a:pt x="124" y="783"/>
                  </a:lnTo>
                  <a:lnTo>
                    <a:pt x="288" y="866"/>
                  </a:lnTo>
                  <a:lnTo>
                    <a:pt x="288" y="866"/>
                  </a:lnTo>
                  <a:lnTo>
                    <a:pt x="412" y="866"/>
                  </a:lnTo>
                  <a:lnTo>
                    <a:pt x="412" y="866"/>
                  </a:lnTo>
                  <a:lnTo>
                    <a:pt x="536" y="866"/>
                  </a:lnTo>
                  <a:lnTo>
                    <a:pt x="659" y="825"/>
                  </a:lnTo>
                  <a:lnTo>
                    <a:pt x="742" y="701"/>
                  </a:lnTo>
                  <a:lnTo>
                    <a:pt x="824" y="577"/>
                  </a:lnTo>
                  <a:lnTo>
                    <a:pt x="824" y="577"/>
                  </a:lnTo>
                  <a:lnTo>
                    <a:pt x="824" y="413"/>
                  </a:lnTo>
                  <a:lnTo>
                    <a:pt x="824" y="248"/>
                  </a:lnTo>
                  <a:lnTo>
                    <a:pt x="700" y="124"/>
                  </a:lnTo>
                  <a:lnTo>
                    <a:pt x="577" y="42"/>
                  </a:lnTo>
                  <a:lnTo>
                    <a:pt x="577" y="42"/>
                  </a:lnTo>
                  <a:lnTo>
                    <a:pt x="45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5443500" y="2600000"/>
              <a:ext cx="30925" cy="32975"/>
            </a:xfrm>
            <a:custGeom>
              <a:avLst/>
              <a:gdLst/>
              <a:ahLst/>
              <a:cxnLst/>
              <a:rect l="l" t="t" r="r" b="b"/>
              <a:pathLst>
                <a:path w="1237" h="1319" extrusionOk="0">
                  <a:moveTo>
                    <a:pt x="659" y="1"/>
                  </a:moveTo>
                  <a:lnTo>
                    <a:pt x="453" y="42"/>
                  </a:lnTo>
                  <a:lnTo>
                    <a:pt x="289" y="124"/>
                  </a:lnTo>
                  <a:lnTo>
                    <a:pt x="124" y="248"/>
                  </a:lnTo>
                  <a:lnTo>
                    <a:pt x="41" y="454"/>
                  </a:lnTo>
                  <a:lnTo>
                    <a:pt x="0" y="577"/>
                  </a:lnTo>
                  <a:lnTo>
                    <a:pt x="0" y="701"/>
                  </a:lnTo>
                  <a:lnTo>
                    <a:pt x="41" y="948"/>
                  </a:lnTo>
                  <a:lnTo>
                    <a:pt x="83" y="1072"/>
                  </a:lnTo>
                  <a:lnTo>
                    <a:pt x="165" y="1154"/>
                  </a:lnTo>
                  <a:lnTo>
                    <a:pt x="289" y="1236"/>
                  </a:lnTo>
                  <a:lnTo>
                    <a:pt x="371" y="1319"/>
                  </a:lnTo>
                  <a:lnTo>
                    <a:pt x="783" y="1319"/>
                  </a:lnTo>
                  <a:lnTo>
                    <a:pt x="948" y="1195"/>
                  </a:lnTo>
                  <a:lnTo>
                    <a:pt x="1113" y="1072"/>
                  </a:lnTo>
                  <a:lnTo>
                    <a:pt x="1195" y="866"/>
                  </a:lnTo>
                  <a:lnTo>
                    <a:pt x="1236" y="742"/>
                  </a:lnTo>
                  <a:lnTo>
                    <a:pt x="1236" y="618"/>
                  </a:lnTo>
                  <a:lnTo>
                    <a:pt x="1195" y="371"/>
                  </a:lnTo>
                  <a:lnTo>
                    <a:pt x="1154" y="248"/>
                  </a:lnTo>
                  <a:lnTo>
                    <a:pt x="1071" y="165"/>
                  </a:lnTo>
                  <a:lnTo>
                    <a:pt x="948" y="83"/>
                  </a:lnTo>
                  <a:lnTo>
                    <a:pt x="865" y="42"/>
                  </a:lnTo>
                  <a:lnTo>
                    <a:pt x="659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9"/>
            <p:cNvSpPr/>
            <p:nvPr/>
          </p:nvSpPr>
          <p:spPr>
            <a:xfrm>
              <a:off x="5443500" y="2600000"/>
              <a:ext cx="30925" cy="32975"/>
            </a:xfrm>
            <a:custGeom>
              <a:avLst/>
              <a:gdLst/>
              <a:ahLst/>
              <a:cxnLst/>
              <a:rect l="l" t="t" r="r" b="b"/>
              <a:pathLst>
                <a:path w="1237" h="1319" fill="none" extrusionOk="0">
                  <a:moveTo>
                    <a:pt x="659" y="1"/>
                  </a:moveTo>
                  <a:lnTo>
                    <a:pt x="659" y="1"/>
                  </a:lnTo>
                  <a:lnTo>
                    <a:pt x="453" y="42"/>
                  </a:lnTo>
                  <a:lnTo>
                    <a:pt x="289" y="124"/>
                  </a:lnTo>
                  <a:lnTo>
                    <a:pt x="124" y="248"/>
                  </a:lnTo>
                  <a:lnTo>
                    <a:pt x="41" y="454"/>
                  </a:lnTo>
                  <a:lnTo>
                    <a:pt x="41" y="454"/>
                  </a:lnTo>
                  <a:lnTo>
                    <a:pt x="0" y="577"/>
                  </a:lnTo>
                  <a:lnTo>
                    <a:pt x="0" y="701"/>
                  </a:lnTo>
                  <a:lnTo>
                    <a:pt x="41" y="948"/>
                  </a:lnTo>
                  <a:lnTo>
                    <a:pt x="83" y="1072"/>
                  </a:lnTo>
                  <a:lnTo>
                    <a:pt x="165" y="1154"/>
                  </a:lnTo>
                  <a:lnTo>
                    <a:pt x="289" y="1236"/>
                  </a:lnTo>
                  <a:lnTo>
                    <a:pt x="371" y="1319"/>
                  </a:lnTo>
                  <a:lnTo>
                    <a:pt x="371" y="1319"/>
                  </a:lnTo>
                  <a:lnTo>
                    <a:pt x="577" y="1319"/>
                  </a:lnTo>
                  <a:lnTo>
                    <a:pt x="577" y="1319"/>
                  </a:lnTo>
                  <a:lnTo>
                    <a:pt x="783" y="1319"/>
                  </a:lnTo>
                  <a:lnTo>
                    <a:pt x="948" y="1195"/>
                  </a:lnTo>
                  <a:lnTo>
                    <a:pt x="1113" y="1072"/>
                  </a:lnTo>
                  <a:lnTo>
                    <a:pt x="1195" y="866"/>
                  </a:lnTo>
                  <a:lnTo>
                    <a:pt x="1195" y="866"/>
                  </a:lnTo>
                  <a:lnTo>
                    <a:pt x="1236" y="742"/>
                  </a:lnTo>
                  <a:lnTo>
                    <a:pt x="1236" y="618"/>
                  </a:lnTo>
                  <a:lnTo>
                    <a:pt x="1195" y="371"/>
                  </a:lnTo>
                  <a:lnTo>
                    <a:pt x="1154" y="248"/>
                  </a:lnTo>
                  <a:lnTo>
                    <a:pt x="1071" y="165"/>
                  </a:lnTo>
                  <a:lnTo>
                    <a:pt x="948" y="83"/>
                  </a:lnTo>
                  <a:lnTo>
                    <a:pt x="865" y="42"/>
                  </a:lnTo>
                  <a:lnTo>
                    <a:pt x="865" y="42"/>
                  </a:lnTo>
                  <a:lnTo>
                    <a:pt x="6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5387875" y="2583525"/>
              <a:ext cx="21650" cy="22675"/>
            </a:xfrm>
            <a:custGeom>
              <a:avLst/>
              <a:gdLst/>
              <a:ahLst/>
              <a:cxnLst/>
              <a:rect l="l" t="t" r="r" b="b"/>
              <a:pathLst>
                <a:path w="866" h="907" extrusionOk="0">
                  <a:moveTo>
                    <a:pt x="330" y="0"/>
                  </a:moveTo>
                  <a:lnTo>
                    <a:pt x="206" y="83"/>
                  </a:lnTo>
                  <a:lnTo>
                    <a:pt x="83" y="165"/>
                  </a:lnTo>
                  <a:lnTo>
                    <a:pt x="42" y="289"/>
                  </a:lnTo>
                  <a:lnTo>
                    <a:pt x="0" y="495"/>
                  </a:lnTo>
                  <a:lnTo>
                    <a:pt x="42" y="660"/>
                  </a:lnTo>
                  <a:lnTo>
                    <a:pt x="124" y="783"/>
                  </a:lnTo>
                  <a:lnTo>
                    <a:pt x="289" y="865"/>
                  </a:lnTo>
                  <a:lnTo>
                    <a:pt x="412" y="907"/>
                  </a:lnTo>
                  <a:lnTo>
                    <a:pt x="536" y="865"/>
                  </a:lnTo>
                  <a:lnTo>
                    <a:pt x="660" y="824"/>
                  </a:lnTo>
                  <a:lnTo>
                    <a:pt x="783" y="701"/>
                  </a:lnTo>
                  <a:lnTo>
                    <a:pt x="824" y="577"/>
                  </a:lnTo>
                  <a:lnTo>
                    <a:pt x="866" y="412"/>
                  </a:lnTo>
                  <a:lnTo>
                    <a:pt x="824" y="248"/>
                  </a:lnTo>
                  <a:lnTo>
                    <a:pt x="742" y="83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9"/>
            <p:cNvSpPr/>
            <p:nvPr/>
          </p:nvSpPr>
          <p:spPr>
            <a:xfrm>
              <a:off x="5387875" y="2583525"/>
              <a:ext cx="21650" cy="22675"/>
            </a:xfrm>
            <a:custGeom>
              <a:avLst/>
              <a:gdLst/>
              <a:ahLst/>
              <a:cxnLst/>
              <a:rect l="l" t="t" r="r" b="b"/>
              <a:pathLst>
                <a:path w="866" h="907" fill="none" extrusionOk="0">
                  <a:moveTo>
                    <a:pt x="454" y="0"/>
                  </a:moveTo>
                  <a:lnTo>
                    <a:pt x="454" y="0"/>
                  </a:lnTo>
                  <a:lnTo>
                    <a:pt x="330" y="0"/>
                  </a:lnTo>
                  <a:lnTo>
                    <a:pt x="206" y="83"/>
                  </a:lnTo>
                  <a:lnTo>
                    <a:pt x="83" y="165"/>
                  </a:lnTo>
                  <a:lnTo>
                    <a:pt x="42" y="289"/>
                  </a:lnTo>
                  <a:lnTo>
                    <a:pt x="42" y="289"/>
                  </a:lnTo>
                  <a:lnTo>
                    <a:pt x="0" y="495"/>
                  </a:lnTo>
                  <a:lnTo>
                    <a:pt x="42" y="660"/>
                  </a:lnTo>
                  <a:lnTo>
                    <a:pt x="124" y="783"/>
                  </a:lnTo>
                  <a:lnTo>
                    <a:pt x="289" y="865"/>
                  </a:lnTo>
                  <a:lnTo>
                    <a:pt x="289" y="865"/>
                  </a:lnTo>
                  <a:lnTo>
                    <a:pt x="412" y="907"/>
                  </a:lnTo>
                  <a:lnTo>
                    <a:pt x="412" y="907"/>
                  </a:lnTo>
                  <a:lnTo>
                    <a:pt x="536" y="865"/>
                  </a:lnTo>
                  <a:lnTo>
                    <a:pt x="660" y="824"/>
                  </a:lnTo>
                  <a:lnTo>
                    <a:pt x="783" y="701"/>
                  </a:lnTo>
                  <a:lnTo>
                    <a:pt x="824" y="577"/>
                  </a:lnTo>
                  <a:lnTo>
                    <a:pt x="824" y="577"/>
                  </a:lnTo>
                  <a:lnTo>
                    <a:pt x="866" y="412"/>
                  </a:lnTo>
                  <a:lnTo>
                    <a:pt x="824" y="248"/>
                  </a:lnTo>
                  <a:lnTo>
                    <a:pt x="742" y="83"/>
                  </a:lnTo>
                  <a:lnTo>
                    <a:pt x="577" y="0"/>
                  </a:lnTo>
                  <a:lnTo>
                    <a:pt x="577" y="0"/>
                  </a:lnTo>
                  <a:lnTo>
                    <a:pt x="4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9"/>
            <p:cNvSpPr/>
            <p:nvPr/>
          </p:nvSpPr>
          <p:spPr>
            <a:xfrm>
              <a:off x="5442450" y="2708150"/>
              <a:ext cx="15475" cy="16500"/>
            </a:xfrm>
            <a:custGeom>
              <a:avLst/>
              <a:gdLst/>
              <a:ahLst/>
              <a:cxnLst/>
              <a:rect l="l" t="t" r="r" b="b"/>
              <a:pathLst>
                <a:path w="619" h="660" extrusionOk="0">
                  <a:moveTo>
                    <a:pt x="331" y="0"/>
                  </a:moveTo>
                  <a:lnTo>
                    <a:pt x="248" y="41"/>
                  </a:lnTo>
                  <a:lnTo>
                    <a:pt x="125" y="83"/>
                  </a:lnTo>
                  <a:lnTo>
                    <a:pt x="83" y="165"/>
                  </a:lnTo>
                  <a:lnTo>
                    <a:pt x="1" y="247"/>
                  </a:lnTo>
                  <a:lnTo>
                    <a:pt x="1" y="371"/>
                  </a:lnTo>
                  <a:lnTo>
                    <a:pt x="42" y="495"/>
                  </a:lnTo>
                  <a:lnTo>
                    <a:pt x="83" y="577"/>
                  </a:lnTo>
                  <a:lnTo>
                    <a:pt x="207" y="659"/>
                  </a:lnTo>
                  <a:lnTo>
                    <a:pt x="372" y="659"/>
                  </a:lnTo>
                  <a:lnTo>
                    <a:pt x="495" y="618"/>
                  </a:lnTo>
                  <a:lnTo>
                    <a:pt x="537" y="536"/>
                  </a:lnTo>
                  <a:lnTo>
                    <a:pt x="619" y="453"/>
                  </a:lnTo>
                  <a:lnTo>
                    <a:pt x="619" y="330"/>
                  </a:lnTo>
                  <a:lnTo>
                    <a:pt x="578" y="206"/>
                  </a:lnTo>
                  <a:lnTo>
                    <a:pt x="537" y="83"/>
                  </a:lnTo>
                  <a:lnTo>
                    <a:pt x="413" y="4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5442450" y="2708150"/>
              <a:ext cx="15475" cy="16500"/>
            </a:xfrm>
            <a:custGeom>
              <a:avLst/>
              <a:gdLst/>
              <a:ahLst/>
              <a:cxnLst/>
              <a:rect l="l" t="t" r="r" b="b"/>
              <a:pathLst>
                <a:path w="619" h="660" fill="none" extrusionOk="0">
                  <a:moveTo>
                    <a:pt x="331" y="0"/>
                  </a:moveTo>
                  <a:lnTo>
                    <a:pt x="331" y="0"/>
                  </a:lnTo>
                  <a:lnTo>
                    <a:pt x="248" y="41"/>
                  </a:lnTo>
                  <a:lnTo>
                    <a:pt x="125" y="83"/>
                  </a:lnTo>
                  <a:lnTo>
                    <a:pt x="83" y="165"/>
                  </a:lnTo>
                  <a:lnTo>
                    <a:pt x="1" y="247"/>
                  </a:lnTo>
                  <a:lnTo>
                    <a:pt x="1" y="247"/>
                  </a:lnTo>
                  <a:lnTo>
                    <a:pt x="1" y="371"/>
                  </a:lnTo>
                  <a:lnTo>
                    <a:pt x="42" y="495"/>
                  </a:lnTo>
                  <a:lnTo>
                    <a:pt x="83" y="577"/>
                  </a:lnTo>
                  <a:lnTo>
                    <a:pt x="207" y="659"/>
                  </a:lnTo>
                  <a:lnTo>
                    <a:pt x="207" y="659"/>
                  </a:lnTo>
                  <a:lnTo>
                    <a:pt x="289" y="659"/>
                  </a:lnTo>
                  <a:lnTo>
                    <a:pt x="289" y="659"/>
                  </a:lnTo>
                  <a:lnTo>
                    <a:pt x="372" y="659"/>
                  </a:lnTo>
                  <a:lnTo>
                    <a:pt x="495" y="618"/>
                  </a:lnTo>
                  <a:lnTo>
                    <a:pt x="537" y="536"/>
                  </a:lnTo>
                  <a:lnTo>
                    <a:pt x="619" y="453"/>
                  </a:lnTo>
                  <a:lnTo>
                    <a:pt x="619" y="453"/>
                  </a:lnTo>
                  <a:lnTo>
                    <a:pt x="619" y="330"/>
                  </a:lnTo>
                  <a:lnTo>
                    <a:pt x="578" y="206"/>
                  </a:lnTo>
                  <a:lnTo>
                    <a:pt x="537" y="83"/>
                  </a:lnTo>
                  <a:lnTo>
                    <a:pt x="413" y="41"/>
                  </a:lnTo>
                  <a:lnTo>
                    <a:pt x="413" y="41"/>
                  </a:lnTo>
                  <a:lnTo>
                    <a:pt x="3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5490875" y="2490825"/>
              <a:ext cx="42250" cy="45350"/>
            </a:xfrm>
            <a:custGeom>
              <a:avLst/>
              <a:gdLst/>
              <a:ahLst/>
              <a:cxnLst/>
              <a:rect l="l" t="t" r="r" b="b"/>
              <a:pathLst>
                <a:path w="1690" h="1814" extrusionOk="0">
                  <a:moveTo>
                    <a:pt x="865" y="1"/>
                  </a:moveTo>
                  <a:lnTo>
                    <a:pt x="618" y="42"/>
                  </a:lnTo>
                  <a:lnTo>
                    <a:pt x="371" y="165"/>
                  </a:lnTo>
                  <a:lnTo>
                    <a:pt x="206" y="371"/>
                  </a:lnTo>
                  <a:lnTo>
                    <a:pt x="42" y="618"/>
                  </a:lnTo>
                  <a:lnTo>
                    <a:pt x="0" y="783"/>
                  </a:lnTo>
                  <a:lnTo>
                    <a:pt x="0" y="989"/>
                  </a:lnTo>
                  <a:lnTo>
                    <a:pt x="0" y="1154"/>
                  </a:lnTo>
                  <a:lnTo>
                    <a:pt x="83" y="1319"/>
                  </a:lnTo>
                  <a:lnTo>
                    <a:pt x="124" y="1442"/>
                  </a:lnTo>
                  <a:lnTo>
                    <a:pt x="247" y="1566"/>
                  </a:lnTo>
                  <a:lnTo>
                    <a:pt x="371" y="1690"/>
                  </a:lnTo>
                  <a:lnTo>
                    <a:pt x="536" y="1772"/>
                  </a:lnTo>
                  <a:lnTo>
                    <a:pt x="783" y="1813"/>
                  </a:lnTo>
                  <a:lnTo>
                    <a:pt x="1071" y="1772"/>
                  </a:lnTo>
                  <a:lnTo>
                    <a:pt x="1277" y="1648"/>
                  </a:lnTo>
                  <a:lnTo>
                    <a:pt x="1483" y="1442"/>
                  </a:lnTo>
                  <a:lnTo>
                    <a:pt x="1607" y="1195"/>
                  </a:lnTo>
                  <a:lnTo>
                    <a:pt x="1689" y="1030"/>
                  </a:lnTo>
                  <a:lnTo>
                    <a:pt x="1689" y="866"/>
                  </a:lnTo>
                  <a:lnTo>
                    <a:pt x="1648" y="660"/>
                  </a:lnTo>
                  <a:lnTo>
                    <a:pt x="1607" y="495"/>
                  </a:lnTo>
                  <a:lnTo>
                    <a:pt x="1525" y="371"/>
                  </a:lnTo>
                  <a:lnTo>
                    <a:pt x="1442" y="248"/>
                  </a:lnTo>
                  <a:lnTo>
                    <a:pt x="1319" y="124"/>
                  </a:lnTo>
                  <a:lnTo>
                    <a:pt x="1154" y="83"/>
                  </a:lnTo>
                  <a:lnTo>
                    <a:pt x="865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9"/>
            <p:cNvSpPr/>
            <p:nvPr/>
          </p:nvSpPr>
          <p:spPr>
            <a:xfrm>
              <a:off x="5490875" y="2490825"/>
              <a:ext cx="42250" cy="45350"/>
            </a:xfrm>
            <a:custGeom>
              <a:avLst/>
              <a:gdLst/>
              <a:ahLst/>
              <a:cxnLst/>
              <a:rect l="l" t="t" r="r" b="b"/>
              <a:pathLst>
                <a:path w="1690" h="1814" fill="none" extrusionOk="0">
                  <a:moveTo>
                    <a:pt x="865" y="1"/>
                  </a:moveTo>
                  <a:lnTo>
                    <a:pt x="865" y="1"/>
                  </a:lnTo>
                  <a:lnTo>
                    <a:pt x="618" y="42"/>
                  </a:lnTo>
                  <a:lnTo>
                    <a:pt x="371" y="165"/>
                  </a:lnTo>
                  <a:lnTo>
                    <a:pt x="206" y="371"/>
                  </a:lnTo>
                  <a:lnTo>
                    <a:pt x="42" y="618"/>
                  </a:lnTo>
                  <a:lnTo>
                    <a:pt x="42" y="618"/>
                  </a:lnTo>
                  <a:lnTo>
                    <a:pt x="0" y="783"/>
                  </a:lnTo>
                  <a:lnTo>
                    <a:pt x="0" y="989"/>
                  </a:lnTo>
                  <a:lnTo>
                    <a:pt x="0" y="1154"/>
                  </a:lnTo>
                  <a:lnTo>
                    <a:pt x="83" y="1319"/>
                  </a:lnTo>
                  <a:lnTo>
                    <a:pt x="124" y="1442"/>
                  </a:lnTo>
                  <a:lnTo>
                    <a:pt x="247" y="1566"/>
                  </a:lnTo>
                  <a:lnTo>
                    <a:pt x="371" y="1690"/>
                  </a:lnTo>
                  <a:lnTo>
                    <a:pt x="536" y="1772"/>
                  </a:lnTo>
                  <a:lnTo>
                    <a:pt x="536" y="1772"/>
                  </a:lnTo>
                  <a:lnTo>
                    <a:pt x="783" y="1813"/>
                  </a:lnTo>
                  <a:lnTo>
                    <a:pt x="783" y="1813"/>
                  </a:lnTo>
                  <a:lnTo>
                    <a:pt x="1071" y="1772"/>
                  </a:lnTo>
                  <a:lnTo>
                    <a:pt x="1277" y="1648"/>
                  </a:lnTo>
                  <a:lnTo>
                    <a:pt x="1483" y="1442"/>
                  </a:lnTo>
                  <a:lnTo>
                    <a:pt x="1607" y="1195"/>
                  </a:lnTo>
                  <a:lnTo>
                    <a:pt x="1607" y="1195"/>
                  </a:lnTo>
                  <a:lnTo>
                    <a:pt x="1689" y="1030"/>
                  </a:lnTo>
                  <a:lnTo>
                    <a:pt x="1689" y="866"/>
                  </a:lnTo>
                  <a:lnTo>
                    <a:pt x="1648" y="660"/>
                  </a:lnTo>
                  <a:lnTo>
                    <a:pt x="1607" y="495"/>
                  </a:lnTo>
                  <a:lnTo>
                    <a:pt x="1525" y="371"/>
                  </a:lnTo>
                  <a:lnTo>
                    <a:pt x="1442" y="248"/>
                  </a:lnTo>
                  <a:lnTo>
                    <a:pt x="1319" y="124"/>
                  </a:lnTo>
                  <a:lnTo>
                    <a:pt x="1154" y="83"/>
                  </a:lnTo>
                  <a:lnTo>
                    <a:pt x="1154" y="83"/>
                  </a:lnTo>
                  <a:lnTo>
                    <a:pt x="86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9"/>
            <p:cNvSpPr/>
            <p:nvPr/>
          </p:nvSpPr>
          <p:spPr>
            <a:xfrm>
              <a:off x="5511475" y="2609275"/>
              <a:ext cx="24750" cy="25775"/>
            </a:xfrm>
            <a:custGeom>
              <a:avLst/>
              <a:gdLst/>
              <a:ahLst/>
              <a:cxnLst/>
              <a:rect l="l" t="t" r="r" b="b"/>
              <a:pathLst>
                <a:path w="990" h="1031" extrusionOk="0">
                  <a:moveTo>
                    <a:pt x="536" y="0"/>
                  </a:moveTo>
                  <a:lnTo>
                    <a:pt x="371" y="41"/>
                  </a:lnTo>
                  <a:lnTo>
                    <a:pt x="247" y="83"/>
                  </a:lnTo>
                  <a:lnTo>
                    <a:pt x="124" y="206"/>
                  </a:lnTo>
                  <a:lnTo>
                    <a:pt x="41" y="371"/>
                  </a:lnTo>
                  <a:lnTo>
                    <a:pt x="0" y="577"/>
                  </a:lnTo>
                  <a:lnTo>
                    <a:pt x="41" y="742"/>
                  </a:lnTo>
                  <a:lnTo>
                    <a:pt x="165" y="907"/>
                  </a:lnTo>
                  <a:lnTo>
                    <a:pt x="330" y="989"/>
                  </a:lnTo>
                  <a:lnTo>
                    <a:pt x="495" y="1030"/>
                  </a:lnTo>
                  <a:lnTo>
                    <a:pt x="618" y="1030"/>
                  </a:lnTo>
                  <a:lnTo>
                    <a:pt x="742" y="948"/>
                  </a:lnTo>
                  <a:lnTo>
                    <a:pt x="865" y="824"/>
                  </a:lnTo>
                  <a:lnTo>
                    <a:pt x="948" y="701"/>
                  </a:lnTo>
                  <a:lnTo>
                    <a:pt x="989" y="495"/>
                  </a:lnTo>
                  <a:lnTo>
                    <a:pt x="948" y="289"/>
                  </a:lnTo>
                  <a:lnTo>
                    <a:pt x="824" y="124"/>
                  </a:lnTo>
                  <a:lnTo>
                    <a:pt x="659" y="41"/>
                  </a:lnTo>
                  <a:lnTo>
                    <a:pt x="536" y="0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5511475" y="2609275"/>
              <a:ext cx="24750" cy="25775"/>
            </a:xfrm>
            <a:custGeom>
              <a:avLst/>
              <a:gdLst/>
              <a:ahLst/>
              <a:cxnLst/>
              <a:rect l="l" t="t" r="r" b="b"/>
              <a:pathLst>
                <a:path w="990" h="1031" fill="none" extrusionOk="0">
                  <a:moveTo>
                    <a:pt x="536" y="0"/>
                  </a:moveTo>
                  <a:lnTo>
                    <a:pt x="536" y="0"/>
                  </a:lnTo>
                  <a:lnTo>
                    <a:pt x="371" y="41"/>
                  </a:lnTo>
                  <a:lnTo>
                    <a:pt x="247" y="83"/>
                  </a:lnTo>
                  <a:lnTo>
                    <a:pt x="124" y="206"/>
                  </a:lnTo>
                  <a:lnTo>
                    <a:pt x="41" y="371"/>
                  </a:lnTo>
                  <a:lnTo>
                    <a:pt x="41" y="371"/>
                  </a:lnTo>
                  <a:lnTo>
                    <a:pt x="0" y="577"/>
                  </a:lnTo>
                  <a:lnTo>
                    <a:pt x="41" y="742"/>
                  </a:lnTo>
                  <a:lnTo>
                    <a:pt x="165" y="907"/>
                  </a:lnTo>
                  <a:lnTo>
                    <a:pt x="330" y="989"/>
                  </a:lnTo>
                  <a:lnTo>
                    <a:pt x="330" y="989"/>
                  </a:lnTo>
                  <a:lnTo>
                    <a:pt x="495" y="1030"/>
                  </a:lnTo>
                  <a:lnTo>
                    <a:pt x="495" y="1030"/>
                  </a:lnTo>
                  <a:lnTo>
                    <a:pt x="618" y="1030"/>
                  </a:lnTo>
                  <a:lnTo>
                    <a:pt x="742" y="948"/>
                  </a:lnTo>
                  <a:lnTo>
                    <a:pt x="865" y="824"/>
                  </a:lnTo>
                  <a:lnTo>
                    <a:pt x="948" y="701"/>
                  </a:lnTo>
                  <a:lnTo>
                    <a:pt x="948" y="701"/>
                  </a:lnTo>
                  <a:lnTo>
                    <a:pt x="989" y="495"/>
                  </a:lnTo>
                  <a:lnTo>
                    <a:pt x="948" y="289"/>
                  </a:lnTo>
                  <a:lnTo>
                    <a:pt x="824" y="124"/>
                  </a:lnTo>
                  <a:lnTo>
                    <a:pt x="659" y="41"/>
                  </a:lnTo>
                  <a:lnTo>
                    <a:pt x="659" y="41"/>
                  </a:lnTo>
                  <a:lnTo>
                    <a:pt x="5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9"/>
            <p:cNvSpPr/>
            <p:nvPr/>
          </p:nvSpPr>
          <p:spPr>
            <a:xfrm>
              <a:off x="5488800" y="2706075"/>
              <a:ext cx="14450" cy="15475"/>
            </a:xfrm>
            <a:custGeom>
              <a:avLst/>
              <a:gdLst/>
              <a:ahLst/>
              <a:cxnLst/>
              <a:rect l="l" t="t" r="r" b="b"/>
              <a:pathLst>
                <a:path w="578" h="619" extrusionOk="0">
                  <a:moveTo>
                    <a:pt x="207" y="1"/>
                  </a:moveTo>
                  <a:lnTo>
                    <a:pt x="125" y="42"/>
                  </a:lnTo>
                  <a:lnTo>
                    <a:pt x="42" y="124"/>
                  </a:lnTo>
                  <a:lnTo>
                    <a:pt x="1" y="207"/>
                  </a:lnTo>
                  <a:lnTo>
                    <a:pt x="1" y="330"/>
                  </a:lnTo>
                  <a:lnTo>
                    <a:pt x="1" y="454"/>
                  </a:lnTo>
                  <a:lnTo>
                    <a:pt x="83" y="536"/>
                  </a:lnTo>
                  <a:lnTo>
                    <a:pt x="166" y="578"/>
                  </a:lnTo>
                  <a:lnTo>
                    <a:pt x="248" y="619"/>
                  </a:lnTo>
                  <a:lnTo>
                    <a:pt x="372" y="578"/>
                  </a:lnTo>
                  <a:lnTo>
                    <a:pt x="454" y="536"/>
                  </a:lnTo>
                  <a:lnTo>
                    <a:pt x="495" y="495"/>
                  </a:lnTo>
                  <a:lnTo>
                    <a:pt x="536" y="413"/>
                  </a:lnTo>
                  <a:lnTo>
                    <a:pt x="578" y="289"/>
                  </a:lnTo>
                  <a:lnTo>
                    <a:pt x="536" y="166"/>
                  </a:lnTo>
                  <a:lnTo>
                    <a:pt x="495" y="83"/>
                  </a:lnTo>
                  <a:lnTo>
                    <a:pt x="372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9"/>
            <p:cNvSpPr/>
            <p:nvPr/>
          </p:nvSpPr>
          <p:spPr>
            <a:xfrm>
              <a:off x="5488800" y="2706075"/>
              <a:ext cx="14450" cy="15475"/>
            </a:xfrm>
            <a:custGeom>
              <a:avLst/>
              <a:gdLst/>
              <a:ahLst/>
              <a:cxnLst/>
              <a:rect l="l" t="t" r="r" b="b"/>
              <a:pathLst>
                <a:path w="578" h="619" fill="none" extrusionOk="0">
                  <a:moveTo>
                    <a:pt x="289" y="1"/>
                  </a:moveTo>
                  <a:lnTo>
                    <a:pt x="289" y="1"/>
                  </a:lnTo>
                  <a:lnTo>
                    <a:pt x="207" y="1"/>
                  </a:lnTo>
                  <a:lnTo>
                    <a:pt x="125" y="42"/>
                  </a:lnTo>
                  <a:lnTo>
                    <a:pt x="42" y="124"/>
                  </a:lnTo>
                  <a:lnTo>
                    <a:pt x="1" y="207"/>
                  </a:lnTo>
                  <a:lnTo>
                    <a:pt x="1" y="207"/>
                  </a:lnTo>
                  <a:lnTo>
                    <a:pt x="1" y="330"/>
                  </a:lnTo>
                  <a:lnTo>
                    <a:pt x="1" y="454"/>
                  </a:lnTo>
                  <a:lnTo>
                    <a:pt x="83" y="536"/>
                  </a:lnTo>
                  <a:lnTo>
                    <a:pt x="166" y="578"/>
                  </a:lnTo>
                  <a:lnTo>
                    <a:pt x="166" y="578"/>
                  </a:lnTo>
                  <a:lnTo>
                    <a:pt x="248" y="619"/>
                  </a:lnTo>
                  <a:lnTo>
                    <a:pt x="248" y="619"/>
                  </a:lnTo>
                  <a:lnTo>
                    <a:pt x="372" y="578"/>
                  </a:lnTo>
                  <a:lnTo>
                    <a:pt x="454" y="536"/>
                  </a:lnTo>
                  <a:lnTo>
                    <a:pt x="495" y="495"/>
                  </a:lnTo>
                  <a:lnTo>
                    <a:pt x="536" y="413"/>
                  </a:lnTo>
                  <a:lnTo>
                    <a:pt x="536" y="413"/>
                  </a:lnTo>
                  <a:lnTo>
                    <a:pt x="578" y="289"/>
                  </a:lnTo>
                  <a:lnTo>
                    <a:pt x="536" y="166"/>
                  </a:lnTo>
                  <a:lnTo>
                    <a:pt x="495" y="83"/>
                  </a:lnTo>
                  <a:lnTo>
                    <a:pt x="372" y="1"/>
                  </a:lnTo>
                  <a:lnTo>
                    <a:pt x="372" y="1"/>
                  </a:lnTo>
                  <a:lnTo>
                    <a:pt x="28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9"/>
            <p:cNvSpPr/>
            <p:nvPr/>
          </p:nvSpPr>
          <p:spPr>
            <a:xfrm>
              <a:off x="5687600" y="2366200"/>
              <a:ext cx="54600" cy="6200"/>
            </a:xfrm>
            <a:custGeom>
              <a:avLst/>
              <a:gdLst/>
              <a:ahLst/>
              <a:cxnLst/>
              <a:rect l="l" t="t" r="r" b="b"/>
              <a:pathLst>
                <a:path w="2184" h="248" extrusionOk="0">
                  <a:moveTo>
                    <a:pt x="1978" y="1"/>
                  </a:moveTo>
                  <a:lnTo>
                    <a:pt x="1318" y="83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783" y="165"/>
                  </a:lnTo>
                  <a:lnTo>
                    <a:pt x="1730" y="42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rgbClr val="A4C1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9"/>
            <p:cNvSpPr/>
            <p:nvPr/>
          </p:nvSpPr>
          <p:spPr>
            <a:xfrm>
              <a:off x="5687600" y="2366200"/>
              <a:ext cx="146275" cy="34025"/>
            </a:xfrm>
            <a:custGeom>
              <a:avLst/>
              <a:gdLst/>
              <a:ahLst/>
              <a:cxnLst/>
              <a:rect l="l" t="t" r="r" b="b"/>
              <a:pathLst>
                <a:path w="5851" h="1361" fill="none" extrusionOk="0">
                  <a:moveTo>
                    <a:pt x="2637" y="1"/>
                  </a:moveTo>
                  <a:lnTo>
                    <a:pt x="2637" y="1"/>
                  </a:lnTo>
                  <a:lnTo>
                    <a:pt x="1978" y="1"/>
                  </a:lnTo>
                  <a:lnTo>
                    <a:pt x="1318" y="83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783" y="165"/>
                  </a:lnTo>
                  <a:lnTo>
                    <a:pt x="783" y="165"/>
                  </a:lnTo>
                  <a:lnTo>
                    <a:pt x="1730" y="42"/>
                  </a:lnTo>
                  <a:lnTo>
                    <a:pt x="2184" y="1"/>
                  </a:lnTo>
                  <a:lnTo>
                    <a:pt x="2637" y="1"/>
                  </a:lnTo>
                  <a:lnTo>
                    <a:pt x="2637" y="1"/>
                  </a:lnTo>
                  <a:lnTo>
                    <a:pt x="3131" y="1"/>
                  </a:lnTo>
                  <a:lnTo>
                    <a:pt x="3626" y="83"/>
                  </a:lnTo>
                  <a:lnTo>
                    <a:pt x="4120" y="207"/>
                  </a:lnTo>
                  <a:lnTo>
                    <a:pt x="4573" y="413"/>
                  </a:lnTo>
                  <a:lnTo>
                    <a:pt x="4573" y="413"/>
                  </a:lnTo>
                  <a:lnTo>
                    <a:pt x="4903" y="619"/>
                  </a:lnTo>
                  <a:lnTo>
                    <a:pt x="5232" y="866"/>
                  </a:lnTo>
                  <a:lnTo>
                    <a:pt x="5850" y="1360"/>
                  </a:lnTo>
                  <a:lnTo>
                    <a:pt x="5850" y="1360"/>
                  </a:lnTo>
                  <a:lnTo>
                    <a:pt x="5850" y="1360"/>
                  </a:lnTo>
                  <a:lnTo>
                    <a:pt x="5232" y="866"/>
                  </a:lnTo>
                  <a:lnTo>
                    <a:pt x="4903" y="619"/>
                  </a:lnTo>
                  <a:lnTo>
                    <a:pt x="4573" y="413"/>
                  </a:lnTo>
                  <a:lnTo>
                    <a:pt x="4573" y="413"/>
                  </a:lnTo>
                  <a:lnTo>
                    <a:pt x="4120" y="207"/>
                  </a:lnTo>
                  <a:lnTo>
                    <a:pt x="3626" y="83"/>
                  </a:lnTo>
                  <a:lnTo>
                    <a:pt x="3131" y="1"/>
                  </a:lnTo>
                  <a:lnTo>
                    <a:pt x="263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9"/>
            <p:cNvSpPr/>
            <p:nvPr/>
          </p:nvSpPr>
          <p:spPr>
            <a:xfrm>
              <a:off x="5302400" y="2400200"/>
              <a:ext cx="749825" cy="709650"/>
            </a:xfrm>
            <a:custGeom>
              <a:avLst/>
              <a:gdLst/>
              <a:ahLst/>
              <a:cxnLst/>
              <a:rect l="l" t="t" r="r" b="b"/>
              <a:pathLst>
                <a:path w="29993" h="28386" extrusionOk="0">
                  <a:moveTo>
                    <a:pt x="2843" y="28386"/>
                  </a:moveTo>
                  <a:lnTo>
                    <a:pt x="2843" y="28386"/>
                  </a:lnTo>
                  <a:lnTo>
                    <a:pt x="2884" y="28386"/>
                  </a:lnTo>
                  <a:lnTo>
                    <a:pt x="2884" y="28386"/>
                  </a:lnTo>
                  <a:lnTo>
                    <a:pt x="2843" y="28386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247" y="27520"/>
                  </a:lnTo>
                  <a:lnTo>
                    <a:pt x="824" y="27768"/>
                  </a:lnTo>
                  <a:lnTo>
                    <a:pt x="1689" y="28056"/>
                  </a:lnTo>
                  <a:lnTo>
                    <a:pt x="2802" y="28386"/>
                  </a:lnTo>
                  <a:lnTo>
                    <a:pt x="2802" y="28386"/>
                  </a:lnTo>
                  <a:lnTo>
                    <a:pt x="1689" y="28056"/>
                  </a:lnTo>
                  <a:lnTo>
                    <a:pt x="824" y="27768"/>
                  </a:lnTo>
                  <a:lnTo>
                    <a:pt x="247" y="27520"/>
                  </a:lnTo>
                  <a:lnTo>
                    <a:pt x="0" y="27397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close/>
                  <a:moveTo>
                    <a:pt x="0" y="27397"/>
                  </a:move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lnTo>
                    <a:pt x="0" y="27397"/>
                  </a:lnTo>
                  <a:close/>
                  <a:moveTo>
                    <a:pt x="28386" y="2843"/>
                  </a:moveTo>
                  <a:lnTo>
                    <a:pt x="28386" y="2843"/>
                  </a:lnTo>
                  <a:lnTo>
                    <a:pt x="28386" y="2843"/>
                  </a:lnTo>
                  <a:lnTo>
                    <a:pt x="28592" y="3214"/>
                  </a:lnTo>
                  <a:lnTo>
                    <a:pt x="28798" y="3584"/>
                  </a:lnTo>
                  <a:lnTo>
                    <a:pt x="28921" y="3996"/>
                  </a:lnTo>
                  <a:lnTo>
                    <a:pt x="29045" y="4408"/>
                  </a:lnTo>
                  <a:lnTo>
                    <a:pt x="29045" y="4408"/>
                  </a:lnTo>
                  <a:lnTo>
                    <a:pt x="29127" y="4779"/>
                  </a:lnTo>
                  <a:lnTo>
                    <a:pt x="29251" y="5232"/>
                  </a:lnTo>
                  <a:lnTo>
                    <a:pt x="29580" y="6345"/>
                  </a:lnTo>
                  <a:lnTo>
                    <a:pt x="29745" y="7004"/>
                  </a:lnTo>
                  <a:lnTo>
                    <a:pt x="29869" y="7704"/>
                  </a:lnTo>
                  <a:lnTo>
                    <a:pt x="29951" y="8446"/>
                  </a:lnTo>
                  <a:lnTo>
                    <a:pt x="29992" y="9270"/>
                  </a:lnTo>
                  <a:lnTo>
                    <a:pt x="29992" y="9270"/>
                  </a:lnTo>
                  <a:lnTo>
                    <a:pt x="29951" y="8446"/>
                  </a:lnTo>
                  <a:lnTo>
                    <a:pt x="29869" y="7704"/>
                  </a:lnTo>
                  <a:lnTo>
                    <a:pt x="29745" y="7004"/>
                  </a:lnTo>
                  <a:lnTo>
                    <a:pt x="29580" y="6345"/>
                  </a:lnTo>
                  <a:lnTo>
                    <a:pt x="29251" y="5232"/>
                  </a:lnTo>
                  <a:lnTo>
                    <a:pt x="29127" y="4779"/>
                  </a:lnTo>
                  <a:lnTo>
                    <a:pt x="29045" y="4408"/>
                  </a:lnTo>
                  <a:lnTo>
                    <a:pt x="29045" y="4408"/>
                  </a:lnTo>
                  <a:lnTo>
                    <a:pt x="28921" y="3996"/>
                  </a:lnTo>
                  <a:lnTo>
                    <a:pt x="28798" y="3584"/>
                  </a:lnTo>
                  <a:lnTo>
                    <a:pt x="28592" y="3214"/>
                  </a:lnTo>
                  <a:lnTo>
                    <a:pt x="28386" y="2843"/>
                  </a:lnTo>
                  <a:close/>
                  <a:moveTo>
                    <a:pt x="21258" y="0"/>
                  </a:moveTo>
                  <a:lnTo>
                    <a:pt x="21258" y="0"/>
                  </a:lnTo>
                  <a:lnTo>
                    <a:pt x="21258" y="0"/>
                  </a:lnTo>
                  <a:lnTo>
                    <a:pt x="21505" y="165"/>
                  </a:lnTo>
                  <a:lnTo>
                    <a:pt x="21794" y="330"/>
                  </a:lnTo>
                  <a:lnTo>
                    <a:pt x="21794" y="330"/>
                  </a:lnTo>
                  <a:lnTo>
                    <a:pt x="21876" y="412"/>
                  </a:lnTo>
                  <a:lnTo>
                    <a:pt x="21876" y="412"/>
                  </a:lnTo>
                  <a:lnTo>
                    <a:pt x="21794" y="330"/>
                  </a:lnTo>
                  <a:lnTo>
                    <a:pt x="21794" y="330"/>
                  </a:lnTo>
                  <a:lnTo>
                    <a:pt x="21505" y="165"/>
                  </a:lnTo>
                  <a:lnTo>
                    <a:pt x="21258" y="0"/>
                  </a:lnTo>
                  <a:close/>
                </a:path>
              </a:pathLst>
            </a:custGeom>
            <a:solidFill>
              <a:srgbClr val="756A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9"/>
            <p:cNvSpPr/>
            <p:nvPr/>
          </p:nvSpPr>
          <p:spPr>
            <a:xfrm>
              <a:off x="5373450" y="3109825"/>
              <a:ext cx="1050" cy="25"/>
            </a:xfrm>
            <a:custGeom>
              <a:avLst/>
              <a:gdLst/>
              <a:ahLst/>
              <a:cxnLst/>
              <a:rect l="l" t="t" r="r" b="b"/>
              <a:pathLst>
                <a:path w="4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" y="1"/>
                  </a:lnTo>
                  <a:lnTo>
                    <a:pt x="4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9"/>
            <p:cNvSpPr/>
            <p:nvPr/>
          </p:nvSpPr>
          <p:spPr>
            <a:xfrm>
              <a:off x="5302400" y="3085100"/>
              <a:ext cx="70050" cy="24750"/>
            </a:xfrm>
            <a:custGeom>
              <a:avLst/>
              <a:gdLst/>
              <a:ahLst/>
              <a:cxnLst/>
              <a:rect l="l" t="t" r="r" b="b"/>
              <a:pathLst>
                <a:path w="2802" h="990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47" y="124"/>
                  </a:lnTo>
                  <a:lnTo>
                    <a:pt x="824" y="372"/>
                  </a:lnTo>
                  <a:lnTo>
                    <a:pt x="1689" y="660"/>
                  </a:lnTo>
                  <a:lnTo>
                    <a:pt x="2802" y="990"/>
                  </a:lnTo>
                  <a:lnTo>
                    <a:pt x="2802" y="990"/>
                  </a:lnTo>
                  <a:lnTo>
                    <a:pt x="1689" y="660"/>
                  </a:lnTo>
                  <a:lnTo>
                    <a:pt x="824" y="372"/>
                  </a:lnTo>
                  <a:lnTo>
                    <a:pt x="247" y="124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9"/>
            <p:cNvSpPr/>
            <p:nvPr/>
          </p:nvSpPr>
          <p:spPr>
            <a:xfrm>
              <a:off x="6012025" y="2471250"/>
              <a:ext cx="40200" cy="160700"/>
            </a:xfrm>
            <a:custGeom>
              <a:avLst/>
              <a:gdLst/>
              <a:ahLst/>
              <a:cxnLst/>
              <a:rect l="l" t="t" r="r" b="b"/>
              <a:pathLst>
                <a:path w="1608" h="642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07" y="372"/>
                  </a:lnTo>
                  <a:lnTo>
                    <a:pt x="413" y="742"/>
                  </a:lnTo>
                  <a:lnTo>
                    <a:pt x="536" y="1154"/>
                  </a:lnTo>
                  <a:lnTo>
                    <a:pt x="660" y="1566"/>
                  </a:lnTo>
                  <a:lnTo>
                    <a:pt x="660" y="1566"/>
                  </a:lnTo>
                  <a:lnTo>
                    <a:pt x="742" y="1937"/>
                  </a:lnTo>
                  <a:lnTo>
                    <a:pt x="866" y="2390"/>
                  </a:lnTo>
                  <a:lnTo>
                    <a:pt x="1195" y="3503"/>
                  </a:lnTo>
                  <a:lnTo>
                    <a:pt x="1360" y="4162"/>
                  </a:lnTo>
                  <a:lnTo>
                    <a:pt x="1484" y="4862"/>
                  </a:lnTo>
                  <a:lnTo>
                    <a:pt x="1566" y="5604"/>
                  </a:lnTo>
                  <a:lnTo>
                    <a:pt x="1607" y="6428"/>
                  </a:lnTo>
                  <a:lnTo>
                    <a:pt x="1607" y="6428"/>
                  </a:lnTo>
                  <a:lnTo>
                    <a:pt x="1566" y="5604"/>
                  </a:lnTo>
                  <a:lnTo>
                    <a:pt x="1484" y="4862"/>
                  </a:lnTo>
                  <a:lnTo>
                    <a:pt x="1360" y="4162"/>
                  </a:lnTo>
                  <a:lnTo>
                    <a:pt x="1195" y="3503"/>
                  </a:lnTo>
                  <a:lnTo>
                    <a:pt x="866" y="2390"/>
                  </a:lnTo>
                  <a:lnTo>
                    <a:pt x="742" y="1937"/>
                  </a:lnTo>
                  <a:lnTo>
                    <a:pt x="660" y="1566"/>
                  </a:lnTo>
                  <a:lnTo>
                    <a:pt x="660" y="1566"/>
                  </a:lnTo>
                  <a:lnTo>
                    <a:pt x="536" y="1154"/>
                  </a:lnTo>
                  <a:lnTo>
                    <a:pt x="413" y="742"/>
                  </a:lnTo>
                  <a:lnTo>
                    <a:pt x="207" y="37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9"/>
            <p:cNvSpPr/>
            <p:nvPr/>
          </p:nvSpPr>
          <p:spPr>
            <a:xfrm>
              <a:off x="5833850" y="2400200"/>
              <a:ext cx="15475" cy="10325"/>
            </a:xfrm>
            <a:custGeom>
              <a:avLst/>
              <a:gdLst/>
              <a:ahLst/>
              <a:cxnLst/>
              <a:rect l="l" t="t" r="r" b="b"/>
              <a:pathLst>
                <a:path w="619" h="41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47" y="165"/>
                  </a:lnTo>
                  <a:lnTo>
                    <a:pt x="536" y="330"/>
                  </a:lnTo>
                  <a:lnTo>
                    <a:pt x="536" y="330"/>
                  </a:lnTo>
                  <a:lnTo>
                    <a:pt x="618" y="412"/>
                  </a:lnTo>
                  <a:lnTo>
                    <a:pt x="618" y="412"/>
                  </a:lnTo>
                  <a:lnTo>
                    <a:pt x="536" y="330"/>
                  </a:lnTo>
                  <a:lnTo>
                    <a:pt x="536" y="330"/>
                  </a:lnTo>
                  <a:lnTo>
                    <a:pt x="247" y="16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9"/>
            <p:cNvSpPr/>
            <p:nvPr/>
          </p:nvSpPr>
          <p:spPr>
            <a:xfrm>
              <a:off x="5283850" y="2366200"/>
              <a:ext cx="768375" cy="756000"/>
            </a:xfrm>
            <a:custGeom>
              <a:avLst/>
              <a:gdLst/>
              <a:ahLst/>
              <a:cxnLst/>
              <a:rect l="l" t="t" r="r" b="b"/>
              <a:pathLst>
                <a:path w="30735" h="30240" extrusionOk="0">
                  <a:moveTo>
                    <a:pt x="18334" y="1"/>
                  </a:moveTo>
                  <a:lnTo>
                    <a:pt x="17880" y="42"/>
                  </a:lnTo>
                  <a:lnTo>
                    <a:pt x="16933" y="165"/>
                  </a:lnTo>
                  <a:lnTo>
                    <a:pt x="16150" y="248"/>
                  </a:lnTo>
                  <a:lnTo>
                    <a:pt x="17674" y="1854"/>
                  </a:lnTo>
                  <a:lnTo>
                    <a:pt x="18375" y="2678"/>
                  </a:lnTo>
                  <a:lnTo>
                    <a:pt x="19034" y="3544"/>
                  </a:lnTo>
                  <a:lnTo>
                    <a:pt x="19611" y="4450"/>
                  </a:lnTo>
                  <a:lnTo>
                    <a:pt x="19899" y="4944"/>
                  </a:lnTo>
                  <a:lnTo>
                    <a:pt x="20105" y="5397"/>
                  </a:lnTo>
                  <a:lnTo>
                    <a:pt x="20311" y="5933"/>
                  </a:lnTo>
                  <a:lnTo>
                    <a:pt x="20517" y="6427"/>
                  </a:lnTo>
                  <a:lnTo>
                    <a:pt x="20682" y="6963"/>
                  </a:lnTo>
                  <a:lnTo>
                    <a:pt x="20764" y="7540"/>
                  </a:lnTo>
                  <a:lnTo>
                    <a:pt x="20888" y="8281"/>
                  </a:lnTo>
                  <a:lnTo>
                    <a:pt x="20929" y="9023"/>
                  </a:lnTo>
                  <a:lnTo>
                    <a:pt x="20888" y="9764"/>
                  </a:lnTo>
                  <a:lnTo>
                    <a:pt x="20806" y="10465"/>
                  </a:lnTo>
                  <a:lnTo>
                    <a:pt x="20682" y="11206"/>
                  </a:lnTo>
                  <a:lnTo>
                    <a:pt x="20517" y="11907"/>
                  </a:lnTo>
                  <a:lnTo>
                    <a:pt x="20270" y="12607"/>
                  </a:lnTo>
                  <a:lnTo>
                    <a:pt x="20023" y="13308"/>
                  </a:lnTo>
                  <a:lnTo>
                    <a:pt x="19734" y="14008"/>
                  </a:lnTo>
                  <a:lnTo>
                    <a:pt x="19364" y="14667"/>
                  </a:lnTo>
                  <a:lnTo>
                    <a:pt x="19034" y="15326"/>
                  </a:lnTo>
                  <a:lnTo>
                    <a:pt x="18622" y="15985"/>
                  </a:lnTo>
                  <a:lnTo>
                    <a:pt x="18210" y="16603"/>
                  </a:lnTo>
                  <a:lnTo>
                    <a:pt x="17757" y="17180"/>
                  </a:lnTo>
                  <a:lnTo>
                    <a:pt x="17304" y="17757"/>
                  </a:lnTo>
                  <a:lnTo>
                    <a:pt x="16851" y="18334"/>
                  </a:lnTo>
                  <a:lnTo>
                    <a:pt x="16027" y="19240"/>
                  </a:lnTo>
                  <a:lnTo>
                    <a:pt x="15161" y="20146"/>
                  </a:lnTo>
                  <a:lnTo>
                    <a:pt x="14255" y="21053"/>
                  </a:lnTo>
                  <a:lnTo>
                    <a:pt x="13307" y="21918"/>
                  </a:lnTo>
                  <a:lnTo>
                    <a:pt x="12360" y="22742"/>
                  </a:lnTo>
                  <a:lnTo>
                    <a:pt x="11371" y="23525"/>
                  </a:lnTo>
                  <a:lnTo>
                    <a:pt x="10341" y="24307"/>
                  </a:lnTo>
                  <a:lnTo>
                    <a:pt x="9270" y="25008"/>
                  </a:lnTo>
                  <a:lnTo>
                    <a:pt x="8199" y="25667"/>
                  </a:lnTo>
                  <a:lnTo>
                    <a:pt x="7087" y="26244"/>
                  </a:lnTo>
                  <a:lnTo>
                    <a:pt x="5933" y="26779"/>
                  </a:lnTo>
                  <a:lnTo>
                    <a:pt x="4779" y="27232"/>
                  </a:lnTo>
                  <a:lnTo>
                    <a:pt x="3626" y="27603"/>
                  </a:lnTo>
                  <a:lnTo>
                    <a:pt x="2431" y="27892"/>
                  </a:lnTo>
                  <a:lnTo>
                    <a:pt x="1236" y="28056"/>
                  </a:lnTo>
                  <a:lnTo>
                    <a:pt x="618" y="28139"/>
                  </a:lnTo>
                  <a:lnTo>
                    <a:pt x="0" y="28180"/>
                  </a:lnTo>
                  <a:lnTo>
                    <a:pt x="371" y="28510"/>
                  </a:lnTo>
                  <a:lnTo>
                    <a:pt x="742" y="28757"/>
                  </a:lnTo>
                  <a:lnTo>
                    <a:pt x="989" y="28880"/>
                  </a:lnTo>
                  <a:lnTo>
                    <a:pt x="1566" y="29128"/>
                  </a:lnTo>
                  <a:lnTo>
                    <a:pt x="2431" y="29416"/>
                  </a:lnTo>
                  <a:lnTo>
                    <a:pt x="3544" y="29746"/>
                  </a:lnTo>
                  <a:lnTo>
                    <a:pt x="3626" y="29746"/>
                  </a:lnTo>
                  <a:lnTo>
                    <a:pt x="4491" y="29952"/>
                  </a:lnTo>
                  <a:lnTo>
                    <a:pt x="5480" y="30075"/>
                  </a:lnTo>
                  <a:lnTo>
                    <a:pt x="6510" y="30199"/>
                  </a:lnTo>
                  <a:lnTo>
                    <a:pt x="7663" y="30240"/>
                  </a:lnTo>
                  <a:lnTo>
                    <a:pt x="8734" y="30199"/>
                  </a:lnTo>
                  <a:lnTo>
                    <a:pt x="9888" y="30075"/>
                  </a:lnTo>
                  <a:lnTo>
                    <a:pt x="11042" y="29910"/>
                  </a:lnTo>
                  <a:lnTo>
                    <a:pt x="12278" y="29622"/>
                  </a:lnTo>
                  <a:lnTo>
                    <a:pt x="13596" y="29251"/>
                  </a:lnTo>
                  <a:lnTo>
                    <a:pt x="14214" y="29004"/>
                  </a:lnTo>
                  <a:lnTo>
                    <a:pt x="14914" y="28757"/>
                  </a:lnTo>
                  <a:lnTo>
                    <a:pt x="15573" y="28468"/>
                  </a:lnTo>
                  <a:lnTo>
                    <a:pt x="16274" y="28139"/>
                  </a:lnTo>
                  <a:lnTo>
                    <a:pt x="16933" y="27768"/>
                  </a:lnTo>
                  <a:lnTo>
                    <a:pt x="17633" y="27397"/>
                  </a:lnTo>
                  <a:lnTo>
                    <a:pt x="18334" y="26944"/>
                  </a:lnTo>
                  <a:lnTo>
                    <a:pt x="19075" y="26491"/>
                  </a:lnTo>
                  <a:lnTo>
                    <a:pt x="19776" y="25996"/>
                  </a:lnTo>
                  <a:lnTo>
                    <a:pt x="20476" y="25420"/>
                  </a:lnTo>
                  <a:lnTo>
                    <a:pt x="21218" y="24843"/>
                  </a:lnTo>
                  <a:lnTo>
                    <a:pt x="21959" y="24225"/>
                  </a:lnTo>
                  <a:lnTo>
                    <a:pt x="22659" y="23566"/>
                  </a:lnTo>
                  <a:lnTo>
                    <a:pt x="23401" y="22824"/>
                  </a:lnTo>
                  <a:lnTo>
                    <a:pt x="24143" y="22083"/>
                  </a:lnTo>
                  <a:lnTo>
                    <a:pt x="24884" y="21259"/>
                  </a:lnTo>
                  <a:lnTo>
                    <a:pt x="25626" y="20394"/>
                  </a:lnTo>
                  <a:lnTo>
                    <a:pt x="26367" y="19487"/>
                  </a:lnTo>
                  <a:lnTo>
                    <a:pt x="27109" y="18540"/>
                  </a:lnTo>
                  <a:lnTo>
                    <a:pt x="27850" y="17510"/>
                  </a:lnTo>
                  <a:lnTo>
                    <a:pt x="28592" y="16439"/>
                  </a:lnTo>
                  <a:lnTo>
                    <a:pt x="29334" y="15326"/>
                  </a:lnTo>
                  <a:lnTo>
                    <a:pt x="29704" y="14708"/>
                  </a:lnTo>
                  <a:lnTo>
                    <a:pt x="29993" y="14090"/>
                  </a:lnTo>
                  <a:lnTo>
                    <a:pt x="30240" y="13472"/>
                  </a:lnTo>
                  <a:lnTo>
                    <a:pt x="30446" y="12896"/>
                  </a:lnTo>
                  <a:lnTo>
                    <a:pt x="30569" y="12319"/>
                  </a:lnTo>
                  <a:lnTo>
                    <a:pt x="30652" y="11742"/>
                  </a:lnTo>
                  <a:lnTo>
                    <a:pt x="30734" y="11165"/>
                  </a:lnTo>
                  <a:lnTo>
                    <a:pt x="30734" y="10630"/>
                  </a:lnTo>
                  <a:lnTo>
                    <a:pt x="30693" y="9806"/>
                  </a:lnTo>
                  <a:lnTo>
                    <a:pt x="30611" y="9064"/>
                  </a:lnTo>
                  <a:lnTo>
                    <a:pt x="30487" y="8364"/>
                  </a:lnTo>
                  <a:lnTo>
                    <a:pt x="30322" y="7705"/>
                  </a:lnTo>
                  <a:lnTo>
                    <a:pt x="29993" y="6592"/>
                  </a:lnTo>
                  <a:lnTo>
                    <a:pt x="29869" y="6139"/>
                  </a:lnTo>
                  <a:lnTo>
                    <a:pt x="29787" y="5768"/>
                  </a:lnTo>
                  <a:lnTo>
                    <a:pt x="29663" y="5356"/>
                  </a:lnTo>
                  <a:lnTo>
                    <a:pt x="29540" y="4944"/>
                  </a:lnTo>
                  <a:lnTo>
                    <a:pt x="29334" y="4574"/>
                  </a:lnTo>
                  <a:lnTo>
                    <a:pt x="29128" y="4203"/>
                  </a:lnTo>
                  <a:lnTo>
                    <a:pt x="28922" y="3956"/>
                  </a:lnTo>
                  <a:lnTo>
                    <a:pt x="28716" y="3667"/>
                  </a:lnTo>
                  <a:lnTo>
                    <a:pt x="28468" y="3461"/>
                  </a:lnTo>
                  <a:lnTo>
                    <a:pt x="28221" y="3255"/>
                  </a:lnTo>
                  <a:lnTo>
                    <a:pt x="27933" y="3049"/>
                  </a:lnTo>
                  <a:lnTo>
                    <a:pt x="27644" y="2884"/>
                  </a:lnTo>
                  <a:lnTo>
                    <a:pt x="27315" y="2720"/>
                  </a:lnTo>
                  <a:lnTo>
                    <a:pt x="27026" y="2596"/>
                  </a:lnTo>
                  <a:lnTo>
                    <a:pt x="26491" y="2472"/>
                  </a:lnTo>
                  <a:lnTo>
                    <a:pt x="25914" y="2349"/>
                  </a:lnTo>
                  <a:lnTo>
                    <a:pt x="24802" y="2266"/>
                  </a:lnTo>
                  <a:lnTo>
                    <a:pt x="24225" y="2184"/>
                  </a:lnTo>
                  <a:lnTo>
                    <a:pt x="23689" y="2102"/>
                  </a:lnTo>
                  <a:lnTo>
                    <a:pt x="23154" y="1978"/>
                  </a:lnTo>
                  <a:lnTo>
                    <a:pt x="22618" y="1772"/>
                  </a:lnTo>
                  <a:lnTo>
                    <a:pt x="22536" y="1690"/>
                  </a:lnTo>
                  <a:lnTo>
                    <a:pt x="22247" y="1525"/>
                  </a:lnTo>
                  <a:lnTo>
                    <a:pt x="22000" y="1360"/>
                  </a:lnTo>
                  <a:lnTo>
                    <a:pt x="21382" y="866"/>
                  </a:lnTo>
                  <a:lnTo>
                    <a:pt x="21053" y="619"/>
                  </a:lnTo>
                  <a:lnTo>
                    <a:pt x="20723" y="413"/>
                  </a:lnTo>
                  <a:lnTo>
                    <a:pt x="20270" y="207"/>
                  </a:lnTo>
                  <a:lnTo>
                    <a:pt x="19776" y="83"/>
                  </a:lnTo>
                  <a:lnTo>
                    <a:pt x="19281" y="1"/>
                  </a:lnTo>
                  <a:close/>
                </a:path>
              </a:pathLst>
            </a:custGeom>
            <a:solidFill>
              <a:srgbClr val="77A7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9"/>
            <p:cNvSpPr/>
            <p:nvPr/>
          </p:nvSpPr>
          <p:spPr>
            <a:xfrm>
              <a:off x="5283850" y="2366200"/>
              <a:ext cx="768375" cy="756000"/>
            </a:xfrm>
            <a:custGeom>
              <a:avLst/>
              <a:gdLst/>
              <a:ahLst/>
              <a:cxnLst/>
              <a:rect l="l" t="t" r="r" b="b"/>
              <a:pathLst>
                <a:path w="30735" h="30240" fill="none" extrusionOk="0">
                  <a:moveTo>
                    <a:pt x="18787" y="1"/>
                  </a:moveTo>
                  <a:lnTo>
                    <a:pt x="18787" y="1"/>
                  </a:lnTo>
                  <a:lnTo>
                    <a:pt x="18334" y="1"/>
                  </a:lnTo>
                  <a:lnTo>
                    <a:pt x="17880" y="42"/>
                  </a:lnTo>
                  <a:lnTo>
                    <a:pt x="16933" y="165"/>
                  </a:lnTo>
                  <a:lnTo>
                    <a:pt x="16933" y="165"/>
                  </a:lnTo>
                  <a:lnTo>
                    <a:pt x="16150" y="248"/>
                  </a:lnTo>
                  <a:lnTo>
                    <a:pt x="16150" y="248"/>
                  </a:lnTo>
                  <a:lnTo>
                    <a:pt x="17674" y="1854"/>
                  </a:lnTo>
                  <a:lnTo>
                    <a:pt x="18375" y="2678"/>
                  </a:lnTo>
                  <a:lnTo>
                    <a:pt x="19034" y="3544"/>
                  </a:lnTo>
                  <a:lnTo>
                    <a:pt x="19611" y="4450"/>
                  </a:lnTo>
                  <a:lnTo>
                    <a:pt x="19899" y="4944"/>
                  </a:lnTo>
                  <a:lnTo>
                    <a:pt x="20105" y="5397"/>
                  </a:lnTo>
                  <a:lnTo>
                    <a:pt x="20311" y="5933"/>
                  </a:lnTo>
                  <a:lnTo>
                    <a:pt x="20517" y="6427"/>
                  </a:lnTo>
                  <a:lnTo>
                    <a:pt x="20682" y="6963"/>
                  </a:lnTo>
                  <a:lnTo>
                    <a:pt x="20764" y="7540"/>
                  </a:lnTo>
                  <a:lnTo>
                    <a:pt x="20764" y="7540"/>
                  </a:lnTo>
                  <a:lnTo>
                    <a:pt x="20888" y="8281"/>
                  </a:lnTo>
                  <a:lnTo>
                    <a:pt x="20929" y="9023"/>
                  </a:lnTo>
                  <a:lnTo>
                    <a:pt x="20888" y="9764"/>
                  </a:lnTo>
                  <a:lnTo>
                    <a:pt x="20806" y="10465"/>
                  </a:lnTo>
                  <a:lnTo>
                    <a:pt x="20682" y="11206"/>
                  </a:lnTo>
                  <a:lnTo>
                    <a:pt x="20517" y="11907"/>
                  </a:lnTo>
                  <a:lnTo>
                    <a:pt x="20270" y="12607"/>
                  </a:lnTo>
                  <a:lnTo>
                    <a:pt x="20023" y="13308"/>
                  </a:lnTo>
                  <a:lnTo>
                    <a:pt x="19734" y="14008"/>
                  </a:lnTo>
                  <a:lnTo>
                    <a:pt x="19364" y="14667"/>
                  </a:lnTo>
                  <a:lnTo>
                    <a:pt x="19034" y="15326"/>
                  </a:lnTo>
                  <a:lnTo>
                    <a:pt x="18622" y="15985"/>
                  </a:lnTo>
                  <a:lnTo>
                    <a:pt x="18210" y="16603"/>
                  </a:lnTo>
                  <a:lnTo>
                    <a:pt x="17757" y="17180"/>
                  </a:lnTo>
                  <a:lnTo>
                    <a:pt x="17304" y="17757"/>
                  </a:lnTo>
                  <a:lnTo>
                    <a:pt x="16851" y="18334"/>
                  </a:lnTo>
                  <a:lnTo>
                    <a:pt x="16851" y="18334"/>
                  </a:lnTo>
                  <a:lnTo>
                    <a:pt x="16027" y="19240"/>
                  </a:lnTo>
                  <a:lnTo>
                    <a:pt x="15161" y="20146"/>
                  </a:lnTo>
                  <a:lnTo>
                    <a:pt x="14255" y="21053"/>
                  </a:lnTo>
                  <a:lnTo>
                    <a:pt x="13307" y="21918"/>
                  </a:lnTo>
                  <a:lnTo>
                    <a:pt x="12360" y="22742"/>
                  </a:lnTo>
                  <a:lnTo>
                    <a:pt x="11371" y="23525"/>
                  </a:lnTo>
                  <a:lnTo>
                    <a:pt x="10341" y="24307"/>
                  </a:lnTo>
                  <a:lnTo>
                    <a:pt x="9270" y="25008"/>
                  </a:lnTo>
                  <a:lnTo>
                    <a:pt x="8199" y="25667"/>
                  </a:lnTo>
                  <a:lnTo>
                    <a:pt x="7087" y="26244"/>
                  </a:lnTo>
                  <a:lnTo>
                    <a:pt x="5933" y="26779"/>
                  </a:lnTo>
                  <a:lnTo>
                    <a:pt x="4779" y="27232"/>
                  </a:lnTo>
                  <a:lnTo>
                    <a:pt x="3626" y="27603"/>
                  </a:lnTo>
                  <a:lnTo>
                    <a:pt x="2431" y="27892"/>
                  </a:lnTo>
                  <a:lnTo>
                    <a:pt x="1236" y="28056"/>
                  </a:lnTo>
                  <a:lnTo>
                    <a:pt x="618" y="28139"/>
                  </a:lnTo>
                  <a:lnTo>
                    <a:pt x="0" y="28180"/>
                  </a:lnTo>
                  <a:lnTo>
                    <a:pt x="0" y="28180"/>
                  </a:lnTo>
                  <a:lnTo>
                    <a:pt x="371" y="28510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742" y="28757"/>
                  </a:lnTo>
                  <a:lnTo>
                    <a:pt x="989" y="28880"/>
                  </a:lnTo>
                  <a:lnTo>
                    <a:pt x="1566" y="29128"/>
                  </a:lnTo>
                  <a:lnTo>
                    <a:pt x="2431" y="29416"/>
                  </a:lnTo>
                  <a:lnTo>
                    <a:pt x="3544" y="29746"/>
                  </a:lnTo>
                  <a:lnTo>
                    <a:pt x="3544" y="29746"/>
                  </a:lnTo>
                  <a:lnTo>
                    <a:pt x="3585" y="29746"/>
                  </a:lnTo>
                  <a:lnTo>
                    <a:pt x="3585" y="29746"/>
                  </a:lnTo>
                  <a:lnTo>
                    <a:pt x="3626" y="29746"/>
                  </a:lnTo>
                  <a:lnTo>
                    <a:pt x="3626" y="29746"/>
                  </a:lnTo>
                  <a:lnTo>
                    <a:pt x="4491" y="29952"/>
                  </a:lnTo>
                  <a:lnTo>
                    <a:pt x="5480" y="30075"/>
                  </a:lnTo>
                  <a:lnTo>
                    <a:pt x="6510" y="30199"/>
                  </a:lnTo>
                  <a:lnTo>
                    <a:pt x="7663" y="30240"/>
                  </a:lnTo>
                  <a:lnTo>
                    <a:pt x="7663" y="30240"/>
                  </a:lnTo>
                  <a:lnTo>
                    <a:pt x="8734" y="30199"/>
                  </a:lnTo>
                  <a:lnTo>
                    <a:pt x="9888" y="30075"/>
                  </a:lnTo>
                  <a:lnTo>
                    <a:pt x="11042" y="29910"/>
                  </a:lnTo>
                  <a:lnTo>
                    <a:pt x="12278" y="29622"/>
                  </a:lnTo>
                  <a:lnTo>
                    <a:pt x="13596" y="29251"/>
                  </a:lnTo>
                  <a:lnTo>
                    <a:pt x="14214" y="29004"/>
                  </a:lnTo>
                  <a:lnTo>
                    <a:pt x="14914" y="28757"/>
                  </a:lnTo>
                  <a:lnTo>
                    <a:pt x="15573" y="28468"/>
                  </a:lnTo>
                  <a:lnTo>
                    <a:pt x="16274" y="28139"/>
                  </a:lnTo>
                  <a:lnTo>
                    <a:pt x="16933" y="27768"/>
                  </a:lnTo>
                  <a:lnTo>
                    <a:pt x="17633" y="27397"/>
                  </a:lnTo>
                  <a:lnTo>
                    <a:pt x="18334" y="26944"/>
                  </a:lnTo>
                  <a:lnTo>
                    <a:pt x="19075" y="26491"/>
                  </a:lnTo>
                  <a:lnTo>
                    <a:pt x="19776" y="25996"/>
                  </a:lnTo>
                  <a:lnTo>
                    <a:pt x="20476" y="25420"/>
                  </a:lnTo>
                  <a:lnTo>
                    <a:pt x="21218" y="24843"/>
                  </a:lnTo>
                  <a:lnTo>
                    <a:pt x="21959" y="24225"/>
                  </a:lnTo>
                  <a:lnTo>
                    <a:pt x="22659" y="23566"/>
                  </a:lnTo>
                  <a:lnTo>
                    <a:pt x="23401" y="22824"/>
                  </a:lnTo>
                  <a:lnTo>
                    <a:pt x="24143" y="22083"/>
                  </a:lnTo>
                  <a:lnTo>
                    <a:pt x="24884" y="21259"/>
                  </a:lnTo>
                  <a:lnTo>
                    <a:pt x="25626" y="20394"/>
                  </a:lnTo>
                  <a:lnTo>
                    <a:pt x="26367" y="19487"/>
                  </a:lnTo>
                  <a:lnTo>
                    <a:pt x="27109" y="18540"/>
                  </a:lnTo>
                  <a:lnTo>
                    <a:pt x="27850" y="17510"/>
                  </a:lnTo>
                  <a:lnTo>
                    <a:pt x="28592" y="16439"/>
                  </a:lnTo>
                  <a:lnTo>
                    <a:pt x="29334" y="15326"/>
                  </a:lnTo>
                  <a:lnTo>
                    <a:pt x="29334" y="15326"/>
                  </a:lnTo>
                  <a:lnTo>
                    <a:pt x="29704" y="14708"/>
                  </a:lnTo>
                  <a:lnTo>
                    <a:pt x="29993" y="14090"/>
                  </a:lnTo>
                  <a:lnTo>
                    <a:pt x="30240" y="13472"/>
                  </a:lnTo>
                  <a:lnTo>
                    <a:pt x="30446" y="12896"/>
                  </a:lnTo>
                  <a:lnTo>
                    <a:pt x="30569" y="12319"/>
                  </a:lnTo>
                  <a:lnTo>
                    <a:pt x="30652" y="11742"/>
                  </a:lnTo>
                  <a:lnTo>
                    <a:pt x="30734" y="11165"/>
                  </a:lnTo>
                  <a:lnTo>
                    <a:pt x="30734" y="10630"/>
                  </a:lnTo>
                  <a:lnTo>
                    <a:pt x="30734" y="10630"/>
                  </a:lnTo>
                  <a:lnTo>
                    <a:pt x="30693" y="9806"/>
                  </a:lnTo>
                  <a:lnTo>
                    <a:pt x="30611" y="9064"/>
                  </a:lnTo>
                  <a:lnTo>
                    <a:pt x="30487" y="8364"/>
                  </a:lnTo>
                  <a:lnTo>
                    <a:pt x="30322" y="7705"/>
                  </a:lnTo>
                  <a:lnTo>
                    <a:pt x="29993" y="6592"/>
                  </a:lnTo>
                  <a:lnTo>
                    <a:pt x="29869" y="6139"/>
                  </a:lnTo>
                  <a:lnTo>
                    <a:pt x="29787" y="5768"/>
                  </a:lnTo>
                  <a:lnTo>
                    <a:pt x="29787" y="5768"/>
                  </a:lnTo>
                  <a:lnTo>
                    <a:pt x="29663" y="5356"/>
                  </a:lnTo>
                  <a:lnTo>
                    <a:pt x="29540" y="4944"/>
                  </a:lnTo>
                  <a:lnTo>
                    <a:pt x="29334" y="4574"/>
                  </a:lnTo>
                  <a:lnTo>
                    <a:pt x="29128" y="4203"/>
                  </a:lnTo>
                  <a:lnTo>
                    <a:pt x="29128" y="4203"/>
                  </a:lnTo>
                  <a:lnTo>
                    <a:pt x="28922" y="3956"/>
                  </a:lnTo>
                  <a:lnTo>
                    <a:pt x="28716" y="3667"/>
                  </a:lnTo>
                  <a:lnTo>
                    <a:pt x="28468" y="3461"/>
                  </a:lnTo>
                  <a:lnTo>
                    <a:pt x="28221" y="3255"/>
                  </a:lnTo>
                  <a:lnTo>
                    <a:pt x="27933" y="3049"/>
                  </a:lnTo>
                  <a:lnTo>
                    <a:pt x="27644" y="2884"/>
                  </a:lnTo>
                  <a:lnTo>
                    <a:pt x="27315" y="2720"/>
                  </a:lnTo>
                  <a:lnTo>
                    <a:pt x="27026" y="2596"/>
                  </a:lnTo>
                  <a:lnTo>
                    <a:pt x="27026" y="2596"/>
                  </a:lnTo>
                  <a:lnTo>
                    <a:pt x="27026" y="2596"/>
                  </a:lnTo>
                  <a:lnTo>
                    <a:pt x="26491" y="2472"/>
                  </a:lnTo>
                  <a:lnTo>
                    <a:pt x="25914" y="2349"/>
                  </a:lnTo>
                  <a:lnTo>
                    <a:pt x="24802" y="2266"/>
                  </a:lnTo>
                  <a:lnTo>
                    <a:pt x="24225" y="2184"/>
                  </a:lnTo>
                  <a:lnTo>
                    <a:pt x="23689" y="2102"/>
                  </a:lnTo>
                  <a:lnTo>
                    <a:pt x="23154" y="1978"/>
                  </a:lnTo>
                  <a:lnTo>
                    <a:pt x="22618" y="1772"/>
                  </a:lnTo>
                  <a:lnTo>
                    <a:pt x="22618" y="1772"/>
                  </a:lnTo>
                  <a:lnTo>
                    <a:pt x="22536" y="1690"/>
                  </a:lnTo>
                  <a:lnTo>
                    <a:pt x="22536" y="1690"/>
                  </a:lnTo>
                  <a:lnTo>
                    <a:pt x="22247" y="1525"/>
                  </a:lnTo>
                  <a:lnTo>
                    <a:pt x="22000" y="1360"/>
                  </a:lnTo>
                  <a:lnTo>
                    <a:pt x="22000" y="1360"/>
                  </a:lnTo>
                  <a:lnTo>
                    <a:pt x="21382" y="866"/>
                  </a:lnTo>
                  <a:lnTo>
                    <a:pt x="21053" y="619"/>
                  </a:lnTo>
                  <a:lnTo>
                    <a:pt x="20723" y="413"/>
                  </a:lnTo>
                  <a:lnTo>
                    <a:pt x="20723" y="413"/>
                  </a:lnTo>
                  <a:lnTo>
                    <a:pt x="20270" y="207"/>
                  </a:lnTo>
                  <a:lnTo>
                    <a:pt x="19776" y="83"/>
                  </a:lnTo>
                  <a:lnTo>
                    <a:pt x="19281" y="1"/>
                  </a:lnTo>
                  <a:lnTo>
                    <a:pt x="1878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9AD15B14-96C8-877B-F30E-69D808E5C82F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6B03211F-98C7-C57A-0E87-CE7273F5F3FE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F9DBB960-FFA4-4A3A-D22A-C3F256CB24F5}"/>
              </a:ext>
            </a:extLst>
          </p:cNvPr>
          <p:cNvSpPr>
            <a:spLocks noGrp="1"/>
          </p:cNvSpPr>
          <p:nvPr>
            <p:ph type="subTitle" idx="6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44"/>
          <p:cNvSpPr txBox="1">
            <a:spLocks noGrp="1"/>
          </p:cNvSpPr>
          <p:nvPr>
            <p:ph type="title"/>
          </p:nvPr>
        </p:nvSpPr>
        <p:spPr>
          <a:xfrm>
            <a:off x="768600" y="886833"/>
            <a:ext cx="2699700" cy="131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Re</a:t>
            </a:r>
            <a:r>
              <a:rPr lang="pt-BR" dirty="0">
                <a:solidFill>
                  <a:schemeClr val="dk1"/>
                </a:solidFill>
              </a:rPr>
              <a:t>ceitas</a:t>
            </a:r>
            <a:endParaRPr dirty="0"/>
          </a:p>
        </p:txBody>
      </p:sp>
      <p:sp>
        <p:nvSpPr>
          <p:cNvPr id="2056" name="Google Shape;2056;p44"/>
          <p:cNvSpPr txBox="1">
            <a:spLocks noGrp="1"/>
          </p:cNvSpPr>
          <p:nvPr>
            <p:ph type="subTitle" idx="1"/>
          </p:nvPr>
        </p:nvSpPr>
        <p:spPr>
          <a:xfrm>
            <a:off x="768600" y="1634107"/>
            <a:ext cx="3069600" cy="2552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Nome</a:t>
            </a: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Descrição</a:t>
            </a: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Ingredientes</a:t>
            </a: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Tempos</a:t>
            </a:r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dirty="0"/>
          </a:p>
          <a:p>
            <a:pPr marL="3111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dirty="0"/>
              <a:t>Modo de Preparo</a:t>
            </a:r>
          </a:p>
          <a:p>
            <a:pPr marL="25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57" name="Google Shape;205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77" y="1063800"/>
            <a:ext cx="3201900" cy="3201900"/>
          </a:xfrm>
          <a:prstGeom prst="ellipse">
            <a:avLst/>
          </a:prstGeom>
          <a:noFill/>
          <a:ln w="1143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58" name="Google Shape;2058;p44"/>
          <p:cNvGrpSpPr/>
          <p:nvPr/>
        </p:nvGrpSpPr>
        <p:grpSpPr>
          <a:xfrm flipH="1">
            <a:off x="6949625" y="3116250"/>
            <a:ext cx="784825" cy="1098725"/>
            <a:chOff x="1123650" y="1387050"/>
            <a:chExt cx="784825" cy="1098725"/>
          </a:xfrm>
        </p:grpSpPr>
        <p:sp>
          <p:nvSpPr>
            <p:cNvPr id="2059" name="Google Shape;2059;p44"/>
            <p:cNvSpPr/>
            <p:nvPr/>
          </p:nvSpPr>
          <p:spPr>
            <a:xfrm>
              <a:off x="1419550" y="1387050"/>
              <a:ext cx="488925" cy="1098725"/>
            </a:xfrm>
            <a:custGeom>
              <a:avLst/>
              <a:gdLst/>
              <a:ahLst/>
              <a:cxnLst/>
              <a:rect l="l" t="t" r="r" b="b"/>
              <a:pathLst>
                <a:path w="19557" h="43949" extrusionOk="0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03" y="43864"/>
                  </a:lnTo>
                  <a:lnTo>
                    <a:pt x="10012" y="43949"/>
                  </a:lnTo>
                  <a:lnTo>
                    <a:pt x="10987" y="43949"/>
                  </a:lnTo>
                  <a:lnTo>
                    <a:pt x="11497" y="43906"/>
                  </a:lnTo>
                  <a:lnTo>
                    <a:pt x="11963" y="43864"/>
                  </a:lnTo>
                  <a:lnTo>
                    <a:pt x="12430" y="43779"/>
                  </a:lnTo>
                  <a:lnTo>
                    <a:pt x="12896" y="43652"/>
                  </a:lnTo>
                  <a:lnTo>
                    <a:pt x="13363" y="43482"/>
                  </a:lnTo>
                  <a:lnTo>
                    <a:pt x="13830" y="43313"/>
                  </a:lnTo>
                  <a:lnTo>
                    <a:pt x="14254" y="43100"/>
                  </a:lnTo>
                  <a:lnTo>
                    <a:pt x="14721" y="42846"/>
                  </a:lnTo>
                  <a:lnTo>
                    <a:pt x="15145" y="42549"/>
                  </a:lnTo>
                  <a:lnTo>
                    <a:pt x="15527" y="42210"/>
                  </a:lnTo>
                  <a:lnTo>
                    <a:pt x="15951" y="41870"/>
                  </a:lnTo>
                  <a:lnTo>
                    <a:pt x="16333" y="41446"/>
                  </a:lnTo>
                  <a:lnTo>
                    <a:pt x="16672" y="41022"/>
                  </a:lnTo>
                  <a:lnTo>
                    <a:pt x="17011" y="40555"/>
                  </a:lnTo>
                  <a:lnTo>
                    <a:pt x="17351" y="40046"/>
                  </a:lnTo>
                  <a:lnTo>
                    <a:pt x="17648" y="39537"/>
                  </a:lnTo>
                  <a:lnTo>
                    <a:pt x="17945" y="38986"/>
                  </a:lnTo>
                  <a:lnTo>
                    <a:pt x="18199" y="38477"/>
                  </a:lnTo>
                  <a:lnTo>
                    <a:pt x="18411" y="37883"/>
                  </a:lnTo>
                  <a:lnTo>
                    <a:pt x="18793" y="36737"/>
                  </a:lnTo>
                  <a:lnTo>
                    <a:pt x="19090" y="35592"/>
                  </a:lnTo>
                  <a:lnTo>
                    <a:pt x="19302" y="34362"/>
                  </a:lnTo>
                  <a:lnTo>
                    <a:pt x="19472" y="33132"/>
                  </a:lnTo>
                  <a:lnTo>
                    <a:pt x="19557" y="31901"/>
                  </a:lnTo>
                  <a:lnTo>
                    <a:pt x="19557" y="30629"/>
                  </a:lnTo>
                  <a:lnTo>
                    <a:pt x="19514" y="29356"/>
                  </a:lnTo>
                  <a:lnTo>
                    <a:pt x="19429" y="28083"/>
                  </a:lnTo>
                  <a:lnTo>
                    <a:pt x="19302" y="26853"/>
                  </a:lnTo>
                  <a:lnTo>
                    <a:pt x="19175" y="25581"/>
                  </a:lnTo>
                  <a:lnTo>
                    <a:pt x="18963" y="24393"/>
                  </a:lnTo>
                  <a:lnTo>
                    <a:pt x="18751" y="23163"/>
                  </a:lnTo>
                  <a:lnTo>
                    <a:pt x="18284" y="20872"/>
                  </a:lnTo>
                  <a:lnTo>
                    <a:pt x="17987" y="19472"/>
                  </a:lnTo>
                  <a:lnTo>
                    <a:pt x="17605" y="18114"/>
                  </a:lnTo>
                  <a:lnTo>
                    <a:pt x="17223" y="16757"/>
                  </a:lnTo>
                  <a:lnTo>
                    <a:pt x="16842" y="15399"/>
                  </a:lnTo>
                  <a:lnTo>
                    <a:pt x="16375" y="14042"/>
                  </a:lnTo>
                  <a:lnTo>
                    <a:pt x="15866" y="12685"/>
                  </a:lnTo>
                  <a:lnTo>
                    <a:pt x="15357" y="11327"/>
                  </a:lnTo>
                  <a:lnTo>
                    <a:pt x="14763" y="10012"/>
                  </a:lnTo>
                  <a:lnTo>
                    <a:pt x="14169" y="8739"/>
                  </a:lnTo>
                  <a:lnTo>
                    <a:pt x="13533" y="7424"/>
                  </a:lnTo>
                  <a:lnTo>
                    <a:pt x="12854" y="6194"/>
                  </a:lnTo>
                  <a:lnTo>
                    <a:pt x="12133" y="4964"/>
                  </a:lnTo>
                  <a:lnTo>
                    <a:pt x="11369" y="3734"/>
                  </a:lnTo>
                  <a:lnTo>
                    <a:pt x="10606" y="2546"/>
                  </a:lnTo>
                  <a:lnTo>
                    <a:pt x="9757" y="1443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4"/>
            <p:cNvSpPr/>
            <p:nvPr/>
          </p:nvSpPr>
          <p:spPr>
            <a:xfrm>
              <a:off x="1419550" y="1387050"/>
              <a:ext cx="284250" cy="1098725"/>
            </a:xfrm>
            <a:custGeom>
              <a:avLst/>
              <a:gdLst/>
              <a:ahLst/>
              <a:cxnLst/>
              <a:rect l="l" t="t" r="r" b="b"/>
              <a:pathLst>
                <a:path w="11370" h="43949" extrusionOk="0">
                  <a:moveTo>
                    <a:pt x="8103" y="1"/>
                  </a:moveTo>
                  <a:lnTo>
                    <a:pt x="7891" y="43"/>
                  </a:lnTo>
                  <a:lnTo>
                    <a:pt x="7721" y="128"/>
                  </a:lnTo>
                  <a:lnTo>
                    <a:pt x="7594" y="298"/>
                  </a:lnTo>
                  <a:lnTo>
                    <a:pt x="7551" y="340"/>
                  </a:lnTo>
                  <a:lnTo>
                    <a:pt x="7424" y="425"/>
                  </a:lnTo>
                  <a:lnTo>
                    <a:pt x="7297" y="510"/>
                  </a:lnTo>
                  <a:lnTo>
                    <a:pt x="7170" y="637"/>
                  </a:lnTo>
                  <a:lnTo>
                    <a:pt x="7085" y="807"/>
                  </a:lnTo>
                  <a:lnTo>
                    <a:pt x="6151" y="3564"/>
                  </a:lnTo>
                  <a:lnTo>
                    <a:pt x="5303" y="6364"/>
                  </a:lnTo>
                  <a:lnTo>
                    <a:pt x="4455" y="9121"/>
                  </a:lnTo>
                  <a:lnTo>
                    <a:pt x="3691" y="11921"/>
                  </a:lnTo>
                  <a:lnTo>
                    <a:pt x="2970" y="14721"/>
                  </a:lnTo>
                  <a:lnTo>
                    <a:pt x="2291" y="17563"/>
                  </a:lnTo>
                  <a:lnTo>
                    <a:pt x="1655" y="20405"/>
                  </a:lnTo>
                  <a:lnTo>
                    <a:pt x="1103" y="23247"/>
                  </a:lnTo>
                  <a:lnTo>
                    <a:pt x="679" y="25411"/>
                  </a:lnTo>
                  <a:lnTo>
                    <a:pt x="297" y="27659"/>
                  </a:lnTo>
                  <a:lnTo>
                    <a:pt x="170" y="28805"/>
                  </a:lnTo>
                  <a:lnTo>
                    <a:pt x="43" y="29950"/>
                  </a:lnTo>
                  <a:lnTo>
                    <a:pt x="0" y="31095"/>
                  </a:lnTo>
                  <a:lnTo>
                    <a:pt x="0" y="32241"/>
                  </a:lnTo>
                  <a:lnTo>
                    <a:pt x="43" y="33344"/>
                  </a:lnTo>
                  <a:lnTo>
                    <a:pt x="212" y="34447"/>
                  </a:lnTo>
                  <a:lnTo>
                    <a:pt x="425" y="35550"/>
                  </a:lnTo>
                  <a:lnTo>
                    <a:pt x="552" y="36059"/>
                  </a:lnTo>
                  <a:lnTo>
                    <a:pt x="722" y="36610"/>
                  </a:lnTo>
                  <a:lnTo>
                    <a:pt x="934" y="37119"/>
                  </a:lnTo>
                  <a:lnTo>
                    <a:pt x="1146" y="37628"/>
                  </a:lnTo>
                  <a:lnTo>
                    <a:pt x="1400" y="38137"/>
                  </a:lnTo>
                  <a:lnTo>
                    <a:pt x="1655" y="38604"/>
                  </a:lnTo>
                  <a:lnTo>
                    <a:pt x="1994" y="39070"/>
                  </a:lnTo>
                  <a:lnTo>
                    <a:pt x="2334" y="39537"/>
                  </a:lnTo>
                  <a:lnTo>
                    <a:pt x="2673" y="40004"/>
                  </a:lnTo>
                  <a:lnTo>
                    <a:pt x="3097" y="40428"/>
                  </a:lnTo>
                  <a:lnTo>
                    <a:pt x="3903" y="41192"/>
                  </a:lnTo>
                  <a:lnTo>
                    <a:pt x="4752" y="41870"/>
                  </a:lnTo>
                  <a:lnTo>
                    <a:pt x="5685" y="42464"/>
                  </a:lnTo>
                  <a:lnTo>
                    <a:pt x="6618" y="42973"/>
                  </a:lnTo>
                  <a:lnTo>
                    <a:pt x="7551" y="43397"/>
                  </a:lnTo>
                  <a:lnTo>
                    <a:pt x="8060" y="43567"/>
                  </a:lnTo>
                  <a:lnTo>
                    <a:pt x="8527" y="43694"/>
                  </a:lnTo>
                  <a:lnTo>
                    <a:pt x="9036" y="43779"/>
                  </a:lnTo>
                  <a:lnTo>
                    <a:pt x="9545" y="43864"/>
                  </a:lnTo>
                  <a:lnTo>
                    <a:pt x="10012" y="43949"/>
                  </a:lnTo>
                  <a:lnTo>
                    <a:pt x="10521" y="43949"/>
                  </a:lnTo>
                  <a:lnTo>
                    <a:pt x="9630" y="42846"/>
                  </a:lnTo>
                  <a:lnTo>
                    <a:pt x="8739" y="41701"/>
                  </a:lnTo>
                  <a:lnTo>
                    <a:pt x="8273" y="40979"/>
                  </a:lnTo>
                  <a:lnTo>
                    <a:pt x="7806" y="40258"/>
                  </a:lnTo>
                  <a:lnTo>
                    <a:pt x="7339" y="39537"/>
                  </a:lnTo>
                  <a:lnTo>
                    <a:pt x="6957" y="38774"/>
                  </a:lnTo>
                  <a:lnTo>
                    <a:pt x="6576" y="38010"/>
                  </a:lnTo>
                  <a:lnTo>
                    <a:pt x="6236" y="37246"/>
                  </a:lnTo>
                  <a:lnTo>
                    <a:pt x="5939" y="36483"/>
                  </a:lnTo>
                  <a:lnTo>
                    <a:pt x="5642" y="35677"/>
                  </a:lnTo>
                  <a:lnTo>
                    <a:pt x="5388" y="34871"/>
                  </a:lnTo>
                  <a:lnTo>
                    <a:pt x="5176" y="34065"/>
                  </a:lnTo>
                  <a:lnTo>
                    <a:pt x="4964" y="33259"/>
                  </a:lnTo>
                  <a:lnTo>
                    <a:pt x="4794" y="32410"/>
                  </a:lnTo>
                  <a:lnTo>
                    <a:pt x="4667" y="31562"/>
                  </a:lnTo>
                  <a:lnTo>
                    <a:pt x="4539" y="30713"/>
                  </a:lnTo>
                  <a:lnTo>
                    <a:pt x="4370" y="29017"/>
                  </a:lnTo>
                  <a:lnTo>
                    <a:pt x="4327" y="28083"/>
                  </a:lnTo>
                  <a:lnTo>
                    <a:pt x="4285" y="27150"/>
                  </a:lnTo>
                  <a:lnTo>
                    <a:pt x="4327" y="25326"/>
                  </a:lnTo>
                  <a:lnTo>
                    <a:pt x="4455" y="23502"/>
                  </a:lnTo>
                  <a:lnTo>
                    <a:pt x="4624" y="21678"/>
                  </a:lnTo>
                  <a:lnTo>
                    <a:pt x="4921" y="19896"/>
                  </a:lnTo>
                  <a:lnTo>
                    <a:pt x="5303" y="18114"/>
                  </a:lnTo>
                  <a:lnTo>
                    <a:pt x="5685" y="16333"/>
                  </a:lnTo>
                  <a:lnTo>
                    <a:pt x="6194" y="14551"/>
                  </a:lnTo>
                  <a:lnTo>
                    <a:pt x="6618" y="13066"/>
                  </a:lnTo>
                  <a:lnTo>
                    <a:pt x="7085" y="11624"/>
                  </a:lnTo>
                  <a:lnTo>
                    <a:pt x="7636" y="10224"/>
                  </a:lnTo>
                  <a:lnTo>
                    <a:pt x="8230" y="8824"/>
                  </a:lnTo>
                  <a:lnTo>
                    <a:pt x="8909" y="7467"/>
                  </a:lnTo>
                  <a:lnTo>
                    <a:pt x="9630" y="6194"/>
                  </a:lnTo>
                  <a:lnTo>
                    <a:pt x="10054" y="5558"/>
                  </a:lnTo>
                  <a:lnTo>
                    <a:pt x="10478" y="4921"/>
                  </a:lnTo>
                  <a:lnTo>
                    <a:pt x="10903" y="4328"/>
                  </a:lnTo>
                  <a:lnTo>
                    <a:pt x="11369" y="3734"/>
                  </a:lnTo>
                  <a:lnTo>
                    <a:pt x="10775" y="2843"/>
                  </a:lnTo>
                  <a:lnTo>
                    <a:pt x="10181" y="1994"/>
                  </a:lnTo>
                  <a:lnTo>
                    <a:pt x="9545" y="1146"/>
                  </a:lnTo>
                  <a:lnTo>
                    <a:pt x="8866" y="340"/>
                  </a:lnTo>
                  <a:lnTo>
                    <a:pt x="8739" y="213"/>
                  </a:lnTo>
                  <a:lnTo>
                    <a:pt x="8569" y="170"/>
                  </a:lnTo>
                  <a:lnTo>
                    <a:pt x="8442" y="85"/>
                  </a:lnTo>
                  <a:lnTo>
                    <a:pt x="8315" y="43"/>
                  </a:lnTo>
                  <a:lnTo>
                    <a:pt x="8103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4"/>
            <p:cNvSpPr/>
            <p:nvPr/>
          </p:nvSpPr>
          <p:spPr>
            <a:xfrm>
              <a:off x="1465150" y="1457050"/>
              <a:ext cx="393475" cy="1022375"/>
            </a:xfrm>
            <a:custGeom>
              <a:avLst/>
              <a:gdLst/>
              <a:ahLst/>
              <a:cxnLst/>
              <a:rect l="l" t="t" r="r" b="b"/>
              <a:pathLst>
                <a:path w="15739" h="40895" extrusionOk="0">
                  <a:moveTo>
                    <a:pt x="6321" y="0"/>
                  </a:moveTo>
                  <a:lnTo>
                    <a:pt x="6279" y="43"/>
                  </a:lnTo>
                  <a:lnTo>
                    <a:pt x="6194" y="85"/>
                  </a:lnTo>
                  <a:lnTo>
                    <a:pt x="6194" y="128"/>
                  </a:lnTo>
                  <a:lnTo>
                    <a:pt x="6194" y="212"/>
                  </a:lnTo>
                  <a:lnTo>
                    <a:pt x="6788" y="2206"/>
                  </a:lnTo>
                  <a:lnTo>
                    <a:pt x="7297" y="4200"/>
                  </a:lnTo>
                  <a:lnTo>
                    <a:pt x="7764" y="6194"/>
                  </a:lnTo>
                  <a:lnTo>
                    <a:pt x="8188" y="8230"/>
                  </a:lnTo>
                  <a:lnTo>
                    <a:pt x="8188" y="8230"/>
                  </a:lnTo>
                  <a:lnTo>
                    <a:pt x="7806" y="7848"/>
                  </a:lnTo>
                  <a:lnTo>
                    <a:pt x="7382" y="7467"/>
                  </a:lnTo>
                  <a:lnTo>
                    <a:pt x="6958" y="7085"/>
                  </a:lnTo>
                  <a:lnTo>
                    <a:pt x="6491" y="6788"/>
                  </a:lnTo>
                  <a:lnTo>
                    <a:pt x="6024" y="6491"/>
                  </a:lnTo>
                  <a:lnTo>
                    <a:pt x="5558" y="6236"/>
                  </a:lnTo>
                  <a:lnTo>
                    <a:pt x="5049" y="6067"/>
                  </a:lnTo>
                  <a:lnTo>
                    <a:pt x="4497" y="5897"/>
                  </a:lnTo>
                  <a:lnTo>
                    <a:pt x="4455" y="5897"/>
                  </a:lnTo>
                  <a:lnTo>
                    <a:pt x="4370" y="5939"/>
                  </a:lnTo>
                  <a:lnTo>
                    <a:pt x="4285" y="6024"/>
                  </a:lnTo>
                  <a:lnTo>
                    <a:pt x="4285" y="6151"/>
                  </a:lnTo>
                  <a:lnTo>
                    <a:pt x="4285" y="6194"/>
                  </a:lnTo>
                  <a:lnTo>
                    <a:pt x="4370" y="6236"/>
                  </a:lnTo>
                  <a:lnTo>
                    <a:pt x="5515" y="6957"/>
                  </a:lnTo>
                  <a:lnTo>
                    <a:pt x="6067" y="7297"/>
                  </a:lnTo>
                  <a:lnTo>
                    <a:pt x="6576" y="7679"/>
                  </a:lnTo>
                  <a:lnTo>
                    <a:pt x="7042" y="8103"/>
                  </a:lnTo>
                  <a:lnTo>
                    <a:pt x="7551" y="8569"/>
                  </a:lnTo>
                  <a:lnTo>
                    <a:pt x="7976" y="9079"/>
                  </a:lnTo>
                  <a:lnTo>
                    <a:pt x="8400" y="9588"/>
                  </a:lnTo>
                  <a:lnTo>
                    <a:pt x="8442" y="9672"/>
                  </a:lnTo>
                  <a:lnTo>
                    <a:pt x="8782" y="11624"/>
                  </a:lnTo>
                  <a:lnTo>
                    <a:pt x="9036" y="13618"/>
                  </a:lnTo>
                  <a:lnTo>
                    <a:pt x="9248" y="15611"/>
                  </a:lnTo>
                  <a:lnTo>
                    <a:pt x="9418" y="17605"/>
                  </a:lnTo>
                  <a:lnTo>
                    <a:pt x="8739" y="16799"/>
                  </a:lnTo>
                  <a:lnTo>
                    <a:pt x="8018" y="16078"/>
                  </a:lnTo>
                  <a:lnTo>
                    <a:pt x="7255" y="15357"/>
                  </a:lnTo>
                  <a:lnTo>
                    <a:pt x="6449" y="14721"/>
                  </a:lnTo>
                  <a:lnTo>
                    <a:pt x="5600" y="14127"/>
                  </a:lnTo>
                  <a:lnTo>
                    <a:pt x="4709" y="13575"/>
                  </a:lnTo>
                  <a:lnTo>
                    <a:pt x="3776" y="13151"/>
                  </a:lnTo>
                  <a:lnTo>
                    <a:pt x="2758" y="12727"/>
                  </a:lnTo>
                  <a:lnTo>
                    <a:pt x="2673" y="12727"/>
                  </a:lnTo>
                  <a:lnTo>
                    <a:pt x="2588" y="12769"/>
                  </a:lnTo>
                  <a:lnTo>
                    <a:pt x="2546" y="12812"/>
                  </a:lnTo>
                  <a:lnTo>
                    <a:pt x="2503" y="12896"/>
                  </a:lnTo>
                  <a:lnTo>
                    <a:pt x="2461" y="12981"/>
                  </a:lnTo>
                  <a:lnTo>
                    <a:pt x="2461" y="13066"/>
                  </a:lnTo>
                  <a:lnTo>
                    <a:pt x="2503" y="13109"/>
                  </a:lnTo>
                  <a:lnTo>
                    <a:pt x="2588" y="13193"/>
                  </a:lnTo>
                  <a:lnTo>
                    <a:pt x="3606" y="13702"/>
                  </a:lnTo>
                  <a:lnTo>
                    <a:pt x="4582" y="14296"/>
                  </a:lnTo>
                  <a:lnTo>
                    <a:pt x="5558" y="14890"/>
                  </a:lnTo>
                  <a:lnTo>
                    <a:pt x="6406" y="15569"/>
                  </a:lnTo>
                  <a:lnTo>
                    <a:pt x="7255" y="16333"/>
                  </a:lnTo>
                  <a:lnTo>
                    <a:pt x="8061" y="17139"/>
                  </a:lnTo>
                  <a:lnTo>
                    <a:pt x="8782" y="17987"/>
                  </a:lnTo>
                  <a:lnTo>
                    <a:pt x="9460" y="18920"/>
                  </a:lnTo>
                  <a:lnTo>
                    <a:pt x="9545" y="20193"/>
                  </a:lnTo>
                  <a:lnTo>
                    <a:pt x="9545" y="21635"/>
                  </a:lnTo>
                  <a:lnTo>
                    <a:pt x="9545" y="23035"/>
                  </a:lnTo>
                  <a:lnTo>
                    <a:pt x="9503" y="24435"/>
                  </a:lnTo>
                  <a:lnTo>
                    <a:pt x="9460" y="25835"/>
                  </a:lnTo>
                  <a:lnTo>
                    <a:pt x="8570" y="24986"/>
                  </a:lnTo>
                  <a:lnTo>
                    <a:pt x="7636" y="24138"/>
                  </a:lnTo>
                  <a:lnTo>
                    <a:pt x="6661" y="23332"/>
                  </a:lnTo>
                  <a:lnTo>
                    <a:pt x="5643" y="22611"/>
                  </a:lnTo>
                  <a:lnTo>
                    <a:pt x="4624" y="21975"/>
                  </a:lnTo>
                  <a:lnTo>
                    <a:pt x="3521" y="21338"/>
                  </a:lnTo>
                  <a:lnTo>
                    <a:pt x="2376" y="20787"/>
                  </a:lnTo>
                  <a:lnTo>
                    <a:pt x="1231" y="20320"/>
                  </a:lnTo>
                  <a:lnTo>
                    <a:pt x="1103" y="20320"/>
                  </a:lnTo>
                  <a:lnTo>
                    <a:pt x="1019" y="20363"/>
                  </a:lnTo>
                  <a:lnTo>
                    <a:pt x="934" y="20405"/>
                  </a:lnTo>
                  <a:lnTo>
                    <a:pt x="849" y="20532"/>
                  </a:lnTo>
                  <a:lnTo>
                    <a:pt x="806" y="20617"/>
                  </a:lnTo>
                  <a:lnTo>
                    <a:pt x="849" y="20744"/>
                  </a:lnTo>
                  <a:lnTo>
                    <a:pt x="891" y="20829"/>
                  </a:lnTo>
                  <a:lnTo>
                    <a:pt x="976" y="20914"/>
                  </a:lnTo>
                  <a:lnTo>
                    <a:pt x="2164" y="21508"/>
                  </a:lnTo>
                  <a:lnTo>
                    <a:pt x="3309" y="22102"/>
                  </a:lnTo>
                  <a:lnTo>
                    <a:pt x="4370" y="22781"/>
                  </a:lnTo>
                  <a:lnTo>
                    <a:pt x="5473" y="23502"/>
                  </a:lnTo>
                  <a:lnTo>
                    <a:pt x="6491" y="24308"/>
                  </a:lnTo>
                  <a:lnTo>
                    <a:pt x="7467" y="25114"/>
                  </a:lnTo>
                  <a:lnTo>
                    <a:pt x="8400" y="26047"/>
                  </a:lnTo>
                  <a:lnTo>
                    <a:pt x="9333" y="26980"/>
                  </a:lnTo>
                  <a:lnTo>
                    <a:pt x="9376" y="27023"/>
                  </a:lnTo>
                  <a:lnTo>
                    <a:pt x="9248" y="28592"/>
                  </a:lnTo>
                  <a:lnTo>
                    <a:pt x="9079" y="30119"/>
                  </a:lnTo>
                  <a:lnTo>
                    <a:pt x="8697" y="33174"/>
                  </a:lnTo>
                  <a:lnTo>
                    <a:pt x="7848" y="32325"/>
                  </a:lnTo>
                  <a:lnTo>
                    <a:pt x="6915" y="31519"/>
                  </a:lnTo>
                  <a:lnTo>
                    <a:pt x="5897" y="30756"/>
                  </a:lnTo>
                  <a:lnTo>
                    <a:pt x="4879" y="30077"/>
                  </a:lnTo>
                  <a:lnTo>
                    <a:pt x="3818" y="29483"/>
                  </a:lnTo>
                  <a:lnTo>
                    <a:pt x="2715" y="28974"/>
                  </a:lnTo>
                  <a:lnTo>
                    <a:pt x="1570" y="28507"/>
                  </a:lnTo>
                  <a:lnTo>
                    <a:pt x="382" y="28126"/>
                  </a:lnTo>
                  <a:lnTo>
                    <a:pt x="255" y="28126"/>
                  </a:lnTo>
                  <a:lnTo>
                    <a:pt x="128" y="28168"/>
                  </a:lnTo>
                  <a:lnTo>
                    <a:pt x="85" y="28253"/>
                  </a:lnTo>
                  <a:lnTo>
                    <a:pt x="0" y="28338"/>
                  </a:lnTo>
                  <a:lnTo>
                    <a:pt x="0" y="28423"/>
                  </a:lnTo>
                  <a:lnTo>
                    <a:pt x="43" y="28550"/>
                  </a:lnTo>
                  <a:lnTo>
                    <a:pt x="85" y="28635"/>
                  </a:lnTo>
                  <a:lnTo>
                    <a:pt x="213" y="28719"/>
                  </a:lnTo>
                  <a:lnTo>
                    <a:pt x="1400" y="29186"/>
                  </a:lnTo>
                  <a:lnTo>
                    <a:pt x="2546" y="29738"/>
                  </a:lnTo>
                  <a:lnTo>
                    <a:pt x="3649" y="30332"/>
                  </a:lnTo>
                  <a:lnTo>
                    <a:pt x="4709" y="31010"/>
                  </a:lnTo>
                  <a:lnTo>
                    <a:pt x="5727" y="31731"/>
                  </a:lnTo>
                  <a:lnTo>
                    <a:pt x="6703" y="32495"/>
                  </a:lnTo>
                  <a:lnTo>
                    <a:pt x="7636" y="33343"/>
                  </a:lnTo>
                  <a:lnTo>
                    <a:pt x="8570" y="34277"/>
                  </a:lnTo>
                  <a:lnTo>
                    <a:pt x="8061" y="37331"/>
                  </a:lnTo>
                  <a:lnTo>
                    <a:pt x="7509" y="40385"/>
                  </a:lnTo>
                  <a:lnTo>
                    <a:pt x="7509" y="40555"/>
                  </a:lnTo>
                  <a:lnTo>
                    <a:pt x="7594" y="40682"/>
                  </a:lnTo>
                  <a:lnTo>
                    <a:pt x="7679" y="40810"/>
                  </a:lnTo>
                  <a:lnTo>
                    <a:pt x="7806" y="40894"/>
                  </a:lnTo>
                  <a:lnTo>
                    <a:pt x="7976" y="40894"/>
                  </a:lnTo>
                  <a:lnTo>
                    <a:pt x="8103" y="40852"/>
                  </a:lnTo>
                  <a:lnTo>
                    <a:pt x="8230" y="40767"/>
                  </a:lnTo>
                  <a:lnTo>
                    <a:pt x="8315" y="40597"/>
                  </a:lnTo>
                  <a:lnTo>
                    <a:pt x="8739" y="39028"/>
                  </a:lnTo>
                  <a:lnTo>
                    <a:pt x="9079" y="37458"/>
                  </a:lnTo>
                  <a:lnTo>
                    <a:pt x="9418" y="35846"/>
                  </a:lnTo>
                  <a:lnTo>
                    <a:pt x="9715" y="34234"/>
                  </a:lnTo>
                  <a:lnTo>
                    <a:pt x="10351" y="33598"/>
                  </a:lnTo>
                  <a:lnTo>
                    <a:pt x="10988" y="33004"/>
                  </a:lnTo>
                  <a:lnTo>
                    <a:pt x="11666" y="32453"/>
                  </a:lnTo>
                  <a:lnTo>
                    <a:pt x="12387" y="31944"/>
                  </a:lnTo>
                  <a:lnTo>
                    <a:pt x="13151" y="31477"/>
                  </a:lnTo>
                  <a:lnTo>
                    <a:pt x="13915" y="31053"/>
                  </a:lnTo>
                  <a:lnTo>
                    <a:pt x="14678" y="30628"/>
                  </a:lnTo>
                  <a:lnTo>
                    <a:pt x="15527" y="30289"/>
                  </a:lnTo>
                  <a:lnTo>
                    <a:pt x="15654" y="30162"/>
                  </a:lnTo>
                  <a:lnTo>
                    <a:pt x="15739" y="30035"/>
                  </a:lnTo>
                  <a:lnTo>
                    <a:pt x="15739" y="29865"/>
                  </a:lnTo>
                  <a:lnTo>
                    <a:pt x="15739" y="29738"/>
                  </a:lnTo>
                  <a:lnTo>
                    <a:pt x="15654" y="29568"/>
                  </a:lnTo>
                  <a:lnTo>
                    <a:pt x="15527" y="29483"/>
                  </a:lnTo>
                  <a:lnTo>
                    <a:pt x="15399" y="29398"/>
                  </a:lnTo>
                  <a:lnTo>
                    <a:pt x="15230" y="29441"/>
                  </a:lnTo>
                  <a:lnTo>
                    <a:pt x="14466" y="29738"/>
                  </a:lnTo>
                  <a:lnTo>
                    <a:pt x="13703" y="30077"/>
                  </a:lnTo>
                  <a:lnTo>
                    <a:pt x="12981" y="30459"/>
                  </a:lnTo>
                  <a:lnTo>
                    <a:pt x="12303" y="30883"/>
                  </a:lnTo>
                  <a:lnTo>
                    <a:pt x="11666" y="31350"/>
                  </a:lnTo>
                  <a:lnTo>
                    <a:pt x="11030" y="31859"/>
                  </a:lnTo>
                  <a:lnTo>
                    <a:pt x="10436" y="32410"/>
                  </a:lnTo>
                  <a:lnTo>
                    <a:pt x="9885" y="33004"/>
                  </a:lnTo>
                  <a:lnTo>
                    <a:pt x="10097" y="31350"/>
                  </a:lnTo>
                  <a:lnTo>
                    <a:pt x="10266" y="29695"/>
                  </a:lnTo>
                  <a:lnTo>
                    <a:pt x="10394" y="28041"/>
                  </a:lnTo>
                  <a:lnTo>
                    <a:pt x="10436" y="26344"/>
                  </a:lnTo>
                  <a:lnTo>
                    <a:pt x="11030" y="25792"/>
                  </a:lnTo>
                  <a:lnTo>
                    <a:pt x="11581" y="25199"/>
                  </a:lnTo>
                  <a:lnTo>
                    <a:pt x="12175" y="24689"/>
                  </a:lnTo>
                  <a:lnTo>
                    <a:pt x="12812" y="24180"/>
                  </a:lnTo>
                  <a:lnTo>
                    <a:pt x="13448" y="23714"/>
                  </a:lnTo>
                  <a:lnTo>
                    <a:pt x="14084" y="23247"/>
                  </a:lnTo>
                  <a:lnTo>
                    <a:pt x="14806" y="22823"/>
                  </a:lnTo>
                  <a:lnTo>
                    <a:pt x="15484" y="22399"/>
                  </a:lnTo>
                  <a:lnTo>
                    <a:pt x="15654" y="22271"/>
                  </a:lnTo>
                  <a:lnTo>
                    <a:pt x="15696" y="22144"/>
                  </a:lnTo>
                  <a:lnTo>
                    <a:pt x="15696" y="21975"/>
                  </a:lnTo>
                  <a:lnTo>
                    <a:pt x="15654" y="21847"/>
                  </a:lnTo>
                  <a:lnTo>
                    <a:pt x="15569" y="21720"/>
                  </a:lnTo>
                  <a:lnTo>
                    <a:pt x="15442" y="21635"/>
                  </a:lnTo>
                  <a:lnTo>
                    <a:pt x="15315" y="21635"/>
                  </a:lnTo>
                  <a:lnTo>
                    <a:pt x="15102" y="21678"/>
                  </a:lnTo>
                  <a:lnTo>
                    <a:pt x="14466" y="21975"/>
                  </a:lnTo>
                  <a:lnTo>
                    <a:pt x="13830" y="22356"/>
                  </a:lnTo>
                  <a:lnTo>
                    <a:pt x="13236" y="22738"/>
                  </a:lnTo>
                  <a:lnTo>
                    <a:pt x="12600" y="23162"/>
                  </a:lnTo>
                  <a:lnTo>
                    <a:pt x="12048" y="23629"/>
                  </a:lnTo>
                  <a:lnTo>
                    <a:pt x="11497" y="24096"/>
                  </a:lnTo>
                  <a:lnTo>
                    <a:pt x="10988" y="24647"/>
                  </a:lnTo>
                  <a:lnTo>
                    <a:pt x="10479" y="25156"/>
                  </a:lnTo>
                  <a:lnTo>
                    <a:pt x="10479" y="23756"/>
                  </a:lnTo>
                  <a:lnTo>
                    <a:pt x="10479" y="22356"/>
                  </a:lnTo>
                  <a:lnTo>
                    <a:pt x="10436" y="20956"/>
                  </a:lnTo>
                  <a:lnTo>
                    <a:pt x="10351" y="19514"/>
                  </a:lnTo>
                  <a:lnTo>
                    <a:pt x="10436" y="19429"/>
                  </a:lnTo>
                  <a:lnTo>
                    <a:pt x="10479" y="19344"/>
                  </a:lnTo>
                  <a:lnTo>
                    <a:pt x="10775" y="18623"/>
                  </a:lnTo>
                  <a:lnTo>
                    <a:pt x="11115" y="17902"/>
                  </a:lnTo>
                  <a:lnTo>
                    <a:pt x="11454" y="17223"/>
                  </a:lnTo>
                  <a:lnTo>
                    <a:pt x="11836" y="16587"/>
                  </a:lnTo>
                  <a:lnTo>
                    <a:pt x="12260" y="15951"/>
                  </a:lnTo>
                  <a:lnTo>
                    <a:pt x="12684" y="15314"/>
                  </a:lnTo>
                  <a:lnTo>
                    <a:pt x="13193" y="14678"/>
                  </a:lnTo>
                  <a:lnTo>
                    <a:pt x="13660" y="14084"/>
                  </a:lnTo>
                  <a:lnTo>
                    <a:pt x="13745" y="13915"/>
                  </a:lnTo>
                  <a:lnTo>
                    <a:pt x="13787" y="13745"/>
                  </a:lnTo>
                  <a:lnTo>
                    <a:pt x="13745" y="13618"/>
                  </a:lnTo>
                  <a:lnTo>
                    <a:pt x="13660" y="13490"/>
                  </a:lnTo>
                  <a:lnTo>
                    <a:pt x="13533" y="13363"/>
                  </a:lnTo>
                  <a:lnTo>
                    <a:pt x="13406" y="13321"/>
                  </a:lnTo>
                  <a:lnTo>
                    <a:pt x="13236" y="13363"/>
                  </a:lnTo>
                  <a:lnTo>
                    <a:pt x="13109" y="13448"/>
                  </a:lnTo>
                  <a:lnTo>
                    <a:pt x="12642" y="13999"/>
                  </a:lnTo>
                  <a:lnTo>
                    <a:pt x="12218" y="14508"/>
                  </a:lnTo>
                  <a:lnTo>
                    <a:pt x="11836" y="15060"/>
                  </a:lnTo>
                  <a:lnTo>
                    <a:pt x="11454" y="15654"/>
                  </a:lnTo>
                  <a:lnTo>
                    <a:pt x="11115" y="16205"/>
                  </a:lnTo>
                  <a:lnTo>
                    <a:pt x="10818" y="16799"/>
                  </a:lnTo>
                  <a:lnTo>
                    <a:pt x="10224" y="18029"/>
                  </a:lnTo>
                  <a:lnTo>
                    <a:pt x="10012" y="15866"/>
                  </a:lnTo>
                  <a:lnTo>
                    <a:pt x="9757" y="13702"/>
                  </a:lnTo>
                  <a:lnTo>
                    <a:pt x="9418" y="11581"/>
                  </a:lnTo>
                  <a:lnTo>
                    <a:pt x="8994" y="9460"/>
                  </a:lnTo>
                  <a:lnTo>
                    <a:pt x="9163" y="9036"/>
                  </a:lnTo>
                  <a:lnTo>
                    <a:pt x="9333" y="8697"/>
                  </a:lnTo>
                  <a:lnTo>
                    <a:pt x="9503" y="8315"/>
                  </a:lnTo>
                  <a:lnTo>
                    <a:pt x="9715" y="8018"/>
                  </a:lnTo>
                  <a:lnTo>
                    <a:pt x="10224" y="7382"/>
                  </a:lnTo>
                  <a:lnTo>
                    <a:pt x="10775" y="6745"/>
                  </a:lnTo>
                  <a:lnTo>
                    <a:pt x="10860" y="6618"/>
                  </a:lnTo>
                  <a:lnTo>
                    <a:pt x="10860" y="6491"/>
                  </a:lnTo>
                  <a:lnTo>
                    <a:pt x="10860" y="6364"/>
                  </a:lnTo>
                  <a:lnTo>
                    <a:pt x="10775" y="6279"/>
                  </a:lnTo>
                  <a:lnTo>
                    <a:pt x="10691" y="6194"/>
                  </a:lnTo>
                  <a:lnTo>
                    <a:pt x="10563" y="6151"/>
                  </a:lnTo>
                  <a:lnTo>
                    <a:pt x="10394" y="6151"/>
                  </a:lnTo>
                  <a:lnTo>
                    <a:pt x="10266" y="6236"/>
                  </a:lnTo>
                  <a:lnTo>
                    <a:pt x="9800" y="6660"/>
                  </a:lnTo>
                  <a:lnTo>
                    <a:pt x="9418" y="7127"/>
                  </a:lnTo>
                  <a:lnTo>
                    <a:pt x="9036" y="7636"/>
                  </a:lnTo>
                  <a:lnTo>
                    <a:pt x="8739" y="8188"/>
                  </a:lnTo>
                  <a:lnTo>
                    <a:pt x="8273" y="6109"/>
                  </a:lnTo>
                  <a:lnTo>
                    <a:pt x="7764" y="4115"/>
                  </a:lnTo>
                  <a:lnTo>
                    <a:pt x="7170" y="2079"/>
                  </a:lnTo>
                  <a:lnTo>
                    <a:pt x="6576" y="128"/>
                  </a:lnTo>
                  <a:lnTo>
                    <a:pt x="6533" y="43"/>
                  </a:lnTo>
                  <a:lnTo>
                    <a:pt x="6449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4"/>
            <p:cNvSpPr/>
            <p:nvPr/>
          </p:nvSpPr>
          <p:spPr>
            <a:xfrm>
              <a:off x="1123650" y="1507950"/>
              <a:ext cx="688325" cy="969350"/>
            </a:xfrm>
            <a:custGeom>
              <a:avLst/>
              <a:gdLst/>
              <a:ahLst/>
              <a:cxnLst/>
              <a:rect l="l" t="t" r="r" b="b"/>
              <a:pathLst>
                <a:path w="27533" h="38774" extrusionOk="0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3757" y="37586"/>
                  </a:lnTo>
                  <a:lnTo>
                    <a:pt x="24181" y="37331"/>
                  </a:lnTo>
                  <a:lnTo>
                    <a:pt x="24563" y="37034"/>
                  </a:lnTo>
                  <a:lnTo>
                    <a:pt x="24945" y="36737"/>
                  </a:lnTo>
                  <a:lnTo>
                    <a:pt x="25284" y="36398"/>
                  </a:lnTo>
                  <a:lnTo>
                    <a:pt x="25623" y="36059"/>
                  </a:lnTo>
                  <a:lnTo>
                    <a:pt x="25920" y="35677"/>
                  </a:lnTo>
                  <a:lnTo>
                    <a:pt x="26217" y="35253"/>
                  </a:lnTo>
                  <a:lnTo>
                    <a:pt x="26472" y="34828"/>
                  </a:lnTo>
                  <a:lnTo>
                    <a:pt x="26726" y="34362"/>
                  </a:lnTo>
                  <a:lnTo>
                    <a:pt x="26938" y="33895"/>
                  </a:lnTo>
                  <a:lnTo>
                    <a:pt x="27108" y="33386"/>
                  </a:lnTo>
                  <a:lnTo>
                    <a:pt x="27278" y="32877"/>
                  </a:lnTo>
                  <a:lnTo>
                    <a:pt x="27363" y="32326"/>
                  </a:lnTo>
                  <a:lnTo>
                    <a:pt x="27490" y="31732"/>
                  </a:lnTo>
                  <a:lnTo>
                    <a:pt x="27532" y="31138"/>
                  </a:lnTo>
                  <a:lnTo>
                    <a:pt x="27532" y="30544"/>
                  </a:lnTo>
                  <a:lnTo>
                    <a:pt x="27532" y="29950"/>
                  </a:lnTo>
                  <a:lnTo>
                    <a:pt x="27490" y="29356"/>
                  </a:lnTo>
                  <a:lnTo>
                    <a:pt x="27447" y="28720"/>
                  </a:lnTo>
                  <a:lnTo>
                    <a:pt x="27235" y="27532"/>
                  </a:lnTo>
                  <a:lnTo>
                    <a:pt x="26938" y="26387"/>
                  </a:lnTo>
                  <a:lnTo>
                    <a:pt x="26599" y="25199"/>
                  </a:lnTo>
                  <a:lnTo>
                    <a:pt x="26132" y="24053"/>
                  </a:lnTo>
                  <a:lnTo>
                    <a:pt x="25623" y="22908"/>
                  </a:lnTo>
                  <a:lnTo>
                    <a:pt x="25029" y="21805"/>
                  </a:lnTo>
                  <a:lnTo>
                    <a:pt x="24435" y="20702"/>
                  </a:lnTo>
                  <a:lnTo>
                    <a:pt x="23757" y="19599"/>
                  </a:lnTo>
                  <a:lnTo>
                    <a:pt x="23036" y="18539"/>
                  </a:lnTo>
                  <a:lnTo>
                    <a:pt x="22314" y="17521"/>
                  </a:lnTo>
                  <a:lnTo>
                    <a:pt x="21593" y="16545"/>
                  </a:lnTo>
                  <a:lnTo>
                    <a:pt x="20830" y="15569"/>
                  </a:lnTo>
                  <a:lnTo>
                    <a:pt x="19303" y="13745"/>
                  </a:lnTo>
                  <a:lnTo>
                    <a:pt x="18412" y="12685"/>
                  </a:lnTo>
                  <a:lnTo>
                    <a:pt x="17436" y="11666"/>
                  </a:lnTo>
                  <a:lnTo>
                    <a:pt x="16460" y="10606"/>
                  </a:lnTo>
                  <a:lnTo>
                    <a:pt x="15442" y="9630"/>
                  </a:lnTo>
                  <a:lnTo>
                    <a:pt x="14424" y="8612"/>
                  </a:lnTo>
                  <a:lnTo>
                    <a:pt x="13364" y="7679"/>
                  </a:lnTo>
                  <a:lnTo>
                    <a:pt x="12261" y="6746"/>
                  </a:lnTo>
                  <a:lnTo>
                    <a:pt x="11158" y="5855"/>
                  </a:lnTo>
                  <a:lnTo>
                    <a:pt x="10012" y="4964"/>
                  </a:lnTo>
                  <a:lnTo>
                    <a:pt x="8824" y="4158"/>
                  </a:lnTo>
                  <a:lnTo>
                    <a:pt x="7637" y="3352"/>
                  </a:lnTo>
                  <a:lnTo>
                    <a:pt x="6406" y="2588"/>
                  </a:lnTo>
                  <a:lnTo>
                    <a:pt x="5176" y="1867"/>
                  </a:lnTo>
                  <a:lnTo>
                    <a:pt x="3946" y="1231"/>
                  </a:lnTo>
                  <a:lnTo>
                    <a:pt x="2673" y="594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4"/>
            <p:cNvSpPr/>
            <p:nvPr/>
          </p:nvSpPr>
          <p:spPr>
            <a:xfrm>
              <a:off x="1123650" y="1507950"/>
              <a:ext cx="583325" cy="969350"/>
            </a:xfrm>
            <a:custGeom>
              <a:avLst/>
              <a:gdLst/>
              <a:ahLst/>
              <a:cxnLst/>
              <a:rect l="l" t="t" r="r" b="b"/>
              <a:pathLst>
                <a:path w="23333" h="38774" extrusionOk="0">
                  <a:moveTo>
                    <a:pt x="1189" y="1"/>
                  </a:moveTo>
                  <a:lnTo>
                    <a:pt x="1019" y="43"/>
                  </a:lnTo>
                  <a:lnTo>
                    <a:pt x="764" y="43"/>
                  </a:lnTo>
                  <a:lnTo>
                    <a:pt x="552" y="128"/>
                  </a:lnTo>
                  <a:lnTo>
                    <a:pt x="383" y="255"/>
                  </a:lnTo>
                  <a:lnTo>
                    <a:pt x="255" y="425"/>
                  </a:lnTo>
                  <a:lnTo>
                    <a:pt x="213" y="637"/>
                  </a:lnTo>
                  <a:lnTo>
                    <a:pt x="213" y="679"/>
                  </a:lnTo>
                  <a:lnTo>
                    <a:pt x="128" y="807"/>
                  </a:lnTo>
                  <a:lnTo>
                    <a:pt x="43" y="976"/>
                  </a:lnTo>
                  <a:lnTo>
                    <a:pt x="1" y="1146"/>
                  </a:lnTo>
                  <a:lnTo>
                    <a:pt x="43" y="1316"/>
                  </a:lnTo>
                  <a:lnTo>
                    <a:pt x="510" y="4200"/>
                  </a:lnTo>
                  <a:lnTo>
                    <a:pt x="1019" y="7043"/>
                  </a:lnTo>
                  <a:lnTo>
                    <a:pt x="1613" y="9885"/>
                  </a:lnTo>
                  <a:lnTo>
                    <a:pt x="2249" y="12727"/>
                  </a:lnTo>
                  <a:lnTo>
                    <a:pt x="2928" y="15527"/>
                  </a:lnTo>
                  <a:lnTo>
                    <a:pt x="3649" y="18369"/>
                  </a:lnTo>
                  <a:lnTo>
                    <a:pt x="4413" y="21126"/>
                  </a:lnTo>
                  <a:lnTo>
                    <a:pt x="5261" y="23926"/>
                  </a:lnTo>
                  <a:lnTo>
                    <a:pt x="5940" y="26047"/>
                  </a:lnTo>
                  <a:lnTo>
                    <a:pt x="6661" y="28211"/>
                  </a:lnTo>
                  <a:lnTo>
                    <a:pt x="7085" y="29271"/>
                  </a:lnTo>
                  <a:lnTo>
                    <a:pt x="7509" y="30332"/>
                  </a:lnTo>
                  <a:lnTo>
                    <a:pt x="7976" y="31392"/>
                  </a:lnTo>
                  <a:lnTo>
                    <a:pt x="8527" y="32368"/>
                  </a:lnTo>
                  <a:lnTo>
                    <a:pt x="9121" y="33344"/>
                  </a:lnTo>
                  <a:lnTo>
                    <a:pt x="9758" y="34277"/>
                  </a:lnTo>
                  <a:lnTo>
                    <a:pt x="10436" y="35125"/>
                  </a:lnTo>
                  <a:lnTo>
                    <a:pt x="10818" y="35507"/>
                  </a:lnTo>
                  <a:lnTo>
                    <a:pt x="11242" y="35889"/>
                  </a:lnTo>
                  <a:lnTo>
                    <a:pt x="11624" y="36271"/>
                  </a:lnTo>
                  <a:lnTo>
                    <a:pt x="12048" y="36610"/>
                  </a:lnTo>
                  <a:lnTo>
                    <a:pt x="12515" y="36907"/>
                  </a:lnTo>
                  <a:lnTo>
                    <a:pt x="12982" y="37246"/>
                  </a:lnTo>
                  <a:lnTo>
                    <a:pt x="13491" y="37501"/>
                  </a:lnTo>
                  <a:lnTo>
                    <a:pt x="14000" y="37755"/>
                  </a:lnTo>
                  <a:lnTo>
                    <a:pt x="14551" y="37968"/>
                  </a:lnTo>
                  <a:lnTo>
                    <a:pt x="15103" y="38180"/>
                  </a:lnTo>
                  <a:lnTo>
                    <a:pt x="16206" y="38477"/>
                  </a:lnTo>
                  <a:lnTo>
                    <a:pt x="17266" y="38689"/>
                  </a:lnTo>
                  <a:lnTo>
                    <a:pt x="18327" y="38774"/>
                  </a:lnTo>
                  <a:lnTo>
                    <a:pt x="19387" y="38774"/>
                  </a:lnTo>
                  <a:lnTo>
                    <a:pt x="20448" y="38689"/>
                  </a:lnTo>
                  <a:lnTo>
                    <a:pt x="20957" y="38604"/>
                  </a:lnTo>
                  <a:lnTo>
                    <a:pt x="21466" y="38477"/>
                  </a:lnTo>
                  <a:lnTo>
                    <a:pt x="21933" y="38349"/>
                  </a:lnTo>
                  <a:lnTo>
                    <a:pt x="22399" y="38180"/>
                  </a:lnTo>
                  <a:lnTo>
                    <a:pt x="22866" y="38010"/>
                  </a:lnTo>
                  <a:lnTo>
                    <a:pt x="23333" y="37798"/>
                  </a:lnTo>
                  <a:lnTo>
                    <a:pt x="22017" y="37246"/>
                  </a:lnTo>
                  <a:lnTo>
                    <a:pt x="20702" y="36652"/>
                  </a:lnTo>
                  <a:lnTo>
                    <a:pt x="19939" y="36228"/>
                  </a:lnTo>
                  <a:lnTo>
                    <a:pt x="19175" y="35804"/>
                  </a:lnTo>
                  <a:lnTo>
                    <a:pt x="18454" y="35380"/>
                  </a:lnTo>
                  <a:lnTo>
                    <a:pt x="17733" y="34913"/>
                  </a:lnTo>
                  <a:lnTo>
                    <a:pt x="17054" y="34404"/>
                  </a:lnTo>
                  <a:lnTo>
                    <a:pt x="16418" y="33895"/>
                  </a:lnTo>
                  <a:lnTo>
                    <a:pt x="15739" y="33344"/>
                  </a:lnTo>
                  <a:lnTo>
                    <a:pt x="15145" y="32750"/>
                  </a:lnTo>
                  <a:lnTo>
                    <a:pt x="14551" y="32198"/>
                  </a:lnTo>
                  <a:lnTo>
                    <a:pt x="13957" y="31562"/>
                  </a:lnTo>
                  <a:lnTo>
                    <a:pt x="13406" y="30926"/>
                  </a:lnTo>
                  <a:lnTo>
                    <a:pt x="12854" y="30289"/>
                  </a:lnTo>
                  <a:lnTo>
                    <a:pt x="12345" y="29611"/>
                  </a:lnTo>
                  <a:lnTo>
                    <a:pt x="11836" y="28932"/>
                  </a:lnTo>
                  <a:lnTo>
                    <a:pt x="10861" y="27489"/>
                  </a:lnTo>
                  <a:lnTo>
                    <a:pt x="10394" y="26683"/>
                  </a:lnTo>
                  <a:lnTo>
                    <a:pt x="9927" y="25877"/>
                  </a:lnTo>
                  <a:lnTo>
                    <a:pt x="9079" y="24265"/>
                  </a:lnTo>
                  <a:lnTo>
                    <a:pt x="8358" y="22611"/>
                  </a:lnTo>
                  <a:lnTo>
                    <a:pt x="7679" y="20914"/>
                  </a:lnTo>
                  <a:lnTo>
                    <a:pt x="7085" y="19175"/>
                  </a:lnTo>
                  <a:lnTo>
                    <a:pt x="6534" y="17436"/>
                  </a:lnTo>
                  <a:lnTo>
                    <a:pt x="6067" y="15654"/>
                  </a:lnTo>
                  <a:lnTo>
                    <a:pt x="5643" y="13872"/>
                  </a:lnTo>
                  <a:lnTo>
                    <a:pt x="5346" y="12388"/>
                  </a:lnTo>
                  <a:lnTo>
                    <a:pt x="5091" y="10860"/>
                  </a:lnTo>
                  <a:lnTo>
                    <a:pt x="4922" y="9376"/>
                  </a:lnTo>
                  <a:lnTo>
                    <a:pt x="4794" y="7849"/>
                  </a:lnTo>
                  <a:lnTo>
                    <a:pt x="4752" y="6364"/>
                  </a:lnTo>
                  <a:lnTo>
                    <a:pt x="4794" y="4879"/>
                  </a:lnTo>
                  <a:lnTo>
                    <a:pt x="4837" y="4115"/>
                  </a:lnTo>
                  <a:lnTo>
                    <a:pt x="4922" y="3352"/>
                  </a:lnTo>
                  <a:lnTo>
                    <a:pt x="5049" y="2631"/>
                  </a:lnTo>
                  <a:lnTo>
                    <a:pt x="5176" y="1867"/>
                  </a:lnTo>
                  <a:lnTo>
                    <a:pt x="4243" y="1400"/>
                  </a:lnTo>
                  <a:lnTo>
                    <a:pt x="3310" y="891"/>
                  </a:lnTo>
                  <a:lnTo>
                    <a:pt x="2334" y="467"/>
                  </a:lnTo>
                  <a:lnTo>
                    <a:pt x="1358" y="43"/>
                  </a:lnTo>
                  <a:lnTo>
                    <a:pt x="1189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44"/>
            <p:cNvSpPr/>
            <p:nvPr/>
          </p:nvSpPr>
          <p:spPr>
            <a:xfrm>
              <a:off x="1169250" y="1570525"/>
              <a:ext cx="562125" cy="886625"/>
            </a:xfrm>
            <a:custGeom>
              <a:avLst/>
              <a:gdLst/>
              <a:ahLst/>
              <a:cxnLst/>
              <a:rect l="l" t="t" r="r" b="b"/>
              <a:pathLst>
                <a:path w="22485" h="35465" extrusionOk="0">
                  <a:moveTo>
                    <a:pt x="213" y="0"/>
                  </a:moveTo>
                  <a:lnTo>
                    <a:pt x="86" y="85"/>
                  </a:lnTo>
                  <a:lnTo>
                    <a:pt x="1" y="128"/>
                  </a:lnTo>
                  <a:lnTo>
                    <a:pt x="1" y="170"/>
                  </a:lnTo>
                  <a:lnTo>
                    <a:pt x="1" y="255"/>
                  </a:lnTo>
                  <a:lnTo>
                    <a:pt x="43" y="340"/>
                  </a:lnTo>
                  <a:lnTo>
                    <a:pt x="1486" y="1825"/>
                  </a:lnTo>
                  <a:lnTo>
                    <a:pt x="2886" y="3309"/>
                  </a:lnTo>
                  <a:lnTo>
                    <a:pt x="4243" y="4879"/>
                  </a:lnTo>
                  <a:lnTo>
                    <a:pt x="5558" y="6448"/>
                  </a:lnTo>
                  <a:lnTo>
                    <a:pt x="5049" y="6279"/>
                  </a:lnTo>
                  <a:lnTo>
                    <a:pt x="4498" y="6152"/>
                  </a:lnTo>
                  <a:lnTo>
                    <a:pt x="3946" y="6024"/>
                  </a:lnTo>
                  <a:lnTo>
                    <a:pt x="3437" y="5982"/>
                  </a:lnTo>
                  <a:lnTo>
                    <a:pt x="2886" y="5939"/>
                  </a:lnTo>
                  <a:lnTo>
                    <a:pt x="2334" y="5939"/>
                  </a:lnTo>
                  <a:lnTo>
                    <a:pt x="1783" y="6024"/>
                  </a:lnTo>
                  <a:lnTo>
                    <a:pt x="1231" y="6152"/>
                  </a:lnTo>
                  <a:lnTo>
                    <a:pt x="1189" y="6152"/>
                  </a:lnTo>
                  <a:lnTo>
                    <a:pt x="1146" y="6194"/>
                  </a:lnTo>
                  <a:lnTo>
                    <a:pt x="1104" y="6321"/>
                  </a:lnTo>
                  <a:lnTo>
                    <a:pt x="1146" y="6448"/>
                  </a:lnTo>
                  <a:lnTo>
                    <a:pt x="1189" y="6491"/>
                  </a:lnTo>
                  <a:lnTo>
                    <a:pt x="1274" y="6491"/>
                  </a:lnTo>
                  <a:lnTo>
                    <a:pt x="2631" y="6576"/>
                  </a:lnTo>
                  <a:lnTo>
                    <a:pt x="3267" y="6661"/>
                  </a:lnTo>
                  <a:lnTo>
                    <a:pt x="3904" y="6745"/>
                  </a:lnTo>
                  <a:lnTo>
                    <a:pt x="4540" y="6873"/>
                  </a:lnTo>
                  <a:lnTo>
                    <a:pt x="5176" y="7085"/>
                  </a:lnTo>
                  <a:lnTo>
                    <a:pt x="5770" y="7297"/>
                  </a:lnTo>
                  <a:lnTo>
                    <a:pt x="6407" y="7594"/>
                  </a:lnTo>
                  <a:lnTo>
                    <a:pt x="6491" y="7594"/>
                  </a:lnTo>
                  <a:lnTo>
                    <a:pt x="7679" y="9206"/>
                  </a:lnTo>
                  <a:lnTo>
                    <a:pt x="8867" y="10818"/>
                  </a:lnTo>
                  <a:lnTo>
                    <a:pt x="10012" y="12472"/>
                  </a:lnTo>
                  <a:lnTo>
                    <a:pt x="11073" y="14169"/>
                  </a:lnTo>
                  <a:lnTo>
                    <a:pt x="10097" y="13787"/>
                  </a:lnTo>
                  <a:lnTo>
                    <a:pt x="9122" y="13448"/>
                  </a:lnTo>
                  <a:lnTo>
                    <a:pt x="8103" y="13193"/>
                  </a:lnTo>
                  <a:lnTo>
                    <a:pt x="7085" y="12981"/>
                  </a:lnTo>
                  <a:lnTo>
                    <a:pt x="6067" y="12896"/>
                  </a:lnTo>
                  <a:lnTo>
                    <a:pt x="5007" y="12854"/>
                  </a:lnTo>
                  <a:lnTo>
                    <a:pt x="3989" y="12854"/>
                  </a:lnTo>
                  <a:lnTo>
                    <a:pt x="2928" y="12981"/>
                  </a:lnTo>
                  <a:lnTo>
                    <a:pt x="2843" y="13024"/>
                  </a:lnTo>
                  <a:lnTo>
                    <a:pt x="2758" y="13066"/>
                  </a:lnTo>
                  <a:lnTo>
                    <a:pt x="2716" y="13151"/>
                  </a:lnTo>
                  <a:lnTo>
                    <a:pt x="2716" y="13236"/>
                  </a:lnTo>
                  <a:lnTo>
                    <a:pt x="2758" y="13321"/>
                  </a:lnTo>
                  <a:lnTo>
                    <a:pt x="2801" y="13406"/>
                  </a:lnTo>
                  <a:lnTo>
                    <a:pt x="2843" y="13448"/>
                  </a:lnTo>
                  <a:lnTo>
                    <a:pt x="2970" y="13490"/>
                  </a:lnTo>
                  <a:lnTo>
                    <a:pt x="4116" y="13448"/>
                  </a:lnTo>
                  <a:lnTo>
                    <a:pt x="5261" y="13490"/>
                  </a:lnTo>
                  <a:lnTo>
                    <a:pt x="6364" y="13618"/>
                  </a:lnTo>
                  <a:lnTo>
                    <a:pt x="7467" y="13787"/>
                  </a:lnTo>
                  <a:lnTo>
                    <a:pt x="8570" y="14042"/>
                  </a:lnTo>
                  <a:lnTo>
                    <a:pt x="9631" y="14381"/>
                  </a:lnTo>
                  <a:lnTo>
                    <a:pt x="10691" y="14805"/>
                  </a:lnTo>
                  <a:lnTo>
                    <a:pt x="11752" y="15272"/>
                  </a:lnTo>
                  <a:lnTo>
                    <a:pt x="12388" y="16417"/>
                  </a:lnTo>
                  <a:lnTo>
                    <a:pt x="13109" y="17648"/>
                  </a:lnTo>
                  <a:lnTo>
                    <a:pt x="13745" y="18920"/>
                  </a:lnTo>
                  <a:lnTo>
                    <a:pt x="14382" y="20150"/>
                  </a:lnTo>
                  <a:lnTo>
                    <a:pt x="14976" y="21423"/>
                  </a:lnTo>
                  <a:lnTo>
                    <a:pt x="13788" y="21084"/>
                  </a:lnTo>
                  <a:lnTo>
                    <a:pt x="12558" y="20744"/>
                  </a:lnTo>
                  <a:lnTo>
                    <a:pt x="11327" y="20532"/>
                  </a:lnTo>
                  <a:lnTo>
                    <a:pt x="10097" y="20363"/>
                  </a:lnTo>
                  <a:lnTo>
                    <a:pt x="8867" y="20278"/>
                  </a:lnTo>
                  <a:lnTo>
                    <a:pt x="7637" y="20235"/>
                  </a:lnTo>
                  <a:lnTo>
                    <a:pt x="6364" y="20278"/>
                  </a:lnTo>
                  <a:lnTo>
                    <a:pt x="5134" y="20405"/>
                  </a:lnTo>
                  <a:lnTo>
                    <a:pt x="5007" y="20447"/>
                  </a:lnTo>
                  <a:lnTo>
                    <a:pt x="4922" y="20532"/>
                  </a:lnTo>
                  <a:lnTo>
                    <a:pt x="4879" y="20660"/>
                  </a:lnTo>
                  <a:lnTo>
                    <a:pt x="4879" y="20744"/>
                  </a:lnTo>
                  <a:lnTo>
                    <a:pt x="4922" y="20872"/>
                  </a:lnTo>
                  <a:lnTo>
                    <a:pt x="4964" y="20956"/>
                  </a:lnTo>
                  <a:lnTo>
                    <a:pt x="5049" y="20999"/>
                  </a:lnTo>
                  <a:lnTo>
                    <a:pt x="5176" y="21041"/>
                  </a:lnTo>
                  <a:lnTo>
                    <a:pt x="6491" y="20999"/>
                  </a:lnTo>
                  <a:lnTo>
                    <a:pt x="7764" y="21041"/>
                  </a:lnTo>
                  <a:lnTo>
                    <a:pt x="9079" y="21126"/>
                  </a:lnTo>
                  <a:lnTo>
                    <a:pt x="10352" y="21253"/>
                  </a:lnTo>
                  <a:lnTo>
                    <a:pt x="11624" y="21466"/>
                  </a:lnTo>
                  <a:lnTo>
                    <a:pt x="12897" y="21720"/>
                  </a:lnTo>
                  <a:lnTo>
                    <a:pt x="14127" y="22059"/>
                  </a:lnTo>
                  <a:lnTo>
                    <a:pt x="15400" y="22484"/>
                  </a:lnTo>
                  <a:lnTo>
                    <a:pt x="15442" y="22526"/>
                  </a:lnTo>
                  <a:lnTo>
                    <a:pt x="16079" y="23926"/>
                  </a:lnTo>
                  <a:lnTo>
                    <a:pt x="16672" y="25368"/>
                  </a:lnTo>
                  <a:lnTo>
                    <a:pt x="17775" y="28211"/>
                  </a:lnTo>
                  <a:lnTo>
                    <a:pt x="16588" y="27871"/>
                  </a:lnTo>
                  <a:lnTo>
                    <a:pt x="15357" y="27617"/>
                  </a:lnTo>
                  <a:lnTo>
                    <a:pt x="14170" y="27405"/>
                  </a:lnTo>
                  <a:lnTo>
                    <a:pt x="12939" y="27320"/>
                  </a:lnTo>
                  <a:lnTo>
                    <a:pt x="11709" y="27277"/>
                  </a:lnTo>
                  <a:lnTo>
                    <a:pt x="10479" y="27320"/>
                  </a:lnTo>
                  <a:lnTo>
                    <a:pt x="9249" y="27489"/>
                  </a:lnTo>
                  <a:lnTo>
                    <a:pt x="8019" y="27701"/>
                  </a:lnTo>
                  <a:lnTo>
                    <a:pt x="7934" y="27744"/>
                  </a:lnTo>
                  <a:lnTo>
                    <a:pt x="7849" y="27829"/>
                  </a:lnTo>
                  <a:lnTo>
                    <a:pt x="7806" y="27956"/>
                  </a:lnTo>
                  <a:lnTo>
                    <a:pt x="7806" y="28041"/>
                  </a:lnTo>
                  <a:lnTo>
                    <a:pt x="7849" y="28126"/>
                  </a:lnTo>
                  <a:lnTo>
                    <a:pt x="7934" y="28211"/>
                  </a:lnTo>
                  <a:lnTo>
                    <a:pt x="8019" y="28295"/>
                  </a:lnTo>
                  <a:lnTo>
                    <a:pt x="8146" y="28295"/>
                  </a:lnTo>
                  <a:lnTo>
                    <a:pt x="9461" y="28168"/>
                  </a:lnTo>
                  <a:lnTo>
                    <a:pt x="10691" y="28083"/>
                  </a:lnTo>
                  <a:lnTo>
                    <a:pt x="11964" y="28126"/>
                  </a:lnTo>
                  <a:lnTo>
                    <a:pt x="13236" y="28211"/>
                  </a:lnTo>
                  <a:lnTo>
                    <a:pt x="14467" y="28338"/>
                  </a:lnTo>
                  <a:lnTo>
                    <a:pt x="15697" y="28592"/>
                  </a:lnTo>
                  <a:lnTo>
                    <a:pt x="16927" y="28889"/>
                  </a:lnTo>
                  <a:lnTo>
                    <a:pt x="18157" y="29313"/>
                  </a:lnTo>
                  <a:lnTo>
                    <a:pt x="19133" y="32198"/>
                  </a:lnTo>
                  <a:lnTo>
                    <a:pt x="20109" y="35168"/>
                  </a:lnTo>
                  <a:lnTo>
                    <a:pt x="20193" y="35295"/>
                  </a:lnTo>
                  <a:lnTo>
                    <a:pt x="20278" y="35422"/>
                  </a:lnTo>
                  <a:lnTo>
                    <a:pt x="20448" y="35465"/>
                  </a:lnTo>
                  <a:lnTo>
                    <a:pt x="20575" y="35465"/>
                  </a:lnTo>
                  <a:lnTo>
                    <a:pt x="20745" y="35422"/>
                  </a:lnTo>
                  <a:lnTo>
                    <a:pt x="20830" y="35295"/>
                  </a:lnTo>
                  <a:lnTo>
                    <a:pt x="20915" y="35168"/>
                  </a:lnTo>
                  <a:lnTo>
                    <a:pt x="20872" y="34998"/>
                  </a:lnTo>
                  <a:lnTo>
                    <a:pt x="20533" y="33428"/>
                  </a:lnTo>
                  <a:lnTo>
                    <a:pt x="20109" y="31816"/>
                  </a:lnTo>
                  <a:lnTo>
                    <a:pt x="19642" y="30289"/>
                  </a:lnTo>
                  <a:lnTo>
                    <a:pt x="19133" y="28720"/>
                  </a:lnTo>
                  <a:lnTo>
                    <a:pt x="19387" y="27871"/>
                  </a:lnTo>
                  <a:lnTo>
                    <a:pt x="19684" y="27023"/>
                  </a:lnTo>
                  <a:lnTo>
                    <a:pt x="20066" y="26217"/>
                  </a:lnTo>
                  <a:lnTo>
                    <a:pt x="20448" y="25411"/>
                  </a:lnTo>
                  <a:lnTo>
                    <a:pt x="20872" y="24647"/>
                  </a:lnTo>
                  <a:lnTo>
                    <a:pt x="21339" y="23926"/>
                  </a:lnTo>
                  <a:lnTo>
                    <a:pt x="21848" y="23205"/>
                  </a:lnTo>
                  <a:lnTo>
                    <a:pt x="22399" y="22484"/>
                  </a:lnTo>
                  <a:lnTo>
                    <a:pt x="22484" y="22314"/>
                  </a:lnTo>
                  <a:lnTo>
                    <a:pt x="22484" y="22187"/>
                  </a:lnTo>
                  <a:lnTo>
                    <a:pt x="22442" y="22017"/>
                  </a:lnTo>
                  <a:lnTo>
                    <a:pt x="22315" y="21890"/>
                  </a:lnTo>
                  <a:lnTo>
                    <a:pt x="22187" y="21805"/>
                  </a:lnTo>
                  <a:lnTo>
                    <a:pt x="22060" y="21762"/>
                  </a:lnTo>
                  <a:lnTo>
                    <a:pt x="21890" y="21762"/>
                  </a:lnTo>
                  <a:lnTo>
                    <a:pt x="21763" y="21890"/>
                  </a:lnTo>
                  <a:lnTo>
                    <a:pt x="21212" y="22484"/>
                  </a:lnTo>
                  <a:lnTo>
                    <a:pt x="20703" y="23162"/>
                  </a:lnTo>
                  <a:lnTo>
                    <a:pt x="20278" y="23841"/>
                  </a:lnTo>
                  <a:lnTo>
                    <a:pt x="19854" y="24520"/>
                  </a:lnTo>
                  <a:lnTo>
                    <a:pt x="19515" y="25241"/>
                  </a:lnTo>
                  <a:lnTo>
                    <a:pt x="19218" y="26005"/>
                  </a:lnTo>
                  <a:lnTo>
                    <a:pt x="18921" y="26768"/>
                  </a:lnTo>
                  <a:lnTo>
                    <a:pt x="18709" y="27532"/>
                  </a:lnTo>
                  <a:lnTo>
                    <a:pt x="18115" y="26005"/>
                  </a:lnTo>
                  <a:lnTo>
                    <a:pt x="17479" y="24435"/>
                  </a:lnTo>
                  <a:lnTo>
                    <a:pt x="16800" y="22908"/>
                  </a:lnTo>
                  <a:lnTo>
                    <a:pt x="16079" y="21381"/>
                  </a:lnTo>
                  <a:lnTo>
                    <a:pt x="16333" y="20617"/>
                  </a:lnTo>
                  <a:lnTo>
                    <a:pt x="16545" y="19854"/>
                  </a:lnTo>
                  <a:lnTo>
                    <a:pt x="16842" y="19132"/>
                  </a:lnTo>
                  <a:lnTo>
                    <a:pt x="17139" y="18369"/>
                  </a:lnTo>
                  <a:lnTo>
                    <a:pt x="17479" y="17648"/>
                  </a:lnTo>
                  <a:lnTo>
                    <a:pt x="17860" y="16926"/>
                  </a:lnTo>
                  <a:lnTo>
                    <a:pt x="18242" y="16248"/>
                  </a:lnTo>
                  <a:lnTo>
                    <a:pt x="18709" y="15527"/>
                  </a:lnTo>
                  <a:lnTo>
                    <a:pt x="18751" y="15357"/>
                  </a:lnTo>
                  <a:lnTo>
                    <a:pt x="18751" y="15230"/>
                  </a:lnTo>
                  <a:lnTo>
                    <a:pt x="18709" y="15060"/>
                  </a:lnTo>
                  <a:lnTo>
                    <a:pt x="18581" y="14975"/>
                  </a:lnTo>
                  <a:lnTo>
                    <a:pt x="18454" y="14890"/>
                  </a:lnTo>
                  <a:lnTo>
                    <a:pt x="18285" y="14890"/>
                  </a:lnTo>
                  <a:lnTo>
                    <a:pt x="18157" y="14933"/>
                  </a:lnTo>
                  <a:lnTo>
                    <a:pt x="18030" y="15060"/>
                  </a:lnTo>
                  <a:lnTo>
                    <a:pt x="17606" y="15654"/>
                  </a:lnTo>
                  <a:lnTo>
                    <a:pt x="17182" y="16290"/>
                  </a:lnTo>
                  <a:lnTo>
                    <a:pt x="16842" y="16926"/>
                  </a:lnTo>
                  <a:lnTo>
                    <a:pt x="16503" y="17563"/>
                  </a:lnTo>
                  <a:lnTo>
                    <a:pt x="16206" y="18242"/>
                  </a:lnTo>
                  <a:lnTo>
                    <a:pt x="15951" y="18920"/>
                  </a:lnTo>
                  <a:lnTo>
                    <a:pt x="15739" y="19641"/>
                  </a:lnTo>
                  <a:lnTo>
                    <a:pt x="15570" y="20363"/>
                  </a:lnTo>
                  <a:lnTo>
                    <a:pt x="14891" y="19090"/>
                  </a:lnTo>
                  <a:lnTo>
                    <a:pt x="14212" y="17860"/>
                  </a:lnTo>
                  <a:lnTo>
                    <a:pt x="13533" y="16630"/>
                  </a:lnTo>
                  <a:lnTo>
                    <a:pt x="12770" y="15442"/>
                  </a:lnTo>
                  <a:lnTo>
                    <a:pt x="12812" y="15314"/>
                  </a:lnTo>
                  <a:lnTo>
                    <a:pt x="12812" y="15187"/>
                  </a:lnTo>
                  <a:lnTo>
                    <a:pt x="12727" y="14424"/>
                  </a:lnTo>
                  <a:lnTo>
                    <a:pt x="12685" y="13660"/>
                  </a:lnTo>
                  <a:lnTo>
                    <a:pt x="12685" y="12896"/>
                  </a:lnTo>
                  <a:lnTo>
                    <a:pt x="12727" y="12133"/>
                  </a:lnTo>
                  <a:lnTo>
                    <a:pt x="12770" y="11369"/>
                  </a:lnTo>
                  <a:lnTo>
                    <a:pt x="12897" y="10606"/>
                  </a:lnTo>
                  <a:lnTo>
                    <a:pt x="13024" y="9842"/>
                  </a:lnTo>
                  <a:lnTo>
                    <a:pt x="13194" y="9079"/>
                  </a:lnTo>
                  <a:lnTo>
                    <a:pt x="13194" y="8866"/>
                  </a:lnTo>
                  <a:lnTo>
                    <a:pt x="13109" y="8739"/>
                  </a:lnTo>
                  <a:lnTo>
                    <a:pt x="13024" y="8612"/>
                  </a:lnTo>
                  <a:lnTo>
                    <a:pt x="12855" y="8527"/>
                  </a:lnTo>
                  <a:lnTo>
                    <a:pt x="12727" y="8485"/>
                  </a:lnTo>
                  <a:lnTo>
                    <a:pt x="12558" y="8527"/>
                  </a:lnTo>
                  <a:lnTo>
                    <a:pt x="12473" y="8612"/>
                  </a:lnTo>
                  <a:lnTo>
                    <a:pt x="12388" y="8782"/>
                  </a:lnTo>
                  <a:lnTo>
                    <a:pt x="12218" y="9460"/>
                  </a:lnTo>
                  <a:lnTo>
                    <a:pt x="12091" y="10139"/>
                  </a:lnTo>
                  <a:lnTo>
                    <a:pt x="12006" y="10775"/>
                  </a:lnTo>
                  <a:lnTo>
                    <a:pt x="11964" y="11454"/>
                  </a:lnTo>
                  <a:lnTo>
                    <a:pt x="11921" y="12133"/>
                  </a:lnTo>
                  <a:lnTo>
                    <a:pt x="11921" y="12812"/>
                  </a:lnTo>
                  <a:lnTo>
                    <a:pt x="11964" y="14169"/>
                  </a:lnTo>
                  <a:lnTo>
                    <a:pt x="10776" y="12345"/>
                  </a:lnTo>
                  <a:lnTo>
                    <a:pt x="9503" y="10563"/>
                  </a:lnTo>
                  <a:lnTo>
                    <a:pt x="8231" y="8824"/>
                  </a:lnTo>
                  <a:lnTo>
                    <a:pt x="6873" y="7127"/>
                  </a:lnTo>
                  <a:lnTo>
                    <a:pt x="6831" y="6745"/>
                  </a:lnTo>
                  <a:lnTo>
                    <a:pt x="6788" y="6321"/>
                  </a:lnTo>
                  <a:lnTo>
                    <a:pt x="6788" y="5939"/>
                  </a:lnTo>
                  <a:lnTo>
                    <a:pt x="6831" y="5558"/>
                  </a:lnTo>
                  <a:lnTo>
                    <a:pt x="6958" y="4752"/>
                  </a:lnTo>
                  <a:lnTo>
                    <a:pt x="7170" y="3946"/>
                  </a:lnTo>
                  <a:lnTo>
                    <a:pt x="7170" y="3818"/>
                  </a:lnTo>
                  <a:lnTo>
                    <a:pt x="7128" y="3691"/>
                  </a:lnTo>
                  <a:lnTo>
                    <a:pt x="7043" y="3564"/>
                  </a:lnTo>
                  <a:lnTo>
                    <a:pt x="6958" y="3521"/>
                  </a:lnTo>
                  <a:lnTo>
                    <a:pt x="6831" y="3479"/>
                  </a:lnTo>
                  <a:lnTo>
                    <a:pt x="6703" y="3521"/>
                  </a:lnTo>
                  <a:lnTo>
                    <a:pt x="6576" y="3606"/>
                  </a:lnTo>
                  <a:lnTo>
                    <a:pt x="6491" y="3734"/>
                  </a:lnTo>
                  <a:lnTo>
                    <a:pt x="6279" y="4327"/>
                  </a:lnTo>
                  <a:lnTo>
                    <a:pt x="6110" y="4921"/>
                  </a:lnTo>
                  <a:lnTo>
                    <a:pt x="6067" y="5515"/>
                  </a:lnTo>
                  <a:lnTo>
                    <a:pt x="6067" y="6152"/>
                  </a:lnTo>
                  <a:lnTo>
                    <a:pt x="4667" y="4540"/>
                  </a:lnTo>
                  <a:lnTo>
                    <a:pt x="3267" y="3012"/>
                  </a:lnTo>
                  <a:lnTo>
                    <a:pt x="1825" y="1528"/>
                  </a:lnTo>
                  <a:lnTo>
                    <a:pt x="340" y="85"/>
                  </a:lnTo>
                  <a:lnTo>
                    <a:pt x="255" y="4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5" name="Google Shape;2065;p44"/>
          <p:cNvGrpSpPr/>
          <p:nvPr/>
        </p:nvGrpSpPr>
        <p:grpSpPr>
          <a:xfrm>
            <a:off x="5916200" y="1347825"/>
            <a:ext cx="1171925" cy="604525"/>
            <a:chOff x="5916200" y="1347825"/>
            <a:chExt cx="1171925" cy="604525"/>
          </a:xfrm>
        </p:grpSpPr>
        <p:sp>
          <p:nvSpPr>
            <p:cNvPr id="2066" name="Google Shape;2066;p44"/>
            <p:cNvSpPr/>
            <p:nvPr/>
          </p:nvSpPr>
          <p:spPr>
            <a:xfrm>
              <a:off x="6021200" y="1347825"/>
              <a:ext cx="943900" cy="389225"/>
            </a:xfrm>
            <a:custGeom>
              <a:avLst/>
              <a:gdLst/>
              <a:ahLst/>
              <a:cxnLst/>
              <a:rect l="l" t="t" r="r" b="b"/>
              <a:pathLst>
                <a:path w="37756" h="15569" extrusionOk="0">
                  <a:moveTo>
                    <a:pt x="17605" y="0"/>
                  </a:moveTo>
                  <a:lnTo>
                    <a:pt x="16969" y="42"/>
                  </a:lnTo>
                  <a:lnTo>
                    <a:pt x="16290" y="127"/>
                  </a:lnTo>
                  <a:lnTo>
                    <a:pt x="15654" y="255"/>
                  </a:lnTo>
                  <a:lnTo>
                    <a:pt x="14975" y="424"/>
                  </a:lnTo>
                  <a:lnTo>
                    <a:pt x="14339" y="636"/>
                  </a:lnTo>
                  <a:lnTo>
                    <a:pt x="13703" y="848"/>
                  </a:lnTo>
                  <a:lnTo>
                    <a:pt x="13066" y="1145"/>
                  </a:lnTo>
                  <a:lnTo>
                    <a:pt x="12472" y="1485"/>
                  </a:lnTo>
                  <a:lnTo>
                    <a:pt x="11878" y="1824"/>
                  </a:lnTo>
                  <a:lnTo>
                    <a:pt x="11285" y="2248"/>
                  </a:lnTo>
                  <a:lnTo>
                    <a:pt x="10691" y="2715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188" y="9205"/>
                  </a:lnTo>
                  <a:lnTo>
                    <a:pt x="2249" y="9630"/>
                  </a:lnTo>
                  <a:lnTo>
                    <a:pt x="3352" y="10054"/>
                  </a:lnTo>
                  <a:lnTo>
                    <a:pt x="4412" y="10436"/>
                  </a:lnTo>
                  <a:lnTo>
                    <a:pt x="5515" y="10817"/>
                  </a:lnTo>
                  <a:lnTo>
                    <a:pt x="6618" y="11157"/>
                  </a:lnTo>
                  <a:lnTo>
                    <a:pt x="8824" y="11751"/>
                  </a:lnTo>
                  <a:lnTo>
                    <a:pt x="11115" y="12260"/>
                  </a:lnTo>
                  <a:lnTo>
                    <a:pt x="13363" y="12726"/>
                  </a:lnTo>
                  <a:lnTo>
                    <a:pt x="15612" y="13151"/>
                  </a:lnTo>
                  <a:lnTo>
                    <a:pt x="17902" y="13490"/>
                  </a:lnTo>
                  <a:lnTo>
                    <a:pt x="22611" y="14211"/>
                  </a:lnTo>
                  <a:lnTo>
                    <a:pt x="24987" y="14550"/>
                  </a:lnTo>
                  <a:lnTo>
                    <a:pt x="27405" y="14847"/>
                  </a:lnTo>
                  <a:lnTo>
                    <a:pt x="29780" y="15102"/>
                  </a:lnTo>
                  <a:lnTo>
                    <a:pt x="32156" y="15272"/>
                  </a:lnTo>
                  <a:lnTo>
                    <a:pt x="34574" y="15441"/>
                  </a:lnTo>
                  <a:lnTo>
                    <a:pt x="36949" y="15569"/>
                  </a:lnTo>
                  <a:lnTo>
                    <a:pt x="37162" y="15526"/>
                  </a:lnTo>
                  <a:lnTo>
                    <a:pt x="37374" y="15441"/>
                  </a:lnTo>
                  <a:lnTo>
                    <a:pt x="37543" y="15314"/>
                  </a:lnTo>
                  <a:lnTo>
                    <a:pt x="37628" y="15187"/>
                  </a:lnTo>
                  <a:lnTo>
                    <a:pt x="37713" y="15017"/>
                  </a:lnTo>
                  <a:lnTo>
                    <a:pt x="37755" y="14805"/>
                  </a:lnTo>
                  <a:lnTo>
                    <a:pt x="37755" y="14635"/>
                  </a:lnTo>
                  <a:lnTo>
                    <a:pt x="37671" y="14466"/>
                  </a:lnTo>
                  <a:lnTo>
                    <a:pt x="37755" y="13999"/>
                  </a:lnTo>
                  <a:lnTo>
                    <a:pt x="37755" y="13575"/>
                  </a:lnTo>
                  <a:lnTo>
                    <a:pt x="37755" y="13151"/>
                  </a:lnTo>
                  <a:lnTo>
                    <a:pt x="37671" y="12726"/>
                  </a:lnTo>
                  <a:lnTo>
                    <a:pt x="37543" y="12302"/>
                  </a:lnTo>
                  <a:lnTo>
                    <a:pt x="37416" y="11878"/>
                  </a:lnTo>
                  <a:lnTo>
                    <a:pt x="37204" y="11496"/>
                  </a:lnTo>
                  <a:lnTo>
                    <a:pt x="36949" y="11114"/>
                  </a:lnTo>
                  <a:lnTo>
                    <a:pt x="36610" y="10775"/>
                  </a:lnTo>
                  <a:lnTo>
                    <a:pt x="36313" y="10478"/>
                  </a:lnTo>
                  <a:lnTo>
                    <a:pt x="35974" y="10266"/>
                  </a:lnTo>
                  <a:lnTo>
                    <a:pt x="35592" y="10054"/>
                  </a:lnTo>
                  <a:lnTo>
                    <a:pt x="35210" y="9927"/>
                  </a:lnTo>
                  <a:lnTo>
                    <a:pt x="34828" y="9799"/>
                  </a:lnTo>
                  <a:lnTo>
                    <a:pt x="33980" y="9545"/>
                  </a:lnTo>
                  <a:lnTo>
                    <a:pt x="33725" y="9460"/>
                  </a:lnTo>
                  <a:lnTo>
                    <a:pt x="33513" y="9333"/>
                  </a:lnTo>
                  <a:lnTo>
                    <a:pt x="33089" y="9078"/>
                  </a:lnTo>
                  <a:lnTo>
                    <a:pt x="32750" y="8739"/>
                  </a:lnTo>
                  <a:lnTo>
                    <a:pt x="32410" y="8357"/>
                  </a:lnTo>
                  <a:lnTo>
                    <a:pt x="32113" y="8018"/>
                  </a:lnTo>
                  <a:lnTo>
                    <a:pt x="31774" y="7636"/>
                  </a:lnTo>
                  <a:lnTo>
                    <a:pt x="31392" y="7296"/>
                  </a:lnTo>
                  <a:lnTo>
                    <a:pt x="30926" y="7042"/>
                  </a:lnTo>
                  <a:lnTo>
                    <a:pt x="30629" y="6872"/>
                  </a:lnTo>
                  <a:lnTo>
                    <a:pt x="30332" y="6787"/>
                  </a:lnTo>
                  <a:lnTo>
                    <a:pt x="30035" y="6703"/>
                  </a:lnTo>
                  <a:lnTo>
                    <a:pt x="29695" y="6660"/>
                  </a:lnTo>
                  <a:lnTo>
                    <a:pt x="29398" y="6618"/>
                  </a:lnTo>
                  <a:lnTo>
                    <a:pt x="29101" y="6618"/>
                  </a:lnTo>
                  <a:lnTo>
                    <a:pt x="28465" y="6703"/>
                  </a:lnTo>
                  <a:lnTo>
                    <a:pt x="28168" y="6066"/>
                  </a:lnTo>
                  <a:lnTo>
                    <a:pt x="27786" y="5430"/>
                  </a:lnTo>
                  <a:lnTo>
                    <a:pt x="27405" y="4836"/>
                  </a:lnTo>
                  <a:lnTo>
                    <a:pt x="26980" y="4285"/>
                  </a:lnTo>
                  <a:lnTo>
                    <a:pt x="26514" y="3733"/>
                  </a:lnTo>
                  <a:lnTo>
                    <a:pt x="26047" y="3266"/>
                  </a:lnTo>
                  <a:lnTo>
                    <a:pt x="25538" y="2800"/>
                  </a:lnTo>
                  <a:lnTo>
                    <a:pt x="25029" y="2376"/>
                  </a:lnTo>
                  <a:lnTo>
                    <a:pt x="24478" y="1951"/>
                  </a:lnTo>
                  <a:lnTo>
                    <a:pt x="23926" y="1612"/>
                  </a:lnTo>
                  <a:lnTo>
                    <a:pt x="23332" y="1273"/>
                  </a:lnTo>
                  <a:lnTo>
                    <a:pt x="22738" y="1018"/>
                  </a:lnTo>
                  <a:lnTo>
                    <a:pt x="22144" y="764"/>
                  </a:lnTo>
                  <a:lnTo>
                    <a:pt x="21508" y="509"/>
                  </a:lnTo>
                  <a:lnTo>
                    <a:pt x="20872" y="339"/>
                  </a:lnTo>
                  <a:lnTo>
                    <a:pt x="20235" y="212"/>
                  </a:lnTo>
                  <a:lnTo>
                    <a:pt x="19599" y="85"/>
                  </a:lnTo>
                  <a:lnTo>
                    <a:pt x="18920" y="42"/>
                  </a:lnTo>
                  <a:lnTo>
                    <a:pt x="1828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4"/>
            <p:cNvSpPr/>
            <p:nvPr/>
          </p:nvSpPr>
          <p:spPr>
            <a:xfrm>
              <a:off x="6021200" y="1347825"/>
              <a:ext cx="631050" cy="246050"/>
            </a:xfrm>
            <a:custGeom>
              <a:avLst/>
              <a:gdLst/>
              <a:ahLst/>
              <a:cxnLst/>
              <a:rect l="l" t="t" r="r" b="b"/>
              <a:pathLst>
                <a:path w="25242" h="9842" extrusionOk="0">
                  <a:moveTo>
                    <a:pt x="17775" y="0"/>
                  </a:moveTo>
                  <a:lnTo>
                    <a:pt x="16757" y="85"/>
                  </a:lnTo>
                  <a:lnTo>
                    <a:pt x="15739" y="255"/>
                  </a:lnTo>
                  <a:lnTo>
                    <a:pt x="14763" y="509"/>
                  </a:lnTo>
                  <a:lnTo>
                    <a:pt x="13787" y="848"/>
                  </a:lnTo>
                  <a:lnTo>
                    <a:pt x="12812" y="1273"/>
                  </a:lnTo>
                  <a:lnTo>
                    <a:pt x="11878" y="1824"/>
                  </a:lnTo>
                  <a:lnTo>
                    <a:pt x="11454" y="2121"/>
                  </a:lnTo>
                  <a:lnTo>
                    <a:pt x="10988" y="2460"/>
                  </a:lnTo>
                  <a:lnTo>
                    <a:pt x="10563" y="2800"/>
                  </a:lnTo>
                  <a:lnTo>
                    <a:pt x="10139" y="3182"/>
                  </a:lnTo>
                  <a:lnTo>
                    <a:pt x="9757" y="3139"/>
                  </a:lnTo>
                  <a:lnTo>
                    <a:pt x="9333" y="3097"/>
                  </a:lnTo>
                  <a:lnTo>
                    <a:pt x="8951" y="3139"/>
                  </a:lnTo>
                  <a:lnTo>
                    <a:pt x="8570" y="3182"/>
                  </a:lnTo>
                  <a:lnTo>
                    <a:pt x="8188" y="3224"/>
                  </a:lnTo>
                  <a:lnTo>
                    <a:pt x="7806" y="3351"/>
                  </a:lnTo>
                  <a:lnTo>
                    <a:pt x="7467" y="3479"/>
                  </a:lnTo>
                  <a:lnTo>
                    <a:pt x="7127" y="3648"/>
                  </a:lnTo>
                  <a:lnTo>
                    <a:pt x="6830" y="3860"/>
                  </a:lnTo>
                  <a:lnTo>
                    <a:pt x="6491" y="4115"/>
                  </a:lnTo>
                  <a:lnTo>
                    <a:pt x="6236" y="4369"/>
                  </a:lnTo>
                  <a:lnTo>
                    <a:pt x="5982" y="4624"/>
                  </a:lnTo>
                  <a:lnTo>
                    <a:pt x="5770" y="4963"/>
                  </a:lnTo>
                  <a:lnTo>
                    <a:pt x="5558" y="5303"/>
                  </a:lnTo>
                  <a:lnTo>
                    <a:pt x="5388" y="5642"/>
                  </a:lnTo>
                  <a:lnTo>
                    <a:pt x="5261" y="6024"/>
                  </a:lnTo>
                  <a:lnTo>
                    <a:pt x="4497" y="5981"/>
                  </a:lnTo>
                  <a:lnTo>
                    <a:pt x="3776" y="5981"/>
                  </a:lnTo>
                  <a:lnTo>
                    <a:pt x="3055" y="6109"/>
                  </a:lnTo>
                  <a:lnTo>
                    <a:pt x="2715" y="6193"/>
                  </a:lnTo>
                  <a:lnTo>
                    <a:pt x="2376" y="6321"/>
                  </a:lnTo>
                  <a:lnTo>
                    <a:pt x="2079" y="6448"/>
                  </a:lnTo>
                  <a:lnTo>
                    <a:pt x="1740" y="6618"/>
                  </a:lnTo>
                  <a:lnTo>
                    <a:pt x="1443" y="6830"/>
                  </a:lnTo>
                  <a:lnTo>
                    <a:pt x="1146" y="7042"/>
                  </a:lnTo>
                  <a:lnTo>
                    <a:pt x="891" y="7254"/>
                  </a:lnTo>
                  <a:lnTo>
                    <a:pt x="637" y="7509"/>
                  </a:lnTo>
                  <a:lnTo>
                    <a:pt x="382" y="7805"/>
                  </a:lnTo>
                  <a:lnTo>
                    <a:pt x="128" y="8145"/>
                  </a:lnTo>
                  <a:lnTo>
                    <a:pt x="43" y="8272"/>
                  </a:lnTo>
                  <a:lnTo>
                    <a:pt x="0" y="8442"/>
                  </a:lnTo>
                  <a:lnTo>
                    <a:pt x="43" y="8611"/>
                  </a:lnTo>
                  <a:lnTo>
                    <a:pt x="85" y="8654"/>
                  </a:lnTo>
                  <a:lnTo>
                    <a:pt x="170" y="8696"/>
                  </a:lnTo>
                  <a:lnTo>
                    <a:pt x="1485" y="9290"/>
                  </a:lnTo>
                  <a:lnTo>
                    <a:pt x="2800" y="9842"/>
                  </a:lnTo>
                  <a:lnTo>
                    <a:pt x="3012" y="9587"/>
                  </a:lnTo>
                  <a:lnTo>
                    <a:pt x="3267" y="9375"/>
                  </a:lnTo>
                  <a:lnTo>
                    <a:pt x="3776" y="8951"/>
                  </a:lnTo>
                  <a:lnTo>
                    <a:pt x="4370" y="8569"/>
                  </a:lnTo>
                  <a:lnTo>
                    <a:pt x="5006" y="8272"/>
                  </a:lnTo>
                  <a:lnTo>
                    <a:pt x="5685" y="8060"/>
                  </a:lnTo>
                  <a:lnTo>
                    <a:pt x="6406" y="7933"/>
                  </a:lnTo>
                  <a:lnTo>
                    <a:pt x="7127" y="7848"/>
                  </a:lnTo>
                  <a:lnTo>
                    <a:pt x="7848" y="7848"/>
                  </a:lnTo>
                  <a:lnTo>
                    <a:pt x="7933" y="7212"/>
                  </a:lnTo>
                  <a:lnTo>
                    <a:pt x="8145" y="6660"/>
                  </a:lnTo>
                  <a:lnTo>
                    <a:pt x="8357" y="6151"/>
                  </a:lnTo>
                  <a:lnTo>
                    <a:pt x="8654" y="5684"/>
                  </a:lnTo>
                  <a:lnTo>
                    <a:pt x="8994" y="5303"/>
                  </a:lnTo>
                  <a:lnTo>
                    <a:pt x="9376" y="4963"/>
                  </a:lnTo>
                  <a:lnTo>
                    <a:pt x="9800" y="4666"/>
                  </a:lnTo>
                  <a:lnTo>
                    <a:pt x="10266" y="4412"/>
                  </a:lnTo>
                  <a:lnTo>
                    <a:pt x="10775" y="4242"/>
                  </a:lnTo>
                  <a:lnTo>
                    <a:pt x="11327" y="4072"/>
                  </a:lnTo>
                  <a:lnTo>
                    <a:pt x="11878" y="4030"/>
                  </a:lnTo>
                  <a:lnTo>
                    <a:pt x="12430" y="3988"/>
                  </a:lnTo>
                  <a:lnTo>
                    <a:pt x="13024" y="3988"/>
                  </a:lnTo>
                  <a:lnTo>
                    <a:pt x="13618" y="4072"/>
                  </a:lnTo>
                  <a:lnTo>
                    <a:pt x="14212" y="4200"/>
                  </a:lnTo>
                  <a:lnTo>
                    <a:pt x="14805" y="4369"/>
                  </a:lnTo>
                  <a:lnTo>
                    <a:pt x="15272" y="3860"/>
                  </a:lnTo>
                  <a:lnTo>
                    <a:pt x="15781" y="3394"/>
                  </a:lnTo>
                  <a:lnTo>
                    <a:pt x="16290" y="3012"/>
                  </a:lnTo>
                  <a:lnTo>
                    <a:pt x="16884" y="2673"/>
                  </a:lnTo>
                  <a:lnTo>
                    <a:pt x="17478" y="2418"/>
                  </a:lnTo>
                  <a:lnTo>
                    <a:pt x="18114" y="2206"/>
                  </a:lnTo>
                  <a:lnTo>
                    <a:pt x="18793" y="2036"/>
                  </a:lnTo>
                  <a:lnTo>
                    <a:pt x="19472" y="1951"/>
                  </a:lnTo>
                  <a:lnTo>
                    <a:pt x="20151" y="1867"/>
                  </a:lnTo>
                  <a:lnTo>
                    <a:pt x="20872" y="1867"/>
                  </a:lnTo>
                  <a:lnTo>
                    <a:pt x="21593" y="1909"/>
                  </a:lnTo>
                  <a:lnTo>
                    <a:pt x="22356" y="1951"/>
                  </a:lnTo>
                  <a:lnTo>
                    <a:pt x="23078" y="2079"/>
                  </a:lnTo>
                  <a:lnTo>
                    <a:pt x="23799" y="2206"/>
                  </a:lnTo>
                  <a:lnTo>
                    <a:pt x="24520" y="2376"/>
                  </a:lnTo>
                  <a:lnTo>
                    <a:pt x="25241" y="2545"/>
                  </a:lnTo>
                  <a:lnTo>
                    <a:pt x="24435" y="1951"/>
                  </a:lnTo>
                  <a:lnTo>
                    <a:pt x="23587" y="1400"/>
                  </a:lnTo>
                  <a:lnTo>
                    <a:pt x="22653" y="976"/>
                  </a:lnTo>
                  <a:lnTo>
                    <a:pt x="21720" y="594"/>
                  </a:lnTo>
                  <a:lnTo>
                    <a:pt x="20744" y="339"/>
                  </a:lnTo>
                  <a:lnTo>
                    <a:pt x="19769" y="127"/>
                  </a:lnTo>
                  <a:lnTo>
                    <a:pt x="18751" y="42"/>
                  </a:lnTo>
                  <a:lnTo>
                    <a:pt x="17775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4"/>
            <p:cNvSpPr/>
            <p:nvPr/>
          </p:nvSpPr>
          <p:spPr>
            <a:xfrm>
              <a:off x="6606625" y="1605525"/>
              <a:ext cx="29700" cy="56225"/>
            </a:xfrm>
            <a:custGeom>
              <a:avLst/>
              <a:gdLst/>
              <a:ahLst/>
              <a:cxnLst/>
              <a:rect l="l" t="t" r="r" b="b"/>
              <a:pathLst>
                <a:path w="1188" h="2249" extrusionOk="0">
                  <a:moveTo>
                    <a:pt x="509" y="0"/>
                  </a:moveTo>
                  <a:lnTo>
                    <a:pt x="382" y="43"/>
                  </a:lnTo>
                  <a:lnTo>
                    <a:pt x="297" y="85"/>
                  </a:lnTo>
                  <a:lnTo>
                    <a:pt x="127" y="340"/>
                  </a:lnTo>
                  <a:lnTo>
                    <a:pt x="42" y="637"/>
                  </a:lnTo>
                  <a:lnTo>
                    <a:pt x="0" y="934"/>
                  </a:lnTo>
                  <a:lnTo>
                    <a:pt x="42" y="1273"/>
                  </a:lnTo>
                  <a:lnTo>
                    <a:pt x="127" y="1570"/>
                  </a:lnTo>
                  <a:lnTo>
                    <a:pt x="255" y="1824"/>
                  </a:lnTo>
                  <a:lnTo>
                    <a:pt x="467" y="2037"/>
                  </a:lnTo>
                  <a:lnTo>
                    <a:pt x="721" y="2206"/>
                  </a:lnTo>
                  <a:lnTo>
                    <a:pt x="891" y="2249"/>
                  </a:lnTo>
                  <a:lnTo>
                    <a:pt x="976" y="2206"/>
                  </a:lnTo>
                  <a:lnTo>
                    <a:pt x="1103" y="2164"/>
                  </a:lnTo>
                  <a:lnTo>
                    <a:pt x="1145" y="2079"/>
                  </a:lnTo>
                  <a:lnTo>
                    <a:pt x="1188" y="1952"/>
                  </a:lnTo>
                  <a:lnTo>
                    <a:pt x="1188" y="1824"/>
                  </a:lnTo>
                  <a:lnTo>
                    <a:pt x="1103" y="1740"/>
                  </a:lnTo>
                  <a:lnTo>
                    <a:pt x="1018" y="1612"/>
                  </a:lnTo>
                  <a:lnTo>
                    <a:pt x="848" y="1528"/>
                  </a:lnTo>
                  <a:lnTo>
                    <a:pt x="721" y="1400"/>
                  </a:lnTo>
                  <a:lnTo>
                    <a:pt x="636" y="1231"/>
                  </a:lnTo>
                  <a:lnTo>
                    <a:pt x="594" y="1103"/>
                  </a:lnTo>
                  <a:lnTo>
                    <a:pt x="552" y="934"/>
                  </a:lnTo>
                  <a:lnTo>
                    <a:pt x="552" y="764"/>
                  </a:lnTo>
                  <a:lnTo>
                    <a:pt x="594" y="594"/>
                  </a:lnTo>
                  <a:lnTo>
                    <a:pt x="721" y="425"/>
                  </a:lnTo>
                  <a:lnTo>
                    <a:pt x="764" y="340"/>
                  </a:lnTo>
                  <a:lnTo>
                    <a:pt x="764" y="212"/>
                  </a:lnTo>
                  <a:lnTo>
                    <a:pt x="721" y="128"/>
                  </a:lnTo>
                  <a:lnTo>
                    <a:pt x="679" y="85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4"/>
            <p:cNvSpPr/>
            <p:nvPr/>
          </p:nvSpPr>
          <p:spPr>
            <a:xfrm>
              <a:off x="6644800" y="1616125"/>
              <a:ext cx="57275" cy="45625"/>
            </a:xfrm>
            <a:custGeom>
              <a:avLst/>
              <a:gdLst/>
              <a:ahLst/>
              <a:cxnLst/>
              <a:rect l="l" t="t" r="r" b="b"/>
              <a:pathLst>
                <a:path w="2291" h="1825" extrusionOk="0">
                  <a:moveTo>
                    <a:pt x="721" y="1"/>
                  </a:moveTo>
                  <a:lnTo>
                    <a:pt x="552" y="43"/>
                  </a:lnTo>
                  <a:lnTo>
                    <a:pt x="340" y="85"/>
                  </a:lnTo>
                  <a:lnTo>
                    <a:pt x="170" y="128"/>
                  </a:lnTo>
                  <a:lnTo>
                    <a:pt x="85" y="213"/>
                  </a:lnTo>
                  <a:lnTo>
                    <a:pt x="0" y="340"/>
                  </a:lnTo>
                  <a:lnTo>
                    <a:pt x="0" y="425"/>
                  </a:lnTo>
                  <a:lnTo>
                    <a:pt x="0" y="552"/>
                  </a:lnTo>
                  <a:lnTo>
                    <a:pt x="85" y="637"/>
                  </a:lnTo>
                  <a:lnTo>
                    <a:pt x="170" y="679"/>
                  </a:lnTo>
                  <a:lnTo>
                    <a:pt x="255" y="722"/>
                  </a:lnTo>
                  <a:lnTo>
                    <a:pt x="382" y="722"/>
                  </a:lnTo>
                  <a:lnTo>
                    <a:pt x="594" y="679"/>
                  </a:lnTo>
                  <a:lnTo>
                    <a:pt x="806" y="722"/>
                  </a:lnTo>
                  <a:lnTo>
                    <a:pt x="1018" y="764"/>
                  </a:lnTo>
                  <a:lnTo>
                    <a:pt x="1188" y="891"/>
                  </a:lnTo>
                  <a:lnTo>
                    <a:pt x="1358" y="1061"/>
                  </a:lnTo>
                  <a:lnTo>
                    <a:pt x="1443" y="1231"/>
                  </a:lnTo>
                  <a:lnTo>
                    <a:pt x="1485" y="1400"/>
                  </a:lnTo>
                  <a:lnTo>
                    <a:pt x="1570" y="1613"/>
                  </a:lnTo>
                  <a:lnTo>
                    <a:pt x="1655" y="1697"/>
                  </a:lnTo>
                  <a:lnTo>
                    <a:pt x="1739" y="1782"/>
                  </a:lnTo>
                  <a:lnTo>
                    <a:pt x="1909" y="1825"/>
                  </a:lnTo>
                  <a:lnTo>
                    <a:pt x="2036" y="1825"/>
                  </a:lnTo>
                  <a:lnTo>
                    <a:pt x="2121" y="1782"/>
                  </a:lnTo>
                  <a:lnTo>
                    <a:pt x="2206" y="1740"/>
                  </a:lnTo>
                  <a:lnTo>
                    <a:pt x="2249" y="1613"/>
                  </a:lnTo>
                  <a:lnTo>
                    <a:pt x="2291" y="1443"/>
                  </a:lnTo>
                  <a:lnTo>
                    <a:pt x="2291" y="1231"/>
                  </a:lnTo>
                  <a:lnTo>
                    <a:pt x="2249" y="1061"/>
                  </a:lnTo>
                  <a:lnTo>
                    <a:pt x="2164" y="891"/>
                  </a:lnTo>
                  <a:lnTo>
                    <a:pt x="2036" y="722"/>
                  </a:lnTo>
                  <a:lnTo>
                    <a:pt x="1909" y="552"/>
                  </a:lnTo>
                  <a:lnTo>
                    <a:pt x="1612" y="297"/>
                  </a:lnTo>
                  <a:lnTo>
                    <a:pt x="1273" y="128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4"/>
            <p:cNvSpPr/>
            <p:nvPr/>
          </p:nvSpPr>
          <p:spPr>
            <a:xfrm>
              <a:off x="6736000" y="1592800"/>
              <a:ext cx="40325" cy="51975"/>
            </a:xfrm>
            <a:custGeom>
              <a:avLst/>
              <a:gdLst/>
              <a:ahLst/>
              <a:cxnLst/>
              <a:rect l="l" t="t" r="r" b="b"/>
              <a:pathLst>
                <a:path w="1613" h="2079" extrusionOk="0">
                  <a:moveTo>
                    <a:pt x="213" y="0"/>
                  </a:moveTo>
                  <a:lnTo>
                    <a:pt x="128" y="43"/>
                  </a:lnTo>
                  <a:lnTo>
                    <a:pt x="85" y="128"/>
                  </a:lnTo>
                  <a:lnTo>
                    <a:pt x="0" y="467"/>
                  </a:lnTo>
                  <a:lnTo>
                    <a:pt x="43" y="806"/>
                  </a:lnTo>
                  <a:lnTo>
                    <a:pt x="85" y="1146"/>
                  </a:lnTo>
                  <a:lnTo>
                    <a:pt x="255" y="1443"/>
                  </a:lnTo>
                  <a:lnTo>
                    <a:pt x="467" y="1697"/>
                  </a:lnTo>
                  <a:lnTo>
                    <a:pt x="722" y="1909"/>
                  </a:lnTo>
                  <a:lnTo>
                    <a:pt x="1019" y="2037"/>
                  </a:lnTo>
                  <a:lnTo>
                    <a:pt x="1188" y="2079"/>
                  </a:lnTo>
                  <a:lnTo>
                    <a:pt x="1358" y="2079"/>
                  </a:lnTo>
                  <a:lnTo>
                    <a:pt x="1443" y="2037"/>
                  </a:lnTo>
                  <a:lnTo>
                    <a:pt x="1528" y="1994"/>
                  </a:lnTo>
                  <a:lnTo>
                    <a:pt x="1570" y="1909"/>
                  </a:lnTo>
                  <a:lnTo>
                    <a:pt x="1612" y="1824"/>
                  </a:lnTo>
                  <a:lnTo>
                    <a:pt x="1612" y="1740"/>
                  </a:lnTo>
                  <a:lnTo>
                    <a:pt x="1570" y="1655"/>
                  </a:lnTo>
                  <a:lnTo>
                    <a:pt x="1528" y="1570"/>
                  </a:lnTo>
                  <a:lnTo>
                    <a:pt x="1443" y="1527"/>
                  </a:lnTo>
                  <a:lnTo>
                    <a:pt x="1061" y="1400"/>
                  </a:lnTo>
                  <a:lnTo>
                    <a:pt x="891" y="1273"/>
                  </a:lnTo>
                  <a:lnTo>
                    <a:pt x="722" y="1103"/>
                  </a:lnTo>
                  <a:lnTo>
                    <a:pt x="637" y="934"/>
                  </a:lnTo>
                  <a:lnTo>
                    <a:pt x="552" y="721"/>
                  </a:lnTo>
                  <a:lnTo>
                    <a:pt x="552" y="509"/>
                  </a:lnTo>
                  <a:lnTo>
                    <a:pt x="594" y="297"/>
                  </a:lnTo>
                  <a:lnTo>
                    <a:pt x="594" y="212"/>
                  </a:lnTo>
                  <a:lnTo>
                    <a:pt x="552" y="128"/>
                  </a:lnTo>
                  <a:lnTo>
                    <a:pt x="467" y="43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4"/>
            <p:cNvSpPr/>
            <p:nvPr/>
          </p:nvSpPr>
          <p:spPr>
            <a:xfrm>
              <a:off x="6868575" y="1656425"/>
              <a:ext cx="36075" cy="26550"/>
            </a:xfrm>
            <a:custGeom>
              <a:avLst/>
              <a:gdLst/>
              <a:ahLst/>
              <a:cxnLst/>
              <a:rect l="l" t="t" r="r" b="b"/>
              <a:pathLst>
                <a:path w="1443" h="1062" extrusionOk="0">
                  <a:moveTo>
                    <a:pt x="764" y="1"/>
                  </a:moveTo>
                  <a:lnTo>
                    <a:pt x="297" y="43"/>
                  </a:lnTo>
                  <a:lnTo>
                    <a:pt x="212" y="85"/>
                  </a:lnTo>
                  <a:lnTo>
                    <a:pt x="127" y="128"/>
                  </a:lnTo>
                  <a:lnTo>
                    <a:pt x="85" y="213"/>
                  </a:lnTo>
                  <a:lnTo>
                    <a:pt x="43" y="298"/>
                  </a:lnTo>
                  <a:lnTo>
                    <a:pt x="0" y="807"/>
                  </a:lnTo>
                  <a:lnTo>
                    <a:pt x="0" y="891"/>
                  </a:lnTo>
                  <a:lnTo>
                    <a:pt x="43" y="976"/>
                  </a:lnTo>
                  <a:lnTo>
                    <a:pt x="85" y="1019"/>
                  </a:lnTo>
                  <a:lnTo>
                    <a:pt x="170" y="1061"/>
                  </a:lnTo>
                  <a:lnTo>
                    <a:pt x="255" y="1061"/>
                  </a:lnTo>
                  <a:lnTo>
                    <a:pt x="339" y="1019"/>
                  </a:lnTo>
                  <a:lnTo>
                    <a:pt x="382" y="976"/>
                  </a:lnTo>
                  <a:lnTo>
                    <a:pt x="424" y="891"/>
                  </a:lnTo>
                  <a:lnTo>
                    <a:pt x="509" y="594"/>
                  </a:lnTo>
                  <a:lnTo>
                    <a:pt x="891" y="552"/>
                  </a:lnTo>
                  <a:lnTo>
                    <a:pt x="1230" y="510"/>
                  </a:lnTo>
                  <a:lnTo>
                    <a:pt x="1315" y="467"/>
                  </a:lnTo>
                  <a:lnTo>
                    <a:pt x="1400" y="425"/>
                  </a:lnTo>
                  <a:lnTo>
                    <a:pt x="1442" y="340"/>
                  </a:lnTo>
                  <a:lnTo>
                    <a:pt x="1442" y="255"/>
                  </a:lnTo>
                  <a:lnTo>
                    <a:pt x="1442" y="170"/>
                  </a:lnTo>
                  <a:lnTo>
                    <a:pt x="1400" y="85"/>
                  </a:lnTo>
                  <a:lnTo>
                    <a:pt x="1358" y="43"/>
                  </a:lnTo>
                  <a:lnTo>
                    <a:pt x="1230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4"/>
            <p:cNvSpPr/>
            <p:nvPr/>
          </p:nvSpPr>
          <p:spPr>
            <a:xfrm>
              <a:off x="6266175" y="1541900"/>
              <a:ext cx="45625" cy="36075"/>
            </a:xfrm>
            <a:custGeom>
              <a:avLst/>
              <a:gdLst/>
              <a:ahLst/>
              <a:cxnLst/>
              <a:rect l="l" t="t" r="r" b="b"/>
              <a:pathLst>
                <a:path w="1825" h="1443" extrusionOk="0">
                  <a:moveTo>
                    <a:pt x="213" y="0"/>
                  </a:moveTo>
                  <a:lnTo>
                    <a:pt x="128" y="42"/>
                  </a:lnTo>
                  <a:lnTo>
                    <a:pt x="86" y="85"/>
                  </a:lnTo>
                  <a:lnTo>
                    <a:pt x="43" y="170"/>
                  </a:lnTo>
                  <a:lnTo>
                    <a:pt x="1" y="212"/>
                  </a:lnTo>
                  <a:lnTo>
                    <a:pt x="43" y="339"/>
                  </a:lnTo>
                  <a:lnTo>
                    <a:pt x="128" y="552"/>
                  </a:lnTo>
                  <a:lnTo>
                    <a:pt x="255" y="721"/>
                  </a:lnTo>
                  <a:lnTo>
                    <a:pt x="425" y="933"/>
                  </a:lnTo>
                  <a:lnTo>
                    <a:pt x="595" y="1061"/>
                  </a:lnTo>
                  <a:lnTo>
                    <a:pt x="807" y="1188"/>
                  </a:lnTo>
                  <a:lnTo>
                    <a:pt x="1019" y="1315"/>
                  </a:lnTo>
                  <a:lnTo>
                    <a:pt x="1231" y="1358"/>
                  </a:lnTo>
                  <a:lnTo>
                    <a:pt x="1443" y="1442"/>
                  </a:lnTo>
                  <a:lnTo>
                    <a:pt x="1613" y="1442"/>
                  </a:lnTo>
                  <a:lnTo>
                    <a:pt x="1698" y="1358"/>
                  </a:lnTo>
                  <a:lnTo>
                    <a:pt x="1782" y="1273"/>
                  </a:lnTo>
                  <a:lnTo>
                    <a:pt x="1825" y="1188"/>
                  </a:lnTo>
                  <a:lnTo>
                    <a:pt x="1825" y="1061"/>
                  </a:lnTo>
                  <a:lnTo>
                    <a:pt x="1782" y="933"/>
                  </a:lnTo>
                  <a:lnTo>
                    <a:pt x="1698" y="848"/>
                  </a:lnTo>
                  <a:lnTo>
                    <a:pt x="1570" y="806"/>
                  </a:lnTo>
                  <a:lnTo>
                    <a:pt x="1231" y="721"/>
                  </a:lnTo>
                  <a:lnTo>
                    <a:pt x="934" y="552"/>
                  </a:lnTo>
                  <a:lnTo>
                    <a:pt x="680" y="339"/>
                  </a:lnTo>
                  <a:lnTo>
                    <a:pt x="467" y="85"/>
                  </a:lnTo>
                  <a:lnTo>
                    <a:pt x="383" y="4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4"/>
            <p:cNvSpPr/>
            <p:nvPr/>
          </p:nvSpPr>
          <p:spPr>
            <a:xfrm>
              <a:off x="6305425" y="1525975"/>
              <a:ext cx="43500" cy="36100"/>
            </a:xfrm>
            <a:custGeom>
              <a:avLst/>
              <a:gdLst/>
              <a:ahLst/>
              <a:cxnLst/>
              <a:rect l="l" t="t" r="r" b="b"/>
              <a:pathLst>
                <a:path w="1740" h="1444" extrusionOk="0">
                  <a:moveTo>
                    <a:pt x="382" y="1"/>
                  </a:moveTo>
                  <a:lnTo>
                    <a:pt x="128" y="43"/>
                  </a:lnTo>
                  <a:lnTo>
                    <a:pt x="43" y="86"/>
                  </a:lnTo>
                  <a:lnTo>
                    <a:pt x="0" y="128"/>
                  </a:lnTo>
                  <a:lnTo>
                    <a:pt x="0" y="298"/>
                  </a:lnTo>
                  <a:lnTo>
                    <a:pt x="85" y="383"/>
                  </a:lnTo>
                  <a:lnTo>
                    <a:pt x="128" y="425"/>
                  </a:lnTo>
                  <a:lnTo>
                    <a:pt x="382" y="425"/>
                  </a:lnTo>
                  <a:lnTo>
                    <a:pt x="552" y="467"/>
                  </a:lnTo>
                  <a:lnTo>
                    <a:pt x="679" y="510"/>
                  </a:lnTo>
                  <a:lnTo>
                    <a:pt x="806" y="595"/>
                  </a:lnTo>
                  <a:lnTo>
                    <a:pt x="934" y="722"/>
                  </a:lnTo>
                  <a:lnTo>
                    <a:pt x="1018" y="849"/>
                  </a:lnTo>
                  <a:lnTo>
                    <a:pt x="1061" y="976"/>
                  </a:lnTo>
                  <a:lnTo>
                    <a:pt x="1103" y="1146"/>
                  </a:lnTo>
                  <a:lnTo>
                    <a:pt x="1146" y="1316"/>
                  </a:lnTo>
                  <a:lnTo>
                    <a:pt x="1231" y="1401"/>
                  </a:lnTo>
                  <a:lnTo>
                    <a:pt x="1315" y="1443"/>
                  </a:lnTo>
                  <a:lnTo>
                    <a:pt x="1443" y="1443"/>
                  </a:lnTo>
                  <a:lnTo>
                    <a:pt x="1570" y="1401"/>
                  </a:lnTo>
                  <a:lnTo>
                    <a:pt x="1655" y="1316"/>
                  </a:lnTo>
                  <a:lnTo>
                    <a:pt x="1740" y="1231"/>
                  </a:lnTo>
                  <a:lnTo>
                    <a:pt x="1740" y="1104"/>
                  </a:lnTo>
                  <a:lnTo>
                    <a:pt x="1697" y="807"/>
                  </a:lnTo>
                  <a:lnTo>
                    <a:pt x="1570" y="552"/>
                  </a:lnTo>
                  <a:lnTo>
                    <a:pt x="1400" y="340"/>
                  </a:lnTo>
                  <a:lnTo>
                    <a:pt x="1188" y="170"/>
                  </a:lnTo>
                  <a:lnTo>
                    <a:pt x="934" y="86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4"/>
            <p:cNvSpPr/>
            <p:nvPr/>
          </p:nvSpPr>
          <p:spPr>
            <a:xfrm>
              <a:off x="5965000" y="1541900"/>
              <a:ext cx="1060550" cy="188800"/>
            </a:xfrm>
            <a:custGeom>
              <a:avLst/>
              <a:gdLst/>
              <a:ahLst/>
              <a:cxnLst/>
              <a:rect l="l" t="t" r="r" b="b"/>
              <a:pathLst>
                <a:path w="42422" h="7552" extrusionOk="0">
                  <a:moveTo>
                    <a:pt x="85" y="0"/>
                  </a:moveTo>
                  <a:lnTo>
                    <a:pt x="0" y="42"/>
                  </a:lnTo>
                  <a:lnTo>
                    <a:pt x="0" y="170"/>
                  </a:lnTo>
                  <a:lnTo>
                    <a:pt x="85" y="255"/>
                  </a:lnTo>
                  <a:lnTo>
                    <a:pt x="1273" y="933"/>
                  </a:lnTo>
                  <a:lnTo>
                    <a:pt x="2503" y="1527"/>
                  </a:lnTo>
                  <a:lnTo>
                    <a:pt x="3776" y="2121"/>
                  </a:lnTo>
                  <a:lnTo>
                    <a:pt x="5048" y="2630"/>
                  </a:lnTo>
                  <a:lnTo>
                    <a:pt x="6363" y="3097"/>
                  </a:lnTo>
                  <a:lnTo>
                    <a:pt x="7721" y="3521"/>
                  </a:lnTo>
                  <a:lnTo>
                    <a:pt x="9078" y="3945"/>
                  </a:lnTo>
                  <a:lnTo>
                    <a:pt x="10436" y="4285"/>
                  </a:lnTo>
                  <a:lnTo>
                    <a:pt x="11793" y="4624"/>
                  </a:lnTo>
                  <a:lnTo>
                    <a:pt x="13193" y="4921"/>
                  </a:lnTo>
                  <a:lnTo>
                    <a:pt x="14551" y="5218"/>
                  </a:lnTo>
                  <a:lnTo>
                    <a:pt x="15951" y="5472"/>
                  </a:lnTo>
                  <a:lnTo>
                    <a:pt x="18708" y="5897"/>
                  </a:lnTo>
                  <a:lnTo>
                    <a:pt x="21423" y="6236"/>
                  </a:lnTo>
                  <a:lnTo>
                    <a:pt x="24180" y="6575"/>
                  </a:lnTo>
                  <a:lnTo>
                    <a:pt x="26980" y="6872"/>
                  </a:lnTo>
                  <a:lnTo>
                    <a:pt x="29780" y="7084"/>
                  </a:lnTo>
                  <a:lnTo>
                    <a:pt x="32580" y="7339"/>
                  </a:lnTo>
                  <a:lnTo>
                    <a:pt x="34998" y="7509"/>
                  </a:lnTo>
                  <a:lnTo>
                    <a:pt x="36228" y="7551"/>
                  </a:lnTo>
                  <a:lnTo>
                    <a:pt x="37458" y="7509"/>
                  </a:lnTo>
                  <a:lnTo>
                    <a:pt x="38646" y="7466"/>
                  </a:lnTo>
                  <a:lnTo>
                    <a:pt x="39876" y="7297"/>
                  </a:lnTo>
                  <a:lnTo>
                    <a:pt x="40470" y="7169"/>
                  </a:lnTo>
                  <a:lnTo>
                    <a:pt x="41064" y="7000"/>
                  </a:lnTo>
                  <a:lnTo>
                    <a:pt x="41658" y="6830"/>
                  </a:lnTo>
                  <a:lnTo>
                    <a:pt x="42209" y="6618"/>
                  </a:lnTo>
                  <a:lnTo>
                    <a:pt x="42337" y="6533"/>
                  </a:lnTo>
                  <a:lnTo>
                    <a:pt x="42379" y="6448"/>
                  </a:lnTo>
                  <a:lnTo>
                    <a:pt x="42421" y="6363"/>
                  </a:lnTo>
                  <a:lnTo>
                    <a:pt x="42379" y="6236"/>
                  </a:lnTo>
                  <a:lnTo>
                    <a:pt x="42337" y="6151"/>
                  </a:lnTo>
                  <a:lnTo>
                    <a:pt x="42252" y="6066"/>
                  </a:lnTo>
                  <a:lnTo>
                    <a:pt x="42125" y="6024"/>
                  </a:lnTo>
                  <a:lnTo>
                    <a:pt x="41997" y="6066"/>
                  </a:lnTo>
                  <a:lnTo>
                    <a:pt x="41361" y="6278"/>
                  </a:lnTo>
                  <a:lnTo>
                    <a:pt x="40682" y="6491"/>
                  </a:lnTo>
                  <a:lnTo>
                    <a:pt x="40003" y="6660"/>
                  </a:lnTo>
                  <a:lnTo>
                    <a:pt x="39325" y="6787"/>
                  </a:lnTo>
                  <a:lnTo>
                    <a:pt x="38646" y="6872"/>
                  </a:lnTo>
                  <a:lnTo>
                    <a:pt x="37967" y="6915"/>
                  </a:lnTo>
                  <a:lnTo>
                    <a:pt x="36610" y="6957"/>
                  </a:lnTo>
                  <a:lnTo>
                    <a:pt x="35210" y="6915"/>
                  </a:lnTo>
                  <a:lnTo>
                    <a:pt x="33810" y="6830"/>
                  </a:lnTo>
                  <a:lnTo>
                    <a:pt x="31053" y="6618"/>
                  </a:lnTo>
                  <a:lnTo>
                    <a:pt x="28465" y="6406"/>
                  </a:lnTo>
                  <a:lnTo>
                    <a:pt x="25877" y="6194"/>
                  </a:lnTo>
                  <a:lnTo>
                    <a:pt x="23289" y="5939"/>
                  </a:lnTo>
                  <a:lnTo>
                    <a:pt x="20702" y="5600"/>
                  </a:lnTo>
                  <a:lnTo>
                    <a:pt x="18029" y="5218"/>
                  </a:lnTo>
                  <a:lnTo>
                    <a:pt x="15399" y="4709"/>
                  </a:lnTo>
                  <a:lnTo>
                    <a:pt x="12811" y="4115"/>
                  </a:lnTo>
                  <a:lnTo>
                    <a:pt x="10266" y="3479"/>
                  </a:lnTo>
                  <a:lnTo>
                    <a:pt x="7721" y="2715"/>
                  </a:lnTo>
                  <a:lnTo>
                    <a:pt x="5218" y="1909"/>
                  </a:lnTo>
                  <a:lnTo>
                    <a:pt x="2715" y="976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4"/>
            <p:cNvSpPr/>
            <p:nvPr/>
          </p:nvSpPr>
          <p:spPr>
            <a:xfrm>
              <a:off x="5916200" y="1492050"/>
              <a:ext cx="1171925" cy="460300"/>
            </a:xfrm>
            <a:custGeom>
              <a:avLst/>
              <a:gdLst/>
              <a:ahLst/>
              <a:cxnLst/>
              <a:rect l="l" t="t" r="r" b="b"/>
              <a:pathLst>
                <a:path w="46877" h="18412" extrusionOk="0">
                  <a:moveTo>
                    <a:pt x="2970" y="0"/>
                  </a:moveTo>
                  <a:lnTo>
                    <a:pt x="2207" y="85"/>
                  </a:lnTo>
                  <a:lnTo>
                    <a:pt x="1867" y="170"/>
                  </a:lnTo>
                  <a:lnTo>
                    <a:pt x="1528" y="255"/>
                  </a:lnTo>
                  <a:lnTo>
                    <a:pt x="1189" y="382"/>
                  </a:lnTo>
                  <a:lnTo>
                    <a:pt x="892" y="552"/>
                  </a:lnTo>
                  <a:lnTo>
                    <a:pt x="637" y="721"/>
                  </a:lnTo>
                  <a:lnTo>
                    <a:pt x="383" y="934"/>
                  </a:lnTo>
                  <a:lnTo>
                    <a:pt x="213" y="1188"/>
                  </a:lnTo>
                  <a:lnTo>
                    <a:pt x="86" y="1400"/>
                  </a:lnTo>
                  <a:lnTo>
                    <a:pt x="43" y="1612"/>
                  </a:lnTo>
                  <a:lnTo>
                    <a:pt x="1" y="1824"/>
                  </a:lnTo>
                  <a:lnTo>
                    <a:pt x="43" y="2036"/>
                  </a:lnTo>
                  <a:lnTo>
                    <a:pt x="128" y="2249"/>
                  </a:lnTo>
                  <a:lnTo>
                    <a:pt x="255" y="2418"/>
                  </a:lnTo>
                  <a:lnTo>
                    <a:pt x="383" y="2588"/>
                  </a:lnTo>
                  <a:lnTo>
                    <a:pt x="679" y="4158"/>
                  </a:lnTo>
                  <a:lnTo>
                    <a:pt x="1019" y="5770"/>
                  </a:lnTo>
                  <a:lnTo>
                    <a:pt x="1189" y="6576"/>
                  </a:lnTo>
                  <a:lnTo>
                    <a:pt x="1401" y="7339"/>
                  </a:lnTo>
                  <a:lnTo>
                    <a:pt x="1655" y="8145"/>
                  </a:lnTo>
                  <a:lnTo>
                    <a:pt x="1910" y="8866"/>
                  </a:lnTo>
                  <a:lnTo>
                    <a:pt x="2249" y="9630"/>
                  </a:lnTo>
                  <a:lnTo>
                    <a:pt x="2588" y="10309"/>
                  </a:lnTo>
                  <a:lnTo>
                    <a:pt x="3013" y="10945"/>
                  </a:lnTo>
                  <a:lnTo>
                    <a:pt x="3479" y="11581"/>
                  </a:lnTo>
                  <a:lnTo>
                    <a:pt x="3988" y="12133"/>
                  </a:lnTo>
                  <a:lnTo>
                    <a:pt x="4582" y="12642"/>
                  </a:lnTo>
                  <a:lnTo>
                    <a:pt x="5261" y="13066"/>
                  </a:lnTo>
                  <a:lnTo>
                    <a:pt x="5600" y="13236"/>
                  </a:lnTo>
                  <a:lnTo>
                    <a:pt x="5982" y="13405"/>
                  </a:lnTo>
                  <a:lnTo>
                    <a:pt x="6958" y="13830"/>
                  </a:lnTo>
                  <a:lnTo>
                    <a:pt x="7976" y="14211"/>
                  </a:lnTo>
                  <a:lnTo>
                    <a:pt x="10012" y="14890"/>
                  </a:lnTo>
                  <a:lnTo>
                    <a:pt x="12133" y="15484"/>
                  </a:lnTo>
                  <a:lnTo>
                    <a:pt x="14254" y="15993"/>
                  </a:lnTo>
                  <a:lnTo>
                    <a:pt x="16375" y="16460"/>
                  </a:lnTo>
                  <a:lnTo>
                    <a:pt x="18539" y="16841"/>
                  </a:lnTo>
                  <a:lnTo>
                    <a:pt x="20660" y="17181"/>
                  </a:lnTo>
                  <a:lnTo>
                    <a:pt x="22781" y="17478"/>
                  </a:lnTo>
                  <a:lnTo>
                    <a:pt x="26599" y="17987"/>
                  </a:lnTo>
                  <a:lnTo>
                    <a:pt x="28593" y="18199"/>
                  </a:lnTo>
                  <a:lnTo>
                    <a:pt x="30629" y="18369"/>
                  </a:lnTo>
                  <a:lnTo>
                    <a:pt x="31605" y="18411"/>
                  </a:lnTo>
                  <a:lnTo>
                    <a:pt x="33641" y="18411"/>
                  </a:lnTo>
                  <a:lnTo>
                    <a:pt x="34617" y="18369"/>
                  </a:lnTo>
                  <a:lnTo>
                    <a:pt x="35592" y="18284"/>
                  </a:lnTo>
                  <a:lnTo>
                    <a:pt x="36568" y="18199"/>
                  </a:lnTo>
                  <a:lnTo>
                    <a:pt x="37501" y="18029"/>
                  </a:lnTo>
                  <a:lnTo>
                    <a:pt x="38434" y="17817"/>
                  </a:lnTo>
                  <a:lnTo>
                    <a:pt x="39198" y="17605"/>
                  </a:lnTo>
                  <a:lnTo>
                    <a:pt x="39962" y="17308"/>
                  </a:lnTo>
                  <a:lnTo>
                    <a:pt x="40640" y="16969"/>
                  </a:lnTo>
                  <a:lnTo>
                    <a:pt x="41277" y="16587"/>
                  </a:lnTo>
                  <a:lnTo>
                    <a:pt x="41871" y="16120"/>
                  </a:lnTo>
                  <a:lnTo>
                    <a:pt x="42464" y="15611"/>
                  </a:lnTo>
                  <a:lnTo>
                    <a:pt x="42974" y="15102"/>
                  </a:lnTo>
                  <a:lnTo>
                    <a:pt x="43440" y="14508"/>
                  </a:lnTo>
                  <a:lnTo>
                    <a:pt x="43907" y="13914"/>
                  </a:lnTo>
                  <a:lnTo>
                    <a:pt x="44331" y="13278"/>
                  </a:lnTo>
                  <a:lnTo>
                    <a:pt x="44713" y="12599"/>
                  </a:lnTo>
                  <a:lnTo>
                    <a:pt x="45095" y="11921"/>
                  </a:lnTo>
                  <a:lnTo>
                    <a:pt x="45434" y="11242"/>
                  </a:lnTo>
                  <a:lnTo>
                    <a:pt x="45731" y="10521"/>
                  </a:lnTo>
                  <a:lnTo>
                    <a:pt x="46325" y="9078"/>
                  </a:lnTo>
                  <a:lnTo>
                    <a:pt x="46367" y="8909"/>
                  </a:lnTo>
                  <a:lnTo>
                    <a:pt x="46282" y="8824"/>
                  </a:lnTo>
                  <a:lnTo>
                    <a:pt x="46537" y="8442"/>
                  </a:lnTo>
                  <a:lnTo>
                    <a:pt x="46749" y="7975"/>
                  </a:lnTo>
                  <a:lnTo>
                    <a:pt x="46834" y="7466"/>
                  </a:lnTo>
                  <a:lnTo>
                    <a:pt x="46876" y="6873"/>
                  </a:lnTo>
                  <a:lnTo>
                    <a:pt x="46834" y="6788"/>
                  </a:lnTo>
                  <a:lnTo>
                    <a:pt x="46834" y="6745"/>
                  </a:lnTo>
                  <a:lnTo>
                    <a:pt x="46791" y="6660"/>
                  </a:lnTo>
                  <a:lnTo>
                    <a:pt x="46749" y="6576"/>
                  </a:lnTo>
                  <a:lnTo>
                    <a:pt x="46240" y="6236"/>
                  </a:lnTo>
                  <a:lnTo>
                    <a:pt x="45689" y="5897"/>
                  </a:lnTo>
                  <a:lnTo>
                    <a:pt x="45095" y="5600"/>
                  </a:lnTo>
                  <a:lnTo>
                    <a:pt x="44501" y="5388"/>
                  </a:lnTo>
                  <a:lnTo>
                    <a:pt x="43907" y="5218"/>
                  </a:lnTo>
                  <a:lnTo>
                    <a:pt x="43270" y="5133"/>
                  </a:lnTo>
                  <a:lnTo>
                    <a:pt x="42634" y="5091"/>
                  </a:lnTo>
                  <a:lnTo>
                    <a:pt x="41998" y="5133"/>
                  </a:lnTo>
                  <a:lnTo>
                    <a:pt x="41955" y="5176"/>
                  </a:lnTo>
                  <a:lnTo>
                    <a:pt x="41913" y="5260"/>
                  </a:lnTo>
                  <a:lnTo>
                    <a:pt x="41955" y="5303"/>
                  </a:lnTo>
                  <a:lnTo>
                    <a:pt x="41998" y="5345"/>
                  </a:lnTo>
                  <a:lnTo>
                    <a:pt x="42634" y="5430"/>
                  </a:lnTo>
                  <a:lnTo>
                    <a:pt x="43228" y="5515"/>
                  </a:lnTo>
                  <a:lnTo>
                    <a:pt x="43780" y="5642"/>
                  </a:lnTo>
                  <a:lnTo>
                    <a:pt x="44331" y="5770"/>
                  </a:lnTo>
                  <a:lnTo>
                    <a:pt x="44883" y="5982"/>
                  </a:lnTo>
                  <a:lnTo>
                    <a:pt x="45434" y="6194"/>
                  </a:lnTo>
                  <a:lnTo>
                    <a:pt x="45943" y="6491"/>
                  </a:lnTo>
                  <a:lnTo>
                    <a:pt x="46452" y="6830"/>
                  </a:lnTo>
                  <a:lnTo>
                    <a:pt x="46452" y="6915"/>
                  </a:lnTo>
                  <a:lnTo>
                    <a:pt x="46452" y="7297"/>
                  </a:lnTo>
                  <a:lnTo>
                    <a:pt x="46367" y="7636"/>
                  </a:lnTo>
                  <a:lnTo>
                    <a:pt x="46240" y="7975"/>
                  </a:lnTo>
                  <a:lnTo>
                    <a:pt x="46070" y="8272"/>
                  </a:lnTo>
                  <a:lnTo>
                    <a:pt x="45858" y="8527"/>
                  </a:lnTo>
                  <a:lnTo>
                    <a:pt x="45604" y="8781"/>
                  </a:lnTo>
                  <a:lnTo>
                    <a:pt x="45307" y="8994"/>
                  </a:lnTo>
                  <a:lnTo>
                    <a:pt x="44967" y="9163"/>
                  </a:lnTo>
                  <a:lnTo>
                    <a:pt x="44586" y="9333"/>
                  </a:lnTo>
                  <a:lnTo>
                    <a:pt x="44204" y="9503"/>
                  </a:lnTo>
                  <a:lnTo>
                    <a:pt x="43355" y="9715"/>
                  </a:lnTo>
                  <a:lnTo>
                    <a:pt x="42380" y="9884"/>
                  </a:lnTo>
                  <a:lnTo>
                    <a:pt x="41362" y="10012"/>
                  </a:lnTo>
                  <a:lnTo>
                    <a:pt x="40343" y="10054"/>
                  </a:lnTo>
                  <a:lnTo>
                    <a:pt x="38265" y="10054"/>
                  </a:lnTo>
                  <a:lnTo>
                    <a:pt x="37332" y="10012"/>
                  </a:lnTo>
                  <a:lnTo>
                    <a:pt x="34404" y="9842"/>
                  </a:lnTo>
                  <a:lnTo>
                    <a:pt x="31817" y="9715"/>
                  </a:lnTo>
                  <a:lnTo>
                    <a:pt x="29271" y="9503"/>
                  </a:lnTo>
                  <a:lnTo>
                    <a:pt x="26684" y="9291"/>
                  </a:lnTo>
                  <a:lnTo>
                    <a:pt x="24138" y="8951"/>
                  </a:lnTo>
                  <a:lnTo>
                    <a:pt x="21508" y="8569"/>
                  </a:lnTo>
                  <a:lnTo>
                    <a:pt x="18878" y="8103"/>
                  </a:lnTo>
                  <a:lnTo>
                    <a:pt x="16248" y="7594"/>
                  </a:lnTo>
                  <a:lnTo>
                    <a:pt x="13660" y="7000"/>
                  </a:lnTo>
                  <a:lnTo>
                    <a:pt x="11073" y="6363"/>
                  </a:lnTo>
                  <a:lnTo>
                    <a:pt x="8527" y="5642"/>
                  </a:lnTo>
                  <a:lnTo>
                    <a:pt x="5940" y="4921"/>
                  </a:lnTo>
                  <a:lnTo>
                    <a:pt x="3394" y="4158"/>
                  </a:lnTo>
                  <a:lnTo>
                    <a:pt x="3310" y="4158"/>
                  </a:lnTo>
                  <a:lnTo>
                    <a:pt x="3267" y="4200"/>
                  </a:lnTo>
                  <a:lnTo>
                    <a:pt x="3267" y="4285"/>
                  </a:lnTo>
                  <a:lnTo>
                    <a:pt x="3310" y="4327"/>
                  </a:lnTo>
                  <a:lnTo>
                    <a:pt x="4837" y="4921"/>
                  </a:lnTo>
                  <a:lnTo>
                    <a:pt x="6406" y="5430"/>
                  </a:lnTo>
                  <a:lnTo>
                    <a:pt x="7976" y="5939"/>
                  </a:lnTo>
                  <a:lnTo>
                    <a:pt x="9546" y="6406"/>
                  </a:lnTo>
                  <a:lnTo>
                    <a:pt x="11158" y="6830"/>
                  </a:lnTo>
                  <a:lnTo>
                    <a:pt x="12727" y="7254"/>
                  </a:lnTo>
                  <a:lnTo>
                    <a:pt x="14339" y="7636"/>
                  </a:lnTo>
                  <a:lnTo>
                    <a:pt x="15951" y="8018"/>
                  </a:lnTo>
                  <a:lnTo>
                    <a:pt x="17563" y="8315"/>
                  </a:lnTo>
                  <a:lnTo>
                    <a:pt x="19218" y="8654"/>
                  </a:lnTo>
                  <a:lnTo>
                    <a:pt x="20830" y="8909"/>
                  </a:lnTo>
                  <a:lnTo>
                    <a:pt x="22442" y="9163"/>
                  </a:lnTo>
                  <a:lnTo>
                    <a:pt x="25708" y="9587"/>
                  </a:lnTo>
                  <a:lnTo>
                    <a:pt x="28975" y="9927"/>
                  </a:lnTo>
                  <a:lnTo>
                    <a:pt x="32071" y="10181"/>
                  </a:lnTo>
                  <a:lnTo>
                    <a:pt x="35168" y="10309"/>
                  </a:lnTo>
                  <a:lnTo>
                    <a:pt x="38265" y="10351"/>
                  </a:lnTo>
                  <a:lnTo>
                    <a:pt x="41362" y="10309"/>
                  </a:lnTo>
                  <a:lnTo>
                    <a:pt x="42464" y="10224"/>
                  </a:lnTo>
                  <a:lnTo>
                    <a:pt x="43058" y="10181"/>
                  </a:lnTo>
                  <a:lnTo>
                    <a:pt x="43610" y="10097"/>
                  </a:lnTo>
                  <a:lnTo>
                    <a:pt x="44204" y="9969"/>
                  </a:lnTo>
                  <a:lnTo>
                    <a:pt x="44713" y="9842"/>
                  </a:lnTo>
                  <a:lnTo>
                    <a:pt x="45222" y="9630"/>
                  </a:lnTo>
                  <a:lnTo>
                    <a:pt x="45689" y="9375"/>
                  </a:lnTo>
                  <a:lnTo>
                    <a:pt x="44967" y="10818"/>
                  </a:lnTo>
                  <a:lnTo>
                    <a:pt x="44586" y="11539"/>
                  </a:lnTo>
                  <a:lnTo>
                    <a:pt x="44204" y="12218"/>
                  </a:lnTo>
                  <a:lnTo>
                    <a:pt x="43822" y="12896"/>
                  </a:lnTo>
                  <a:lnTo>
                    <a:pt x="43355" y="13533"/>
                  </a:lnTo>
                  <a:lnTo>
                    <a:pt x="42931" y="14127"/>
                  </a:lnTo>
                  <a:lnTo>
                    <a:pt x="42422" y="14678"/>
                  </a:lnTo>
                  <a:lnTo>
                    <a:pt x="41913" y="15187"/>
                  </a:lnTo>
                  <a:lnTo>
                    <a:pt x="41362" y="15696"/>
                  </a:lnTo>
                  <a:lnTo>
                    <a:pt x="40768" y="16120"/>
                  </a:lnTo>
                  <a:lnTo>
                    <a:pt x="40089" y="16502"/>
                  </a:lnTo>
                  <a:lnTo>
                    <a:pt x="39410" y="16841"/>
                  </a:lnTo>
                  <a:lnTo>
                    <a:pt x="38647" y="17138"/>
                  </a:lnTo>
                  <a:lnTo>
                    <a:pt x="37841" y="17351"/>
                  </a:lnTo>
                  <a:lnTo>
                    <a:pt x="36992" y="17520"/>
                  </a:lnTo>
                  <a:lnTo>
                    <a:pt x="36101" y="17605"/>
                  </a:lnTo>
                  <a:lnTo>
                    <a:pt x="35210" y="17690"/>
                  </a:lnTo>
                  <a:lnTo>
                    <a:pt x="34277" y="17732"/>
                  </a:lnTo>
                  <a:lnTo>
                    <a:pt x="33386" y="17775"/>
                  </a:lnTo>
                  <a:lnTo>
                    <a:pt x="31562" y="17775"/>
                  </a:lnTo>
                  <a:lnTo>
                    <a:pt x="29696" y="17647"/>
                  </a:lnTo>
                  <a:lnTo>
                    <a:pt x="27872" y="17520"/>
                  </a:lnTo>
                  <a:lnTo>
                    <a:pt x="26047" y="17308"/>
                  </a:lnTo>
                  <a:lnTo>
                    <a:pt x="22442" y="16841"/>
                  </a:lnTo>
                  <a:lnTo>
                    <a:pt x="20618" y="16587"/>
                  </a:lnTo>
                  <a:lnTo>
                    <a:pt x="18751" y="16248"/>
                  </a:lnTo>
                  <a:lnTo>
                    <a:pt x="16927" y="15908"/>
                  </a:lnTo>
                  <a:lnTo>
                    <a:pt x="15103" y="15484"/>
                  </a:lnTo>
                  <a:lnTo>
                    <a:pt x="13279" y="15060"/>
                  </a:lnTo>
                  <a:lnTo>
                    <a:pt x="11455" y="14593"/>
                  </a:lnTo>
                  <a:lnTo>
                    <a:pt x="9630" y="14084"/>
                  </a:lnTo>
                  <a:lnTo>
                    <a:pt x="7849" y="13533"/>
                  </a:lnTo>
                  <a:lnTo>
                    <a:pt x="6915" y="13193"/>
                  </a:lnTo>
                  <a:lnTo>
                    <a:pt x="6067" y="12811"/>
                  </a:lnTo>
                  <a:lnTo>
                    <a:pt x="5261" y="12387"/>
                  </a:lnTo>
                  <a:lnTo>
                    <a:pt x="4922" y="12133"/>
                  </a:lnTo>
                  <a:lnTo>
                    <a:pt x="4582" y="11878"/>
                  </a:lnTo>
                  <a:lnTo>
                    <a:pt x="4243" y="11581"/>
                  </a:lnTo>
                  <a:lnTo>
                    <a:pt x="3904" y="11284"/>
                  </a:lnTo>
                  <a:lnTo>
                    <a:pt x="3607" y="10945"/>
                  </a:lnTo>
                  <a:lnTo>
                    <a:pt x="3352" y="10606"/>
                  </a:lnTo>
                  <a:lnTo>
                    <a:pt x="3098" y="10181"/>
                  </a:lnTo>
                  <a:lnTo>
                    <a:pt x="2885" y="9800"/>
                  </a:lnTo>
                  <a:lnTo>
                    <a:pt x="2673" y="9333"/>
                  </a:lnTo>
                  <a:lnTo>
                    <a:pt x="2504" y="8866"/>
                  </a:lnTo>
                  <a:lnTo>
                    <a:pt x="2037" y="7382"/>
                  </a:lnTo>
                  <a:lnTo>
                    <a:pt x="1570" y="5854"/>
                  </a:lnTo>
                  <a:lnTo>
                    <a:pt x="1146" y="4370"/>
                  </a:lnTo>
                  <a:lnTo>
                    <a:pt x="722" y="2885"/>
                  </a:lnTo>
                  <a:lnTo>
                    <a:pt x="722" y="2885"/>
                  </a:lnTo>
                  <a:lnTo>
                    <a:pt x="1104" y="3139"/>
                  </a:lnTo>
                  <a:lnTo>
                    <a:pt x="1570" y="3352"/>
                  </a:lnTo>
                  <a:lnTo>
                    <a:pt x="1995" y="3479"/>
                  </a:lnTo>
                  <a:lnTo>
                    <a:pt x="2419" y="3564"/>
                  </a:lnTo>
                  <a:lnTo>
                    <a:pt x="2504" y="3521"/>
                  </a:lnTo>
                  <a:lnTo>
                    <a:pt x="2546" y="3479"/>
                  </a:lnTo>
                  <a:lnTo>
                    <a:pt x="2546" y="3352"/>
                  </a:lnTo>
                  <a:lnTo>
                    <a:pt x="2461" y="3309"/>
                  </a:lnTo>
                  <a:lnTo>
                    <a:pt x="1485" y="3012"/>
                  </a:lnTo>
                  <a:lnTo>
                    <a:pt x="1231" y="2885"/>
                  </a:lnTo>
                  <a:lnTo>
                    <a:pt x="976" y="2758"/>
                  </a:lnTo>
                  <a:lnTo>
                    <a:pt x="849" y="2546"/>
                  </a:lnTo>
                  <a:lnTo>
                    <a:pt x="722" y="2333"/>
                  </a:lnTo>
                  <a:lnTo>
                    <a:pt x="679" y="2079"/>
                  </a:lnTo>
                  <a:lnTo>
                    <a:pt x="679" y="1782"/>
                  </a:lnTo>
                  <a:lnTo>
                    <a:pt x="764" y="1443"/>
                  </a:lnTo>
                  <a:lnTo>
                    <a:pt x="892" y="1103"/>
                  </a:lnTo>
                  <a:lnTo>
                    <a:pt x="1061" y="976"/>
                  </a:lnTo>
                  <a:lnTo>
                    <a:pt x="1273" y="849"/>
                  </a:lnTo>
                  <a:lnTo>
                    <a:pt x="1698" y="679"/>
                  </a:lnTo>
                  <a:lnTo>
                    <a:pt x="2207" y="594"/>
                  </a:lnTo>
                  <a:lnTo>
                    <a:pt x="2631" y="509"/>
                  </a:lnTo>
                  <a:lnTo>
                    <a:pt x="3013" y="467"/>
                  </a:lnTo>
                  <a:lnTo>
                    <a:pt x="3394" y="467"/>
                  </a:lnTo>
                  <a:lnTo>
                    <a:pt x="4116" y="509"/>
                  </a:lnTo>
                  <a:lnTo>
                    <a:pt x="4879" y="637"/>
                  </a:lnTo>
                  <a:lnTo>
                    <a:pt x="5600" y="764"/>
                  </a:lnTo>
                  <a:lnTo>
                    <a:pt x="5685" y="764"/>
                  </a:lnTo>
                  <a:lnTo>
                    <a:pt x="5728" y="679"/>
                  </a:lnTo>
                  <a:lnTo>
                    <a:pt x="5728" y="594"/>
                  </a:lnTo>
                  <a:lnTo>
                    <a:pt x="5685" y="552"/>
                  </a:lnTo>
                  <a:lnTo>
                    <a:pt x="5091" y="297"/>
                  </a:lnTo>
                  <a:lnTo>
                    <a:pt x="4455" y="128"/>
                  </a:lnTo>
                  <a:lnTo>
                    <a:pt x="3734" y="43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4"/>
            <p:cNvSpPr/>
            <p:nvPr/>
          </p:nvSpPr>
          <p:spPr>
            <a:xfrm>
              <a:off x="6008475" y="1741275"/>
              <a:ext cx="48800" cy="50925"/>
            </a:xfrm>
            <a:custGeom>
              <a:avLst/>
              <a:gdLst/>
              <a:ahLst/>
              <a:cxnLst/>
              <a:rect l="l" t="t" r="r" b="b"/>
              <a:pathLst>
                <a:path w="1952" h="2037" extrusionOk="0">
                  <a:moveTo>
                    <a:pt x="43" y="0"/>
                  </a:moveTo>
                  <a:lnTo>
                    <a:pt x="0" y="43"/>
                  </a:lnTo>
                  <a:lnTo>
                    <a:pt x="0" y="85"/>
                  </a:lnTo>
                  <a:lnTo>
                    <a:pt x="128" y="382"/>
                  </a:lnTo>
                  <a:lnTo>
                    <a:pt x="255" y="721"/>
                  </a:lnTo>
                  <a:lnTo>
                    <a:pt x="467" y="1018"/>
                  </a:lnTo>
                  <a:lnTo>
                    <a:pt x="679" y="1315"/>
                  </a:lnTo>
                  <a:lnTo>
                    <a:pt x="934" y="1570"/>
                  </a:lnTo>
                  <a:lnTo>
                    <a:pt x="1231" y="1782"/>
                  </a:lnTo>
                  <a:lnTo>
                    <a:pt x="1528" y="1952"/>
                  </a:lnTo>
                  <a:lnTo>
                    <a:pt x="1867" y="2036"/>
                  </a:lnTo>
                  <a:lnTo>
                    <a:pt x="1909" y="2036"/>
                  </a:lnTo>
                  <a:lnTo>
                    <a:pt x="1952" y="1994"/>
                  </a:lnTo>
                  <a:lnTo>
                    <a:pt x="1952" y="1952"/>
                  </a:lnTo>
                  <a:lnTo>
                    <a:pt x="1909" y="1909"/>
                  </a:lnTo>
                  <a:lnTo>
                    <a:pt x="1358" y="1570"/>
                  </a:lnTo>
                  <a:lnTo>
                    <a:pt x="1061" y="1358"/>
                  </a:lnTo>
                  <a:lnTo>
                    <a:pt x="849" y="1146"/>
                  </a:lnTo>
                  <a:lnTo>
                    <a:pt x="594" y="891"/>
                  </a:lnTo>
                  <a:lnTo>
                    <a:pt x="425" y="637"/>
                  </a:lnTo>
                  <a:lnTo>
                    <a:pt x="255" y="340"/>
                  </a:lnTo>
                  <a:lnTo>
                    <a:pt x="85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4"/>
            <p:cNvSpPr/>
            <p:nvPr/>
          </p:nvSpPr>
          <p:spPr>
            <a:xfrm>
              <a:off x="6041350" y="1755050"/>
              <a:ext cx="61525" cy="43500"/>
            </a:xfrm>
            <a:custGeom>
              <a:avLst/>
              <a:gdLst/>
              <a:ahLst/>
              <a:cxnLst/>
              <a:rect l="l" t="t" r="r" b="b"/>
              <a:pathLst>
                <a:path w="2461" h="1740" extrusionOk="0">
                  <a:moveTo>
                    <a:pt x="85" y="1"/>
                  </a:moveTo>
                  <a:lnTo>
                    <a:pt x="43" y="43"/>
                  </a:lnTo>
                  <a:lnTo>
                    <a:pt x="0" y="43"/>
                  </a:lnTo>
                  <a:lnTo>
                    <a:pt x="0" y="86"/>
                  </a:lnTo>
                  <a:lnTo>
                    <a:pt x="510" y="637"/>
                  </a:lnTo>
                  <a:lnTo>
                    <a:pt x="1019" y="1104"/>
                  </a:lnTo>
                  <a:lnTo>
                    <a:pt x="1316" y="1273"/>
                  </a:lnTo>
                  <a:lnTo>
                    <a:pt x="1612" y="1443"/>
                  </a:lnTo>
                  <a:lnTo>
                    <a:pt x="1952" y="1613"/>
                  </a:lnTo>
                  <a:lnTo>
                    <a:pt x="2291" y="1740"/>
                  </a:lnTo>
                  <a:lnTo>
                    <a:pt x="2376" y="1740"/>
                  </a:lnTo>
                  <a:lnTo>
                    <a:pt x="2418" y="1655"/>
                  </a:lnTo>
                  <a:lnTo>
                    <a:pt x="2461" y="1570"/>
                  </a:lnTo>
                  <a:lnTo>
                    <a:pt x="2376" y="1528"/>
                  </a:lnTo>
                  <a:lnTo>
                    <a:pt x="1740" y="1231"/>
                  </a:lnTo>
                  <a:lnTo>
                    <a:pt x="1146" y="934"/>
                  </a:lnTo>
                  <a:lnTo>
                    <a:pt x="594" y="510"/>
                  </a:lnTo>
                  <a:lnTo>
                    <a:pt x="128" y="43"/>
                  </a:lnTo>
                  <a:lnTo>
                    <a:pt x="85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4"/>
            <p:cNvSpPr/>
            <p:nvPr/>
          </p:nvSpPr>
          <p:spPr>
            <a:xfrm>
              <a:off x="6852650" y="1763550"/>
              <a:ext cx="85925" cy="14850"/>
            </a:xfrm>
            <a:custGeom>
              <a:avLst/>
              <a:gdLst/>
              <a:ahLst/>
              <a:cxnLst/>
              <a:rect l="l" t="t" r="r" b="b"/>
              <a:pathLst>
                <a:path w="3437" h="594" extrusionOk="0">
                  <a:moveTo>
                    <a:pt x="3267" y="0"/>
                  </a:moveTo>
                  <a:lnTo>
                    <a:pt x="2461" y="170"/>
                  </a:lnTo>
                  <a:lnTo>
                    <a:pt x="1698" y="297"/>
                  </a:lnTo>
                  <a:lnTo>
                    <a:pt x="934" y="339"/>
                  </a:lnTo>
                  <a:lnTo>
                    <a:pt x="86" y="255"/>
                  </a:lnTo>
                  <a:lnTo>
                    <a:pt x="43" y="255"/>
                  </a:lnTo>
                  <a:lnTo>
                    <a:pt x="1" y="339"/>
                  </a:lnTo>
                  <a:lnTo>
                    <a:pt x="1" y="424"/>
                  </a:lnTo>
                  <a:lnTo>
                    <a:pt x="86" y="467"/>
                  </a:lnTo>
                  <a:lnTo>
                    <a:pt x="467" y="509"/>
                  </a:lnTo>
                  <a:lnTo>
                    <a:pt x="892" y="552"/>
                  </a:lnTo>
                  <a:lnTo>
                    <a:pt x="1316" y="594"/>
                  </a:lnTo>
                  <a:lnTo>
                    <a:pt x="1740" y="594"/>
                  </a:lnTo>
                  <a:lnTo>
                    <a:pt x="2164" y="552"/>
                  </a:lnTo>
                  <a:lnTo>
                    <a:pt x="2588" y="509"/>
                  </a:lnTo>
                  <a:lnTo>
                    <a:pt x="2970" y="382"/>
                  </a:lnTo>
                  <a:lnTo>
                    <a:pt x="3394" y="255"/>
                  </a:lnTo>
                  <a:lnTo>
                    <a:pt x="3437" y="255"/>
                  </a:lnTo>
                  <a:lnTo>
                    <a:pt x="3437" y="212"/>
                  </a:lnTo>
                  <a:lnTo>
                    <a:pt x="3437" y="85"/>
                  </a:lnTo>
                  <a:lnTo>
                    <a:pt x="3394" y="43"/>
                  </a:lnTo>
                  <a:lnTo>
                    <a:pt x="326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4"/>
            <p:cNvSpPr/>
            <p:nvPr/>
          </p:nvSpPr>
          <p:spPr>
            <a:xfrm>
              <a:off x="6873875" y="1785800"/>
              <a:ext cx="71075" cy="18075"/>
            </a:xfrm>
            <a:custGeom>
              <a:avLst/>
              <a:gdLst/>
              <a:ahLst/>
              <a:cxnLst/>
              <a:rect l="l" t="t" r="r" b="b"/>
              <a:pathLst>
                <a:path w="2843" h="723" extrusionOk="0">
                  <a:moveTo>
                    <a:pt x="2673" y="1"/>
                  </a:moveTo>
                  <a:lnTo>
                    <a:pt x="2079" y="171"/>
                  </a:lnTo>
                  <a:lnTo>
                    <a:pt x="1782" y="255"/>
                  </a:lnTo>
                  <a:lnTo>
                    <a:pt x="1485" y="298"/>
                  </a:lnTo>
                  <a:lnTo>
                    <a:pt x="849" y="383"/>
                  </a:lnTo>
                  <a:lnTo>
                    <a:pt x="170" y="383"/>
                  </a:lnTo>
                  <a:lnTo>
                    <a:pt x="43" y="425"/>
                  </a:lnTo>
                  <a:lnTo>
                    <a:pt x="0" y="510"/>
                  </a:lnTo>
                  <a:lnTo>
                    <a:pt x="43" y="595"/>
                  </a:lnTo>
                  <a:lnTo>
                    <a:pt x="127" y="637"/>
                  </a:lnTo>
                  <a:lnTo>
                    <a:pt x="764" y="722"/>
                  </a:lnTo>
                  <a:lnTo>
                    <a:pt x="1146" y="722"/>
                  </a:lnTo>
                  <a:lnTo>
                    <a:pt x="1485" y="680"/>
                  </a:lnTo>
                  <a:lnTo>
                    <a:pt x="1824" y="637"/>
                  </a:lnTo>
                  <a:lnTo>
                    <a:pt x="2164" y="552"/>
                  </a:lnTo>
                  <a:lnTo>
                    <a:pt x="2503" y="468"/>
                  </a:lnTo>
                  <a:lnTo>
                    <a:pt x="2800" y="298"/>
                  </a:lnTo>
                  <a:lnTo>
                    <a:pt x="2842" y="213"/>
                  </a:lnTo>
                  <a:lnTo>
                    <a:pt x="2842" y="128"/>
                  </a:lnTo>
                  <a:lnTo>
                    <a:pt x="2758" y="43"/>
                  </a:lnTo>
                  <a:lnTo>
                    <a:pt x="2673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40"/>
          <p:cNvSpPr/>
          <p:nvPr/>
        </p:nvSpPr>
        <p:spPr>
          <a:xfrm>
            <a:off x="1916875" y="1527574"/>
            <a:ext cx="5082778" cy="2593557"/>
          </a:xfrm>
          <a:custGeom>
            <a:avLst/>
            <a:gdLst/>
            <a:ahLst/>
            <a:cxnLst/>
            <a:rect l="l" t="t" r="r" b="b"/>
            <a:pathLst>
              <a:path w="285750" h="160195" extrusionOk="0">
                <a:moveTo>
                  <a:pt x="121555" y="0"/>
                </a:moveTo>
                <a:lnTo>
                  <a:pt x="121555" y="0"/>
                </a:lnTo>
                <a:lnTo>
                  <a:pt x="117894" y="225"/>
                </a:lnTo>
                <a:lnTo>
                  <a:pt x="114120" y="507"/>
                </a:lnTo>
                <a:lnTo>
                  <a:pt x="110289" y="1014"/>
                </a:lnTo>
                <a:lnTo>
                  <a:pt x="106403" y="1577"/>
                </a:lnTo>
                <a:lnTo>
                  <a:pt x="102404" y="2309"/>
                </a:lnTo>
                <a:lnTo>
                  <a:pt x="98404" y="3154"/>
                </a:lnTo>
                <a:lnTo>
                  <a:pt x="94292" y="4112"/>
                </a:lnTo>
                <a:lnTo>
                  <a:pt x="90237" y="5182"/>
                </a:lnTo>
                <a:lnTo>
                  <a:pt x="86069" y="6365"/>
                </a:lnTo>
                <a:lnTo>
                  <a:pt x="81957" y="7661"/>
                </a:lnTo>
                <a:lnTo>
                  <a:pt x="77788" y="9125"/>
                </a:lnTo>
                <a:lnTo>
                  <a:pt x="73677" y="10646"/>
                </a:lnTo>
                <a:lnTo>
                  <a:pt x="69508" y="12279"/>
                </a:lnTo>
                <a:lnTo>
                  <a:pt x="65396" y="14026"/>
                </a:lnTo>
                <a:lnTo>
                  <a:pt x="61341" y="15828"/>
                </a:lnTo>
                <a:lnTo>
                  <a:pt x="57342" y="17799"/>
                </a:lnTo>
                <a:lnTo>
                  <a:pt x="53342" y="19827"/>
                </a:lnTo>
                <a:lnTo>
                  <a:pt x="49456" y="21968"/>
                </a:lnTo>
                <a:lnTo>
                  <a:pt x="45625" y="24164"/>
                </a:lnTo>
                <a:lnTo>
                  <a:pt x="41851" y="26530"/>
                </a:lnTo>
                <a:lnTo>
                  <a:pt x="38190" y="28896"/>
                </a:lnTo>
                <a:lnTo>
                  <a:pt x="34641" y="31374"/>
                </a:lnTo>
                <a:lnTo>
                  <a:pt x="31206" y="33965"/>
                </a:lnTo>
                <a:lnTo>
                  <a:pt x="29516" y="35261"/>
                </a:lnTo>
                <a:lnTo>
                  <a:pt x="27882" y="36613"/>
                </a:lnTo>
                <a:lnTo>
                  <a:pt x="26249" y="37965"/>
                </a:lnTo>
                <a:lnTo>
                  <a:pt x="24671" y="39316"/>
                </a:lnTo>
                <a:lnTo>
                  <a:pt x="23094" y="40725"/>
                </a:lnTo>
                <a:lnTo>
                  <a:pt x="21630" y="42133"/>
                </a:lnTo>
                <a:lnTo>
                  <a:pt x="20109" y="43597"/>
                </a:lnTo>
                <a:lnTo>
                  <a:pt x="18701" y="45006"/>
                </a:lnTo>
                <a:lnTo>
                  <a:pt x="17293" y="46470"/>
                </a:lnTo>
                <a:lnTo>
                  <a:pt x="15941" y="47991"/>
                </a:lnTo>
                <a:lnTo>
                  <a:pt x="14645" y="49455"/>
                </a:lnTo>
                <a:lnTo>
                  <a:pt x="13406" y="50976"/>
                </a:lnTo>
                <a:lnTo>
                  <a:pt x="12167" y="52497"/>
                </a:lnTo>
                <a:lnTo>
                  <a:pt x="10984" y="54074"/>
                </a:lnTo>
                <a:lnTo>
                  <a:pt x="9857" y="55595"/>
                </a:lnTo>
                <a:lnTo>
                  <a:pt x="8787" y="57172"/>
                </a:lnTo>
                <a:lnTo>
                  <a:pt x="7717" y="58806"/>
                </a:lnTo>
                <a:lnTo>
                  <a:pt x="6759" y="60383"/>
                </a:lnTo>
                <a:lnTo>
                  <a:pt x="6759" y="60383"/>
                </a:lnTo>
                <a:lnTo>
                  <a:pt x="5802" y="62129"/>
                </a:lnTo>
                <a:lnTo>
                  <a:pt x="4901" y="63819"/>
                </a:lnTo>
                <a:lnTo>
                  <a:pt x="4056" y="65509"/>
                </a:lnTo>
                <a:lnTo>
                  <a:pt x="3323" y="67199"/>
                </a:lnTo>
                <a:lnTo>
                  <a:pt x="2704" y="68888"/>
                </a:lnTo>
                <a:lnTo>
                  <a:pt x="2084" y="70578"/>
                </a:lnTo>
                <a:lnTo>
                  <a:pt x="1577" y="72268"/>
                </a:lnTo>
                <a:lnTo>
                  <a:pt x="1127" y="73901"/>
                </a:lnTo>
                <a:lnTo>
                  <a:pt x="789" y="75535"/>
                </a:lnTo>
                <a:lnTo>
                  <a:pt x="507" y="77168"/>
                </a:lnTo>
                <a:lnTo>
                  <a:pt x="282" y="78802"/>
                </a:lnTo>
                <a:lnTo>
                  <a:pt x="113" y="80379"/>
                </a:lnTo>
                <a:lnTo>
                  <a:pt x="56" y="82013"/>
                </a:lnTo>
                <a:lnTo>
                  <a:pt x="0" y="83590"/>
                </a:lnTo>
                <a:lnTo>
                  <a:pt x="56" y="85167"/>
                </a:lnTo>
                <a:lnTo>
                  <a:pt x="169" y="86688"/>
                </a:lnTo>
                <a:lnTo>
                  <a:pt x="338" y="88265"/>
                </a:lnTo>
                <a:lnTo>
                  <a:pt x="563" y="89786"/>
                </a:lnTo>
                <a:lnTo>
                  <a:pt x="845" y="91307"/>
                </a:lnTo>
                <a:lnTo>
                  <a:pt x="1183" y="92827"/>
                </a:lnTo>
                <a:lnTo>
                  <a:pt x="1577" y="94292"/>
                </a:lnTo>
                <a:lnTo>
                  <a:pt x="2028" y="95757"/>
                </a:lnTo>
                <a:lnTo>
                  <a:pt x="2535" y="97221"/>
                </a:lnTo>
                <a:lnTo>
                  <a:pt x="3098" y="98686"/>
                </a:lnTo>
                <a:lnTo>
                  <a:pt x="3718" y="100094"/>
                </a:lnTo>
                <a:lnTo>
                  <a:pt x="4394" y="101502"/>
                </a:lnTo>
                <a:lnTo>
                  <a:pt x="5069" y="102910"/>
                </a:lnTo>
                <a:lnTo>
                  <a:pt x="5858" y="104318"/>
                </a:lnTo>
                <a:lnTo>
                  <a:pt x="6647" y="105670"/>
                </a:lnTo>
                <a:lnTo>
                  <a:pt x="7492" y="107022"/>
                </a:lnTo>
                <a:lnTo>
                  <a:pt x="8393" y="108374"/>
                </a:lnTo>
                <a:lnTo>
                  <a:pt x="9294" y="109669"/>
                </a:lnTo>
                <a:lnTo>
                  <a:pt x="10252" y="110965"/>
                </a:lnTo>
                <a:lnTo>
                  <a:pt x="11266" y="112260"/>
                </a:lnTo>
                <a:lnTo>
                  <a:pt x="12279" y="113500"/>
                </a:lnTo>
                <a:lnTo>
                  <a:pt x="13350" y="114739"/>
                </a:lnTo>
                <a:lnTo>
                  <a:pt x="14476" y="115978"/>
                </a:lnTo>
                <a:lnTo>
                  <a:pt x="15603" y="117161"/>
                </a:lnTo>
                <a:lnTo>
                  <a:pt x="16786" y="118344"/>
                </a:lnTo>
                <a:lnTo>
                  <a:pt x="17969" y="119527"/>
                </a:lnTo>
                <a:lnTo>
                  <a:pt x="20447" y="121780"/>
                </a:lnTo>
                <a:lnTo>
                  <a:pt x="23038" y="123977"/>
                </a:lnTo>
                <a:lnTo>
                  <a:pt x="25742" y="126117"/>
                </a:lnTo>
                <a:lnTo>
                  <a:pt x="28502" y="128145"/>
                </a:lnTo>
                <a:lnTo>
                  <a:pt x="31318" y="130060"/>
                </a:lnTo>
                <a:lnTo>
                  <a:pt x="34247" y="131919"/>
                </a:lnTo>
                <a:lnTo>
                  <a:pt x="37176" y="133665"/>
                </a:lnTo>
                <a:lnTo>
                  <a:pt x="40162" y="135355"/>
                </a:lnTo>
                <a:lnTo>
                  <a:pt x="43147" y="136875"/>
                </a:lnTo>
                <a:lnTo>
                  <a:pt x="46132" y="138340"/>
                </a:lnTo>
                <a:lnTo>
                  <a:pt x="49174" y="139748"/>
                </a:lnTo>
                <a:lnTo>
                  <a:pt x="52216" y="140987"/>
                </a:lnTo>
                <a:lnTo>
                  <a:pt x="52216" y="140987"/>
                </a:lnTo>
                <a:lnTo>
                  <a:pt x="56666" y="142734"/>
                </a:lnTo>
                <a:lnTo>
                  <a:pt x="61284" y="144423"/>
                </a:lnTo>
                <a:lnTo>
                  <a:pt x="65903" y="146057"/>
                </a:lnTo>
                <a:lnTo>
                  <a:pt x="70635" y="147578"/>
                </a:lnTo>
                <a:lnTo>
                  <a:pt x="75366" y="149042"/>
                </a:lnTo>
                <a:lnTo>
                  <a:pt x="80211" y="150450"/>
                </a:lnTo>
                <a:lnTo>
                  <a:pt x="85111" y="151746"/>
                </a:lnTo>
                <a:lnTo>
                  <a:pt x="90068" y="152929"/>
                </a:lnTo>
                <a:lnTo>
                  <a:pt x="95025" y="154112"/>
                </a:lnTo>
                <a:lnTo>
                  <a:pt x="100038" y="155126"/>
                </a:lnTo>
                <a:lnTo>
                  <a:pt x="105107" y="156083"/>
                </a:lnTo>
                <a:lnTo>
                  <a:pt x="110177" y="156928"/>
                </a:lnTo>
                <a:lnTo>
                  <a:pt x="115246" y="157717"/>
                </a:lnTo>
                <a:lnTo>
                  <a:pt x="120372" y="158393"/>
                </a:lnTo>
                <a:lnTo>
                  <a:pt x="125498" y="158956"/>
                </a:lnTo>
                <a:lnTo>
                  <a:pt x="130680" y="159406"/>
                </a:lnTo>
                <a:lnTo>
                  <a:pt x="135806" y="159744"/>
                </a:lnTo>
                <a:lnTo>
                  <a:pt x="140932" y="160026"/>
                </a:lnTo>
                <a:lnTo>
                  <a:pt x="146114" y="160139"/>
                </a:lnTo>
                <a:lnTo>
                  <a:pt x="151240" y="160195"/>
                </a:lnTo>
                <a:lnTo>
                  <a:pt x="156365" y="160082"/>
                </a:lnTo>
                <a:lnTo>
                  <a:pt x="161435" y="159913"/>
                </a:lnTo>
                <a:lnTo>
                  <a:pt x="166504" y="159575"/>
                </a:lnTo>
                <a:lnTo>
                  <a:pt x="171574" y="159181"/>
                </a:lnTo>
                <a:lnTo>
                  <a:pt x="176587" y="158618"/>
                </a:lnTo>
                <a:lnTo>
                  <a:pt x="181544" y="157886"/>
                </a:lnTo>
                <a:lnTo>
                  <a:pt x="184022" y="157491"/>
                </a:lnTo>
                <a:lnTo>
                  <a:pt x="186501" y="157097"/>
                </a:lnTo>
                <a:lnTo>
                  <a:pt x="188923" y="156646"/>
                </a:lnTo>
                <a:lnTo>
                  <a:pt x="191345" y="156139"/>
                </a:lnTo>
                <a:lnTo>
                  <a:pt x="193767" y="155632"/>
                </a:lnTo>
                <a:lnTo>
                  <a:pt x="196189" y="155069"/>
                </a:lnTo>
                <a:lnTo>
                  <a:pt x="198555" y="154506"/>
                </a:lnTo>
                <a:lnTo>
                  <a:pt x="200977" y="153830"/>
                </a:lnTo>
                <a:lnTo>
                  <a:pt x="203343" y="153210"/>
                </a:lnTo>
                <a:lnTo>
                  <a:pt x="205652" y="152478"/>
                </a:lnTo>
                <a:lnTo>
                  <a:pt x="208018" y="151802"/>
                </a:lnTo>
                <a:lnTo>
                  <a:pt x="210327" y="151014"/>
                </a:lnTo>
                <a:lnTo>
                  <a:pt x="210327" y="151014"/>
                </a:lnTo>
                <a:lnTo>
                  <a:pt x="213651" y="149831"/>
                </a:lnTo>
                <a:lnTo>
                  <a:pt x="217143" y="148592"/>
                </a:lnTo>
                <a:lnTo>
                  <a:pt x="220748" y="147296"/>
                </a:lnTo>
                <a:lnTo>
                  <a:pt x="224409" y="145888"/>
                </a:lnTo>
                <a:lnTo>
                  <a:pt x="228127" y="144423"/>
                </a:lnTo>
                <a:lnTo>
                  <a:pt x="231844" y="142903"/>
                </a:lnTo>
                <a:lnTo>
                  <a:pt x="235618" y="141269"/>
                </a:lnTo>
                <a:lnTo>
                  <a:pt x="239392" y="139523"/>
                </a:lnTo>
                <a:lnTo>
                  <a:pt x="243110" y="137720"/>
                </a:lnTo>
                <a:lnTo>
                  <a:pt x="246828" y="135862"/>
                </a:lnTo>
                <a:lnTo>
                  <a:pt x="250489" y="133890"/>
                </a:lnTo>
                <a:lnTo>
                  <a:pt x="254038" y="131806"/>
                </a:lnTo>
                <a:lnTo>
                  <a:pt x="257530" y="129666"/>
                </a:lnTo>
                <a:lnTo>
                  <a:pt x="259220" y="128539"/>
                </a:lnTo>
                <a:lnTo>
                  <a:pt x="260853" y="127412"/>
                </a:lnTo>
                <a:lnTo>
                  <a:pt x="262487" y="126230"/>
                </a:lnTo>
                <a:lnTo>
                  <a:pt x="264120" y="125047"/>
                </a:lnTo>
                <a:lnTo>
                  <a:pt x="265641" y="123864"/>
                </a:lnTo>
                <a:lnTo>
                  <a:pt x="267162" y="122625"/>
                </a:lnTo>
                <a:lnTo>
                  <a:pt x="268683" y="121385"/>
                </a:lnTo>
                <a:lnTo>
                  <a:pt x="270091" y="120090"/>
                </a:lnTo>
                <a:lnTo>
                  <a:pt x="271499" y="118794"/>
                </a:lnTo>
                <a:lnTo>
                  <a:pt x="272795" y="117443"/>
                </a:lnTo>
                <a:lnTo>
                  <a:pt x="274090" y="116091"/>
                </a:lnTo>
                <a:lnTo>
                  <a:pt x="275329" y="114739"/>
                </a:lnTo>
                <a:lnTo>
                  <a:pt x="276512" y="113331"/>
                </a:lnTo>
                <a:lnTo>
                  <a:pt x="277639" y="111866"/>
                </a:lnTo>
                <a:lnTo>
                  <a:pt x="278653" y="110402"/>
                </a:lnTo>
                <a:lnTo>
                  <a:pt x="279667" y="108937"/>
                </a:lnTo>
                <a:lnTo>
                  <a:pt x="280624" y="107416"/>
                </a:lnTo>
                <a:lnTo>
                  <a:pt x="281469" y="105895"/>
                </a:lnTo>
                <a:lnTo>
                  <a:pt x="282258" y="104318"/>
                </a:lnTo>
                <a:lnTo>
                  <a:pt x="282934" y="102741"/>
                </a:lnTo>
                <a:lnTo>
                  <a:pt x="283610" y="101164"/>
                </a:lnTo>
                <a:lnTo>
                  <a:pt x="284173" y="99474"/>
                </a:lnTo>
                <a:lnTo>
                  <a:pt x="284623" y="97841"/>
                </a:lnTo>
                <a:lnTo>
                  <a:pt x="285018" y="96151"/>
                </a:lnTo>
                <a:lnTo>
                  <a:pt x="285356" y="94405"/>
                </a:lnTo>
                <a:lnTo>
                  <a:pt x="285581" y="92659"/>
                </a:lnTo>
                <a:lnTo>
                  <a:pt x="285750" y="90856"/>
                </a:lnTo>
                <a:lnTo>
                  <a:pt x="285750" y="89054"/>
                </a:lnTo>
                <a:lnTo>
                  <a:pt x="285750" y="87251"/>
                </a:lnTo>
                <a:lnTo>
                  <a:pt x="285581" y="85392"/>
                </a:lnTo>
                <a:lnTo>
                  <a:pt x="285356" y="83477"/>
                </a:lnTo>
                <a:lnTo>
                  <a:pt x="285018" y="81562"/>
                </a:lnTo>
                <a:lnTo>
                  <a:pt x="284567" y="79591"/>
                </a:lnTo>
                <a:lnTo>
                  <a:pt x="284004" y="77619"/>
                </a:lnTo>
                <a:lnTo>
                  <a:pt x="283384" y="75648"/>
                </a:lnTo>
                <a:lnTo>
                  <a:pt x="282596" y="73620"/>
                </a:lnTo>
                <a:lnTo>
                  <a:pt x="281751" y="71536"/>
                </a:lnTo>
                <a:lnTo>
                  <a:pt x="280737" y="69452"/>
                </a:lnTo>
                <a:lnTo>
                  <a:pt x="280737" y="69452"/>
                </a:lnTo>
                <a:lnTo>
                  <a:pt x="279554" y="67142"/>
                </a:lnTo>
                <a:lnTo>
                  <a:pt x="278258" y="64889"/>
                </a:lnTo>
                <a:lnTo>
                  <a:pt x="276907" y="62692"/>
                </a:lnTo>
                <a:lnTo>
                  <a:pt x="275442" y="60496"/>
                </a:lnTo>
                <a:lnTo>
                  <a:pt x="273921" y="58355"/>
                </a:lnTo>
                <a:lnTo>
                  <a:pt x="272288" y="56271"/>
                </a:lnTo>
                <a:lnTo>
                  <a:pt x="270654" y="54243"/>
                </a:lnTo>
                <a:lnTo>
                  <a:pt x="268908" y="52215"/>
                </a:lnTo>
                <a:lnTo>
                  <a:pt x="267049" y="50244"/>
                </a:lnTo>
                <a:lnTo>
                  <a:pt x="265190" y="48329"/>
                </a:lnTo>
                <a:lnTo>
                  <a:pt x="263219" y="46470"/>
                </a:lnTo>
                <a:lnTo>
                  <a:pt x="261191" y="44611"/>
                </a:lnTo>
                <a:lnTo>
                  <a:pt x="259107" y="42809"/>
                </a:lnTo>
                <a:lnTo>
                  <a:pt x="256967" y="41063"/>
                </a:lnTo>
                <a:lnTo>
                  <a:pt x="254770" y="39316"/>
                </a:lnTo>
                <a:lnTo>
                  <a:pt x="252517" y="37627"/>
                </a:lnTo>
                <a:lnTo>
                  <a:pt x="250207" y="35993"/>
                </a:lnTo>
                <a:lnTo>
                  <a:pt x="247842" y="34416"/>
                </a:lnTo>
                <a:lnTo>
                  <a:pt x="245476" y="32839"/>
                </a:lnTo>
                <a:lnTo>
                  <a:pt x="242997" y="31318"/>
                </a:lnTo>
                <a:lnTo>
                  <a:pt x="240519" y="29797"/>
                </a:lnTo>
                <a:lnTo>
                  <a:pt x="237984" y="28389"/>
                </a:lnTo>
                <a:lnTo>
                  <a:pt x="235393" y="26981"/>
                </a:lnTo>
                <a:lnTo>
                  <a:pt x="232746" y="25573"/>
                </a:lnTo>
                <a:lnTo>
                  <a:pt x="230098" y="24221"/>
                </a:lnTo>
                <a:lnTo>
                  <a:pt x="227395" y="22925"/>
                </a:lnTo>
                <a:lnTo>
                  <a:pt x="224691" y="21686"/>
                </a:lnTo>
                <a:lnTo>
                  <a:pt x="221931" y="20447"/>
                </a:lnTo>
                <a:lnTo>
                  <a:pt x="219171" y="19264"/>
                </a:lnTo>
                <a:lnTo>
                  <a:pt x="216354" y="18137"/>
                </a:lnTo>
                <a:lnTo>
                  <a:pt x="213538" y="17011"/>
                </a:lnTo>
                <a:lnTo>
                  <a:pt x="210722" y="15941"/>
                </a:lnTo>
                <a:lnTo>
                  <a:pt x="207849" y="14927"/>
                </a:lnTo>
                <a:lnTo>
                  <a:pt x="204920" y="13913"/>
                </a:lnTo>
                <a:lnTo>
                  <a:pt x="202047" y="12955"/>
                </a:lnTo>
                <a:lnTo>
                  <a:pt x="199118" y="11998"/>
                </a:lnTo>
                <a:lnTo>
                  <a:pt x="196245" y="11096"/>
                </a:lnTo>
                <a:lnTo>
                  <a:pt x="193316" y="10252"/>
                </a:lnTo>
                <a:lnTo>
                  <a:pt x="190387" y="9463"/>
                </a:lnTo>
                <a:lnTo>
                  <a:pt x="187458" y="8674"/>
                </a:lnTo>
                <a:lnTo>
                  <a:pt x="184473" y="7886"/>
                </a:lnTo>
                <a:lnTo>
                  <a:pt x="181544" y="7210"/>
                </a:lnTo>
                <a:lnTo>
                  <a:pt x="175686" y="5858"/>
                </a:lnTo>
                <a:lnTo>
                  <a:pt x="169884" y="4675"/>
                </a:lnTo>
                <a:lnTo>
                  <a:pt x="164082" y="3605"/>
                </a:lnTo>
                <a:lnTo>
                  <a:pt x="158393" y="2704"/>
                </a:lnTo>
                <a:lnTo>
                  <a:pt x="152704" y="1915"/>
                </a:lnTo>
                <a:lnTo>
                  <a:pt x="147184" y="1296"/>
                </a:lnTo>
                <a:lnTo>
                  <a:pt x="141777" y="789"/>
                </a:lnTo>
                <a:lnTo>
                  <a:pt x="136482" y="394"/>
                </a:lnTo>
                <a:lnTo>
                  <a:pt x="131300" y="113"/>
                </a:lnTo>
                <a:lnTo>
                  <a:pt x="126343" y="0"/>
                </a:lnTo>
                <a:lnTo>
                  <a:pt x="121555" y="0"/>
                </a:lnTo>
                <a:lnTo>
                  <a:pt x="1215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40"/>
          <p:cNvSpPr txBox="1">
            <a:spLocks noGrp="1"/>
          </p:cNvSpPr>
          <p:nvPr>
            <p:ph type="title"/>
          </p:nvPr>
        </p:nvSpPr>
        <p:spPr>
          <a:xfrm>
            <a:off x="3035700" y="3138500"/>
            <a:ext cx="3072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100% responsivo!!!</a:t>
            </a:r>
            <a:endParaRPr dirty="0"/>
          </a:p>
        </p:txBody>
      </p:sp>
      <p:sp>
        <p:nvSpPr>
          <p:cNvPr id="1561" name="Google Shape;1561;p40"/>
          <p:cNvSpPr txBox="1">
            <a:spLocks noGrp="1"/>
          </p:cNvSpPr>
          <p:nvPr>
            <p:ph type="subTitle" idx="1"/>
          </p:nvPr>
        </p:nvSpPr>
        <p:spPr>
          <a:xfrm>
            <a:off x="2523550" y="2281525"/>
            <a:ext cx="40968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 site e o aplicativo estão 100% responsivos! </a:t>
            </a:r>
            <a:endParaRPr dirty="0"/>
          </a:p>
        </p:txBody>
      </p:sp>
      <p:grpSp>
        <p:nvGrpSpPr>
          <p:cNvPr id="1562" name="Google Shape;1562;p40"/>
          <p:cNvGrpSpPr/>
          <p:nvPr/>
        </p:nvGrpSpPr>
        <p:grpSpPr>
          <a:xfrm>
            <a:off x="3680784" y="1097130"/>
            <a:ext cx="1119692" cy="947906"/>
            <a:chOff x="189794" y="260521"/>
            <a:chExt cx="660313" cy="559006"/>
          </a:xfrm>
        </p:grpSpPr>
        <p:sp>
          <p:nvSpPr>
            <p:cNvPr id="1563" name="Google Shape;1563;p40"/>
            <p:cNvSpPr/>
            <p:nvPr/>
          </p:nvSpPr>
          <p:spPr>
            <a:xfrm rot="1492530">
              <a:off x="512066" y="511736"/>
              <a:ext cx="236125" cy="228875"/>
            </a:xfrm>
            <a:custGeom>
              <a:avLst/>
              <a:gdLst/>
              <a:ahLst/>
              <a:cxnLst/>
              <a:rect l="l" t="t" r="r" b="b"/>
              <a:pathLst>
                <a:path w="17945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40"/>
            <p:cNvSpPr/>
            <p:nvPr/>
          </p:nvSpPr>
          <p:spPr>
            <a:xfrm rot="1492530">
              <a:off x="514447" y="500937"/>
              <a:ext cx="184782" cy="228875"/>
            </a:xfrm>
            <a:custGeom>
              <a:avLst/>
              <a:gdLst/>
              <a:ahLst/>
              <a:cxnLst/>
              <a:rect l="l" t="t" r="r" b="b"/>
              <a:pathLst>
                <a:path w="14043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40"/>
            <p:cNvSpPr/>
            <p:nvPr/>
          </p:nvSpPr>
          <p:spPr>
            <a:xfrm rot="1492530">
              <a:off x="627367" y="668964"/>
              <a:ext cx="27922" cy="13408"/>
            </a:xfrm>
            <a:custGeom>
              <a:avLst/>
              <a:gdLst/>
              <a:ahLst/>
              <a:cxnLst/>
              <a:rect l="l" t="t" r="r" b="b"/>
              <a:pathLst>
                <a:path w="2122" h="1019" extrusionOk="0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40"/>
            <p:cNvSpPr/>
            <p:nvPr/>
          </p:nvSpPr>
          <p:spPr>
            <a:xfrm rot="1492530">
              <a:off x="650719" y="648670"/>
              <a:ext cx="26251" cy="13961"/>
            </a:xfrm>
            <a:custGeom>
              <a:avLst/>
              <a:gdLst/>
              <a:ahLst/>
              <a:cxnLst/>
              <a:rect l="l" t="t" r="r" b="b"/>
              <a:pathLst>
                <a:path w="1995" h="1061" extrusionOk="0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40"/>
            <p:cNvSpPr/>
            <p:nvPr/>
          </p:nvSpPr>
          <p:spPr>
            <a:xfrm rot="1492530">
              <a:off x="697939" y="628456"/>
              <a:ext cx="13961" cy="28488"/>
            </a:xfrm>
            <a:custGeom>
              <a:avLst/>
              <a:gdLst/>
              <a:ahLst/>
              <a:cxnLst/>
              <a:rect l="l" t="t" r="r" b="b"/>
              <a:pathLst>
                <a:path w="1061" h="2165" extrusionOk="0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40"/>
            <p:cNvSpPr/>
            <p:nvPr/>
          </p:nvSpPr>
          <p:spPr>
            <a:xfrm rot="1492530">
              <a:off x="545185" y="596861"/>
              <a:ext cx="29593" cy="26803"/>
            </a:xfrm>
            <a:custGeom>
              <a:avLst/>
              <a:gdLst/>
              <a:ahLst/>
              <a:cxnLst/>
              <a:rect l="l" t="t" r="r" b="b"/>
              <a:pathLst>
                <a:path w="2249" h="2037" extrusionOk="0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0"/>
            <p:cNvSpPr/>
            <p:nvPr/>
          </p:nvSpPr>
          <p:spPr>
            <a:xfrm rot="1492530">
              <a:off x="238337" y="362513"/>
              <a:ext cx="563227" cy="355023"/>
            </a:xfrm>
            <a:custGeom>
              <a:avLst/>
              <a:gdLst/>
              <a:ahLst/>
              <a:cxnLst/>
              <a:rect l="l" t="t" r="r" b="b"/>
              <a:pathLst>
                <a:path w="42804" h="26981" extrusionOk="0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0"/>
            <p:cNvSpPr/>
            <p:nvPr/>
          </p:nvSpPr>
          <p:spPr>
            <a:xfrm rot="1492530">
              <a:off x="286174" y="430597"/>
              <a:ext cx="30146" cy="11737"/>
            </a:xfrm>
            <a:custGeom>
              <a:avLst/>
              <a:gdLst/>
              <a:ahLst/>
              <a:cxnLst/>
              <a:rect l="l" t="t" r="r" b="b"/>
              <a:pathLst>
                <a:path w="2291" h="892" extrusionOk="0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0"/>
            <p:cNvSpPr/>
            <p:nvPr/>
          </p:nvSpPr>
          <p:spPr>
            <a:xfrm rot="1492530">
              <a:off x="301941" y="429344"/>
              <a:ext cx="20658" cy="7829"/>
            </a:xfrm>
            <a:custGeom>
              <a:avLst/>
              <a:gdLst/>
              <a:ahLst/>
              <a:cxnLst/>
              <a:rect l="l" t="t" r="r" b="b"/>
              <a:pathLst>
                <a:path w="1570" h="595" extrusionOk="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0"/>
            <p:cNvSpPr/>
            <p:nvPr/>
          </p:nvSpPr>
          <p:spPr>
            <a:xfrm rot="1492530">
              <a:off x="659318" y="503173"/>
              <a:ext cx="24580" cy="10053"/>
            </a:xfrm>
            <a:custGeom>
              <a:avLst/>
              <a:gdLst/>
              <a:ahLst/>
              <a:cxnLst/>
              <a:rect l="l" t="t" r="r" b="b"/>
              <a:pathLst>
                <a:path w="1868" h="764" extrusionOk="0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0"/>
            <p:cNvSpPr/>
            <p:nvPr/>
          </p:nvSpPr>
          <p:spPr>
            <a:xfrm rot="1492530">
              <a:off x="668551" y="490143"/>
              <a:ext cx="21790" cy="8934"/>
            </a:xfrm>
            <a:custGeom>
              <a:avLst/>
              <a:gdLst/>
              <a:ahLst/>
              <a:cxnLst/>
              <a:rect l="l" t="t" r="r" b="b"/>
              <a:pathLst>
                <a:path w="1656" h="679" extrusionOk="0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0816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7" name="Google Shape;4727;p60"/>
          <p:cNvSpPr txBox="1">
            <a:spLocks noGrp="1"/>
          </p:cNvSpPr>
          <p:nvPr>
            <p:ph type="title"/>
          </p:nvPr>
        </p:nvSpPr>
        <p:spPr>
          <a:xfrm>
            <a:off x="802432" y="3779862"/>
            <a:ext cx="7433400" cy="120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É só apontar, e pronto!</a:t>
            </a:r>
            <a:endParaRPr dirty="0"/>
          </a:p>
        </p:txBody>
      </p:sp>
      <p:grpSp>
        <p:nvGrpSpPr>
          <p:cNvPr id="4790" name="Google Shape;4790;p60"/>
          <p:cNvGrpSpPr/>
          <p:nvPr/>
        </p:nvGrpSpPr>
        <p:grpSpPr>
          <a:xfrm flipH="1">
            <a:off x="593391" y="2114217"/>
            <a:ext cx="703231" cy="892827"/>
            <a:chOff x="2965800" y="1494175"/>
            <a:chExt cx="999050" cy="1268400"/>
          </a:xfrm>
        </p:grpSpPr>
        <p:sp>
          <p:nvSpPr>
            <p:cNvPr id="4791" name="Google Shape;4791;p60"/>
            <p:cNvSpPr/>
            <p:nvPr/>
          </p:nvSpPr>
          <p:spPr>
            <a:xfrm>
              <a:off x="2965800" y="1494175"/>
              <a:ext cx="999050" cy="1268400"/>
            </a:xfrm>
            <a:custGeom>
              <a:avLst/>
              <a:gdLst/>
              <a:ahLst/>
              <a:cxnLst/>
              <a:rect l="l" t="t" r="r" b="b"/>
              <a:pathLst>
                <a:path w="39962" h="50736" extrusionOk="0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50"/>
                  </a:lnTo>
                  <a:lnTo>
                    <a:pt x="18199" y="20956"/>
                  </a:lnTo>
                  <a:lnTo>
                    <a:pt x="18963" y="20320"/>
                  </a:lnTo>
                  <a:lnTo>
                    <a:pt x="19684" y="19641"/>
                  </a:lnTo>
                  <a:lnTo>
                    <a:pt x="20405" y="18920"/>
                  </a:lnTo>
                  <a:lnTo>
                    <a:pt x="21042" y="18156"/>
                  </a:lnTo>
                  <a:lnTo>
                    <a:pt x="21593" y="17350"/>
                  </a:lnTo>
                  <a:lnTo>
                    <a:pt x="21848" y="16926"/>
                  </a:lnTo>
                  <a:lnTo>
                    <a:pt x="22060" y="16502"/>
                  </a:lnTo>
                  <a:lnTo>
                    <a:pt x="22272" y="16035"/>
                  </a:lnTo>
                  <a:lnTo>
                    <a:pt x="22442" y="15569"/>
                  </a:lnTo>
                  <a:lnTo>
                    <a:pt x="22569" y="15017"/>
                  </a:lnTo>
                  <a:lnTo>
                    <a:pt x="22696" y="14466"/>
                  </a:lnTo>
                  <a:lnTo>
                    <a:pt x="22738" y="13914"/>
                  </a:lnTo>
                  <a:lnTo>
                    <a:pt x="22781" y="13363"/>
                  </a:lnTo>
                  <a:lnTo>
                    <a:pt x="22781" y="12769"/>
                  </a:lnTo>
                  <a:lnTo>
                    <a:pt x="22738" y="12175"/>
                  </a:lnTo>
                  <a:lnTo>
                    <a:pt x="22611" y="11030"/>
                  </a:lnTo>
                  <a:lnTo>
                    <a:pt x="22442" y="9842"/>
                  </a:lnTo>
                  <a:lnTo>
                    <a:pt x="22229" y="8696"/>
                  </a:lnTo>
                  <a:lnTo>
                    <a:pt x="21975" y="7594"/>
                  </a:lnTo>
                  <a:lnTo>
                    <a:pt x="21805" y="6491"/>
                  </a:lnTo>
                  <a:lnTo>
                    <a:pt x="21720" y="6321"/>
                  </a:lnTo>
                  <a:lnTo>
                    <a:pt x="21636" y="6194"/>
                  </a:lnTo>
                  <a:lnTo>
                    <a:pt x="21508" y="6109"/>
                  </a:lnTo>
                  <a:lnTo>
                    <a:pt x="21339" y="6024"/>
                  </a:lnTo>
                  <a:lnTo>
                    <a:pt x="21211" y="6024"/>
                  </a:lnTo>
                  <a:lnTo>
                    <a:pt x="21042" y="6066"/>
                  </a:lnTo>
                  <a:lnTo>
                    <a:pt x="20872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273" y="32622"/>
                  </a:lnTo>
                  <a:lnTo>
                    <a:pt x="8824" y="31943"/>
                  </a:lnTo>
                  <a:lnTo>
                    <a:pt x="9333" y="31222"/>
                  </a:lnTo>
                  <a:lnTo>
                    <a:pt x="9800" y="30543"/>
                  </a:lnTo>
                  <a:lnTo>
                    <a:pt x="10224" y="29780"/>
                  </a:lnTo>
                  <a:lnTo>
                    <a:pt x="10564" y="29016"/>
                  </a:lnTo>
                  <a:lnTo>
                    <a:pt x="10818" y="28253"/>
                  </a:lnTo>
                  <a:lnTo>
                    <a:pt x="10988" y="27404"/>
                  </a:lnTo>
                  <a:lnTo>
                    <a:pt x="11073" y="26938"/>
                  </a:lnTo>
                  <a:lnTo>
                    <a:pt x="11073" y="26513"/>
                  </a:lnTo>
                  <a:lnTo>
                    <a:pt x="11073" y="26004"/>
                  </a:lnTo>
                  <a:lnTo>
                    <a:pt x="11073" y="25495"/>
                  </a:lnTo>
                  <a:lnTo>
                    <a:pt x="10945" y="24520"/>
                  </a:lnTo>
                  <a:lnTo>
                    <a:pt x="10733" y="23544"/>
                  </a:lnTo>
                  <a:lnTo>
                    <a:pt x="10436" y="22568"/>
                  </a:lnTo>
                  <a:lnTo>
                    <a:pt x="10097" y="21635"/>
                  </a:lnTo>
                  <a:lnTo>
                    <a:pt x="9715" y="20702"/>
                  </a:lnTo>
                  <a:lnTo>
                    <a:pt x="8909" y="18878"/>
                  </a:lnTo>
                  <a:lnTo>
                    <a:pt x="8824" y="18750"/>
                  </a:lnTo>
                  <a:lnTo>
                    <a:pt x="8655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46" y="18665"/>
                  </a:lnTo>
                  <a:lnTo>
                    <a:pt x="7976" y="18750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982" y="38434"/>
                  </a:lnTo>
                  <a:lnTo>
                    <a:pt x="13533" y="38773"/>
                  </a:lnTo>
                  <a:lnTo>
                    <a:pt x="14085" y="39028"/>
                  </a:lnTo>
                  <a:lnTo>
                    <a:pt x="14636" y="39240"/>
                  </a:lnTo>
                  <a:lnTo>
                    <a:pt x="15187" y="39409"/>
                  </a:lnTo>
                  <a:lnTo>
                    <a:pt x="15739" y="39537"/>
                  </a:lnTo>
                  <a:lnTo>
                    <a:pt x="16290" y="39664"/>
                  </a:lnTo>
                  <a:lnTo>
                    <a:pt x="16842" y="39706"/>
                  </a:lnTo>
                  <a:lnTo>
                    <a:pt x="17436" y="39749"/>
                  </a:lnTo>
                  <a:lnTo>
                    <a:pt x="17987" y="39749"/>
                  </a:lnTo>
                  <a:lnTo>
                    <a:pt x="18539" y="39706"/>
                  </a:lnTo>
                  <a:lnTo>
                    <a:pt x="19090" y="39664"/>
                  </a:lnTo>
                  <a:lnTo>
                    <a:pt x="19642" y="39579"/>
                  </a:lnTo>
                  <a:lnTo>
                    <a:pt x="20193" y="39452"/>
                  </a:lnTo>
                  <a:lnTo>
                    <a:pt x="20745" y="39282"/>
                  </a:lnTo>
                  <a:lnTo>
                    <a:pt x="21296" y="39112"/>
                  </a:lnTo>
                  <a:lnTo>
                    <a:pt x="22357" y="38688"/>
                  </a:lnTo>
                  <a:lnTo>
                    <a:pt x="23417" y="38179"/>
                  </a:lnTo>
                  <a:lnTo>
                    <a:pt x="24435" y="37585"/>
                  </a:lnTo>
                  <a:lnTo>
                    <a:pt x="25411" y="36907"/>
                  </a:lnTo>
                  <a:lnTo>
                    <a:pt x="26344" y="36185"/>
                  </a:lnTo>
                  <a:lnTo>
                    <a:pt x="27235" y="35422"/>
                  </a:lnTo>
                  <a:lnTo>
                    <a:pt x="28084" y="34616"/>
                  </a:lnTo>
                  <a:lnTo>
                    <a:pt x="28847" y="33767"/>
                  </a:lnTo>
                  <a:lnTo>
                    <a:pt x="28974" y="33598"/>
                  </a:lnTo>
                  <a:lnTo>
                    <a:pt x="29017" y="33386"/>
                  </a:lnTo>
                  <a:lnTo>
                    <a:pt x="29017" y="33216"/>
                  </a:lnTo>
                  <a:lnTo>
                    <a:pt x="28974" y="33046"/>
                  </a:lnTo>
                  <a:lnTo>
                    <a:pt x="28890" y="32877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926" y="25707"/>
                  </a:lnTo>
                  <a:lnTo>
                    <a:pt x="24520" y="25919"/>
                  </a:lnTo>
                  <a:lnTo>
                    <a:pt x="25114" y="26089"/>
                  </a:lnTo>
                  <a:lnTo>
                    <a:pt x="25708" y="26216"/>
                  </a:lnTo>
                  <a:lnTo>
                    <a:pt x="26302" y="26344"/>
                  </a:lnTo>
                  <a:lnTo>
                    <a:pt x="26896" y="26428"/>
                  </a:lnTo>
                  <a:lnTo>
                    <a:pt x="27490" y="26471"/>
                  </a:lnTo>
                  <a:lnTo>
                    <a:pt x="28041" y="26513"/>
                  </a:lnTo>
                  <a:lnTo>
                    <a:pt x="29229" y="26513"/>
                  </a:lnTo>
                  <a:lnTo>
                    <a:pt x="29823" y="26471"/>
                  </a:lnTo>
                  <a:lnTo>
                    <a:pt x="30374" y="26386"/>
                  </a:lnTo>
                  <a:lnTo>
                    <a:pt x="30968" y="26301"/>
                  </a:lnTo>
                  <a:lnTo>
                    <a:pt x="31520" y="26174"/>
                  </a:lnTo>
                  <a:lnTo>
                    <a:pt x="32071" y="26004"/>
                  </a:lnTo>
                  <a:lnTo>
                    <a:pt x="32623" y="25835"/>
                  </a:lnTo>
                  <a:lnTo>
                    <a:pt x="33174" y="25665"/>
                  </a:lnTo>
                  <a:lnTo>
                    <a:pt x="33726" y="25410"/>
                  </a:lnTo>
                  <a:lnTo>
                    <a:pt x="34235" y="25198"/>
                  </a:lnTo>
                  <a:lnTo>
                    <a:pt x="34744" y="24901"/>
                  </a:lnTo>
                  <a:lnTo>
                    <a:pt x="35253" y="24604"/>
                  </a:lnTo>
                  <a:lnTo>
                    <a:pt x="35762" y="24307"/>
                  </a:lnTo>
                  <a:lnTo>
                    <a:pt x="36228" y="23968"/>
                  </a:lnTo>
                  <a:lnTo>
                    <a:pt x="36695" y="23629"/>
                  </a:lnTo>
                  <a:lnTo>
                    <a:pt x="37162" y="23247"/>
                  </a:lnTo>
                  <a:lnTo>
                    <a:pt x="37586" y="22823"/>
                  </a:lnTo>
                  <a:lnTo>
                    <a:pt x="38010" y="22398"/>
                  </a:lnTo>
                  <a:lnTo>
                    <a:pt x="38434" y="21974"/>
                  </a:lnTo>
                  <a:lnTo>
                    <a:pt x="38816" y="21508"/>
                  </a:lnTo>
                  <a:lnTo>
                    <a:pt x="39198" y="20999"/>
                  </a:lnTo>
                  <a:lnTo>
                    <a:pt x="39537" y="20490"/>
                  </a:lnTo>
                  <a:lnTo>
                    <a:pt x="39877" y="19980"/>
                  </a:lnTo>
                  <a:lnTo>
                    <a:pt x="39962" y="19811"/>
                  </a:lnTo>
                  <a:lnTo>
                    <a:pt x="39962" y="19641"/>
                  </a:lnTo>
                  <a:lnTo>
                    <a:pt x="39962" y="19471"/>
                  </a:lnTo>
                  <a:lnTo>
                    <a:pt x="39877" y="19302"/>
                  </a:lnTo>
                  <a:lnTo>
                    <a:pt x="39792" y="19174"/>
                  </a:lnTo>
                  <a:lnTo>
                    <a:pt x="39665" y="19047"/>
                  </a:lnTo>
                  <a:lnTo>
                    <a:pt x="39495" y="19005"/>
                  </a:lnTo>
                  <a:lnTo>
                    <a:pt x="39325" y="18962"/>
                  </a:lnTo>
                  <a:lnTo>
                    <a:pt x="38731" y="19005"/>
                  </a:lnTo>
                  <a:lnTo>
                    <a:pt x="38137" y="19005"/>
                  </a:lnTo>
                  <a:lnTo>
                    <a:pt x="36907" y="18920"/>
                  </a:lnTo>
                  <a:lnTo>
                    <a:pt x="34447" y="18708"/>
                  </a:lnTo>
                  <a:lnTo>
                    <a:pt x="33217" y="18665"/>
                  </a:lnTo>
                  <a:lnTo>
                    <a:pt x="32623" y="18623"/>
                  </a:lnTo>
                  <a:lnTo>
                    <a:pt x="32029" y="18665"/>
                  </a:lnTo>
                  <a:lnTo>
                    <a:pt x="31435" y="18708"/>
                  </a:lnTo>
                  <a:lnTo>
                    <a:pt x="30841" y="18793"/>
                  </a:lnTo>
                  <a:lnTo>
                    <a:pt x="30247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956" y="13193"/>
                  </a:lnTo>
                  <a:lnTo>
                    <a:pt x="28593" y="13363"/>
                  </a:lnTo>
                  <a:lnTo>
                    <a:pt x="29229" y="13448"/>
                  </a:lnTo>
                  <a:lnTo>
                    <a:pt x="29865" y="13532"/>
                  </a:lnTo>
                  <a:lnTo>
                    <a:pt x="30502" y="13532"/>
                  </a:lnTo>
                  <a:lnTo>
                    <a:pt x="31138" y="13490"/>
                  </a:lnTo>
                  <a:lnTo>
                    <a:pt x="31774" y="13405"/>
                  </a:lnTo>
                  <a:lnTo>
                    <a:pt x="32368" y="13278"/>
                  </a:lnTo>
                  <a:lnTo>
                    <a:pt x="33004" y="13108"/>
                  </a:lnTo>
                  <a:lnTo>
                    <a:pt x="33598" y="12896"/>
                  </a:lnTo>
                  <a:lnTo>
                    <a:pt x="34192" y="12684"/>
                  </a:lnTo>
                  <a:lnTo>
                    <a:pt x="34786" y="12387"/>
                  </a:lnTo>
                  <a:lnTo>
                    <a:pt x="35338" y="12048"/>
                  </a:lnTo>
                  <a:lnTo>
                    <a:pt x="35889" y="11708"/>
                  </a:lnTo>
                  <a:lnTo>
                    <a:pt x="36398" y="11327"/>
                  </a:lnTo>
                  <a:lnTo>
                    <a:pt x="36907" y="10902"/>
                  </a:lnTo>
                  <a:lnTo>
                    <a:pt x="37416" y="10393"/>
                  </a:lnTo>
                  <a:lnTo>
                    <a:pt x="37883" y="9842"/>
                  </a:lnTo>
                  <a:lnTo>
                    <a:pt x="38265" y="9290"/>
                  </a:lnTo>
                  <a:lnTo>
                    <a:pt x="38604" y="8696"/>
                  </a:lnTo>
                  <a:lnTo>
                    <a:pt x="38901" y="8060"/>
                  </a:lnTo>
                  <a:lnTo>
                    <a:pt x="39113" y="7424"/>
                  </a:lnTo>
                  <a:lnTo>
                    <a:pt x="39283" y="6788"/>
                  </a:lnTo>
                  <a:lnTo>
                    <a:pt x="39410" y="6109"/>
                  </a:lnTo>
                  <a:lnTo>
                    <a:pt x="39495" y="5472"/>
                  </a:lnTo>
                  <a:lnTo>
                    <a:pt x="39537" y="4794"/>
                  </a:lnTo>
                  <a:lnTo>
                    <a:pt x="39580" y="4073"/>
                  </a:lnTo>
                  <a:lnTo>
                    <a:pt x="39537" y="3394"/>
                  </a:lnTo>
                  <a:lnTo>
                    <a:pt x="39452" y="1994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60"/>
            <p:cNvSpPr/>
            <p:nvPr/>
          </p:nvSpPr>
          <p:spPr>
            <a:xfrm>
              <a:off x="2965800" y="1494175"/>
              <a:ext cx="985275" cy="1268400"/>
            </a:xfrm>
            <a:custGeom>
              <a:avLst/>
              <a:gdLst/>
              <a:ahLst/>
              <a:cxnLst/>
              <a:rect l="l" t="t" r="r" b="b"/>
              <a:pathLst>
                <a:path w="39411" h="50736" extrusionOk="0">
                  <a:moveTo>
                    <a:pt x="38604" y="0"/>
                  </a:moveTo>
                  <a:lnTo>
                    <a:pt x="38434" y="43"/>
                  </a:lnTo>
                  <a:lnTo>
                    <a:pt x="38265" y="170"/>
                  </a:lnTo>
                  <a:lnTo>
                    <a:pt x="37883" y="509"/>
                  </a:lnTo>
                  <a:lnTo>
                    <a:pt x="37416" y="849"/>
                  </a:lnTo>
                  <a:lnTo>
                    <a:pt x="36483" y="1527"/>
                  </a:lnTo>
                  <a:lnTo>
                    <a:pt x="35465" y="2164"/>
                  </a:lnTo>
                  <a:lnTo>
                    <a:pt x="34362" y="2757"/>
                  </a:lnTo>
                  <a:lnTo>
                    <a:pt x="32156" y="3988"/>
                  </a:lnTo>
                  <a:lnTo>
                    <a:pt x="31095" y="4666"/>
                  </a:lnTo>
                  <a:lnTo>
                    <a:pt x="30077" y="5345"/>
                  </a:lnTo>
                  <a:lnTo>
                    <a:pt x="29102" y="6066"/>
                  </a:lnTo>
                  <a:lnTo>
                    <a:pt x="28677" y="6448"/>
                  </a:lnTo>
                  <a:lnTo>
                    <a:pt x="28253" y="6830"/>
                  </a:lnTo>
                  <a:lnTo>
                    <a:pt x="27871" y="7254"/>
                  </a:lnTo>
                  <a:lnTo>
                    <a:pt x="27532" y="7678"/>
                  </a:lnTo>
                  <a:lnTo>
                    <a:pt x="27193" y="8145"/>
                  </a:lnTo>
                  <a:lnTo>
                    <a:pt x="26938" y="8612"/>
                  </a:lnTo>
                  <a:lnTo>
                    <a:pt x="26726" y="9121"/>
                  </a:lnTo>
                  <a:lnTo>
                    <a:pt x="26556" y="9672"/>
                  </a:lnTo>
                  <a:lnTo>
                    <a:pt x="26429" y="10224"/>
                  </a:lnTo>
                  <a:lnTo>
                    <a:pt x="26344" y="10775"/>
                  </a:lnTo>
                  <a:lnTo>
                    <a:pt x="26302" y="11411"/>
                  </a:lnTo>
                  <a:lnTo>
                    <a:pt x="26344" y="12048"/>
                  </a:lnTo>
                  <a:lnTo>
                    <a:pt x="26472" y="12726"/>
                  </a:lnTo>
                  <a:lnTo>
                    <a:pt x="26641" y="13405"/>
                  </a:lnTo>
                  <a:lnTo>
                    <a:pt x="26175" y="14169"/>
                  </a:lnTo>
                  <a:lnTo>
                    <a:pt x="25708" y="14932"/>
                  </a:lnTo>
                  <a:lnTo>
                    <a:pt x="25199" y="15696"/>
                  </a:lnTo>
                  <a:lnTo>
                    <a:pt x="24647" y="16417"/>
                  </a:lnTo>
                  <a:lnTo>
                    <a:pt x="23502" y="17859"/>
                  </a:lnTo>
                  <a:lnTo>
                    <a:pt x="22314" y="19259"/>
                  </a:lnTo>
                  <a:lnTo>
                    <a:pt x="21084" y="20617"/>
                  </a:lnTo>
                  <a:lnTo>
                    <a:pt x="19811" y="21974"/>
                  </a:lnTo>
                  <a:lnTo>
                    <a:pt x="17181" y="24562"/>
                  </a:lnTo>
                  <a:lnTo>
                    <a:pt x="16969" y="23841"/>
                  </a:lnTo>
                  <a:lnTo>
                    <a:pt x="16884" y="23501"/>
                  </a:lnTo>
                  <a:lnTo>
                    <a:pt x="16842" y="23120"/>
                  </a:lnTo>
                  <a:lnTo>
                    <a:pt x="16842" y="22738"/>
                  </a:lnTo>
                  <a:lnTo>
                    <a:pt x="16842" y="22398"/>
                  </a:lnTo>
                  <a:lnTo>
                    <a:pt x="16884" y="22059"/>
                  </a:lnTo>
                  <a:lnTo>
                    <a:pt x="16969" y="21720"/>
                  </a:lnTo>
                  <a:lnTo>
                    <a:pt x="17224" y="21677"/>
                  </a:lnTo>
                  <a:lnTo>
                    <a:pt x="17436" y="21592"/>
                  </a:lnTo>
                  <a:lnTo>
                    <a:pt x="16884" y="21296"/>
                  </a:lnTo>
                  <a:lnTo>
                    <a:pt x="16418" y="20999"/>
                  </a:lnTo>
                  <a:lnTo>
                    <a:pt x="16036" y="20659"/>
                  </a:lnTo>
                  <a:lnTo>
                    <a:pt x="15697" y="20277"/>
                  </a:lnTo>
                  <a:lnTo>
                    <a:pt x="15442" y="19853"/>
                  </a:lnTo>
                  <a:lnTo>
                    <a:pt x="15230" y="19471"/>
                  </a:lnTo>
                  <a:lnTo>
                    <a:pt x="15103" y="19005"/>
                  </a:lnTo>
                  <a:lnTo>
                    <a:pt x="14975" y="18538"/>
                  </a:lnTo>
                  <a:lnTo>
                    <a:pt x="14933" y="18072"/>
                  </a:lnTo>
                  <a:lnTo>
                    <a:pt x="14933" y="17562"/>
                  </a:lnTo>
                  <a:lnTo>
                    <a:pt x="14975" y="17053"/>
                  </a:lnTo>
                  <a:lnTo>
                    <a:pt x="15060" y="16544"/>
                  </a:lnTo>
                  <a:lnTo>
                    <a:pt x="15187" y="15993"/>
                  </a:lnTo>
                  <a:lnTo>
                    <a:pt x="15357" y="15441"/>
                  </a:lnTo>
                  <a:lnTo>
                    <a:pt x="15527" y="14890"/>
                  </a:lnTo>
                  <a:lnTo>
                    <a:pt x="15739" y="14338"/>
                  </a:lnTo>
                  <a:lnTo>
                    <a:pt x="16290" y="13193"/>
                  </a:lnTo>
                  <a:lnTo>
                    <a:pt x="16927" y="12090"/>
                  </a:lnTo>
                  <a:lnTo>
                    <a:pt x="17605" y="10987"/>
                  </a:lnTo>
                  <a:lnTo>
                    <a:pt x="18369" y="9884"/>
                  </a:lnTo>
                  <a:lnTo>
                    <a:pt x="19175" y="8824"/>
                  </a:lnTo>
                  <a:lnTo>
                    <a:pt x="19981" y="7848"/>
                  </a:lnTo>
                  <a:lnTo>
                    <a:pt x="20745" y="6915"/>
                  </a:lnTo>
                  <a:lnTo>
                    <a:pt x="21508" y="6066"/>
                  </a:lnTo>
                  <a:lnTo>
                    <a:pt x="21296" y="6024"/>
                  </a:lnTo>
                  <a:lnTo>
                    <a:pt x="21084" y="6024"/>
                  </a:lnTo>
                  <a:lnTo>
                    <a:pt x="20914" y="6109"/>
                  </a:lnTo>
                  <a:lnTo>
                    <a:pt x="20745" y="6194"/>
                  </a:lnTo>
                  <a:lnTo>
                    <a:pt x="19684" y="7084"/>
                  </a:lnTo>
                  <a:lnTo>
                    <a:pt x="18581" y="7975"/>
                  </a:lnTo>
                  <a:lnTo>
                    <a:pt x="17436" y="8909"/>
                  </a:lnTo>
                  <a:lnTo>
                    <a:pt x="16375" y="9884"/>
                  </a:lnTo>
                  <a:lnTo>
                    <a:pt x="15866" y="10393"/>
                  </a:lnTo>
                  <a:lnTo>
                    <a:pt x="15400" y="10945"/>
                  </a:lnTo>
                  <a:lnTo>
                    <a:pt x="14975" y="11496"/>
                  </a:lnTo>
                  <a:lnTo>
                    <a:pt x="14594" y="12090"/>
                  </a:lnTo>
                  <a:lnTo>
                    <a:pt x="14254" y="12684"/>
                  </a:lnTo>
                  <a:lnTo>
                    <a:pt x="13957" y="13320"/>
                  </a:lnTo>
                  <a:lnTo>
                    <a:pt x="13703" y="13999"/>
                  </a:lnTo>
                  <a:lnTo>
                    <a:pt x="13575" y="14678"/>
                  </a:lnTo>
                  <a:lnTo>
                    <a:pt x="13448" y="15526"/>
                  </a:lnTo>
                  <a:lnTo>
                    <a:pt x="13448" y="16460"/>
                  </a:lnTo>
                  <a:lnTo>
                    <a:pt x="13491" y="16969"/>
                  </a:lnTo>
                  <a:lnTo>
                    <a:pt x="13533" y="17478"/>
                  </a:lnTo>
                  <a:lnTo>
                    <a:pt x="13618" y="17944"/>
                  </a:lnTo>
                  <a:lnTo>
                    <a:pt x="13745" y="18453"/>
                  </a:lnTo>
                  <a:lnTo>
                    <a:pt x="13872" y="18920"/>
                  </a:lnTo>
                  <a:lnTo>
                    <a:pt x="14042" y="19387"/>
                  </a:lnTo>
                  <a:lnTo>
                    <a:pt x="14254" y="19811"/>
                  </a:lnTo>
                  <a:lnTo>
                    <a:pt x="14509" y="20193"/>
                  </a:lnTo>
                  <a:lnTo>
                    <a:pt x="14806" y="20532"/>
                  </a:lnTo>
                  <a:lnTo>
                    <a:pt x="15103" y="20871"/>
                  </a:lnTo>
                  <a:lnTo>
                    <a:pt x="15484" y="21126"/>
                  </a:lnTo>
                  <a:lnTo>
                    <a:pt x="15909" y="21296"/>
                  </a:lnTo>
                  <a:lnTo>
                    <a:pt x="15824" y="21762"/>
                  </a:lnTo>
                  <a:lnTo>
                    <a:pt x="15739" y="22186"/>
                  </a:lnTo>
                  <a:lnTo>
                    <a:pt x="15781" y="22653"/>
                  </a:lnTo>
                  <a:lnTo>
                    <a:pt x="15824" y="23120"/>
                  </a:lnTo>
                  <a:lnTo>
                    <a:pt x="15909" y="23629"/>
                  </a:lnTo>
                  <a:lnTo>
                    <a:pt x="16121" y="24138"/>
                  </a:lnTo>
                  <a:lnTo>
                    <a:pt x="16248" y="24392"/>
                  </a:lnTo>
                  <a:lnTo>
                    <a:pt x="16375" y="24647"/>
                  </a:lnTo>
                  <a:lnTo>
                    <a:pt x="16545" y="24859"/>
                  </a:lnTo>
                  <a:lnTo>
                    <a:pt x="16715" y="25029"/>
                  </a:lnTo>
                  <a:lnTo>
                    <a:pt x="14254" y="27531"/>
                  </a:lnTo>
                  <a:lnTo>
                    <a:pt x="13066" y="28804"/>
                  </a:lnTo>
                  <a:lnTo>
                    <a:pt x="11921" y="30119"/>
                  </a:lnTo>
                  <a:lnTo>
                    <a:pt x="10182" y="32198"/>
                  </a:lnTo>
                  <a:lnTo>
                    <a:pt x="8485" y="34319"/>
                  </a:lnTo>
                  <a:lnTo>
                    <a:pt x="8273" y="33895"/>
                  </a:lnTo>
                  <a:lnTo>
                    <a:pt x="8146" y="33470"/>
                  </a:lnTo>
                  <a:lnTo>
                    <a:pt x="8061" y="33089"/>
                  </a:lnTo>
                  <a:lnTo>
                    <a:pt x="8061" y="32749"/>
                  </a:lnTo>
                  <a:lnTo>
                    <a:pt x="8188" y="32664"/>
                  </a:lnTo>
                  <a:lnTo>
                    <a:pt x="8061" y="32622"/>
                  </a:lnTo>
                  <a:lnTo>
                    <a:pt x="7933" y="32537"/>
                  </a:lnTo>
                  <a:lnTo>
                    <a:pt x="7849" y="32452"/>
                  </a:lnTo>
                  <a:lnTo>
                    <a:pt x="7721" y="32325"/>
                  </a:lnTo>
                  <a:lnTo>
                    <a:pt x="7212" y="31477"/>
                  </a:lnTo>
                  <a:lnTo>
                    <a:pt x="6788" y="30586"/>
                  </a:lnTo>
                  <a:lnTo>
                    <a:pt x="6449" y="29695"/>
                  </a:lnTo>
                  <a:lnTo>
                    <a:pt x="6194" y="28847"/>
                  </a:lnTo>
                  <a:lnTo>
                    <a:pt x="6067" y="27998"/>
                  </a:lnTo>
                  <a:lnTo>
                    <a:pt x="6024" y="27107"/>
                  </a:lnTo>
                  <a:lnTo>
                    <a:pt x="6024" y="26259"/>
                  </a:lnTo>
                  <a:lnTo>
                    <a:pt x="6109" y="25410"/>
                  </a:lnTo>
                  <a:lnTo>
                    <a:pt x="6279" y="24562"/>
                  </a:lnTo>
                  <a:lnTo>
                    <a:pt x="6491" y="23714"/>
                  </a:lnTo>
                  <a:lnTo>
                    <a:pt x="6788" y="22908"/>
                  </a:lnTo>
                  <a:lnTo>
                    <a:pt x="7085" y="22059"/>
                  </a:lnTo>
                  <a:lnTo>
                    <a:pt x="7467" y="21211"/>
                  </a:lnTo>
                  <a:lnTo>
                    <a:pt x="7849" y="20362"/>
                  </a:lnTo>
                  <a:lnTo>
                    <a:pt x="8739" y="18708"/>
                  </a:lnTo>
                  <a:lnTo>
                    <a:pt x="8612" y="18623"/>
                  </a:lnTo>
                  <a:lnTo>
                    <a:pt x="8485" y="18581"/>
                  </a:lnTo>
                  <a:lnTo>
                    <a:pt x="8315" y="18581"/>
                  </a:lnTo>
                  <a:lnTo>
                    <a:pt x="8188" y="18623"/>
                  </a:lnTo>
                  <a:lnTo>
                    <a:pt x="8061" y="18708"/>
                  </a:lnTo>
                  <a:lnTo>
                    <a:pt x="7933" y="18793"/>
                  </a:lnTo>
                  <a:lnTo>
                    <a:pt x="7849" y="18878"/>
                  </a:lnTo>
                  <a:lnTo>
                    <a:pt x="7806" y="19047"/>
                  </a:lnTo>
                  <a:lnTo>
                    <a:pt x="7679" y="19387"/>
                  </a:lnTo>
                  <a:lnTo>
                    <a:pt x="7594" y="19684"/>
                  </a:lnTo>
                  <a:lnTo>
                    <a:pt x="7297" y="20277"/>
                  </a:lnTo>
                  <a:lnTo>
                    <a:pt x="6915" y="20829"/>
                  </a:lnTo>
                  <a:lnTo>
                    <a:pt x="6534" y="21338"/>
                  </a:lnTo>
                  <a:lnTo>
                    <a:pt x="5643" y="22356"/>
                  </a:lnTo>
                  <a:lnTo>
                    <a:pt x="5218" y="22865"/>
                  </a:lnTo>
                  <a:lnTo>
                    <a:pt x="4837" y="23417"/>
                  </a:lnTo>
                  <a:lnTo>
                    <a:pt x="4540" y="23926"/>
                  </a:lnTo>
                  <a:lnTo>
                    <a:pt x="4285" y="24435"/>
                  </a:lnTo>
                  <a:lnTo>
                    <a:pt x="4073" y="24944"/>
                  </a:lnTo>
                  <a:lnTo>
                    <a:pt x="3903" y="25495"/>
                  </a:lnTo>
                  <a:lnTo>
                    <a:pt x="3734" y="26047"/>
                  </a:lnTo>
                  <a:lnTo>
                    <a:pt x="3649" y="26641"/>
                  </a:lnTo>
                  <a:lnTo>
                    <a:pt x="3564" y="27192"/>
                  </a:lnTo>
                  <a:lnTo>
                    <a:pt x="3564" y="27786"/>
                  </a:lnTo>
                  <a:lnTo>
                    <a:pt x="3606" y="28168"/>
                  </a:lnTo>
                  <a:lnTo>
                    <a:pt x="3649" y="28550"/>
                  </a:lnTo>
                  <a:lnTo>
                    <a:pt x="3776" y="28974"/>
                  </a:lnTo>
                  <a:lnTo>
                    <a:pt x="3861" y="29356"/>
                  </a:lnTo>
                  <a:lnTo>
                    <a:pt x="4031" y="29737"/>
                  </a:lnTo>
                  <a:lnTo>
                    <a:pt x="4158" y="30077"/>
                  </a:lnTo>
                  <a:lnTo>
                    <a:pt x="4370" y="30459"/>
                  </a:lnTo>
                  <a:lnTo>
                    <a:pt x="4582" y="30798"/>
                  </a:lnTo>
                  <a:lnTo>
                    <a:pt x="4837" y="31095"/>
                  </a:lnTo>
                  <a:lnTo>
                    <a:pt x="5091" y="31392"/>
                  </a:lnTo>
                  <a:lnTo>
                    <a:pt x="5346" y="31689"/>
                  </a:lnTo>
                  <a:lnTo>
                    <a:pt x="5685" y="31901"/>
                  </a:lnTo>
                  <a:lnTo>
                    <a:pt x="5982" y="32155"/>
                  </a:lnTo>
                  <a:lnTo>
                    <a:pt x="6321" y="32325"/>
                  </a:lnTo>
                  <a:lnTo>
                    <a:pt x="6703" y="32452"/>
                  </a:lnTo>
                  <a:lnTo>
                    <a:pt x="7085" y="32580"/>
                  </a:lnTo>
                  <a:lnTo>
                    <a:pt x="7085" y="32877"/>
                  </a:lnTo>
                  <a:lnTo>
                    <a:pt x="7170" y="33216"/>
                  </a:lnTo>
                  <a:lnTo>
                    <a:pt x="7255" y="33555"/>
                  </a:lnTo>
                  <a:lnTo>
                    <a:pt x="7340" y="33852"/>
                  </a:lnTo>
                  <a:lnTo>
                    <a:pt x="7509" y="34149"/>
                  </a:lnTo>
                  <a:lnTo>
                    <a:pt x="7679" y="34404"/>
                  </a:lnTo>
                  <a:lnTo>
                    <a:pt x="7849" y="34701"/>
                  </a:lnTo>
                  <a:lnTo>
                    <a:pt x="8061" y="34913"/>
                  </a:lnTo>
                  <a:lnTo>
                    <a:pt x="6830" y="36610"/>
                  </a:lnTo>
                  <a:lnTo>
                    <a:pt x="5685" y="38349"/>
                  </a:lnTo>
                  <a:lnTo>
                    <a:pt x="4582" y="40131"/>
                  </a:lnTo>
                  <a:lnTo>
                    <a:pt x="3522" y="41912"/>
                  </a:lnTo>
                  <a:lnTo>
                    <a:pt x="2546" y="43779"/>
                  </a:lnTo>
                  <a:lnTo>
                    <a:pt x="1613" y="45645"/>
                  </a:lnTo>
                  <a:lnTo>
                    <a:pt x="807" y="47597"/>
                  </a:lnTo>
                  <a:lnTo>
                    <a:pt x="43" y="49548"/>
                  </a:lnTo>
                  <a:lnTo>
                    <a:pt x="1" y="49760"/>
                  </a:lnTo>
                  <a:lnTo>
                    <a:pt x="1" y="49972"/>
                  </a:lnTo>
                  <a:lnTo>
                    <a:pt x="43" y="50142"/>
                  </a:lnTo>
                  <a:lnTo>
                    <a:pt x="85" y="50269"/>
                  </a:lnTo>
                  <a:lnTo>
                    <a:pt x="213" y="50439"/>
                  </a:lnTo>
                  <a:lnTo>
                    <a:pt x="340" y="50524"/>
                  </a:lnTo>
                  <a:lnTo>
                    <a:pt x="510" y="50609"/>
                  </a:lnTo>
                  <a:lnTo>
                    <a:pt x="679" y="50693"/>
                  </a:lnTo>
                  <a:lnTo>
                    <a:pt x="849" y="50736"/>
                  </a:lnTo>
                  <a:lnTo>
                    <a:pt x="1019" y="50736"/>
                  </a:lnTo>
                  <a:lnTo>
                    <a:pt x="1231" y="50693"/>
                  </a:lnTo>
                  <a:lnTo>
                    <a:pt x="1401" y="50651"/>
                  </a:lnTo>
                  <a:lnTo>
                    <a:pt x="1570" y="50566"/>
                  </a:lnTo>
                  <a:lnTo>
                    <a:pt x="1697" y="50439"/>
                  </a:lnTo>
                  <a:lnTo>
                    <a:pt x="1825" y="50269"/>
                  </a:lnTo>
                  <a:lnTo>
                    <a:pt x="1910" y="50057"/>
                  </a:lnTo>
                  <a:lnTo>
                    <a:pt x="2461" y="48657"/>
                  </a:lnTo>
                  <a:lnTo>
                    <a:pt x="3013" y="47300"/>
                  </a:lnTo>
                  <a:lnTo>
                    <a:pt x="3606" y="45942"/>
                  </a:lnTo>
                  <a:lnTo>
                    <a:pt x="4285" y="44585"/>
                  </a:lnTo>
                  <a:lnTo>
                    <a:pt x="4964" y="43270"/>
                  </a:lnTo>
                  <a:lnTo>
                    <a:pt x="5685" y="41997"/>
                  </a:lnTo>
                  <a:lnTo>
                    <a:pt x="6449" y="40724"/>
                  </a:lnTo>
                  <a:lnTo>
                    <a:pt x="7255" y="39452"/>
                  </a:lnTo>
                  <a:lnTo>
                    <a:pt x="7933" y="39494"/>
                  </a:lnTo>
                  <a:lnTo>
                    <a:pt x="8612" y="39452"/>
                  </a:lnTo>
                  <a:lnTo>
                    <a:pt x="9291" y="39367"/>
                  </a:lnTo>
                  <a:lnTo>
                    <a:pt x="9970" y="39197"/>
                  </a:lnTo>
                  <a:lnTo>
                    <a:pt x="10606" y="39028"/>
                  </a:lnTo>
                  <a:lnTo>
                    <a:pt x="11242" y="38773"/>
                  </a:lnTo>
                  <a:lnTo>
                    <a:pt x="11879" y="38476"/>
                  </a:lnTo>
                  <a:lnTo>
                    <a:pt x="12430" y="38094"/>
                  </a:lnTo>
                  <a:lnTo>
                    <a:pt x="12685" y="38264"/>
                  </a:lnTo>
                  <a:lnTo>
                    <a:pt x="12939" y="37797"/>
                  </a:lnTo>
                  <a:lnTo>
                    <a:pt x="13236" y="37373"/>
                  </a:lnTo>
                  <a:lnTo>
                    <a:pt x="13533" y="36949"/>
                  </a:lnTo>
                  <a:lnTo>
                    <a:pt x="13872" y="36567"/>
                  </a:lnTo>
                  <a:lnTo>
                    <a:pt x="14254" y="36185"/>
                  </a:lnTo>
                  <a:lnTo>
                    <a:pt x="14636" y="35846"/>
                  </a:lnTo>
                  <a:lnTo>
                    <a:pt x="15018" y="35507"/>
                  </a:lnTo>
                  <a:lnTo>
                    <a:pt x="15442" y="35210"/>
                  </a:lnTo>
                  <a:lnTo>
                    <a:pt x="15909" y="34913"/>
                  </a:lnTo>
                  <a:lnTo>
                    <a:pt x="16333" y="34658"/>
                  </a:lnTo>
                  <a:lnTo>
                    <a:pt x="17309" y="34149"/>
                  </a:lnTo>
                  <a:lnTo>
                    <a:pt x="18369" y="33767"/>
                  </a:lnTo>
                  <a:lnTo>
                    <a:pt x="19430" y="33428"/>
                  </a:lnTo>
                  <a:lnTo>
                    <a:pt x="20533" y="33173"/>
                  </a:lnTo>
                  <a:lnTo>
                    <a:pt x="21678" y="32961"/>
                  </a:lnTo>
                  <a:lnTo>
                    <a:pt x="22866" y="32792"/>
                  </a:lnTo>
                  <a:lnTo>
                    <a:pt x="24054" y="32707"/>
                  </a:lnTo>
                  <a:lnTo>
                    <a:pt x="25241" y="32664"/>
                  </a:lnTo>
                  <a:lnTo>
                    <a:pt x="27617" y="32664"/>
                  </a:lnTo>
                  <a:lnTo>
                    <a:pt x="28762" y="32749"/>
                  </a:lnTo>
                  <a:lnTo>
                    <a:pt x="28593" y="32664"/>
                  </a:lnTo>
                  <a:lnTo>
                    <a:pt x="28381" y="32622"/>
                  </a:lnTo>
                  <a:lnTo>
                    <a:pt x="27065" y="32537"/>
                  </a:lnTo>
                  <a:lnTo>
                    <a:pt x="25666" y="32452"/>
                  </a:lnTo>
                  <a:lnTo>
                    <a:pt x="24266" y="32367"/>
                  </a:lnTo>
                  <a:lnTo>
                    <a:pt x="22866" y="32325"/>
                  </a:lnTo>
                  <a:lnTo>
                    <a:pt x="21466" y="32283"/>
                  </a:lnTo>
                  <a:lnTo>
                    <a:pt x="20108" y="32325"/>
                  </a:lnTo>
                  <a:lnTo>
                    <a:pt x="19387" y="32367"/>
                  </a:lnTo>
                  <a:lnTo>
                    <a:pt x="18751" y="32452"/>
                  </a:lnTo>
                  <a:lnTo>
                    <a:pt x="18072" y="32537"/>
                  </a:lnTo>
                  <a:lnTo>
                    <a:pt x="17393" y="32707"/>
                  </a:lnTo>
                  <a:lnTo>
                    <a:pt x="16630" y="32919"/>
                  </a:lnTo>
                  <a:lnTo>
                    <a:pt x="15824" y="33216"/>
                  </a:lnTo>
                  <a:lnTo>
                    <a:pt x="15018" y="33640"/>
                  </a:lnTo>
                  <a:lnTo>
                    <a:pt x="14297" y="34107"/>
                  </a:lnTo>
                  <a:lnTo>
                    <a:pt x="13957" y="34361"/>
                  </a:lnTo>
                  <a:lnTo>
                    <a:pt x="13618" y="34658"/>
                  </a:lnTo>
                  <a:lnTo>
                    <a:pt x="13321" y="34955"/>
                  </a:lnTo>
                  <a:lnTo>
                    <a:pt x="13024" y="35295"/>
                  </a:lnTo>
                  <a:lnTo>
                    <a:pt x="12812" y="35634"/>
                  </a:lnTo>
                  <a:lnTo>
                    <a:pt x="12600" y="36016"/>
                  </a:lnTo>
                  <a:lnTo>
                    <a:pt x="12430" y="36397"/>
                  </a:lnTo>
                  <a:lnTo>
                    <a:pt x="12303" y="36822"/>
                  </a:lnTo>
                  <a:lnTo>
                    <a:pt x="11794" y="37161"/>
                  </a:lnTo>
                  <a:lnTo>
                    <a:pt x="11242" y="37458"/>
                  </a:lnTo>
                  <a:lnTo>
                    <a:pt x="10733" y="37755"/>
                  </a:lnTo>
                  <a:lnTo>
                    <a:pt x="10182" y="37967"/>
                  </a:lnTo>
                  <a:lnTo>
                    <a:pt x="9630" y="38179"/>
                  </a:lnTo>
                  <a:lnTo>
                    <a:pt x="9036" y="38349"/>
                  </a:lnTo>
                  <a:lnTo>
                    <a:pt x="8442" y="38476"/>
                  </a:lnTo>
                  <a:lnTo>
                    <a:pt x="7849" y="38561"/>
                  </a:lnTo>
                  <a:lnTo>
                    <a:pt x="8655" y="37373"/>
                  </a:lnTo>
                  <a:lnTo>
                    <a:pt x="9503" y="36228"/>
                  </a:lnTo>
                  <a:lnTo>
                    <a:pt x="10351" y="35082"/>
                  </a:lnTo>
                  <a:lnTo>
                    <a:pt x="11242" y="33937"/>
                  </a:lnTo>
                  <a:lnTo>
                    <a:pt x="13066" y="31731"/>
                  </a:lnTo>
                  <a:lnTo>
                    <a:pt x="14975" y="29568"/>
                  </a:lnTo>
                  <a:lnTo>
                    <a:pt x="15866" y="28592"/>
                  </a:lnTo>
                  <a:lnTo>
                    <a:pt x="16799" y="27616"/>
                  </a:lnTo>
                  <a:lnTo>
                    <a:pt x="18751" y="25665"/>
                  </a:lnTo>
                  <a:lnTo>
                    <a:pt x="19302" y="25835"/>
                  </a:lnTo>
                  <a:lnTo>
                    <a:pt x="19854" y="25919"/>
                  </a:lnTo>
                  <a:lnTo>
                    <a:pt x="20448" y="26004"/>
                  </a:lnTo>
                  <a:lnTo>
                    <a:pt x="21042" y="26004"/>
                  </a:lnTo>
                  <a:lnTo>
                    <a:pt x="21636" y="25962"/>
                  </a:lnTo>
                  <a:lnTo>
                    <a:pt x="22229" y="25835"/>
                  </a:lnTo>
                  <a:lnTo>
                    <a:pt x="22781" y="25707"/>
                  </a:lnTo>
                  <a:lnTo>
                    <a:pt x="23332" y="25495"/>
                  </a:lnTo>
                  <a:lnTo>
                    <a:pt x="23502" y="25538"/>
                  </a:lnTo>
                  <a:lnTo>
                    <a:pt x="23629" y="25071"/>
                  </a:lnTo>
                  <a:lnTo>
                    <a:pt x="23841" y="24647"/>
                  </a:lnTo>
                  <a:lnTo>
                    <a:pt x="24096" y="24180"/>
                  </a:lnTo>
                  <a:lnTo>
                    <a:pt x="24393" y="23798"/>
                  </a:lnTo>
                  <a:lnTo>
                    <a:pt x="24732" y="23374"/>
                  </a:lnTo>
                  <a:lnTo>
                    <a:pt x="25156" y="23035"/>
                  </a:lnTo>
                  <a:lnTo>
                    <a:pt x="25581" y="22695"/>
                  </a:lnTo>
                  <a:lnTo>
                    <a:pt x="26005" y="22356"/>
                  </a:lnTo>
                  <a:lnTo>
                    <a:pt x="26472" y="22059"/>
                  </a:lnTo>
                  <a:lnTo>
                    <a:pt x="26981" y="21762"/>
                  </a:lnTo>
                  <a:lnTo>
                    <a:pt x="27956" y="21253"/>
                  </a:lnTo>
                  <a:lnTo>
                    <a:pt x="28932" y="20829"/>
                  </a:lnTo>
                  <a:lnTo>
                    <a:pt x="29780" y="20490"/>
                  </a:lnTo>
                  <a:lnTo>
                    <a:pt x="30756" y="20193"/>
                  </a:lnTo>
                  <a:lnTo>
                    <a:pt x="31774" y="19896"/>
                  </a:lnTo>
                  <a:lnTo>
                    <a:pt x="32750" y="19641"/>
                  </a:lnTo>
                  <a:lnTo>
                    <a:pt x="33768" y="19429"/>
                  </a:lnTo>
                  <a:lnTo>
                    <a:pt x="34786" y="19259"/>
                  </a:lnTo>
                  <a:lnTo>
                    <a:pt x="35804" y="19132"/>
                  </a:lnTo>
                  <a:lnTo>
                    <a:pt x="36822" y="19047"/>
                  </a:lnTo>
                  <a:lnTo>
                    <a:pt x="37883" y="18962"/>
                  </a:lnTo>
                  <a:lnTo>
                    <a:pt x="36822" y="18920"/>
                  </a:lnTo>
                  <a:lnTo>
                    <a:pt x="35804" y="18835"/>
                  </a:lnTo>
                  <a:lnTo>
                    <a:pt x="34744" y="18750"/>
                  </a:lnTo>
                  <a:lnTo>
                    <a:pt x="33726" y="18665"/>
                  </a:lnTo>
                  <a:lnTo>
                    <a:pt x="32665" y="18623"/>
                  </a:lnTo>
                  <a:lnTo>
                    <a:pt x="31647" y="18665"/>
                  </a:lnTo>
                  <a:lnTo>
                    <a:pt x="31180" y="18750"/>
                  </a:lnTo>
                  <a:lnTo>
                    <a:pt x="30671" y="18835"/>
                  </a:lnTo>
                  <a:lnTo>
                    <a:pt x="30162" y="18920"/>
                  </a:lnTo>
                  <a:lnTo>
                    <a:pt x="29696" y="19090"/>
                  </a:lnTo>
                  <a:lnTo>
                    <a:pt x="28805" y="19429"/>
                  </a:lnTo>
                  <a:lnTo>
                    <a:pt x="27956" y="19811"/>
                  </a:lnTo>
                  <a:lnTo>
                    <a:pt x="27108" y="20320"/>
                  </a:lnTo>
                  <a:lnTo>
                    <a:pt x="26344" y="20914"/>
                  </a:lnTo>
                  <a:lnTo>
                    <a:pt x="25623" y="21508"/>
                  </a:lnTo>
                  <a:lnTo>
                    <a:pt x="24944" y="22229"/>
                  </a:lnTo>
                  <a:lnTo>
                    <a:pt x="24308" y="22950"/>
                  </a:lnTo>
                  <a:lnTo>
                    <a:pt x="23799" y="23756"/>
                  </a:lnTo>
                  <a:lnTo>
                    <a:pt x="23757" y="23841"/>
                  </a:lnTo>
                  <a:lnTo>
                    <a:pt x="23757" y="23926"/>
                  </a:lnTo>
                  <a:lnTo>
                    <a:pt x="23672" y="23968"/>
                  </a:lnTo>
                  <a:lnTo>
                    <a:pt x="23502" y="23926"/>
                  </a:lnTo>
                  <a:lnTo>
                    <a:pt x="23248" y="23926"/>
                  </a:lnTo>
                  <a:lnTo>
                    <a:pt x="23120" y="23968"/>
                  </a:lnTo>
                  <a:lnTo>
                    <a:pt x="22951" y="24138"/>
                  </a:lnTo>
                  <a:lnTo>
                    <a:pt x="22823" y="24350"/>
                  </a:lnTo>
                  <a:lnTo>
                    <a:pt x="22229" y="24604"/>
                  </a:lnTo>
                  <a:lnTo>
                    <a:pt x="21593" y="24816"/>
                  </a:lnTo>
                  <a:lnTo>
                    <a:pt x="21042" y="24901"/>
                  </a:lnTo>
                  <a:lnTo>
                    <a:pt x="20533" y="24944"/>
                  </a:lnTo>
                  <a:lnTo>
                    <a:pt x="20024" y="24986"/>
                  </a:lnTo>
                  <a:lnTo>
                    <a:pt x="19472" y="24944"/>
                  </a:lnTo>
                  <a:lnTo>
                    <a:pt x="20787" y="23629"/>
                  </a:lnTo>
                  <a:lnTo>
                    <a:pt x="22060" y="22271"/>
                  </a:lnTo>
                  <a:lnTo>
                    <a:pt x="23248" y="20871"/>
                  </a:lnTo>
                  <a:lnTo>
                    <a:pt x="23841" y="20150"/>
                  </a:lnTo>
                  <a:lnTo>
                    <a:pt x="24393" y="19429"/>
                  </a:lnTo>
                  <a:lnTo>
                    <a:pt x="24902" y="18665"/>
                  </a:lnTo>
                  <a:lnTo>
                    <a:pt x="25369" y="17902"/>
                  </a:lnTo>
                  <a:lnTo>
                    <a:pt x="25793" y="17138"/>
                  </a:lnTo>
                  <a:lnTo>
                    <a:pt x="26217" y="16332"/>
                  </a:lnTo>
                  <a:lnTo>
                    <a:pt x="26556" y="15526"/>
                  </a:lnTo>
                  <a:lnTo>
                    <a:pt x="26853" y="14678"/>
                  </a:lnTo>
                  <a:lnTo>
                    <a:pt x="27108" y="13829"/>
                  </a:lnTo>
                  <a:lnTo>
                    <a:pt x="27320" y="12981"/>
                  </a:lnTo>
                  <a:lnTo>
                    <a:pt x="27787" y="13108"/>
                  </a:lnTo>
                  <a:lnTo>
                    <a:pt x="27871" y="12599"/>
                  </a:lnTo>
                  <a:lnTo>
                    <a:pt x="28041" y="12090"/>
                  </a:lnTo>
                  <a:lnTo>
                    <a:pt x="28211" y="11581"/>
                  </a:lnTo>
                  <a:lnTo>
                    <a:pt x="28465" y="11114"/>
                  </a:lnTo>
                  <a:lnTo>
                    <a:pt x="28720" y="10648"/>
                  </a:lnTo>
                  <a:lnTo>
                    <a:pt x="28974" y="10224"/>
                  </a:lnTo>
                  <a:lnTo>
                    <a:pt x="29314" y="9799"/>
                  </a:lnTo>
                  <a:lnTo>
                    <a:pt x="29653" y="9375"/>
                  </a:lnTo>
                  <a:lnTo>
                    <a:pt x="30417" y="8612"/>
                  </a:lnTo>
                  <a:lnTo>
                    <a:pt x="31223" y="7890"/>
                  </a:lnTo>
                  <a:lnTo>
                    <a:pt x="32114" y="7212"/>
                  </a:lnTo>
                  <a:lnTo>
                    <a:pt x="33004" y="6533"/>
                  </a:lnTo>
                  <a:lnTo>
                    <a:pt x="34786" y="5303"/>
                  </a:lnTo>
                  <a:lnTo>
                    <a:pt x="35635" y="4709"/>
                  </a:lnTo>
                  <a:lnTo>
                    <a:pt x="36483" y="4073"/>
                  </a:lnTo>
                  <a:lnTo>
                    <a:pt x="37247" y="3436"/>
                  </a:lnTo>
                  <a:lnTo>
                    <a:pt x="38010" y="2757"/>
                  </a:lnTo>
                  <a:lnTo>
                    <a:pt x="38731" y="2036"/>
                  </a:lnTo>
                  <a:lnTo>
                    <a:pt x="39410" y="1273"/>
                  </a:lnTo>
                  <a:lnTo>
                    <a:pt x="39325" y="594"/>
                  </a:lnTo>
                  <a:lnTo>
                    <a:pt x="39283" y="382"/>
                  </a:lnTo>
                  <a:lnTo>
                    <a:pt x="39198" y="255"/>
                  </a:lnTo>
                  <a:lnTo>
                    <a:pt x="39071" y="127"/>
                  </a:lnTo>
                  <a:lnTo>
                    <a:pt x="38943" y="43"/>
                  </a:lnTo>
                  <a:lnTo>
                    <a:pt x="38774" y="0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60"/>
            <p:cNvSpPr/>
            <p:nvPr/>
          </p:nvSpPr>
          <p:spPr>
            <a:xfrm>
              <a:off x="3325325" y="1662800"/>
              <a:ext cx="194100" cy="353175"/>
            </a:xfrm>
            <a:custGeom>
              <a:avLst/>
              <a:gdLst/>
              <a:ahLst/>
              <a:cxnLst/>
              <a:rect l="l" t="t" r="r" b="b"/>
              <a:pathLst>
                <a:path w="7764" h="14127" extrusionOk="0">
                  <a:moveTo>
                    <a:pt x="6661" y="0"/>
                  </a:moveTo>
                  <a:lnTo>
                    <a:pt x="6576" y="85"/>
                  </a:lnTo>
                  <a:lnTo>
                    <a:pt x="6067" y="933"/>
                  </a:lnTo>
                  <a:lnTo>
                    <a:pt x="5600" y="1867"/>
                  </a:lnTo>
                  <a:lnTo>
                    <a:pt x="5176" y="2800"/>
                  </a:lnTo>
                  <a:lnTo>
                    <a:pt x="4794" y="3776"/>
                  </a:lnTo>
                  <a:lnTo>
                    <a:pt x="3691" y="2333"/>
                  </a:lnTo>
                  <a:lnTo>
                    <a:pt x="3649" y="2291"/>
                  </a:lnTo>
                  <a:lnTo>
                    <a:pt x="3564" y="2291"/>
                  </a:lnTo>
                  <a:lnTo>
                    <a:pt x="3479" y="2333"/>
                  </a:lnTo>
                  <a:lnTo>
                    <a:pt x="3437" y="2418"/>
                  </a:lnTo>
                  <a:lnTo>
                    <a:pt x="3437" y="2461"/>
                  </a:lnTo>
                  <a:lnTo>
                    <a:pt x="3437" y="2503"/>
                  </a:lnTo>
                  <a:lnTo>
                    <a:pt x="4624" y="4285"/>
                  </a:lnTo>
                  <a:lnTo>
                    <a:pt x="4115" y="5769"/>
                  </a:lnTo>
                  <a:lnTo>
                    <a:pt x="3691" y="7254"/>
                  </a:lnTo>
                  <a:lnTo>
                    <a:pt x="3224" y="6491"/>
                  </a:lnTo>
                  <a:lnTo>
                    <a:pt x="2631" y="5854"/>
                  </a:lnTo>
                  <a:lnTo>
                    <a:pt x="1994" y="5218"/>
                  </a:lnTo>
                  <a:lnTo>
                    <a:pt x="1273" y="4666"/>
                  </a:lnTo>
                  <a:lnTo>
                    <a:pt x="1188" y="4624"/>
                  </a:lnTo>
                  <a:lnTo>
                    <a:pt x="1146" y="4666"/>
                  </a:lnTo>
                  <a:lnTo>
                    <a:pt x="1061" y="4709"/>
                  </a:lnTo>
                  <a:lnTo>
                    <a:pt x="1019" y="4836"/>
                  </a:lnTo>
                  <a:lnTo>
                    <a:pt x="1061" y="4921"/>
                  </a:lnTo>
                  <a:lnTo>
                    <a:pt x="1103" y="4963"/>
                  </a:lnTo>
                  <a:lnTo>
                    <a:pt x="1485" y="5260"/>
                  </a:lnTo>
                  <a:lnTo>
                    <a:pt x="1867" y="5600"/>
                  </a:lnTo>
                  <a:lnTo>
                    <a:pt x="2206" y="5939"/>
                  </a:lnTo>
                  <a:lnTo>
                    <a:pt x="2503" y="6321"/>
                  </a:lnTo>
                  <a:lnTo>
                    <a:pt x="2800" y="6703"/>
                  </a:lnTo>
                  <a:lnTo>
                    <a:pt x="3055" y="7084"/>
                  </a:lnTo>
                  <a:lnTo>
                    <a:pt x="3309" y="7509"/>
                  </a:lnTo>
                  <a:lnTo>
                    <a:pt x="3521" y="7975"/>
                  </a:lnTo>
                  <a:lnTo>
                    <a:pt x="3097" y="9884"/>
                  </a:lnTo>
                  <a:lnTo>
                    <a:pt x="2800" y="11836"/>
                  </a:lnTo>
                  <a:lnTo>
                    <a:pt x="2249" y="10987"/>
                  </a:lnTo>
                  <a:lnTo>
                    <a:pt x="1697" y="10181"/>
                  </a:lnTo>
                  <a:lnTo>
                    <a:pt x="1019" y="9460"/>
                  </a:lnTo>
                  <a:lnTo>
                    <a:pt x="679" y="9078"/>
                  </a:lnTo>
                  <a:lnTo>
                    <a:pt x="255" y="8739"/>
                  </a:lnTo>
                  <a:lnTo>
                    <a:pt x="213" y="8696"/>
                  </a:lnTo>
                  <a:lnTo>
                    <a:pt x="170" y="8696"/>
                  </a:lnTo>
                  <a:lnTo>
                    <a:pt x="43" y="8739"/>
                  </a:lnTo>
                  <a:lnTo>
                    <a:pt x="0" y="8824"/>
                  </a:lnTo>
                  <a:lnTo>
                    <a:pt x="0" y="8909"/>
                  </a:lnTo>
                  <a:lnTo>
                    <a:pt x="43" y="8951"/>
                  </a:lnTo>
                  <a:lnTo>
                    <a:pt x="849" y="9799"/>
                  </a:lnTo>
                  <a:lnTo>
                    <a:pt x="1231" y="10224"/>
                  </a:lnTo>
                  <a:lnTo>
                    <a:pt x="1570" y="10690"/>
                  </a:lnTo>
                  <a:lnTo>
                    <a:pt x="1909" y="11157"/>
                  </a:lnTo>
                  <a:lnTo>
                    <a:pt x="2206" y="11666"/>
                  </a:lnTo>
                  <a:lnTo>
                    <a:pt x="2461" y="12175"/>
                  </a:lnTo>
                  <a:lnTo>
                    <a:pt x="2673" y="12684"/>
                  </a:lnTo>
                  <a:lnTo>
                    <a:pt x="2546" y="13787"/>
                  </a:lnTo>
                  <a:lnTo>
                    <a:pt x="2546" y="13914"/>
                  </a:lnTo>
                  <a:lnTo>
                    <a:pt x="2631" y="14041"/>
                  </a:lnTo>
                  <a:lnTo>
                    <a:pt x="2715" y="14084"/>
                  </a:lnTo>
                  <a:lnTo>
                    <a:pt x="2843" y="14126"/>
                  </a:lnTo>
                  <a:lnTo>
                    <a:pt x="2970" y="14126"/>
                  </a:lnTo>
                  <a:lnTo>
                    <a:pt x="3055" y="14084"/>
                  </a:lnTo>
                  <a:lnTo>
                    <a:pt x="3140" y="13999"/>
                  </a:lnTo>
                  <a:lnTo>
                    <a:pt x="3182" y="13914"/>
                  </a:lnTo>
                  <a:lnTo>
                    <a:pt x="3352" y="12769"/>
                  </a:lnTo>
                  <a:lnTo>
                    <a:pt x="4073" y="12048"/>
                  </a:lnTo>
                  <a:lnTo>
                    <a:pt x="4794" y="11411"/>
                  </a:lnTo>
                  <a:lnTo>
                    <a:pt x="5600" y="10775"/>
                  </a:lnTo>
                  <a:lnTo>
                    <a:pt x="6406" y="10224"/>
                  </a:lnTo>
                  <a:lnTo>
                    <a:pt x="6533" y="10096"/>
                  </a:lnTo>
                  <a:lnTo>
                    <a:pt x="6576" y="10011"/>
                  </a:lnTo>
                  <a:lnTo>
                    <a:pt x="6576" y="9884"/>
                  </a:lnTo>
                  <a:lnTo>
                    <a:pt x="6533" y="9757"/>
                  </a:lnTo>
                  <a:lnTo>
                    <a:pt x="6449" y="9672"/>
                  </a:lnTo>
                  <a:lnTo>
                    <a:pt x="6364" y="9630"/>
                  </a:lnTo>
                  <a:lnTo>
                    <a:pt x="6236" y="9630"/>
                  </a:lnTo>
                  <a:lnTo>
                    <a:pt x="6109" y="9672"/>
                  </a:lnTo>
                  <a:lnTo>
                    <a:pt x="5430" y="10096"/>
                  </a:lnTo>
                  <a:lnTo>
                    <a:pt x="4752" y="10563"/>
                  </a:lnTo>
                  <a:lnTo>
                    <a:pt x="4115" y="11072"/>
                  </a:lnTo>
                  <a:lnTo>
                    <a:pt x="3564" y="11666"/>
                  </a:lnTo>
                  <a:lnTo>
                    <a:pt x="3861" y="9884"/>
                  </a:lnTo>
                  <a:lnTo>
                    <a:pt x="4243" y="8103"/>
                  </a:lnTo>
                  <a:lnTo>
                    <a:pt x="5091" y="7551"/>
                  </a:lnTo>
                  <a:lnTo>
                    <a:pt x="5897" y="7084"/>
                  </a:lnTo>
                  <a:lnTo>
                    <a:pt x="6788" y="6618"/>
                  </a:lnTo>
                  <a:lnTo>
                    <a:pt x="7636" y="6151"/>
                  </a:lnTo>
                  <a:lnTo>
                    <a:pt x="7721" y="6109"/>
                  </a:lnTo>
                  <a:lnTo>
                    <a:pt x="7764" y="6024"/>
                  </a:lnTo>
                  <a:lnTo>
                    <a:pt x="7764" y="5939"/>
                  </a:lnTo>
                  <a:lnTo>
                    <a:pt x="7721" y="5854"/>
                  </a:lnTo>
                  <a:lnTo>
                    <a:pt x="7679" y="5769"/>
                  </a:lnTo>
                  <a:lnTo>
                    <a:pt x="7636" y="5727"/>
                  </a:lnTo>
                  <a:lnTo>
                    <a:pt x="7551" y="5685"/>
                  </a:lnTo>
                  <a:lnTo>
                    <a:pt x="7467" y="5685"/>
                  </a:lnTo>
                  <a:lnTo>
                    <a:pt x="6661" y="6024"/>
                  </a:lnTo>
                  <a:lnTo>
                    <a:pt x="5897" y="6448"/>
                  </a:lnTo>
                  <a:lnTo>
                    <a:pt x="5176" y="6872"/>
                  </a:lnTo>
                  <a:lnTo>
                    <a:pt x="4455" y="7339"/>
                  </a:lnTo>
                  <a:lnTo>
                    <a:pt x="4455" y="7339"/>
                  </a:lnTo>
                  <a:lnTo>
                    <a:pt x="4540" y="6915"/>
                  </a:lnTo>
                  <a:lnTo>
                    <a:pt x="4921" y="5685"/>
                  </a:lnTo>
                  <a:lnTo>
                    <a:pt x="5303" y="4497"/>
                  </a:lnTo>
                  <a:lnTo>
                    <a:pt x="5855" y="4200"/>
                  </a:lnTo>
                  <a:lnTo>
                    <a:pt x="6406" y="3945"/>
                  </a:lnTo>
                  <a:lnTo>
                    <a:pt x="7000" y="3733"/>
                  </a:lnTo>
                  <a:lnTo>
                    <a:pt x="7551" y="3521"/>
                  </a:lnTo>
                  <a:lnTo>
                    <a:pt x="7636" y="3479"/>
                  </a:lnTo>
                  <a:lnTo>
                    <a:pt x="7721" y="3394"/>
                  </a:lnTo>
                  <a:lnTo>
                    <a:pt x="7721" y="3351"/>
                  </a:lnTo>
                  <a:lnTo>
                    <a:pt x="7721" y="3267"/>
                  </a:lnTo>
                  <a:lnTo>
                    <a:pt x="7679" y="3182"/>
                  </a:lnTo>
                  <a:lnTo>
                    <a:pt x="7636" y="3139"/>
                  </a:lnTo>
                  <a:lnTo>
                    <a:pt x="7551" y="3097"/>
                  </a:lnTo>
                  <a:lnTo>
                    <a:pt x="7467" y="3097"/>
                  </a:lnTo>
                  <a:lnTo>
                    <a:pt x="6958" y="3224"/>
                  </a:lnTo>
                  <a:lnTo>
                    <a:pt x="6491" y="3394"/>
                  </a:lnTo>
                  <a:lnTo>
                    <a:pt x="5982" y="3606"/>
                  </a:lnTo>
                  <a:lnTo>
                    <a:pt x="5558" y="3818"/>
                  </a:lnTo>
                  <a:lnTo>
                    <a:pt x="6194" y="1994"/>
                  </a:lnTo>
                  <a:lnTo>
                    <a:pt x="6830" y="170"/>
                  </a:lnTo>
                  <a:lnTo>
                    <a:pt x="6830" y="85"/>
                  </a:lnTo>
                  <a:lnTo>
                    <a:pt x="6745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60"/>
            <p:cNvSpPr/>
            <p:nvPr/>
          </p:nvSpPr>
          <p:spPr>
            <a:xfrm>
              <a:off x="3667875" y="1550375"/>
              <a:ext cx="267275" cy="261975"/>
            </a:xfrm>
            <a:custGeom>
              <a:avLst/>
              <a:gdLst/>
              <a:ahLst/>
              <a:cxnLst/>
              <a:rect l="l" t="t" r="r" b="b"/>
              <a:pathLst>
                <a:path w="10691" h="10479" extrusionOk="0">
                  <a:moveTo>
                    <a:pt x="8061" y="0"/>
                  </a:moveTo>
                  <a:lnTo>
                    <a:pt x="7933" y="43"/>
                  </a:lnTo>
                  <a:lnTo>
                    <a:pt x="7848" y="85"/>
                  </a:lnTo>
                  <a:lnTo>
                    <a:pt x="7848" y="170"/>
                  </a:lnTo>
                  <a:lnTo>
                    <a:pt x="7721" y="679"/>
                  </a:lnTo>
                  <a:lnTo>
                    <a:pt x="7594" y="1231"/>
                  </a:lnTo>
                  <a:lnTo>
                    <a:pt x="7467" y="2291"/>
                  </a:lnTo>
                  <a:lnTo>
                    <a:pt x="6364" y="3224"/>
                  </a:lnTo>
                  <a:lnTo>
                    <a:pt x="5261" y="4200"/>
                  </a:lnTo>
                  <a:lnTo>
                    <a:pt x="5091" y="2121"/>
                  </a:lnTo>
                  <a:lnTo>
                    <a:pt x="5091" y="2079"/>
                  </a:lnTo>
                  <a:lnTo>
                    <a:pt x="5006" y="2079"/>
                  </a:lnTo>
                  <a:lnTo>
                    <a:pt x="4964" y="2121"/>
                  </a:lnTo>
                  <a:lnTo>
                    <a:pt x="4837" y="4582"/>
                  </a:lnTo>
                  <a:lnTo>
                    <a:pt x="3606" y="5812"/>
                  </a:lnTo>
                  <a:lnTo>
                    <a:pt x="2419" y="7085"/>
                  </a:lnTo>
                  <a:lnTo>
                    <a:pt x="2334" y="6364"/>
                  </a:lnTo>
                  <a:lnTo>
                    <a:pt x="2249" y="5642"/>
                  </a:lnTo>
                  <a:lnTo>
                    <a:pt x="2122" y="4921"/>
                  </a:lnTo>
                  <a:lnTo>
                    <a:pt x="1952" y="4243"/>
                  </a:lnTo>
                  <a:lnTo>
                    <a:pt x="1910" y="4158"/>
                  </a:lnTo>
                  <a:lnTo>
                    <a:pt x="1867" y="4115"/>
                  </a:lnTo>
                  <a:lnTo>
                    <a:pt x="1782" y="4115"/>
                  </a:lnTo>
                  <a:lnTo>
                    <a:pt x="1655" y="4200"/>
                  </a:lnTo>
                  <a:lnTo>
                    <a:pt x="1655" y="4243"/>
                  </a:lnTo>
                  <a:lnTo>
                    <a:pt x="1655" y="4327"/>
                  </a:lnTo>
                  <a:lnTo>
                    <a:pt x="1782" y="5133"/>
                  </a:lnTo>
                  <a:lnTo>
                    <a:pt x="1910" y="5939"/>
                  </a:lnTo>
                  <a:lnTo>
                    <a:pt x="1994" y="6745"/>
                  </a:lnTo>
                  <a:lnTo>
                    <a:pt x="2037" y="7551"/>
                  </a:lnTo>
                  <a:lnTo>
                    <a:pt x="1485" y="8230"/>
                  </a:lnTo>
                  <a:lnTo>
                    <a:pt x="976" y="8909"/>
                  </a:lnTo>
                  <a:lnTo>
                    <a:pt x="467" y="9630"/>
                  </a:lnTo>
                  <a:lnTo>
                    <a:pt x="1" y="10309"/>
                  </a:lnTo>
                  <a:lnTo>
                    <a:pt x="1" y="10394"/>
                  </a:lnTo>
                  <a:lnTo>
                    <a:pt x="43" y="10436"/>
                  </a:lnTo>
                  <a:lnTo>
                    <a:pt x="85" y="10478"/>
                  </a:lnTo>
                  <a:lnTo>
                    <a:pt x="170" y="10436"/>
                  </a:lnTo>
                  <a:lnTo>
                    <a:pt x="2291" y="8273"/>
                  </a:lnTo>
                  <a:lnTo>
                    <a:pt x="2843" y="8230"/>
                  </a:lnTo>
                  <a:lnTo>
                    <a:pt x="3394" y="8188"/>
                  </a:lnTo>
                  <a:lnTo>
                    <a:pt x="4455" y="8188"/>
                  </a:lnTo>
                  <a:lnTo>
                    <a:pt x="5515" y="8273"/>
                  </a:lnTo>
                  <a:lnTo>
                    <a:pt x="6618" y="8357"/>
                  </a:lnTo>
                  <a:lnTo>
                    <a:pt x="6703" y="8357"/>
                  </a:lnTo>
                  <a:lnTo>
                    <a:pt x="6746" y="8315"/>
                  </a:lnTo>
                  <a:lnTo>
                    <a:pt x="6788" y="8230"/>
                  </a:lnTo>
                  <a:lnTo>
                    <a:pt x="6788" y="8103"/>
                  </a:lnTo>
                  <a:lnTo>
                    <a:pt x="6746" y="8018"/>
                  </a:lnTo>
                  <a:lnTo>
                    <a:pt x="6661" y="8018"/>
                  </a:lnTo>
                  <a:lnTo>
                    <a:pt x="6194" y="7891"/>
                  </a:lnTo>
                  <a:lnTo>
                    <a:pt x="5727" y="7806"/>
                  </a:lnTo>
                  <a:lnTo>
                    <a:pt x="5261" y="7721"/>
                  </a:lnTo>
                  <a:lnTo>
                    <a:pt x="4752" y="7679"/>
                  </a:lnTo>
                  <a:lnTo>
                    <a:pt x="3776" y="7679"/>
                  </a:lnTo>
                  <a:lnTo>
                    <a:pt x="2800" y="7764"/>
                  </a:lnTo>
                  <a:lnTo>
                    <a:pt x="5049" y="5473"/>
                  </a:lnTo>
                  <a:lnTo>
                    <a:pt x="6194" y="5430"/>
                  </a:lnTo>
                  <a:lnTo>
                    <a:pt x="7339" y="5388"/>
                  </a:lnTo>
                  <a:lnTo>
                    <a:pt x="9630" y="5346"/>
                  </a:lnTo>
                  <a:lnTo>
                    <a:pt x="9715" y="5346"/>
                  </a:lnTo>
                  <a:lnTo>
                    <a:pt x="9757" y="5303"/>
                  </a:lnTo>
                  <a:lnTo>
                    <a:pt x="9800" y="5218"/>
                  </a:lnTo>
                  <a:lnTo>
                    <a:pt x="9842" y="5133"/>
                  </a:lnTo>
                  <a:lnTo>
                    <a:pt x="9800" y="5091"/>
                  </a:lnTo>
                  <a:lnTo>
                    <a:pt x="9757" y="5006"/>
                  </a:lnTo>
                  <a:lnTo>
                    <a:pt x="9715" y="4964"/>
                  </a:lnTo>
                  <a:lnTo>
                    <a:pt x="9630" y="4921"/>
                  </a:lnTo>
                  <a:lnTo>
                    <a:pt x="8612" y="4879"/>
                  </a:lnTo>
                  <a:lnTo>
                    <a:pt x="7594" y="4836"/>
                  </a:lnTo>
                  <a:lnTo>
                    <a:pt x="6576" y="4879"/>
                  </a:lnTo>
                  <a:lnTo>
                    <a:pt x="5600" y="4964"/>
                  </a:lnTo>
                  <a:lnTo>
                    <a:pt x="6533" y="4030"/>
                  </a:lnTo>
                  <a:lnTo>
                    <a:pt x="7552" y="3097"/>
                  </a:lnTo>
                  <a:lnTo>
                    <a:pt x="7679" y="3140"/>
                  </a:lnTo>
                  <a:lnTo>
                    <a:pt x="8994" y="3097"/>
                  </a:lnTo>
                  <a:lnTo>
                    <a:pt x="10309" y="3055"/>
                  </a:lnTo>
                  <a:lnTo>
                    <a:pt x="10394" y="3012"/>
                  </a:lnTo>
                  <a:lnTo>
                    <a:pt x="10479" y="2970"/>
                  </a:lnTo>
                  <a:lnTo>
                    <a:pt x="10521" y="2885"/>
                  </a:lnTo>
                  <a:lnTo>
                    <a:pt x="10521" y="2843"/>
                  </a:lnTo>
                  <a:lnTo>
                    <a:pt x="10521" y="2758"/>
                  </a:lnTo>
                  <a:lnTo>
                    <a:pt x="10479" y="2673"/>
                  </a:lnTo>
                  <a:lnTo>
                    <a:pt x="10394" y="2631"/>
                  </a:lnTo>
                  <a:lnTo>
                    <a:pt x="10309" y="2631"/>
                  </a:lnTo>
                  <a:lnTo>
                    <a:pt x="8103" y="2588"/>
                  </a:lnTo>
                  <a:lnTo>
                    <a:pt x="9333" y="1570"/>
                  </a:lnTo>
                  <a:lnTo>
                    <a:pt x="10606" y="552"/>
                  </a:lnTo>
                  <a:lnTo>
                    <a:pt x="10691" y="467"/>
                  </a:lnTo>
                  <a:lnTo>
                    <a:pt x="10691" y="382"/>
                  </a:lnTo>
                  <a:lnTo>
                    <a:pt x="10691" y="297"/>
                  </a:lnTo>
                  <a:lnTo>
                    <a:pt x="10648" y="170"/>
                  </a:lnTo>
                  <a:lnTo>
                    <a:pt x="10606" y="128"/>
                  </a:lnTo>
                  <a:lnTo>
                    <a:pt x="10521" y="85"/>
                  </a:lnTo>
                  <a:lnTo>
                    <a:pt x="10436" y="85"/>
                  </a:lnTo>
                  <a:lnTo>
                    <a:pt x="10351" y="128"/>
                  </a:lnTo>
                  <a:lnTo>
                    <a:pt x="9206" y="934"/>
                  </a:lnTo>
                  <a:lnTo>
                    <a:pt x="8103" y="1825"/>
                  </a:lnTo>
                  <a:lnTo>
                    <a:pt x="8188" y="1019"/>
                  </a:lnTo>
                  <a:lnTo>
                    <a:pt x="8230" y="594"/>
                  </a:lnTo>
                  <a:lnTo>
                    <a:pt x="8188" y="213"/>
                  </a:lnTo>
                  <a:lnTo>
                    <a:pt x="8188" y="128"/>
                  </a:lnTo>
                  <a:lnTo>
                    <a:pt x="8145" y="85"/>
                  </a:lnTo>
                  <a:lnTo>
                    <a:pt x="8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60"/>
            <p:cNvSpPr/>
            <p:nvPr/>
          </p:nvSpPr>
          <p:spPr>
            <a:xfrm>
              <a:off x="3569250" y="1983075"/>
              <a:ext cx="362725" cy="167575"/>
            </a:xfrm>
            <a:custGeom>
              <a:avLst/>
              <a:gdLst/>
              <a:ahLst/>
              <a:cxnLst/>
              <a:rect l="l" t="t" r="r" b="b"/>
              <a:pathLst>
                <a:path w="14509" h="6703" extrusionOk="0">
                  <a:moveTo>
                    <a:pt x="11327" y="0"/>
                  </a:moveTo>
                  <a:lnTo>
                    <a:pt x="11284" y="43"/>
                  </a:lnTo>
                  <a:lnTo>
                    <a:pt x="11200" y="85"/>
                  </a:lnTo>
                  <a:lnTo>
                    <a:pt x="10521" y="1061"/>
                  </a:lnTo>
                  <a:lnTo>
                    <a:pt x="9842" y="1994"/>
                  </a:lnTo>
                  <a:lnTo>
                    <a:pt x="6448" y="3055"/>
                  </a:lnTo>
                  <a:lnTo>
                    <a:pt x="6745" y="2418"/>
                  </a:lnTo>
                  <a:lnTo>
                    <a:pt x="7000" y="1740"/>
                  </a:lnTo>
                  <a:lnTo>
                    <a:pt x="7170" y="1018"/>
                  </a:lnTo>
                  <a:lnTo>
                    <a:pt x="7297" y="297"/>
                  </a:lnTo>
                  <a:lnTo>
                    <a:pt x="7297" y="255"/>
                  </a:lnTo>
                  <a:lnTo>
                    <a:pt x="7254" y="212"/>
                  </a:lnTo>
                  <a:lnTo>
                    <a:pt x="7170" y="170"/>
                  </a:lnTo>
                  <a:lnTo>
                    <a:pt x="7042" y="170"/>
                  </a:lnTo>
                  <a:lnTo>
                    <a:pt x="6957" y="255"/>
                  </a:lnTo>
                  <a:lnTo>
                    <a:pt x="6703" y="1061"/>
                  </a:lnTo>
                  <a:lnTo>
                    <a:pt x="6448" y="1824"/>
                  </a:lnTo>
                  <a:lnTo>
                    <a:pt x="6151" y="2546"/>
                  </a:lnTo>
                  <a:lnTo>
                    <a:pt x="5770" y="3267"/>
                  </a:lnTo>
                  <a:lnTo>
                    <a:pt x="3055" y="4158"/>
                  </a:lnTo>
                  <a:lnTo>
                    <a:pt x="3479" y="3436"/>
                  </a:lnTo>
                  <a:lnTo>
                    <a:pt x="3776" y="2715"/>
                  </a:lnTo>
                  <a:lnTo>
                    <a:pt x="4030" y="1952"/>
                  </a:lnTo>
                  <a:lnTo>
                    <a:pt x="4115" y="1570"/>
                  </a:lnTo>
                  <a:lnTo>
                    <a:pt x="4200" y="1188"/>
                  </a:lnTo>
                  <a:lnTo>
                    <a:pt x="4200" y="1103"/>
                  </a:lnTo>
                  <a:lnTo>
                    <a:pt x="4158" y="1061"/>
                  </a:lnTo>
                  <a:lnTo>
                    <a:pt x="4073" y="1018"/>
                  </a:lnTo>
                  <a:lnTo>
                    <a:pt x="3946" y="1018"/>
                  </a:lnTo>
                  <a:lnTo>
                    <a:pt x="3861" y="1146"/>
                  </a:lnTo>
                  <a:lnTo>
                    <a:pt x="3521" y="1994"/>
                  </a:lnTo>
                  <a:lnTo>
                    <a:pt x="3182" y="2800"/>
                  </a:lnTo>
                  <a:lnTo>
                    <a:pt x="2758" y="3606"/>
                  </a:lnTo>
                  <a:lnTo>
                    <a:pt x="2249" y="4370"/>
                  </a:lnTo>
                  <a:lnTo>
                    <a:pt x="2206" y="4412"/>
                  </a:lnTo>
                  <a:lnTo>
                    <a:pt x="128" y="5133"/>
                  </a:lnTo>
                  <a:lnTo>
                    <a:pt x="43" y="5176"/>
                  </a:lnTo>
                  <a:lnTo>
                    <a:pt x="0" y="5218"/>
                  </a:lnTo>
                  <a:lnTo>
                    <a:pt x="0" y="5388"/>
                  </a:lnTo>
                  <a:lnTo>
                    <a:pt x="85" y="5473"/>
                  </a:lnTo>
                  <a:lnTo>
                    <a:pt x="170" y="5515"/>
                  </a:lnTo>
                  <a:lnTo>
                    <a:pt x="212" y="5515"/>
                  </a:lnTo>
                  <a:lnTo>
                    <a:pt x="2673" y="4879"/>
                  </a:lnTo>
                  <a:lnTo>
                    <a:pt x="3606" y="5260"/>
                  </a:lnTo>
                  <a:lnTo>
                    <a:pt x="4497" y="5685"/>
                  </a:lnTo>
                  <a:lnTo>
                    <a:pt x="5388" y="6151"/>
                  </a:lnTo>
                  <a:lnTo>
                    <a:pt x="6236" y="6660"/>
                  </a:lnTo>
                  <a:lnTo>
                    <a:pt x="6364" y="6703"/>
                  </a:lnTo>
                  <a:lnTo>
                    <a:pt x="6491" y="6703"/>
                  </a:lnTo>
                  <a:lnTo>
                    <a:pt x="6576" y="6618"/>
                  </a:lnTo>
                  <a:lnTo>
                    <a:pt x="6618" y="6533"/>
                  </a:lnTo>
                  <a:lnTo>
                    <a:pt x="6661" y="6448"/>
                  </a:lnTo>
                  <a:lnTo>
                    <a:pt x="6661" y="6321"/>
                  </a:lnTo>
                  <a:lnTo>
                    <a:pt x="6618" y="6236"/>
                  </a:lnTo>
                  <a:lnTo>
                    <a:pt x="6533" y="6151"/>
                  </a:lnTo>
                  <a:lnTo>
                    <a:pt x="5812" y="5727"/>
                  </a:lnTo>
                  <a:lnTo>
                    <a:pt x="5091" y="5303"/>
                  </a:lnTo>
                  <a:lnTo>
                    <a:pt x="4370" y="4964"/>
                  </a:lnTo>
                  <a:lnTo>
                    <a:pt x="3606" y="4624"/>
                  </a:lnTo>
                  <a:lnTo>
                    <a:pt x="6109" y="3861"/>
                  </a:lnTo>
                  <a:lnTo>
                    <a:pt x="6576" y="3945"/>
                  </a:lnTo>
                  <a:lnTo>
                    <a:pt x="7000" y="4073"/>
                  </a:lnTo>
                  <a:lnTo>
                    <a:pt x="7891" y="4327"/>
                  </a:lnTo>
                  <a:lnTo>
                    <a:pt x="8739" y="4667"/>
                  </a:lnTo>
                  <a:lnTo>
                    <a:pt x="9588" y="5091"/>
                  </a:lnTo>
                  <a:lnTo>
                    <a:pt x="9757" y="5091"/>
                  </a:lnTo>
                  <a:lnTo>
                    <a:pt x="9885" y="5006"/>
                  </a:lnTo>
                  <a:lnTo>
                    <a:pt x="9927" y="4921"/>
                  </a:lnTo>
                  <a:lnTo>
                    <a:pt x="9927" y="4879"/>
                  </a:lnTo>
                  <a:lnTo>
                    <a:pt x="9927" y="4794"/>
                  </a:lnTo>
                  <a:lnTo>
                    <a:pt x="9842" y="4709"/>
                  </a:lnTo>
                  <a:lnTo>
                    <a:pt x="9248" y="4327"/>
                  </a:lnTo>
                  <a:lnTo>
                    <a:pt x="8612" y="3988"/>
                  </a:lnTo>
                  <a:lnTo>
                    <a:pt x="7933" y="3733"/>
                  </a:lnTo>
                  <a:lnTo>
                    <a:pt x="7212" y="3521"/>
                  </a:lnTo>
                  <a:lnTo>
                    <a:pt x="9588" y="2800"/>
                  </a:lnTo>
                  <a:lnTo>
                    <a:pt x="9630" y="2842"/>
                  </a:lnTo>
                  <a:lnTo>
                    <a:pt x="9715" y="2842"/>
                  </a:lnTo>
                  <a:lnTo>
                    <a:pt x="10309" y="2885"/>
                  </a:lnTo>
                  <a:lnTo>
                    <a:pt x="10860" y="3012"/>
                  </a:lnTo>
                  <a:lnTo>
                    <a:pt x="11369" y="3224"/>
                  </a:lnTo>
                  <a:lnTo>
                    <a:pt x="11836" y="3521"/>
                  </a:lnTo>
                  <a:lnTo>
                    <a:pt x="11963" y="3564"/>
                  </a:lnTo>
                  <a:lnTo>
                    <a:pt x="12048" y="3564"/>
                  </a:lnTo>
                  <a:lnTo>
                    <a:pt x="12133" y="3521"/>
                  </a:lnTo>
                  <a:lnTo>
                    <a:pt x="12175" y="3436"/>
                  </a:lnTo>
                  <a:lnTo>
                    <a:pt x="12218" y="3352"/>
                  </a:lnTo>
                  <a:lnTo>
                    <a:pt x="12218" y="3267"/>
                  </a:lnTo>
                  <a:lnTo>
                    <a:pt x="12175" y="3139"/>
                  </a:lnTo>
                  <a:lnTo>
                    <a:pt x="12090" y="3055"/>
                  </a:lnTo>
                  <a:lnTo>
                    <a:pt x="11793" y="2842"/>
                  </a:lnTo>
                  <a:lnTo>
                    <a:pt x="11412" y="2673"/>
                  </a:lnTo>
                  <a:lnTo>
                    <a:pt x="11072" y="2503"/>
                  </a:lnTo>
                  <a:lnTo>
                    <a:pt x="10691" y="2418"/>
                  </a:lnTo>
                  <a:lnTo>
                    <a:pt x="14339" y="1188"/>
                  </a:lnTo>
                  <a:lnTo>
                    <a:pt x="14424" y="1146"/>
                  </a:lnTo>
                  <a:lnTo>
                    <a:pt x="14508" y="1061"/>
                  </a:lnTo>
                  <a:lnTo>
                    <a:pt x="14508" y="934"/>
                  </a:lnTo>
                  <a:lnTo>
                    <a:pt x="14508" y="849"/>
                  </a:lnTo>
                  <a:lnTo>
                    <a:pt x="14466" y="721"/>
                  </a:lnTo>
                  <a:lnTo>
                    <a:pt x="14381" y="679"/>
                  </a:lnTo>
                  <a:lnTo>
                    <a:pt x="14296" y="637"/>
                  </a:lnTo>
                  <a:lnTo>
                    <a:pt x="14169" y="637"/>
                  </a:lnTo>
                  <a:lnTo>
                    <a:pt x="10478" y="1824"/>
                  </a:lnTo>
                  <a:lnTo>
                    <a:pt x="11497" y="255"/>
                  </a:lnTo>
                  <a:lnTo>
                    <a:pt x="11539" y="212"/>
                  </a:lnTo>
                  <a:lnTo>
                    <a:pt x="11539" y="128"/>
                  </a:lnTo>
                  <a:lnTo>
                    <a:pt x="11454" y="43"/>
                  </a:lnTo>
                  <a:lnTo>
                    <a:pt x="1132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60"/>
            <p:cNvSpPr/>
            <p:nvPr/>
          </p:nvSpPr>
          <p:spPr>
            <a:xfrm>
              <a:off x="3065500" y="1990500"/>
              <a:ext cx="146375" cy="307575"/>
            </a:xfrm>
            <a:custGeom>
              <a:avLst/>
              <a:gdLst/>
              <a:ahLst/>
              <a:cxnLst/>
              <a:rect l="l" t="t" r="r" b="b"/>
              <a:pathLst>
                <a:path w="5855" h="12303" extrusionOk="0">
                  <a:moveTo>
                    <a:pt x="4115" y="0"/>
                  </a:moveTo>
                  <a:lnTo>
                    <a:pt x="3988" y="85"/>
                  </a:lnTo>
                  <a:lnTo>
                    <a:pt x="3903" y="212"/>
                  </a:lnTo>
                  <a:lnTo>
                    <a:pt x="3521" y="1188"/>
                  </a:lnTo>
                  <a:lnTo>
                    <a:pt x="3182" y="2249"/>
                  </a:lnTo>
                  <a:lnTo>
                    <a:pt x="2885" y="3267"/>
                  </a:lnTo>
                  <a:lnTo>
                    <a:pt x="2673" y="4327"/>
                  </a:lnTo>
                  <a:lnTo>
                    <a:pt x="2036" y="3818"/>
                  </a:lnTo>
                  <a:lnTo>
                    <a:pt x="1697" y="3648"/>
                  </a:lnTo>
                  <a:lnTo>
                    <a:pt x="1358" y="3479"/>
                  </a:lnTo>
                  <a:lnTo>
                    <a:pt x="1315" y="3479"/>
                  </a:lnTo>
                  <a:lnTo>
                    <a:pt x="1273" y="3521"/>
                  </a:lnTo>
                  <a:lnTo>
                    <a:pt x="1273" y="3606"/>
                  </a:lnTo>
                  <a:lnTo>
                    <a:pt x="1400" y="3776"/>
                  </a:lnTo>
                  <a:lnTo>
                    <a:pt x="1527" y="3945"/>
                  </a:lnTo>
                  <a:lnTo>
                    <a:pt x="1867" y="4285"/>
                  </a:lnTo>
                  <a:lnTo>
                    <a:pt x="2588" y="4879"/>
                  </a:lnTo>
                  <a:lnTo>
                    <a:pt x="2418" y="6109"/>
                  </a:lnTo>
                  <a:lnTo>
                    <a:pt x="2376" y="7381"/>
                  </a:lnTo>
                  <a:lnTo>
                    <a:pt x="1824" y="7042"/>
                  </a:lnTo>
                  <a:lnTo>
                    <a:pt x="1273" y="6745"/>
                  </a:lnTo>
                  <a:lnTo>
                    <a:pt x="721" y="6491"/>
                  </a:lnTo>
                  <a:lnTo>
                    <a:pt x="128" y="6279"/>
                  </a:lnTo>
                  <a:lnTo>
                    <a:pt x="85" y="6279"/>
                  </a:lnTo>
                  <a:lnTo>
                    <a:pt x="0" y="6363"/>
                  </a:lnTo>
                  <a:lnTo>
                    <a:pt x="0" y="6406"/>
                  </a:lnTo>
                  <a:lnTo>
                    <a:pt x="43" y="6491"/>
                  </a:lnTo>
                  <a:lnTo>
                    <a:pt x="1230" y="7169"/>
                  </a:lnTo>
                  <a:lnTo>
                    <a:pt x="1782" y="7551"/>
                  </a:lnTo>
                  <a:lnTo>
                    <a:pt x="2376" y="7933"/>
                  </a:lnTo>
                  <a:lnTo>
                    <a:pt x="2418" y="9078"/>
                  </a:lnTo>
                  <a:lnTo>
                    <a:pt x="2546" y="10181"/>
                  </a:lnTo>
                  <a:lnTo>
                    <a:pt x="1867" y="9757"/>
                  </a:lnTo>
                  <a:lnTo>
                    <a:pt x="467" y="8951"/>
                  </a:lnTo>
                  <a:lnTo>
                    <a:pt x="382" y="8909"/>
                  </a:lnTo>
                  <a:lnTo>
                    <a:pt x="340" y="8951"/>
                  </a:lnTo>
                  <a:lnTo>
                    <a:pt x="340" y="9036"/>
                  </a:lnTo>
                  <a:lnTo>
                    <a:pt x="382" y="9078"/>
                  </a:lnTo>
                  <a:lnTo>
                    <a:pt x="1358" y="9800"/>
                  </a:lnTo>
                  <a:lnTo>
                    <a:pt x="2376" y="10478"/>
                  </a:lnTo>
                  <a:lnTo>
                    <a:pt x="2673" y="10690"/>
                  </a:lnTo>
                  <a:lnTo>
                    <a:pt x="2842" y="11412"/>
                  </a:lnTo>
                  <a:lnTo>
                    <a:pt x="3055" y="12175"/>
                  </a:lnTo>
                  <a:lnTo>
                    <a:pt x="3055" y="12218"/>
                  </a:lnTo>
                  <a:lnTo>
                    <a:pt x="3139" y="12260"/>
                  </a:lnTo>
                  <a:lnTo>
                    <a:pt x="3267" y="12302"/>
                  </a:lnTo>
                  <a:lnTo>
                    <a:pt x="3352" y="12218"/>
                  </a:lnTo>
                  <a:lnTo>
                    <a:pt x="3394" y="12175"/>
                  </a:lnTo>
                  <a:lnTo>
                    <a:pt x="3394" y="12090"/>
                  </a:lnTo>
                  <a:lnTo>
                    <a:pt x="3267" y="10733"/>
                  </a:lnTo>
                  <a:lnTo>
                    <a:pt x="3521" y="10563"/>
                  </a:lnTo>
                  <a:lnTo>
                    <a:pt x="3733" y="10309"/>
                  </a:lnTo>
                  <a:lnTo>
                    <a:pt x="4158" y="9842"/>
                  </a:lnTo>
                  <a:lnTo>
                    <a:pt x="5770" y="8272"/>
                  </a:lnTo>
                  <a:lnTo>
                    <a:pt x="5812" y="8187"/>
                  </a:lnTo>
                  <a:lnTo>
                    <a:pt x="5854" y="8060"/>
                  </a:lnTo>
                  <a:lnTo>
                    <a:pt x="5812" y="7975"/>
                  </a:lnTo>
                  <a:lnTo>
                    <a:pt x="5770" y="7891"/>
                  </a:lnTo>
                  <a:lnTo>
                    <a:pt x="5685" y="7848"/>
                  </a:lnTo>
                  <a:lnTo>
                    <a:pt x="5600" y="7806"/>
                  </a:lnTo>
                  <a:lnTo>
                    <a:pt x="5473" y="7848"/>
                  </a:lnTo>
                  <a:lnTo>
                    <a:pt x="5388" y="7891"/>
                  </a:lnTo>
                  <a:lnTo>
                    <a:pt x="4370" y="8994"/>
                  </a:lnTo>
                  <a:lnTo>
                    <a:pt x="3861" y="9587"/>
                  </a:lnTo>
                  <a:lnTo>
                    <a:pt x="3606" y="9842"/>
                  </a:lnTo>
                  <a:lnTo>
                    <a:pt x="3309" y="10096"/>
                  </a:lnTo>
                  <a:lnTo>
                    <a:pt x="3224" y="10224"/>
                  </a:lnTo>
                  <a:lnTo>
                    <a:pt x="3139" y="8824"/>
                  </a:lnTo>
                  <a:lnTo>
                    <a:pt x="3139" y="7424"/>
                  </a:lnTo>
                  <a:lnTo>
                    <a:pt x="3521" y="6830"/>
                  </a:lnTo>
                  <a:lnTo>
                    <a:pt x="3945" y="6321"/>
                  </a:lnTo>
                  <a:lnTo>
                    <a:pt x="4412" y="5812"/>
                  </a:lnTo>
                  <a:lnTo>
                    <a:pt x="4921" y="5303"/>
                  </a:lnTo>
                  <a:lnTo>
                    <a:pt x="4964" y="5218"/>
                  </a:lnTo>
                  <a:lnTo>
                    <a:pt x="4964" y="5133"/>
                  </a:lnTo>
                  <a:lnTo>
                    <a:pt x="4964" y="5091"/>
                  </a:lnTo>
                  <a:lnTo>
                    <a:pt x="4921" y="5006"/>
                  </a:lnTo>
                  <a:lnTo>
                    <a:pt x="4836" y="4921"/>
                  </a:lnTo>
                  <a:lnTo>
                    <a:pt x="4624" y="4921"/>
                  </a:lnTo>
                  <a:lnTo>
                    <a:pt x="4200" y="5260"/>
                  </a:lnTo>
                  <a:lnTo>
                    <a:pt x="3861" y="5600"/>
                  </a:lnTo>
                  <a:lnTo>
                    <a:pt x="3479" y="5982"/>
                  </a:lnTo>
                  <a:lnTo>
                    <a:pt x="3182" y="6406"/>
                  </a:lnTo>
                  <a:lnTo>
                    <a:pt x="3267" y="5473"/>
                  </a:lnTo>
                  <a:lnTo>
                    <a:pt x="3394" y="4539"/>
                  </a:lnTo>
                  <a:lnTo>
                    <a:pt x="3818" y="4285"/>
                  </a:lnTo>
                  <a:lnTo>
                    <a:pt x="4242" y="4030"/>
                  </a:lnTo>
                  <a:lnTo>
                    <a:pt x="5133" y="3606"/>
                  </a:lnTo>
                  <a:lnTo>
                    <a:pt x="5218" y="3564"/>
                  </a:lnTo>
                  <a:lnTo>
                    <a:pt x="5260" y="3479"/>
                  </a:lnTo>
                  <a:lnTo>
                    <a:pt x="5303" y="3394"/>
                  </a:lnTo>
                  <a:lnTo>
                    <a:pt x="5303" y="3309"/>
                  </a:lnTo>
                  <a:lnTo>
                    <a:pt x="5260" y="3224"/>
                  </a:lnTo>
                  <a:lnTo>
                    <a:pt x="5218" y="3182"/>
                  </a:lnTo>
                  <a:lnTo>
                    <a:pt x="5133" y="3139"/>
                  </a:lnTo>
                  <a:lnTo>
                    <a:pt x="5006" y="3139"/>
                  </a:lnTo>
                  <a:lnTo>
                    <a:pt x="4624" y="3224"/>
                  </a:lnTo>
                  <a:lnTo>
                    <a:pt x="4242" y="3351"/>
                  </a:lnTo>
                  <a:lnTo>
                    <a:pt x="3903" y="3521"/>
                  </a:lnTo>
                  <a:lnTo>
                    <a:pt x="3521" y="3733"/>
                  </a:lnTo>
                  <a:lnTo>
                    <a:pt x="3733" y="2885"/>
                  </a:lnTo>
                  <a:lnTo>
                    <a:pt x="3945" y="2079"/>
                  </a:lnTo>
                  <a:lnTo>
                    <a:pt x="4242" y="1230"/>
                  </a:lnTo>
                  <a:lnTo>
                    <a:pt x="4582" y="382"/>
                  </a:lnTo>
                  <a:lnTo>
                    <a:pt x="4582" y="255"/>
                  </a:lnTo>
                  <a:lnTo>
                    <a:pt x="4539" y="127"/>
                  </a:lnTo>
                  <a:lnTo>
                    <a:pt x="4454" y="43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60"/>
            <p:cNvSpPr/>
            <p:nvPr/>
          </p:nvSpPr>
          <p:spPr>
            <a:xfrm>
              <a:off x="3286075" y="2309700"/>
              <a:ext cx="374400" cy="171850"/>
            </a:xfrm>
            <a:custGeom>
              <a:avLst/>
              <a:gdLst/>
              <a:ahLst/>
              <a:cxnLst/>
              <a:rect l="l" t="t" r="r" b="b"/>
              <a:pathLst>
                <a:path w="14976" h="6874" extrusionOk="0">
                  <a:moveTo>
                    <a:pt x="11836" y="1"/>
                  </a:moveTo>
                  <a:lnTo>
                    <a:pt x="11243" y="468"/>
                  </a:lnTo>
                  <a:lnTo>
                    <a:pt x="10733" y="1019"/>
                  </a:lnTo>
                  <a:lnTo>
                    <a:pt x="8782" y="1486"/>
                  </a:lnTo>
                  <a:lnTo>
                    <a:pt x="6873" y="2080"/>
                  </a:lnTo>
                  <a:lnTo>
                    <a:pt x="6873" y="2080"/>
                  </a:lnTo>
                  <a:lnTo>
                    <a:pt x="7552" y="1274"/>
                  </a:lnTo>
                  <a:lnTo>
                    <a:pt x="8231" y="425"/>
                  </a:lnTo>
                  <a:lnTo>
                    <a:pt x="8231" y="383"/>
                  </a:lnTo>
                  <a:lnTo>
                    <a:pt x="8273" y="298"/>
                  </a:lnTo>
                  <a:lnTo>
                    <a:pt x="8188" y="213"/>
                  </a:lnTo>
                  <a:lnTo>
                    <a:pt x="8103" y="171"/>
                  </a:lnTo>
                  <a:lnTo>
                    <a:pt x="8061" y="171"/>
                  </a:lnTo>
                  <a:lnTo>
                    <a:pt x="7976" y="213"/>
                  </a:lnTo>
                  <a:lnTo>
                    <a:pt x="6958" y="1274"/>
                  </a:lnTo>
                  <a:lnTo>
                    <a:pt x="5940" y="2334"/>
                  </a:lnTo>
                  <a:lnTo>
                    <a:pt x="5940" y="2377"/>
                  </a:lnTo>
                  <a:lnTo>
                    <a:pt x="2631" y="3480"/>
                  </a:lnTo>
                  <a:lnTo>
                    <a:pt x="2631" y="3480"/>
                  </a:lnTo>
                  <a:lnTo>
                    <a:pt x="3310" y="2377"/>
                  </a:lnTo>
                  <a:lnTo>
                    <a:pt x="3946" y="1231"/>
                  </a:lnTo>
                  <a:lnTo>
                    <a:pt x="3988" y="1146"/>
                  </a:lnTo>
                  <a:lnTo>
                    <a:pt x="3988" y="1062"/>
                  </a:lnTo>
                  <a:lnTo>
                    <a:pt x="3946" y="977"/>
                  </a:lnTo>
                  <a:lnTo>
                    <a:pt x="3861" y="934"/>
                  </a:lnTo>
                  <a:lnTo>
                    <a:pt x="3692" y="934"/>
                  </a:lnTo>
                  <a:lnTo>
                    <a:pt x="3607" y="1019"/>
                  </a:lnTo>
                  <a:lnTo>
                    <a:pt x="2673" y="2419"/>
                  </a:lnTo>
                  <a:lnTo>
                    <a:pt x="1698" y="3776"/>
                  </a:lnTo>
                  <a:lnTo>
                    <a:pt x="171" y="4286"/>
                  </a:lnTo>
                  <a:lnTo>
                    <a:pt x="86" y="4328"/>
                  </a:lnTo>
                  <a:lnTo>
                    <a:pt x="43" y="4413"/>
                  </a:lnTo>
                  <a:lnTo>
                    <a:pt x="1" y="4498"/>
                  </a:lnTo>
                  <a:lnTo>
                    <a:pt x="1" y="4582"/>
                  </a:lnTo>
                  <a:lnTo>
                    <a:pt x="43" y="4667"/>
                  </a:lnTo>
                  <a:lnTo>
                    <a:pt x="128" y="4710"/>
                  </a:lnTo>
                  <a:lnTo>
                    <a:pt x="213" y="4752"/>
                  </a:lnTo>
                  <a:lnTo>
                    <a:pt x="298" y="4752"/>
                  </a:lnTo>
                  <a:lnTo>
                    <a:pt x="1528" y="4370"/>
                  </a:lnTo>
                  <a:lnTo>
                    <a:pt x="1570" y="4455"/>
                  </a:lnTo>
                  <a:lnTo>
                    <a:pt x="1655" y="4498"/>
                  </a:lnTo>
                  <a:lnTo>
                    <a:pt x="2334" y="4667"/>
                  </a:lnTo>
                  <a:lnTo>
                    <a:pt x="3013" y="4922"/>
                  </a:lnTo>
                  <a:lnTo>
                    <a:pt x="3692" y="5176"/>
                  </a:lnTo>
                  <a:lnTo>
                    <a:pt x="4328" y="5473"/>
                  </a:lnTo>
                  <a:lnTo>
                    <a:pt x="5558" y="6110"/>
                  </a:lnTo>
                  <a:lnTo>
                    <a:pt x="6831" y="6831"/>
                  </a:lnTo>
                  <a:lnTo>
                    <a:pt x="6916" y="6873"/>
                  </a:lnTo>
                  <a:lnTo>
                    <a:pt x="7043" y="6873"/>
                  </a:lnTo>
                  <a:lnTo>
                    <a:pt x="7128" y="6831"/>
                  </a:lnTo>
                  <a:lnTo>
                    <a:pt x="7213" y="6746"/>
                  </a:lnTo>
                  <a:lnTo>
                    <a:pt x="7255" y="6619"/>
                  </a:lnTo>
                  <a:lnTo>
                    <a:pt x="7255" y="6534"/>
                  </a:lnTo>
                  <a:lnTo>
                    <a:pt x="7213" y="6407"/>
                  </a:lnTo>
                  <a:lnTo>
                    <a:pt x="7128" y="6322"/>
                  </a:lnTo>
                  <a:lnTo>
                    <a:pt x="6576" y="5940"/>
                  </a:lnTo>
                  <a:lnTo>
                    <a:pt x="6025" y="5601"/>
                  </a:lnTo>
                  <a:lnTo>
                    <a:pt x="5431" y="5304"/>
                  </a:lnTo>
                  <a:lnTo>
                    <a:pt x="4879" y="5007"/>
                  </a:lnTo>
                  <a:lnTo>
                    <a:pt x="4285" y="4752"/>
                  </a:lnTo>
                  <a:lnTo>
                    <a:pt x="3649" y="4498"/>
                  </a:lnTo>
                  <a:lnTo>
                    <a:pt x="2419" y="4073"/>
                  </a:lnTo>
                  <a:lnTo>
                    <a:pt x="6279" y="2886"/>
                  </a:lnTo>
                  <a:lnTo>
                    <a:pt x="7467" y="3310"/>
                  </a:lnTo>
                  <a:lnTo>
                    <a:pt x="8570" y="3861"/>
                  </a:lnTo>
                  <a:lnTo>
                    <a:pt x="9673" y="4455"/>
                  </a:lnTo>
                  <a:lnTo>
                    <a:pt x="10733" y="5134"/>
                  </a:lnTo>
                  <a:lnTo>
                    <a:pt x="10861" y="5176"/>
                  </a:lnTo>
                  <a:lnTo>
                    <a:pt x="10946" y="5176"/>
                  </a:lnTo>
                  <a:lnTo>
                    <a:pt x="11030" y="5134"/>
                  </a:lnTo>
                  <a:lnTo>
                    <a:pt x="11115" y="5049"/>
                  </a:lnTo>
                  <a:lnTo>
                    <a:pt x="11115" y="4964"/>
                  </a:lnTo>
                  <a:lnTo>
                    <a:pt x="11115" y="4879"/>
                  </a:lnTo>
                  <a:lnTo>
                    <a:pt x="11115" y="4752"/>
                  </a:lnTo>
                  <a:lnTo>
                    <a:pt x="11030" y="4667"/>
                  </a:lnTo>
                  <a:lnTo>
                    <a:pt x="10097" y="4073"/>
                  </a:lnTo>
                  <a:lnTo>
                    <a:pt x="9121" y="3522"/>
                  </a:lnTo>
                  <a:lnTo>
                    <a:pt x="8103" y="3055"/>
                  </a:lnTo>
                  <a:lnTo>
                    <a:pt x="7085" y="2631"/>
                  </a:lnTo>
                  <a:lnTo>
                    <a:pt x="8697" y="2164"/>
                  </a:lnTo>
                  <a:lnTo>
                    <a:pt x="10309" y="1740"/>
                  </a:lnTo>
                  <a:lnTo>
                    <a:pt x="10352" y="1825"/>
                  </a:lnTo>
                  <a:lnTo>
                    <a:pt x="10479" y="1868"/>
                  </a:lnTo>
                  <a:lnTo>
                    <a:pt x="10818" y="2037"/>
                  </a:lnTo>
                  <a:lnTo>
                    <a:pt x="11158" y="2207"/>
                  </a:lnTo>
                  <a:lnTo>
                    <a:pt x="11752" y="2631"/>
                  </a:lnTo>
                  <a:lnTo>
                    <a:pt x="12345" y="3098"/>
                  </a:lnTo>
                  <a:lnTo>
                    <a:pt x="12939" y="3607"/>
                  </a:lnTo>
                  <a:lnTo>
                    <a:pt x="13024" y="3649"/>
                  </a:lnTo>
                  <a:lnTo>
                    <a:pt x="13194" y="3649"/>
                  </a:lnTo>
                  <a:lnTo>
                    <a:pt x="13279" y="3607"/>
                  </a:lnTo>
                  <a:lnTo>
                    <a:pt x="13364" y="3522"/>
                  </a:lnTo>
                  <a:lnTo>
                    <a:pt x="13406" y="3437"/>
                  </a:lnTo>
                  <a:lnTo>
                    <a:pt x="13406" y="3352"/>
                  </a:lnTo>
                  <a:lnTo>
                    <a:pt x="13364" y="3267"/>
                  </a:lnTo>
                  <a:lnTo>
                    <a:pt x="13109" y="3013"/>
                  </a:lnTo>
                  <a:lnTo>
                    <a:pt x="12897" y="2716"/>
                  </a:lnTo>
                  <a:lnTo>
                    <a:pt x="12642" y="2504"/>
                  </a:lnTo>
                  <a:lnTo>
                    <a:pt x="12345" y="2292"/>
                  </a:lnTo>
                  <a:lnTo>
                    <a:pt x="11752" y="1868"/>
                  </a:lnTo>
                  <a:lnTo>
                    <a:pt x="11115" y="1571"/>
                  </a:lnTo>
                  <a:lnTo>
                    <a:pt x="12897" y="1231"/>
                  </a:lnTo>
                  <a:lnTo>
                    <a:pt x="13788" y="1062"/>
                  </a:lnTo>
                  <a:lnTo>
                    <a:pt x="14679" y="977"/>
                  </a:lnTo>
                  <a:lnTo>
                    <a:pt x="14806" y="934"/>
                  </a:lnTo>
                  <a:lnTo>
                    <a:pt x="14933" y="849"/>
                  </a:lnTo>
                  <a:lnTo>
                    <a:pt x="14976" y="765"/>
                  </a:lnTo>
                  <a:lnTo>
                    <a:pt x="14976" y="637"/>
                  </a:lnTo>
                  <a:lnTo>
                    <a:pt x="14976" y="510"/>
                  </a:lnTo>
                  <a:lnTo>
                    <a:pt x="14933" y="425"/>
                  </a:lnTo>
                  <a:lnTo>
                    <a:pt x="14806" y="383"/>
                  </a:lnTo>
                  <a:lnTo>
                    <a:pt x="14679" y="340"/>
                  </a:lnTo>
                  <a:lnTo>
                    <a:pt x="13873" y="425"/>
                  </a:lnTo>
                  <a:lnTo>
                    <a:pt x="13067" y="552"/>
                  </a:lnTo>
                  <a:lnTo>
                    <a:pt x="11497" y="849"/>
                  </a:lnTo>
                  <a:lnTo>
                    <a:pt x="11921" y="86"/>
                  </a:lnTo>
                  <a:lnTo>
                    <a:pt x="11964" y="43"/>
                  </a:lnTo>
                  <a:lnTo>
                    <a:pt x="11921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8" name="Google Shape;4798;p60"/>
          <p:cNvGrpSpPr/>
          <p:nvPr/>
        </p:nvGrpSpPr>
        <p:grpSpPr>
          <a:xfrm>
            <a:off x="7630980" y="825270"/>
            <a:ext cx="1070100" cy="674525"/>
            <a:chOff x="4551300" y="1957625"/>
            <a:chExt cx="1070100" cy="674525"/>
          </a:xfrm>
        </p:grpSpPr>
        <p:sp>
          <p:nvSpPr>
            <p:cNvPr id="4799" name="Google Shape;4799;p60"/>
            <p:cNvSpPr/>
            <p:nvPr/>
          </p:nvSpPr>
          <p:spPr>
            <a:xfrm>
              <a:off x="5120800" y="2137900"/>
              <a:ext cx="448625" cy="434850"/>
            </a:xfrm>
            <a:custGeom>
              <a:avLst/>
              <a:gdLst/>
              <a:ahLst/>
              <a:cxnLst/>
              <a:rect l="l" t="t" r="r" b="b"/>
              <a:pathLst>
                <a:path w="17945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424" y="17309"/>
                  </a:lnTo>
                  <a:lnTo>
                    <a:pt x="7721" y="17224"/>
                  </a:lnTo>
                  <a:lnTo>
                    <a:pt x="8273" y="17054"/>
                  </a:lnTo>
                  <a:lnTo>
                    <a:pt x="8824" y="16757"/>
                  </a:lnTo>
                  <a:lnTo>
                    <a:pt x="9376" y="16418"/>
                  </a:lnTo>
                  <a:lnTo>
                    <a:pt x="9885" y="16036"/>
                  </a:lnTo>
                  <a:lnTo>
                    <a:pt x="10394" y="15654"/>
                  </a:lnTo>
                  <a:lnTo>
                    <a:pt x="11327" y="14848"/>
                  </a:lnTo>
                  <a:lnTo>
                    <a:pt x="11964" y="14297"/>
                  </a:lnTo>
                  <a:lnTo>
                    <a:pt x="12557" y="13745"/>
                  </a:lnTo>
                  <a:lnTo>
                    <a:pt x="13151" y="13151"/>
                  </a:lnTo>
                  <a:lnTo>
                    <a:pt x="13703" y="12515"/>
                  </a:lnTo>
                  <a:lnTo>
                    <a:pt x="14806" y="11242"/>
                  </a:lnTo>
                  <a:lnTo>
                    <a:pt x="15824" y="9885"/>
                  </a:lnTo>
                  <a:lnTo>
                    <a:pt x="16503" y="8952"/>
                  </a:lnTo>
                  <a:lnTo>
                    <a:pt x="16884" y="8443"/>
                  </a:lnTo>
                  <a:lnTo>
                    <a:pt x="17266" y="7891"/>
                  </a:lnTo>
                  <a:lnTo>
                    <a:pt x="17563" y="7297"/>
                  </a:lnTo>
                  <a:lnTo>
                    <a:pt x="17818" y="6703"/>
                  </a:lnTo>
                  <a:lnTo>
                    <a:pt x="17903" y="6406"/>
                  </a:lnTo>
                  <a:lnTo>
                    <a:pt x="17945" y="6109"/>
                  </a:lnTo>
                  <a:lnTo>
                    <a:pt x="17945" y="5855"/>
                  </a:lnTo>
                  <a:lnTo>
                    <a:pt x="17945" y="5558"/>
                  </a:lnTo>
                  <a:lnTo>
                    <a:pt x="17860" y="5303"/>
                  </a:lnTo>
                  <a:lnTo>
                    <a:pt x="17775" y="5006"/>
                  </a:lnTo>
                  <a:lnTo>
                    <a:pt x="17648" y="4752"/>
                  </a:lnTo>
                  <a:lnTo>
                    <a:pt x="17521" y="4497"/>
                  </a:lnTo>
                  <a:lnTo>
                    <a:pt x="17139" y="4031"/>
                  </a:lnTo>
                  <a:lnTo>
                    <a:pt x="16672" y="3564"/>
                  </a:lnTo>
                  <a:lnTo>
                    <a:pt x="16206" y="3140"/>
                  </a:lnTo>
                  <a:lnTo>
                    <a:pt x="15697" y="2758"/>
                  </a:lnTo>
                  <a:lnTo>
                    <a:pt x="14763" y="2122"/>
                  </a:lnTo>
                  <a:lnTo>
                    <a:pt x="13703" y="1401"/>
                  </a:lnTo>
                  <a:lnTo>
                    <a:pt x="13109" y="1019"/>
                  </a:lnTo>
                  <a:lnTo>
                    <a:pt x="12473" y="679"/>
                  </a:lnTo>
                  <a:lnTo>
                    <a:pt x="11794" y="383"/>
                  </a:lnTo>
                  <a:lnTo>
                    <a:pt x="11158" y="128"/>
                  </a:lnTo>
                  <a:lnTo>
                    <a:pt x="10818" y="43"/>
                  </a:lnTo>
                  <a:lnTo>
                    <a:pt x="10479" y="1"/>
                  </a:lnTo>
                  <a:close/>
                </a:path>
              </a:pathLst>
            </a:custGeom>
            <a:solidFill>
              <a:srgbClr val="ABC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60"/>
            <p:cNvSpPr/>
            <p:nvPr/>
          </p:nvSpPr>
          <p:spPr>
            <a:xfrm>
              <a:off x="5120800" y="2137900"/>
              <a:ext cx="351075" cy="434850"/>
            </a:xfrm>
            <a:custGeom>
              <a:avLst/>
              <a:gdLst/>
              <a:ahLst/>
              <a:cxnLst/>
              <a:rect l="l" t="t" r="r" b="b"/>
              <a:pathLst>
                <a:path w="14043" h="17394" extrusionOk="0">
                  <a:moveTo>
                    <a:pt x="9843" y="1"/>
                  </a:moveTo>
                  <a:lnTo>
                    <a:pt x="9333" y="86"/>
                  </a:lnTo>
                  <a:lnTo>
                    <a:pt x="8867" y="255"/>
                  </a:lnTo>
                  <a:lnTo>
                    <a:pt x="8443" y="467"/>
                  </a:lnTo>
                  <a:lnTo>
                    <a:pt x="8103" y="807"/>
                  </a:lnTo>
                  <a:lnTo>
                    <a:pt x="7764" y="1146"/>
                  </a:lnTo>
                  <a:lnTo>
                    <a:pt x="7467" y="1528"/>
                  </a:lnTo>
                  <a:lnTo>
                    <a:pt x="7170" y="1952"/>
                  </a:lnTo>
                  <a:lnTo>
                    <a:pt x="6915" y="2376"/>
                  </a:lnTo>
                  <a:lnTo>
                    <a:pt x="6449" y="2334"/>
                  </a:lnTo>
                  <a:lnTo>
                    <a:pt x="5982" y="2334"/>
                  </a:lnTo>
                  <a:lnTo>
                    <a:pt x="5516" y="2376"/>
                  </a:lnTo>
                  <a:lnTo>
                    <a:pt x="5091" y="2461"/>
                  </a:lnTo>
                  <a:lnTo>
                    <a:pt x="4710" y="2588"/>
                  </a:lnTo>
                  <a:lnTo>
                    <a:pt x="4328" y="2758"/>
                  </a:lnTo>
                  <a:lnTo>
                    <a:pt x="3946" y="2970"/>
                  </a:lnTo>
                  <a:lnTo>
                    <a:pt x="3607" y="3225"/>
                  </a:lnTo>
                  <a:lnTo>
                    <a:pt x="3310" y="3522"/>
                  </a:lnTo>
                  <a:lnTo>
                    <a:pt x="3055" y="3819"/>
                  </a:lnTo>
                  <a:lnTo>
                    <a:pt x="2801" y="4158"/>
                  </a:lnTo>
                  <a:lnTo>
                    <a:pt x="2588" y="4540"/>
                  </a:lnTo>
                  <a:lnTo>
                    <a:pt x="2461" y="4964"/>
                  </a:lnTo>
                  <a:lnTo>
                    <a:pt x="2334" y="5388"/>
                  </a:lnTo>
                  <a:lnTo>
                    <a:pt x="2249" y="5812"/>
                  </a:lnTo>
                  <a:lnTo>
                    <a:pt x="2207" y="6279"/>
                  </a:lnTo>
                  <a:lnTo>
                    <a:pt x="1867" y="6364"/>
                  </a:lnTo>
                  <a:lnTo>
                    <a:pt x="1613" y="6449"/>
                  </a:lnTo>
                  <a:lnTo>
                    <a:pt x="1316" y="6534"/>
                  </a:lnTo>
                  <a:lnTo>
                    <a:pt x="1104" y="6703"/>
                  </a:lnTo>
                  <a:lnTo>
                    <a:pt x="849" y="6873"/>
                  </a:lnTo>
                  <a:lnTo>
                    <a:pt x="679" y="7043"/>
                  </a:lnTo>
                  <a:lnTo>
                    <a:pt x="467" y="7255"/>
                  </a:lnTo>
                  <a:lnTo>
                    <a:pt x="340" y="7467"/>
                  </a:lnTo>
                  <a:lnTo>
                    <a:pt x="213" y="7721"/>
                  </a:lnTo>
                  <a:lnTo>
                    <a:pt x="128" y="7976"/>
                  </a:lnTo>
                  <a:lnTo>
                    <a:pt x="43" y="8230"/>
                  </a:lnTo>
                  <a:lnTo>
                    <a:pt x="1" y="8527"/>
                  </a:lnTo>
                  <a:lnTo>
                    <a:pt x="1" y="8824"/>
                  </a:lnTo>
                  <a:lnTo>
                    <a:pt x="1" y="9121"/>
                  </a:lnTo>
                  <a:lnTo>
                    <a:pt x="86" y="9418"/>
                  </a:lnTo>
                  <a:lnTo>
                    <a:pt x="170" y="9715"/>
                  </a:lnTo>
                  <a:lnTo>
                    <a:pt x="170" y="9842"/>
                  </a:lnTo>
                  <a:lnTo>
                    <a:pt x="170" y="9927"/>
                  </a:lnTo>
                  <a:lnTo>
                    <a:pt x="510" y="10691"/>
                  </a:lnTo>
                  <a:lnTo>
                    <a:pt x="892" y="11454"/>
                  </a:lnTo>
                  <a:lnTo>
                    <a:pt x="1316" y="12176"/>
                  </a:lnTo>
                  <a:lnTo>
                    <a:pt x="1782" y="12897"/>
                  </a:lnTo>
                  <a:lnTo>
                    <a:pt x="2249" y="13576"/>
                  </a:lnTo>
                  <a:lnTo>
                    <a:pt x="2758" y="14254"/>
                  </a:lnTo>
                  <a:lnTo>
                    <a:pt x="3819" y="15569"/>
                  </a:lnTo>
                  <a:lnTo>
                    <a:pt x="4158" y="15951"/>
                  </a:lnTo>
                  <a:lnTo>
                    <a:pt x="4497" y="16333"/>
                  </a:lnTo>
                  <a:lnTo>
                    <a:pt x="4879" y="16630"/>
                  </a:lnTo>
                  <a:lnTo>
                    <a:pt x="5261" y="16927"/>
                  </a:lnTo>
                  <a:lnTo>
                    <a:pt x="5643" y="17139"/>
                  </a:lnTo>
                  <a:lnTo>
                    <a:pt x="6109" y="17309"/>
                  </a:lnTo>
                  <a:lnTo>
                    <a:pt x="6576" y="17393"/>
                  </a:lnTo>
                  <a:lnTo>
                    <a:pt x="7128" y="17351"/>
                  </a:lnTo>
                  <a:lnTo>
                    <a:pt x="7679" y="17266"/>
                  </a:lnTo>
                  <a:lnTo>
                    <a:pt x="8230" y="17054"/>
                  </a:lnTo>
                  <a:lnTo>
                    <a:pt x="8782" y="16800"/>
                  </a:lnTo>
                  <a:lnTo>
                    <a:pt x="9291" y="16460"/>
                  </a:lnTo>
                  <a:lnTo>
                    <a:pt x="9800" y="16121"/>
                  </a:lnTo>
                  <a:lnTo>
                    <a:pt x="10309" y="15739"/>
                  </a:lnTo>
                  <a:lnTo>
                    <a:pt x="11200" y="14975"/>
                  </a:lnTo>
                  <a:lnTo>
                    <a:pt x="10564" y="14806"/>
                  </a:lnTo>
                  <a:lnTo>
                    <a:pt x="9970" y="14594"/>
                  </a:lnTo>
                  <a:lnTo>
                    <a:pt x="9376" y="14297"/>
                  </a:lnTo>
                  <a:lnTo>
                    <a:pt x="8824" y="14000"/>
                  </a:lnTo>
                  <a:lnTo>
                    <a:pt x="8315" y="13618"/>
                  </a:lnTo>
                  <a:lnTo>
                    <a:pt x="7849" y="13236"/>
                  </a:lnTo>
                  <a:lnTo>
                    <a:pt x="7424" y="12812"/>
                  </a:lnTo>
                  <a:lnTo>
                    <a:pt x="7043" y="12303"/>
                  </a:lnTo>
                  <a:lnTo>
                    <a:pt x="6703" y="11794"/>
                  </a:lnTo>
                  <a:lnTo>
                    <a:pt x="6449" y="11242"/>
                  </a:lnTo>
                  <a:lnTo>
                    <a:pt x="6279" y="10691"/>
                  </a:lnTo>
                  <a:lnTo>
                    <a:pt x="6152" y="10055"/>
                  </a:lnTo>
                  <a:lnTo>
                    <a:pt x="6109" y="9418"/>
                  </a:lnTo>
                  <a:lnTo>
                    <a:pt x="6152" y="8782"/>
                  </a:lnTo>
                  <a:lnTo>
                    <a:pt x="6322" y="8103"/>
                  </a:lnTo>
                  <a:lnTo>
                    <a:pt x="6534" y="7382"/>
                  </a:lnTo>
                  <a:lnTo>
                    <a:pt x="6788" y="6831"/>
                  </a:lnTo>
                  <a:lnTo>
                    <a:pt x="7043" y="6322"/>
                  </a:lnTo>
                  <a:lnTo>
                    <a:pt x="7382" y="5812"/>
                  </a:lnTo>
                  <a:lnTo>
                    <a:pt x="7721" y="5346"/>
                  </a:lnTo>
                  <a:lnTo>
                    <a:pt x="8103" y="4879"/>
                  </a:lnTo>
                  <a:lnTo>
                    <a:pt x="8570" y="4455"/>
                  </a:lnTo>
                  <a:lnTo>
                    <a:pt x="8994" y="4073"/>
                  </a:lnTo>
                  <a:lnTo>
                    <a:pt x="9503" y="3691"/>
                  </a:lnTo>
                  <a:lnTo>
                    <a:pt x="10012" y="3352"/>
                  </a:lnTo>
                  <a:lnTo>
                    <a:pt x="10521" y="3013"/>
                  </a:lnTo>
                  <a:lnTo>
                    <a:pt x="11073" y="2716"/>
                  </a:lnTo>
                  <a:lnTo>
                    <a:pt x="11667" y="2461"/>
                  </a:lnTo>
                  <a:lnTo>
                    <a:pt x="12261" y="2207"/>
                  </a:lnTo>
                  <a:lnTo>
                    <a:pt x="12854" y="1995"/>
                  </a:lnTo>
                  <a:lnTo>
                    <a:pt x="13448" y="1782"/>
                  </a:lnTo>
                  <a:lnTo>
                    <a:pt x="14042" y="1613"/>
                  </a:lnTo>
                  <a:lnTo>
                    <a:pt x="13067" y="1019"/>
                  </a:lnTo>
                  <a:lnTo>
                    <a:pt x="12557" y="722"/>
                  </a:lnTo>
                  <a:lnTo>
                    <a:pt x="12006" y="467"/>
                  </a:lnTo>
                  <a:lnTo>
                    <a:pt x="11455" y="255"/>
                  </a:lnTo>
                  <a:lnTo>
                    <a:pt x="10903" y="86"/>
                  </a:lnTo>
                  <a:lnTo>
                    <a:pt x="10352" y="1"/>
                  </a:lnTo>
                  <a:close/>
                </a:path>
              </a:pathLst>
            </a:custGeom>
            <a:solidFill>
              <a:srgbClr val="71B9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60"/>
            <p:cNvSpPr/>
            <p:nvPr/>
          </p:nvSpPr>
          <p:spPr>
            <a:xfrm>
              <a:off x="5377450" y="2418950"/>
              <a:ext cx="53050" cy="25475"/>
            </a:xfrm>
            <a:custGeom>
              <a:avLst/>
              <a:gdLst/>
              <a:ahLst/>
              <a:cxnLst/>
              <a:rect l="l" t="t" r="r" b="b"/>
              <a:pathLst>
                <a:path w="2122" h="1019" extrusionOk="0">
                  <a:moveTo>
                    <a:pt x="1740" y="0"/>
                  </a:moveTo>
                  <a:lnTo>
                    <a:pt x="1655" y="43"/>
                  </a:lnTo>
                  <a:lnTo>
                    <a:pt x="1570" y="170"/>
                  </a:lnTo>
                  <a:lnTo>
                    <a:pt x="1443" y="297"/>
                  </a:lnTo>
                  <a:lnTo>
                    <a:pt x="1316" y="382"/>
                  </a:lnTo>
                  <a:lnTo>
                    <a:pt x="1146" y="467"/>
                  </a:lnTo>
                  <a:lnTo>
                    <a:pt x="637" y="467"/>
                  </a:lnTo>
                  <a:lnTo>
                    <a:pt x="510" y="382"/>
                  </a:lnTo>
                  <a:lnTo>
                    <a:pt x="340" y="297"/>
                  </a:lnTo>
                  <a:lnTo>
                    <a:pt x="298" y="255"/>
                  </a:lnTo>
                  <a:lnTo>
                    <a:pt x="86" y="255"/>
                  </a:lnTo>
                  <a:lnTo>
                    <a:pt x="1" y="382"/>
                  </a:lnTo>
                  <a:lnTo>
                    <a:pt x="1" y="425"/>
                  </a:lnTo>
                  <a:lnTo>
                    <a:pt x="43" y="509"/>
                  </a:lnTo>
                  <a:lnTo>
                    <a:pt x="255" y="764"/>
                  </a:lnTo>
                  <a:lnTo>
                    <a:pt x="510" y="934"/>
                  </a:lnTo>
                  <a:lnTo>
                    <a:pt x="764" y="1018"/>
                  </a:lnTo>
                  <a:lnTo>
                    <a:pt x="1061" y="1018"/>
                  </a:lnTo>
                  <a:lnTo>
                    <a:pt x="1358" y="976"/>
                  </a:lnTo>
                  <a:lnTo>
                    <a:pt x="1613" y="849"/>
                  </a:lnTo>
                  <a:lnTo>
                    <a:pt x="1867" y="679"/>
                  </a:lnTo>
                  <a:lnTo>
                    <a:pt x="2079" y="467"/>
                  </a:lnTo>
                  <a:lnTo>
                    <a:pt x="2122" y="340"/>
                  </a:lnTo>
                  <a:lnTo>
                    <a:pt x="2079" y="212"/>
                  </a:lnTo>
                  <a:lnTo>
                    <a:pt x="2037" y="128"/>
                  </a:lnTo>
                  <a:lnTo>
                    <a:pt x="1952" y="43"/>
                  </a:lnTo>
                  <a:lnTo>
                    <a:pt x="1867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60"/>
            <p:cNvSpPr/>
            <p:nvPr/>
          </p:nvSpPr>
          <p:spPr>
            <a:xfrm>
              <a:off x="5401850" y="2365925"/>
              <a:ext cx="49875" cy="26525"/>
            </a:xfrm>
            <a:custGeom>
              <a:avLst/>
              <a:gdLst/>
              <a:ahLst/>
              <a:cxnLst/>
              <a:rect l="l" t="t" r="r" b="b"/>
              <a:pathLst>
                <a:path w="1995" h="1061" extrusionOk="0">
                  <a:moveTo>
                    <a:pt x="1061" y="0"/>
                  </a:moveTo>
                  <a:lnTo>
                    <a:pt x="764" y="43"/>
                  </a:lnTo>
                  <a:lnTo>
                    <a:pt x="509" y="170"/>
                  </a:lnTo>
                  <a:lnTo>
                    <a:pt x="255" y="340"/>
                  </a:lnTo>
                  <a:lnTo>
                    <a:pt x="85" y="594"/>
                  </a:lnTo>
                  <a:lnTo>
                    <a:pt x="0" y="891"/>
                  </a:lnTo>
                  <a:lnTo>
                    <a:pt x="0" y="1018"/>
                  </a:lnTo>
                  <a:lnTo>
                    <a:pt x="85" y="1061"/>
                  </a:lnTo>
                  <a:lnTo>
                    <a:pt x="213" y="1061"/>
                  </a:lnTo>
                  <a:lnTo>
                    <a:pt x="255" y="976"/>
                  </a:lnTo>
                  <a:lnTo>
                    <a:pt x="340" y="806"/>
                  </a:lnTo>
                  <a:lnTo>
                    <a:pt x="467" y="679"/>
                  </a:lnTo>
                  <a:lnTo>
                    <a:pt x="637" y="552"/>
                  </a:lnTo>
                  <a:lnTo>
                    <a:pt x="806" y="509"/>
                  </a:lnTo>
                  <a:lnTo>
                    <a:pt x="976" y="467"/>
                  </a:lnTo>
                  <a:lnTo>
                    <a:pt x="1146" y="467"/>
                  </a:lnTo>
                  <a:lnTo>
                    <a:pt x="1315" y="552"/>
                  </a:lnTo>
                  <a:lnTo>
                    <a:pt x="1485" y="679"/>
                  </a:lnTo>
                  <a:lnTo>
                    <a:pt x="1570" y="721"/>
                  </a:lnTo>
                  <a:lnTo>
                    <a:pt x="1697" y="764"/>
                  </a:lnTo>
                  <a:lnTo>
                    <a:pt x="1782" y="721"/>
                  </a:lnTo>
                  <a:lnTo>
                    <a:pt x="1867" y="637"/>
                  </a:lnTo>
                  <a:lnTo>
                    <a:pt x="1952" y="552"/>
                  </a:lnTo>
                  <a:lnTo>
                    <a:pt x="1994" y="467"/>
                  </a:lnTo>
                  <a:lnTo>
                    <a:pt x="1952" y="382"/>
                  </a:lnTo>
                  <a:lnTo>
                    <a:pt x="1909" y="255"/>
                  </a:lnTo>
                  <a:lnTo>
                    <a:pt x="1655" y="128"/>
                  </a:lnTo>
                  <a:lnTo>
                    <a:pt x="1358" y="43"/>
                  </a:lnTo>
                  <a:lnTo>
                    <a:pt x="1061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60"/>
            <p:cNvSpPr/>
            <p:nvPr/>
          </p:nvSpPr>
          <p:spPr>
            <a:xfrm>
              <a:off x="5473975" y="2296975"/>
              <a:ext cx="26525" cy="54125"/>
            </a:xfrm>
            <a:custGeom>
              <a:avLst/>
              <a:gdLst/>
              <a:ahLst/>
              <a:cxnLst/>
              <a:rect l="l" t="t" r="r" b="b"/>
              <a:pathLst>
                <a:path w="1061" h="2165" extrusionOk="0">
                  <a:moveTo>
                    <a:pt x="297" y="1"/>
                  </a:moveTo>
                  <a:lnTo>
                    <a:pt x="170" y="43"/>
                  </a:lnTo>
                  <a:lnTo>
                    <a:pt x="85" y="128"/>
                  </a:lnTo>
                  <a:lnTo>
                    <a:pt x="42" y="213"/>
                  </a:lnTo>
                  <a:lnTo>
                    <a:pt x="0" y="298"/>
                  </a:lnTo>
                  <a:lnTo>
                    <a:pt x="42" y="425"/>
                  </a:lnTo>
                  <a:lnTo>
                    <a:pt x="127" y="510"/>
                  </a:lnTo>
                  <a:lnTo>
                    <a:pt x="255" y="680"/>
                  </a:lnTo>
                  <a:lnTo>
                    <a:pt x="339" y="807"/>
                  </a:lnTo>
                  <a:lnTo>
                    <a:pt x="424" y="977"/>
                  </a:lnTo>
                  <a:lnTo>
                    <a:pt x="467" y="1146"/>
                  </a:lnTo>
                  <a:lnTo>
                    <a:pt x="467" y="1274"/>
                  </a:lnTo>
                  <a:lnTo>
                    <a:pt x="424" y="1443"/>
                  </a:lnTo>
                  <a:lnTo>
                    <a:pt x="339" y="1613"/>
                  </a:lnTo>
                  <a:lnTo>
                    <a:pt x="255" y="1783"/>
                  </a:lnTo>
                  <a:lnTo>
                    <a:pt x="212" y="1867"/>
                  </a:lnTo>
                  <a:lnTo>
                    <a:pt x="212" y="1952"/>
                  </a:lnTo>
                  <a:lnTo>
                    <a:pt x="255" y="2080"/>
                  </a:lnTo>
                  <a:lnTo>
                    <a:pt x="382" y="2164"/>
                  </a:lnTo>
                  <a:lnTo>
                    <a:pt x="467" y="2164"/>
                  </a:lnTo>
                  <a:lnTo>
                    <a:pt x="552" y="2122"/>
                  </a:lnTo>
                  <a:lnTo>
                    <a:pt x="764" y="1910"/>
                  </a:lnTo>
                  <a:lnTo>
                    <a:pt x="933" y="1655"/>
                  </a:lnTo>
                  <a:lnTo>
                    <a:pt x="1018" y="1358"/>
                  </a:lnTo>
                  <a:lnTo>
                    <a:pt x="1061" y="1061"/>
                  </a:lnTo>
                  <a:lnTo>
                    <a:pt x="1018" y="765"/>
                  </a:lnTo>
                  <a:lnTo>
                    <a:pt x="933" y="468"/>
                  </a:lnTo>
                  <a:lnTo>
                    <a:pt x="764" y="21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60"/>
            <p:cNvSpPr/>
            <p:nvPr/>
          </p:nvSpPr>
          <p:spPr>
            <a:xfrm>
              <a:off x="5183375" y="2358500"/>
              <a:ext cx="56225" cy="50925"/>
            </a:xfrm>
            <a:custGeom>
              <a:avLst/>
              <a:gdLst/>
              <a:ahLst/>
              <a:cxnLst/>
              <a:rect l="l" t="t" r="r" b="b"/>
              <a:pathLst>
                <a:path w="2249" h="2037" extrusionOk="0">
                  <a:moveTo>
                    <a:pt x="1825" y="0"/>
                  </a:moveTo>
                  <a:lnTo>
                    <a:pt x="1740" y="85"/>
                  </a:lnTo>
                  <a:lnTo>
                    <a:pt x="1655" y="170"/>
                  </a:lnTo>
                  <a:lnTo>
                    <a:pt x="1401" y="594"/>
                  </a:lnTo>
                  <a:lnTo>
                    <a:pt x="1273" y="806"/>
                  </a:lnTo>
                  <a:lnTo>
                    <a:pt x="1146" y="976"/>
                  </a:lnTo>
                  <a:lnTo>
                    <a:pt x="976" y="1146"/>
                  </a:lnTo>
                  <a:lnTo>
                    <a:pt x="764" y="1273"/>
                  </a:lnTo>
                  <a:lnTo>
                    <a:pt x="510" y="1358"/>
                  </a:lnTo>
                  <a:lnTo>
                    <a:pt x="255" y="1400"/>
                  </a:lnTo>
                  <a:lnTo>
                    <a:pt x="128" y="1443"/>
                  </a:lnTo>
                  <a:lnTo>
                    <a:pt x="43" y="1528"/>
                  </a:lnTo>
                  <a:lnTo>
                    <a:pt x="1" y="1655"/>
                  </a:lnTo>
                  <a:lnTo>
                    <a:pt x="43" y="1740"/>
                  </a:lnTo>
                  <a:lnTo>
                    <a:pt x="85" y="1867"/>
                  </a:lnTo>
                  <a:lnTo>
                    <a:pt x="170" y="1952"/>
                  </a:lnTo>
                  <a:lnTo>
                    <a:pt x="255" y="1994"/>
                  </a:lnTo>
                  <a:lnTo>
                    <a:pt x="382" y="2037"/>
                  </a:lnTo>
                  <a:lnTo>
                    <a:pt x="722" y="1952"/>
                  </a:lnTo>
                  <a:lnTo>
                    <a:pt x="1019" y="1824"/>
                  </a:lnTo>
                  <a:lnTo>
                    <a:pt x="1316" y="1697"/>
                  </a:lnTo>
                  <a:lnTo>
                    <a:pt x="1613" y="1485"/>
                  </a:lnTo>
                  <a:lnTo>
                    <a:pt x="1867" y="1231"/>
                  </a:lnTo>
                  <a:lnTo>
                    <a:pt x="2037" y="934"/>
                  </a:lnTo>
                  <a:lnTo>
                    <a:pt x="2164" y="637"/>
                  </a:lnTo>
                  <a:lnTo>
                    <a:pt x="2249" y="297"/>
                  </a:lnTo>
                  <a:lnTo>
                    <a:pt x="2207" y="212"/>
                  </a:lnTo>
                  <a:lnTo>
                    <a:pt x="2164" y="128"/>
                  </a:lnTo>
                  <a:lnTo>
                    <a:pt x="2079" y="43"/>
                  </a:lnTo>
                  <a:lnTo>
                    <a:pt x="1994" y="0"/>
                  </a:lnTo>
                  <a:close/>
                </a:path>
              </a:pathLst>
            </a:custGeom>
            <a:solidFill>
              <a:srgbClr val="4D9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60"/>
            <p:cNvSpPr/>
            <p:nvPr/>
          </p:nvSpPr>
          <p:spPr>
            <a:xfrm>
              <a:off x="4551300" y="1957625"/>
              <a:ext cx="1070100" cy="674525"/>
            </a:xfrm>
            <a:custGeom>
              <a:avLst/>
              <a:gdLst/>
              <a:ahLst/>
              <a:cxnLst/>
              <a:rect l="l" t="t" r="r" b="b"/>
              <a:pathLst>
                <a:path w="42804" h="26981" extrusionOk="0">
                  <a:moveTo>
                    <a:pt x="25708" y="0"/>
                  </a:moveTo>
                  <a:lnTo>
                    <a:pt x="25496" y="43"/>
                  </a:lnTo>
                  <a:lnTo>
                    <a:pt x="25284" y="85"/>
                  </a:lnTo>
                  <a:lnTo>
                    <a:pt x="24817" y="212"/>
                  </a:lnTo>
                  <a:lnTo>
                    <a:pt x="24350" y="467"/>
                  </a:lnTo>
                  <a:lnTo>
                    <a:pt x="23841" y="849"/>
                  </a:lnTo>
                  <a:lnTo>
                    <a:pt x="23375" y="1230"/>
                  </a:lnTo>
                  <a:lnTo>
                    <a:pt x="22866" y="1697"/>
                  </a:lnTo>
                  <a:lnTo>
                    <a:pt x="21932" y="2588"/>
                  </a:lnTo>
                  <a:lnTo>
                    <a:pt x="21126" y="3394"/>
                  </a:lnTo>
                  <a:lnTo>
                    <a:pt x="20320" y="4157"/>
                  </a:lnTo>
                  <a:lnTo>
                    <a:pt x="19811" y="3733"/>
                  </a:lnTo>
                  <a:lnTo>
                    <a:pt x="19217" y="3394"/>
                  </a:lnTo>
                  <a:lnTo>
                    <a:pt x="18623" y="3139"/>
                  </a:lnTo>
                  <a:lnTo>
                    <a:pt x="17987" y="2927"/>
                  </a:lnTo>
                  <a:lnTo>
                    <a:pt x="17308" y="2842"/>
                  </a:lnTo>
                  <a:lnTo>
                    <a:pt x="16630" y="2800"/>
                  </a:lnTo>
                  <a:lnTo>
                    <a:pt x="15951" y="2842"/>
                  </a:lnTo>
                  <a:lnTo>
                    <a:pt x="15230" y="2970"/>
                  </a:lnTo>
                  <a:lnTo>
                    <a:pt x="14678" y="3139"/>
                  </a:lnTo>
                  <a:lnTo>
                    <a:pt x="14169" y="3351"/>
                  </a:lnTo>
                  <a:lnTo>
                    <a:pt x="13703" y="3648"/>
                  </a:lnTo>
                  <a:lnTo>
                    <a:pt x="13236" y="3945"/>
                  </a:lnTo>
                  <a:lnTo>
                    <a:pt x="12812" y="4285"/>
                  </a:lnTo>
                  <a:lnTo>
                    <a:pt x="12430" y="4709"/>
                  </a:lnTo>
                  <a:lnTo>
                    <a:pt x="12091" y="5133"/>
                  </a:lnTo>
                  <a:lnTo>
                    <a:pt x="11794" y="5600"/>
                  </a:lnTo>
                  <a:lnTo>
                    <a:pt x="11624" y="6066"/>
                  </a:lnTo>
                  <a:lnTo>
                    <a:pt x="11454" y="6660"/>
                  </a:lnTo>
                  <a:lnTo>
                    <a:pt x="11157" y="8018"/>
                  </a:lnTo>
                  <a:lnTo>
                    <a:pt x="10860" y="9502"/>
                  </a:lnTo>
                  <a:lnTo>
                    <a:pt x="10691" y="10266"/>
                  </a:lnTo>
                  <a:lnTo>
                    <a:pt x="10479" y="10987"/>
                  </a:lnTo>
                  <a:lnTo>
                    <a:pt x="10224" y="11666"/>
                  </a:lnTo>
                  <a:lnTo>
                    <a:pt x="9927" y="12302"/>
                  </a:lnTo>
                  <a:lnTo>
                    <a:pt x="9757" y="12557"/>
                  </a:lnTo>
                  <a:lnTo>
                    <a:pt x="9588" y="12811"/>
                  </a:lnTo>
                  <a:lnTo>
                    <a:pt x="9376" y="13023"/>
                  </a:lnTo>
                  <a:lnTo>
                    <a:pt x="9164" y="13193"/>
                  </a:lnTo>
                  <a:lnTo>
                    <a:pt x="8909" y="13320"/>
                  </a:lnTo>
                  <a:lnTo>
                    <a:pt x="8654" y="13448"/>
                  </a:lnTo>
                  <a:lnTo>
                    <a:pt x="8358" y="13533"/>
                  </a:lnTo>
                  <a:lnTo>
                    <a:pt x="7721" y="13533"/>
                  </a:lnTo>
                  <a:lnTo>
                    <a:pt x="7382" y="13448"/>
                  </a:lnTo>
                  <a:lnTo>
                    <a:pt x="7000" y="13363"/>
                  </a:lnTo>
                  <a:lnTo>
                    <a:pt x="6618" y="13151"/>
                  </a:lnTo>
                  <a:lnTo>
                    <a:pt x="6576" y="13151"/>
                  </a:lnTo>
                  <a:lnTo>
                    <a:pt x="6830" y="12769"/>
                  </a:lnTo>
                  <a:lnTo>
                    <a:pt x="7085" y="12345"/>
                  </a:lnTo>
                  <a:lnTo>
                    <a:pt x="7297" y="11921"/>
                  </a:lnTo>
                  <a:lnTo>
                    <a:pt x="7509" y="11496"/>
                  </a:lnTo>
                  <a:lnTo>
                    <a:pt x="7509" y="11411"/>
                  </a:lnTo>
                  <a:lnTo>
                    <a:pt x="7509" y="11327"/>
                  </a:lnTo>
                  <a:lnTo>
                    <a:pt x="7467" y="11242"/>
                  </a:lnTo>
                  <a:lnTo>
                    <a:pt x="7424" y="11157"/>
                  </a:lnTo>
                  <a:lnTo>
                    <a:pt x="6533" y="10436"/>
                  </a:lnTo>
                  <a:lnTo>
                    <a:pt x="5685" y="9715"/>
                  </a:lnTo>
                  <a:lnTo>
                    <a:pt x="4879" y="8909"/>
                  </a:lnTo>
                  <a:lnTo>
                    <a:pt x="4158" y="8060"/>
                  </a:lnTo>
                  <a:lnTo>
                    <a:pt x="4073" y="8018"/>
                  </a:lnTo>
                  <a:lnTo>
                    <a:pt x="3903" y="8018"/>
                  </a:lnTo>
                  <a:lnTo>
                    <a:pt x="3861" y="8060"/>
                  </a:lnTo>
                  <a:lnTo>
                    <a:pt x="1103" y="11242"/>
                  </a:lnTo>
                  <a:lnTo>
                    <a:pt x="764" y="11581"/>
                  </a:lnTo>
                  <a:lnTo>
                    <a:pt x="382" y="12048"/>
                  </a:lnTo>
                  <a:lnTo>
                    <a:pt x="213" y="12260"/>
                  </a:lnTo>
                  <a:lnTo>
                    <a:pt x="85" y="12514"/>
                  </a:lnTo>
                  <a:lnTo>
                    <a:pt x="1" y="12769"/>
                  </a:lnTo>
                  <a:lnTo>
                    <a:pt x="1" y="12981"/>
                  </a:lnTo>
                  <a:lnTo>
                    <a:pt x="85" y="13193"/>
                  </a:lnTo>
                  <a:lnTo>
                    <a:pt x="255" y="13405"/>
                  </a:lnTo>
                  <a:lnTo>
                    <a:pt x="467" y="13575"/>
                  </a:lnTo>
                  <a:lnTo>
                    <a:pt x="722" y="13702"/>
                  </a:lnTo>
                  <a:lnTo>
                    <a:pt x="1231" y="13914"/>
                  </a:lnTo>
                  <a:lnTo>
                    <a:pt x="1697" y="14084"/>
                  </a:lnTo>
                  <a:lnTo>
                    <a:pt x="2419" y="14381"/>
                  </a:lnTo>
                  <a:lnTo>
                    <a:pt x="3182" y="14635"/>
                  </a:lnTo>
                  <a:lnTo>
                    <a:pt x="3988" y="14805"/>
                  </a:lnTo>
                  <a:lnTo>
                    <a:pt x="4752" y="14932"/>
                  </a:lnTo>
                  <a:lnTo>
                    <a:pt x="4879" y="14890"/>
                  </a:lnTo>
                  <a:lnTo>
                    <a:pt x="4921" y="14805"/>
                  </a:lnTo>
                  <a:lnTo>
                    <a:pt x="4879" y="14720"/>
                  </a:lnTo>
                  <a:lnTo>
                    <a:pt x="4794" y="14635"/>
                  </a:lnTo>
                  <a:lnTo>
                    <a:pt x="3946" y="14423"/>
                  </a:lnTo>
                  <a:lnTo>
                    <a:pt x="3097" y="14211"/>
                  </a:lnTo>
                  <a:lnTo>
                    <a:pt x="2037" y="13872"/>
                  </a:lnTo>
                  <a:lnTo>
                    <a:pt x="1485" y="13660"/>
                  </a:lnTo>
                  <a:lnTo>
                    <a:pt x="1273" y="13533"/>
                  </a:lnTo>
                  <a:lnTo>
                    <a:pt x="1103" y="13363"/>
                  </a:lnTo>
                  <a:lnTo>
                    <a:pt x="849" y="13278"/>
                  </a:lnTo>
                  <a:lnTo>
                    <a:pt x="722" y="13236"/>
                  </a:lnTo>
                  <a:lnTo>
                    <a:pt x="679" y="13151"/>
                  </a:lnTo>
                  <a:lnTo>
                    <a:pt x="679" y="13023"/>
                  </a:lnTo>
                  <a:lnTo>
                    <a:pt x="679" y="12939"/>
                  </a:lnTo>
                  <a:lnTo>
                    <a:pt x="807" y="12642"/>
                  </a:lnTo>
                  <a:lnTo>
                    <a:pt x="849" y="12387"/>
                  </a:lnTo>
                  <a:lnTo>
                    <a:pt x="891" y="12133"/>
                  </a:lnTo>
                  <a:lnTo>
                    <a:pt x="1061" y="11921"/>
                  </a:lnTo>
                  <a:lnTo>
                    <a:pt x="1231" y="11751"/>
                  </a:lnTo>
                  <a:lnTo>
                    <a:pt x="1528" y="11369"/>
                  </a:lnTo>
                  <a:lnTo>
                    <a:pt x="1867" y="10987"/>
                  </a:lnTo>
                  <a:lnTo>
                    <a:pt x="2546" y="10266"/>
                  </a:lnTo>
                  <a:lnTo>
                    <a:pt x="3140" y="9418"/>
                  </a:lnTo>
                  <a:lnTo>
                    <a:pt x="3521" y="8951"/>
                  </a:lnTo>
                  <a:lnTo>
                    <a:pt x="3691" y="8824"/>
                  </a:lnTo>
                  <a:lnTo>
                    <a:pt x="3818" y="8739"/>
                  </a:lnTo>
                  <a:lnTo>
                    <a:pt x="3988" y="8739"/>
                  </a:lnTo>
                  <a:lnTo>
                    <a:pt x="4115" y="8781"/>
                  </a:lnTo>
                  <a:lnTo>
                    <a:pt x="4243" y="8824"/>
                  </a:lnTo>
                  <a:lnTo>
                    <a:pt x="4327" y="8909"/>
                  </a:lnTo>
                  <a:lnTo>
                    <a:pt x="4540" y="9121"/>
                  </a:lnTo>
                  <a:lnTo>
                    <a:pt x="4752" y="9375"/>
                  </a:lnTo>
                  <a:lnTo>
                    <a:pt x="5303" y="9927"/>
                  </a:lnTo>
                  <a:lnTo>
                    <a:pt x="5897" y="10436"/>
                  </a:lnTo>
                  <a:lnTo>
                    <a:pt x="6491" y="10945"/>
                  </a:lnTo>
                  <a:lnTo>
                    <a:pt x="7085" y="11411"/>
                  </a:lnTo>
                  <a:lnTo>
                    <a:pt x="6661" y="12260"/>
                  </a:lnTo>
                  <a:lnTo>
                    <a:pt x="6152" y="13066"/>
                  </a:lnTo>
                  <a:lnTo>
                    <a:pt x="5600" y="13872"/>
                  </a:lnTo>
                  <a:lnTo>
                    <a:pt x="4964" y="14593"/>
                  </a:lnTo>
                  <a:lnTo>
                    <a:pt x="4921" y="14678"/>
                  </a:lnTo>
                  <a:lnTo>
                    <a:pt x="4964" y="14763"/>
                  </a:lnTo>
                  <a:lnTo>
                    <a:pt x="5006" y="14805"/>
                  </a:lnTo>
                  <a:lnTo>
                    <a:pt x="5091" y="14763"/>
                  </a:lnTo>
                  <a:lnTo>
                    <a:pt x="5473" y="14423"/>
                  </a:lnTo>
                  <a:lnTo>
                    <a:pt x="5812" y="14084"/>
                  </a:lnTo>
                  <a:lnTo>
                    <a:pt x="6109" y="13745"/>
                  </a:lnTo>
                  <a:lnTo>
                    <a:pt x="6406" y="13363"/>
                  </a:lnTo>
                  <a:lnTo>
                    <a:pt x="6449" y="13405"/>
                  </a:lnTo>
                  <a:lnTo>
                    <a:pt x="6958" y="13660"/>
                  </a:lnTo>
                  <a:lnTo>
                    <a:pt x="7467" y="13787"/>
                  </a:lnTo>
                  <a:lnTo>
                    <a:pt x="7933" y="13787"/>
                  </a:lnTo>
                  <a:lnTo>
                    <a:pt x="8358" y="13745"/>
                  </a:lnTo>
                  <a:lnTo>
                    <a:pt x="8739" y="13617"/>
                  </a:lnTo>
                  <a:lnTo>
                    <a:pt x="9121" y="13405"/>
                  </a:lnTo>
                  <a:lnTo>
                    <a:pt x="9460" y="13108"/>
                  </a:lnTo>
                  <a:lnTo>
                    <a:pt x="9757" y="12769"/>
                  </a:lnTo>
                  <a:lnTo>
                    <a:pt x="10054" y="12387"/>
                  </a:lnTo>
                  <a:lnTo>
                    <a:pt x="10309" y="12005"/>
                  </a:lnTo>
                  <a:lnTo>
                    <a:pt x="10563" y="11581"/>
                  </a:lnTo>
                  <a:lnTo>
                    <a:pt x="10733" y="11115"/>
                  </a:lnTo>
                  <a:lnTo>
                    <a:pt x="10903" y="10648"/>
                  </a:lnTo>
                  <a:lnTo>
                    <a:pt x="11072" y="10181"/>
                  </a:lnTo>
                  <a:lnTo>
                    <a:pt x="11242" y="9290"/>
                  </a:lnTo>
                  <a:lnTo>
                    <a:pt x="11454" y="8272"/>
                  </a:lnTo>
                  <a:lnTo>
                    <a:pt x="11709" y="7297"/>
                  </a:lnTo>
                  <a:lnTo>
                    <a:pt x="11836" y="6788"/>
                  </a:lnTo>
                  <a:lnTo>
                    <a:pt x="12006" y="6363"/>
                  </a:lnTo>
                  <a:lnTo>
                    <a:pt x="12218" y="5897"/>
                  </a:lnTo>
                  <a:lnTo>
                    <a:pt x="12430" y="5472"/>
                  </a:lnTo>
                  <a:lnTo>
                    <a:pt x="12684" y="5091"/>
                  </a:lnTo>
                  <a:lnTo>
                    <a:pt x="12939" y="4709"/>
                  </a:lnTo>
                  <a:lnTo>
                    <a:pt x="13278" y="4370"/>
                  </a:lnTo>
                  <a:lnTo>
                    <a:pt x="13618" y="4073"/>
                  </a:lnTo>
                  <a:lnTo>
                    <a:pt x="14042" y="3818"/>
                  </a:lnTo>
                  <a:lnTo>
                    <a:pt x="14509" y="3564"/>
                  </a:lnTo>
                  <a:lnTo>
                    <a:pt x="15018" y="3351"/>
                  </a:lnTo>
                  <a:lnTo>
                    <a:pt x="15569" y="3224"/>
                  </a:lnTo>
                  <a:lnTo>
                    <a:pt x="16205" y="3097"/>
                  </a:lnTo>
                  <a:lnTo>
                    <a:pt x="16842" y="3097"/>
                  </a:lnTo>
                  <a:lnTo>
                    <a:pt x="17436" y="3139"/>
                  </a:lnTo>
                  <a:lnTo>
                    <a:pt x="18030" y="3267"/>
                  </a:lnTo>
                  <a:lnTo>
                    <a:pt x="18581" y="3436"/>
                  </a:lnTo>
                  <a:lnTo>
                    <a:pt x="19133" y="3691"/>
                  </a:lnTo>
                  <a:lnTo>
                    <a:pt x="19642" y="3988"/>
                  </a:lnTo>
                  <a:lnTo>
                    <a:pt x="20151" y="4327"/>
                  </a:lnTo>
                  <a:lnTo>
                    <a:pt x="18199" y="6236"/>
                  </a:lnTo>
                  <a:lnTo>
                    <a:pt x="16290" y="8145"/>
                  </a:lnTo>
                  <a:lnTo>
                    <a:pt x="16248" y="8230"/>
                  </a:lnTo>
                  <a:lnTo>
                    <a:pt x="16248" y="8315"/>
                  </a:lnTo>
                  <a:lnTo>
                    <a:pt x="16248" y="8400"/>
                  </a:lnTo>
                  <a:lnTo>
                    <a:pt x="16290" y="8484"/>
                  </a:lnTo>
                  <a:lnTo>
                    <a:pt x="16375" y="8527"/>
                  </a:lnTo>
                  <a:lnTo>
                    <a:pt x="16502" y="8527"/>
                  </a:lnTo>
                  <a:lnTo>
                    <a:pt x="16587" y="8484"/>
                  </a:lnTo>
                  <a:lnTo>
                    <a:pt x="18539" y="6533"/>
                  </a:lnTo>
                  <a:lnTo>
                    <a:pt x="20490" y="4624"/>
                  </a:lnTo>
                  <a:lnTo>
                    <a:pt x="20872" y="4963"/>
                  </a:lnTo>
                  <a:lnTo>
                    <a:pt x="21169" y="5303"/>
                  </a:lnTo>
                  <a:lnTo>
                    <a:pt x="21466" y="5685"/>
                  </a:lnTo>
                  <a:lnTo>
                    <a:pt x="21763" y="6066"/>
                  </a:lnTo>
                  <a:lnTo>
                    <a:pt x="21678" y="6151"/>
                  </a:lnTo>
                  <a:lnTo>
                    <a:pt x="21169" y="6618"/>
                  </a:lnTo>
                  <a:lnTo>
                    <a:pt x="20617" y="7042"/>
                  </a:lnTo>
                  <a:lnTo>
                    <a:pt x="20278" y="7297"/>
                  </a:lnTo>
                  <a:lnTo>
                    <a:pt x="20151" y="7339"/>
                  </a:lnTo>
                  <a:lnTo>
                    <a:pt x="19939" y="7339"/>
                  </a:lnTo>
                  <a:lnTo>
                    <a:pt x="19811" y="7254"/>
                  </a:lnTo>
                  <a:lnTo>
                    <a:pt x="19514" y="6957"/>
                  </a:lnTo>
                  <a:lnTo>
                    <a:pt x="19429" y="6957"/>
                  </a:lnTo>
                  <a:lnTo>
                    <a:pt x="19387" y="6915"/>
                  </a:lnTo>
                  <a:lnTo>
                    <a:pt x="19302" y="6957"/>
                  </a:lnTo>
                  <a:lnTo>
                    <a:pt x="19260" y="7084"/>
                  </a:lnTo>
                  <a:lnTo>
                    <a:pt x="19260" y="7127"/>
                  </a:lnTo>
                  <a:lnTo>
                    <a:pt x="19302" y="7169"/>
                  </a:lnTo>
                  <a:lnTo>
                    <a:pt x="19939" y="7933"/>
                  </a:lnTo>
                  <a:lnTo>
                    <a:pt x="20023" y="7975"/>
                  </a:lnTo>
                  <a:lnTo>
                    <a:pt x="20151" y="7975"/>
                  </a:lnTo>
                  <a:lnTo>
                    <a:pt x="20235" y="7933"/>
                  </a:lnTo>
                  <a:lnTo>
                    <a:pt x="21975" y="6448"/>
                  </a:lnTo>
                  <a:lnTo>
                    <a:pt x="22314" y="7042"/>
                  </a:lnTo>
                  <a:lnTo>
                    <a:pt x="22569" y="7636"/>
                  </a:lnTo>
                  <a:lnTo>
                    <a:pt x="22611" y="7678"/>
                  </a:lnTo>
                  <a:lnTo>
                    <a:pt x="22653" y="7678"/>
                  </a:lnTo>
                  <a:lnTo>
                    <a:pt x="22696" y="7636"/>
                  </a:lnTo>
                  <a:lnTo>
                    <a:pt x="22696" y="7594"/>
                  </a:lnTo>
                  <a:lnTo>
                    <a:pt x="22441" y="6915"/>
                  </a:lnTo>
                  <a:lnTo>
                    <a:pt x="22144" y="6321"/>
                  </a:lnTo>
                  <a:lnTo>
                    <a:pt x="22653" y="5897"/>
                  </a:lnTo>
                  <a:lnTo>
                    <a:pt x="23587" y="5176"/>
                  </a:lnTo>
                  <a:lnTo>
                    <a:pt x="23799" y="4963"/>
                  </a:lnTo>
                  <a:lnTo>
                    <a:pt x="24011" y="4751"/>
                  </a:lnTo>
                  <a:lnTo>
                    <a:pt x="24181" y="4497"/>
                  </a:lnTo>
                  <a:lnTo>
                    <a:pt x="24308" y="4285"/>
                  </a:lnTo>
                  <a:lnTo>
                    <a:pt x="24393" y="4030"/>
                  </a:lnTo>
                  <a:lnTo>
                    <a:pt x="24393" y="3776"/>
                  </a:lnTo>
                  <a:lnTo>
                    <a:pt x="24350" y="3564"/>
                  </a:lnTo>
                  <a:lnTo>
                    <a:pt x="24266" y="3351"/>
                  </a:lnTo>
                  <a:lnTo>
                    <a:pt x="24096" y="3224"/>
                  </a:lnTo>
                  <a:lnTo>
                    <a:pt x="23926" y="3097"/>
                  </a:lnTo>
                  <a:lnTo>
                    <a:pt x="23714" y="3054"/>
                  </a:lnTo>
                  <a:lnTo>
                    <a:pt x="23459" y="3097"/>
                  </a:lnTo>
                  <a:lnTo>
                    <a:pt x="23375" y="3139"/>
                  </a:lnTo>
                  <a:lnTo>
                    <a:pt x="23332" y="3182"/>
                  </a:lnTo>
                  <a:lnTo>
                    <a:pt x="23290" y="3267"/>
                  </a:lnTo>
                  <a:lnTo>
                    <a:pt x="23290" y="3351"/>
                  </a:lnTo>
                  <a:lnTo>
                    <a:pt x="23332" y="3394"/>
                  </a:lnTo>
                  <a:lnTo>
                    <a:pt x="23375" y="3479"/>
                  </a:lnTo>
                  <a:lnTo>
                    <a:pt x="23544" y="3479"/>
                  </a:lnTo>
                  <a:lnTo>
                    <a:pt x="23714" y="3860"/>
                  </a:lnTo>
                  <a:lnTo>
                    <a:pt x="23714" y="4030"/>
                  </a:lnTo>
                  <a:lnTo>
                    <a:pt x="23714" y="4200"/>
                  </a:lnTo>
                  <a:lnTo>
                    <a:pt x="23672" y="4327"/>
                  </a:lnTo>
                  <a:lnTo>
                    <a:pt x="23629" y="4454"/>
                  </a:lnTo>
                  <a:lnTo>
                    <a:pt x="23502" y="4582"/>
                  </a:lnTo>
                  <a:lnTo>
                    <a:pt x="23375" y="4666"/>
                  </a:lnTo>
                  <a:lnTo>
                    <a:pt x="22696" y="5260"/>
                  </a:lnTo>
                  <a:lnTo>
                    <a:pt x="21932" y="5939"/>
                  </a:lnTo>
                  <a:lnTo>
                    <a:pt x="21635" y="5515"/>
                  </a:lnTo>
                  <a:lnTo>
                    <a:pt x="21338" y="5133"/>
                  </a:lnTo>
                  <a:lnTo>
                    <a:pt x="21041" y="4794"/>
                  </a:lnTo>
                  <a:lnTo>
                    <a:pt x="20702" y="4454"/>
                  </a:lnTo>
                  <a:lnTo>
                    <a:pt x="22738" y="2630"/>
                  </a:lnTo>
                  <a:lnTo>
                    <a:pt x="23672" y="1739"/>
                  </a:lnTo>
                  <a:lnTo>
                    <a:pt x="24181" y="1273"/>
                  </a:lnTo>
                  <a:lnTo>
                    <a:pt x="24435" y="1103"/>
                  </a:lnTo>
                  <a:lnTo>
                    <a:pt x="24647" y="976"/>
                  </a:lnTo>
                  <a:lnTo>
                    <a:pt x="25029" y="891"/>
                  </a:lnTo>
                  <a:lnTo>
                    <a:pt x="25368" y="849"/>
                  </a:lnTo>
                  <a:lnTo>
                    <a:pt x="26090" y="849"/>
                  </a:lnTo>
                  <a:lnTo>
                    <a:pt x="26471" y="933"/>
                  </a:lnTo>
                  <a:lnTo>
                    <a:pt x="26811" y="1018"/>
                  </a:lnTo>
                  <a:lnTo>
                    <a:pt x="27447" y="1315"/>
                  </a:lnTo>
                  <a:lnTo>
                    <a:pt x="27914" y="1527"/>
                  </a:lnTo>
                  <a:lnTo>
                    <a:pt x="28380" y="1782"/>
                  </a:lnTo>
                  <a:lnTo>
                    <a:pt x="29271" y="2291"/>
                  </a:lnTo>
                  <a:lnTo>
                    <a:pt x="30968" y="3436"/>
                  </a:lnTo>
                  <a:lnTo>
                    <a:pt x="32707" y="4539"/>
                  </a:lnTo>
                  <a:lnTo>
                    <a:pt x="34447" y="5685"/>
                  </a:lnTo>
                  <a:lnTo>
                    <a:pt x="36143" y="6872"/>
                  </a:lnTo>
                  <a:lnTo>
                    <a:pt x="37798" y="8060"/>
                  </a:lnTo>
                  <a:lnTo>
                    <a:pt x="38731" y="8696"/>
                  </a:lnTo>
                  <a:lnTo>
                    <a:pt x="39792" y="9418"/>
                  </a:lnTo>
                  <a:lnTo>
                    <a:pt x="40301" y="9757"/>
                  </a:lnTo>
                  <a:lnTo>
                    <a:pt x="40767" y="10139"/>
                  </a:lnTo>
                  <a:lnTo>
                    <a:pt x="41192" y="10521"/>
                  </a:lnTo>
                  <a:lnTo>
                    <a:pt x="41573" y="10945"/>
                  </a:lnTo>
                  <a:lnTo>
                    <a:pt x="41828" y="11369"/>
                  </a:lnTo>
                  <a:lnTo>
                    <a:pt x="41998" y="11751"/>
                  </a:lnTo>
                  <a:lnTo>
                    <a:pt x="42082" y="12175"/>
                  </a:lnTo>
                  <a:lnTo>
                    <a:pt x="42125" y="12557"/>
                  </a:lnTo>
                  <a:lnTo>
                    <a:pt x="42125" y="12981"/>
                  </a:lnTo>
                  <a:lnTo>
                    <a:pt x="42040" y="13363"/>
                  </a:lnTo>
                  <a:lnTo>
                    <a:pt x="41913" y="13787"/>
                  </a:lnTo>
                  <a:lnTo>
                    <a:pt x="41743" y="14169"/>
                  </a:lnTo>
                  <a:lnTo>
                    <a:pt x="41573" y="14551"/>
                  </a:lnTo>
                  <a:lnTo>
                    <a:pt x="41361" y="14890"/>
                  </a:lnTo>
                  <a:lnTo>
                    <a:pt x="40852" y="15611"/>
                  </a:lnTo>
                  <a:lnTo>
                    <a:pt x="39877" y="16926"/>
                  </a:lnTo>
                  <a:lnTo>
                    <a:pt x="39198" y="17775"/>
                  </a:lnTo>
                  <a:lnTo>
                    <a:pt x="38519" y="18623"/>
                  </a:lnTo>
                  <a:lnTo>
                    <a:pt x="37798" y="19429"/>
                  </a:lnTo>
                  <a:lnTo>
                    <a:pt x="37077" y="20235"/>
                  </a:lnTo>
                  <a:lnTo>
                    <a:pt x="36313" y="20999"/>
                  </a:lnTo>
                  <a:lnTo>
                    <a:pt x="35550" y="21762"/>
                  </a:lnTo>
                  <a:lnTo>
                    <a:pt x="34744" y="22483"/>
                  </a:lnTo>
                  <a:lnTo>
                    <a:pt x="33895" y="23205"/>
                  </a:lnTo>
                  <a:lnTo>
                    <a:pt x="33089" y="23883"/>
                  </a:lnTo>
                  <a:lnTo>
                    <a:pt x="32241" y="24562"/>
                  </a:lnTo>
                  <a:lnTo>
                    <a:pt x="31350" y="25241"/>
                  </a:lnTo>
                  <a:lnTo>
                    <a:pt x="30926" y="25495"/>
                  </a:lnTo>
                  <a:lnTo>
                    <a:pt x="30459" y="25792"/>
                  </a:lnTo>
                  <a:lnTo>
                    <a:pt x="29992" y="26047"/>
                  </a:lnTo>
                  <a:lnTo>
                    <a:pt x="29441" y="26301"/>
                  </a:lnTo>
                  <a:lnTo>
                    <a:pt x="29186" y="26386"/>
                  </a:lnTo>
                  <a:lnTo>
                    <a:pt x="28889" y="26471"/>
                  </a:lnTo>
                  <a:lnTo>
                    <a:pt x="28635" y="26513"/>
                  </a:lnTo>
                  <a:lnTo>
                    <a:pt x="28380" y="26471"/>
                  </a:lnTo>
                  <a:lnTo>
                    <a:pt x="28168" y="26429"/>
                  </a:lnTo>
                  <a:lnTo>
                    <a:pt x="27956" y="26344"/>
                  </a:lnTo>
                  <a:lnTo>
                    <a:pt x="27490" y="26089"/>
                  </a:lnTo>
                  <a:lnTo>
                    <a:pt x="27065" y="25707"/>
                  </a:lnTo>
                  <a:lnTo>
                    <a:pt x="26684" y="25326"/>
                  </a:lnTo>
                  <a:lnTo>
                    <a:pt x="26302" y="24901"/>
                  </a:lnTo>
                  <a:lnTo>
                    <a:pt x="25920" y="24435"/>
                  </a:lnTo>
                  <a:lnTo>
                    <a:pt x="25368" y="23629"/>
                  </a:lnTo>
                  <a:lnTo>
                    <a:pt x="24266" y="21762"/>
                  </a:lnTo>
                  <a:lnTo>
                    <a:pt x="23163" y="19896"/>
                  </a:lnTo>
                  <a:lnTo>
                    <a:pt x="20999" y="16120"/>
                  </a:lnTo>
                  <a:lnTo>
                    <a:pt x="18836" y="12345"/>
                  </a:lnTo>
                  <a:lnTo>
                    <a:pt x="16587" y="8612"/>
                  </a:lnTo>
                  <a:lnTo>
                    <a:pt x="16545" y="8569"/>
                  </a:lnTo>
                  <a:lnTo>
                    <a:pt x="16502" y="8527"/>
                  </a:lnTo>
                  <a:lnTo>
                    <a:pt x="16418" y="8569"/>
                  </a:lnTo>
                  <a:lnTo>
                    <a:pt x="16333" y="8654"/>
                  </a:lnTo>
                  <a:lnTo>
                    <a:pt x="16333" y="8696"/>
                  </a:lnTo>
                  <a:lnTo>
                    <a:pt x="16333" y="8781"/>
                  </a:lnTo>
                  <a:lnTo>
                    <a:pt x="17054" y="10181"/>
                  </a:lnTo>
                  <a:lnTo>
                    <a:pt x="17817" y="11581"/>
                  </a:lnTo>
                  <a:lnTo>
                    <a:pt x="19345" y="14339"/>
                  </a:lnTo>
                  <a:lnTo>
                    <a:pt x="20957" y="17096"/>
                  </a:lnTo>
                  <a:lnTo>
                    <a:pt x="22569" y="19853"/>
                  </a:lnTo>
                  <a:lnTo>
                    <a:pt x="24096" y="22399"/>
                  </a:lnTo>
                  <a:lnTo>
                    <a:pt x="24859" y="23671"/>
                  </a:lnTo>
                  <a:lnTo>
                    <a:pt x="25623" y="24901"/>
                  </a:lnTo>
                  <a:lnTo>
                    <a:pt x="26090" y="25580"/>
                  </a:lnTo>
                  <a:lnTo>
                    <a:pt x="26302" y="25877"/>
                  </a:lnTo>
                  <a:lnTo>
                    <a:pt x="26556" y="26174"/>
                  </a:lnTo>
                  <a:lnTo>
                    <a:pt x="26853" y="26429"/>
                  </a:lnTo>
                  <a:lnTo>
                    <a:pt x="27150" y="26641"/>
                  </a:lnTo>
                  <a:lnTo>
                    <a:pt x="27490" y="26810"/>
                  </a:lnTo>
                  <a:lnTo>
                    <a:pt x="27871" y="26895"/>
                  </a:lnTo>
                  <a:lnTo>
                    <a:pt x="28296" y="26980"/>
                  </a:lnTo>
                  <a:lnTo>
                    <a:pt x="28720" y="26980"/>
                  </a:lnTo>
                  <a:lnTo>
                    <a:pt x="29144" y="26895"/>
                  </a:lnTo>
                  <a:lnTo>
                    <a:pt x="29526" y="26810"/>
                  </a:lnTo>
                  <a:lnTo>
                    <a:pt x="29950" y="26641"/>
                  </a:lnTo>
                  <a:lnTo>
                    <a:pt x="30374" y="26471"/>
                  </a:lnTo>
                  <a:lnTo>
                    <a:pt x="30756" y="26259"/>
                  </a:lnTo>
                  <a:lnTo>
                    <a:pt x="31180" y="26004"/>
                  </a:lnTo>
                  <a:lnTo>
                    <a:pt x="31944" y="25495"/>
                  </a:lnTo>
                  <a:lnTo>
                    <a:pt x="32665" y="24901"/>
                  </a:lnTo>
                  <a:lnTo>
                    <a:pt x="33938" y="23841"/>
                  </a:lnTo>
                  <a:lnTo>
                    <a:pt x="34998" y="22908"/>
                  </a:lnTo>
                  <a:lnTo>
                    <a:pt x="36059" y="21974"/>
                  </a:lnTo>
                  <a:lnTo>
                    <a:pt x="37034" y="20956"/>
                  </a:lnTo>
                  <a:lnTo>
                    <a:pt x="38010" y="19938"/>
                  </a:lnTo>
                  <a:lnTo>
                    <a:pt x="38901" y="18920"/>
                  </a:lnTo>
                  <a:lnTo>
                    <a:pt x="39792" y="17817"/>
                  </a:lnTo>
                  <a:lnTo>
                    <a:pt x="40640" y="16714"/>
                  </a:lnTo>
                  <a:lnTo>
                    <a:pt x="41446" y="15569"/>
                  </a:lnTo>
                  <a:lnTo>
                    <a:pt x="41955" y="14763"/>
                  </a:lnTo>
                  <a:lnTo>
                    <a:pt x="42379" y="14042"/>
                  </a:lnTo>
                  <a:lnTo>
                    <a:pt x="42549" y="13702"/>
                  </a:lnTo>
                  <a:lnTo>
                    <a:pt x="42676" y="13363"/>
                  </a:lnTo>
                  <a:lnTo>
                    <a:pt x="42761" y="13066"/>
                  </a:lnTo>
                  <a:lnTo>
                    <a:pt x="42804" y="12727"/>
                  </a:lnTo>
                  <a:lnTo>
                    <a:pt x="42804" y="12430"/>
                  </a:lnTo>
                  <a:lnTo>
                    <a:pt x="42761" y="12090"/>
                  </a:lnTo>
                  <a:lnTo>
                    <a:pt x="42676" y="11793"/>
                  </a:lnTo>
                  <a:lnTo>
                    <a:pt x="42507" y="11454"/>
                  </a:lnTo>
                  <a:lnTo>
                    <a:pt x="42295" y="11157"/>
                  </a:lnTo>
                  <a:lnTo>
                    <a:pt x="42040" y="10818"/>
                  </a:lnTo>
                  <a:lnTo>
                    <a:pt x="41743" y="10478"/>
                  </a:lnTo>
                  <a:lnTo>
                    <a:pt x="41361" y="10139"/>
                  </a:lnTo>
                  <a:lnTo>
                    <a:pt x="40216" y="9206"/>
                  </a:lnTo>
                  <a:lnTo>
                    <a:pt x="39113" y="8357"/>
                  </a:lnTo>
                  <a:lnTo>
                    <a:pt x="37925" y="7466"/>
                  </a:lnTo>
                  <a:lnTo>
                    <a:pt x="36737" y="6660"/>
                  </a:lnTo>
                  <a:lnTo>
                    <a:pt x="34362" y="5048"/>
                  </a:lnTo>
                  <a:lnTo>
                    <a:pt x="31944" y="3479"/>
                  </a:lnTo>
                  <a:lnTo>
                    <a:pt x="30671" y="2588"/>
                  </a:lnTo>
                  <a:lnTo>
                    <a:pt x="29314" y="1697"/>
                  </a:lnTo>
                  <a:lnTo>
                    <a:pt x="28635" y="1273"/>
                  </a:lnTo>
                  <a:lnTo>
                    <a:pt x="27956" y="849"/>
                  </a:lnTo>
                  <a:lnTo>
                    <a:pt x="27277" y="509"/>
                  </a:lnTo>
                  <a:lnTo>
                    <a:pt x="26556" y="212"/>
                  </a:lnTo>
                  <a:lnTo>
                    <a:pt x="26090" y="85"/>
                  </a:lnTo>
                  <a:lnTo>
                    <a:pt x="25708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60"/>
            <p:cNvSpPr/>
            <p:nvPr/>
          </p:nvSpPr>
          <p:spPr>
            <a:xfrm>
              <a:off x="4597975" y="2280025"/>
              <a:ext cx="57275" cy="22300"/>
            </a:xfrm>
            <a:custGeom>
              <a:avLst/>
              <a:gdLst/>
              <a:ahLst/>
              <a:cxnLst/>
              <a:rect l="l" t="t" r="r" b="b"/>
              <a:pathLst>
                <a:path w="2291" h="892" extrusionOk="0">
                  <a:moveTo>
                    <a:pt x="85" y="0"/>
                  </a:moveTo>
                  <a:lnTo>
                    <a:pt x="0" y="43"/>
                  </a:lnTo>
                  <a:lnTo>
                    <a:pt x="0" y="127"/>
                  </a:lnTo>
                  <a:lnTo>
                    <a:pt x="42" y="170"/>
                  </a:lnTo>
                  <a:lnTo>
                    <a:pt x="509" y="509"/>
                  </a:lnTo>
                  <a:lnTo>
                    <a:pt x="764" y="637"/>
                  </a:lnTo>
                  <a:lnTo>
                    <a:pt x="1061" y="764"/>
                  </a:lnTo>
                  <a:lnTo>
                    <a:pt x="1358" y="849"/>
                  </a:lnTo>
                  <a:lnTo>
                    <a:pt x="1612" y="891"/>
                  </a:lnTo>
                  <a:lnTo>
                    <a:pt x="1909" y="891"/>
                  </a:lnTo>
                  <a:lnTo>
                    <a:pt x="2206" y="849"/>
                  </a:lnTo>
                  <a:lnTo>
                    <a:pt x="2291" y="849"/>
                  </a:lnTo>
                  <a:lnTo>
                    <a:pt x="2291" y="764"/>
                  </a:lnTo>
                  <a:lnTo>
                    <a:pt x="2248" y="721"/>
                  </a:lnTo>
                  <a:lnTo>
                    <a:pt x="2206" y="679"/>
                  </a:lnTo>
                  <a:lnTo>
                    <a:pt x="1654" y="594"/>
                  </a:lnTo>
                  <a:lnTo>
                    <a:pt x="1103" y="509"/>
                  </a:lnTo>
                  <a:lnTo>
                    <a:pt x="636" y="297"/>
                  </a:lnTo>
                  <a:lnTo>
                    <a:pt x="382" y="170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60"/>
            <p:cNvSpPr/>
            <p:nvPr/>
          </p:nvSpPr>
          <p:spPr>
            <a:xfrm>
              <a:off x="4623425" y="2269400"/>
              <a:ext cx="39250" cy="14875"/>
            </a:xfrm>
            <a:custGeom>
              <a:avLst/>
              <a:gdLst/>
              <a:ahLst/>
              <a:cxnLst/>
              <a:rect l="l" t="t" r="r" b="b"/>
              <a:pathLst>
                <a:path w="1570" h="595" extrusionOk="0">
                  <a:moveTo>
                    <a:pt x="0" y="1"/>
                  </a:moveTo>
                  <a:lnTo>
                    <a:pt x="0" y="43"/>
                  </a:lnTo>
                  <a:lnTo>
                    <a:pt x="43" y="128"/>
                  </a:lnTo>
                  <a:lnTo>
                    <a:pt x="340" y="340"/>
                  </a:lnTo>
                  <a:lnTo>
                    <a:pt x="679" y="510"/>
                  </a:lnTo>
                  <a:lnTo>
                    <a:pt x="1061" y="595"/>
                  </a:lnTo>
                  <a:lnTo>
                    <a:pt x="1442" y="595"/>
                  </a:lnTo>
                  <a:lnTo>
                    <a:pt x="1527" y="552"/>
                  </a:lnTo>
                  <a:lnTo>
                    <a:pt x="1570" y="468"/>
                  </a:lnTo>
                  <a:lnTo>
                    <a:pt x="1527" y="383"/>
                  </a:lnTo>
                  <a:lnTo>
                    <a:pt x="1442" y="340"/>
                  </a:lnTo>
                  <a:lnTo>
                    <a:pt x="1103" y="298"/>
                  </a:lnTo>
                  <a:lnTo>
                    <a:pt x="764" y="256"/>
                  </a:lnTo>
                  <a:lnTo>
                    <a:pt x="424" y="128"/>
                  </a:lnTo>
                  <a:lnTo>
                    <a:pt x="127" y="1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60"/>
            <p:cNvSpPr/>
            <p:nvPr/>
          </p:nvSpPr>
          <p:spPr>
            <a:xfrm>
              <a:off x="5298975" y="2109275"/>
              <a:ext cx="46700" cy="19100"/>
            </a:xfrm>
            <a:custGeom>
              <a:avLst/>
              <a:gdLst/>
              <a:ahLst/>
              <a:cxnLst/>
              <a:rect l="l" t="t" r="r" b="b"/>
              <a:pathLst>
                <a:path w="1868" h="764" extrusionOk="0">
                  <a:moveTo>
                    <a:pt x="1316" y="0"/>
                  </a:moveTo>
                  <a:lnTo>
                    <a:pt x="1061" y="43"/>
                  </a:lnTo>
                  <a:lnTo>
                    <a:pt x="849" y="85"/>
                  </a:lnTo>
                  <a:lnTo>
                    <a:pt x="594" y="170"/>
                  </a:lnTo>
                  <a:lnTo>
                    <a:pt x="382" y="297"/>
                  </a:lnTo>
                  <a:lnTo>
                    <a:pt x="213" y="467"/>
                  </a:lnTo>
                  <a:lnTo>
                    <a:pt x="43" y="594"/>
                  </a:lnTo>
                  <a:lnTo>
                    <a:pt x="1" y="679"/>
                  </a:lnTo>
                  <a:lnTo>
                    <a:pt x="43" y="722"/>
                  </a:lnTo>
                  <a:lnTo>
                    <a:pt x="85" y="764"/>
                  </a:lnTo>
                  <a:lnTo>
                    <a:pt x="128" y="722"/>
                  </a:lnTo>
                  <a:lnTo>
                    <a:pt x="297" y="594"/>
                  </a:lnTo>
                  <a:lnTo>
                    <a:pt x="467" y="467"/>
                  </a:lnTo>
                  <a:lnTo>
                    <a:pt x="679" y="382"/>
                  </a:lnTo>
                  <a:lnTo>
                    <a:pt x="849" y="340"/>
                  </a:lnTo>
                  <a:lnTo>
                    <a:pt x="1273" y="340"/>
                  </a:lnTo>
                  <a:lnTo>
                    <a:pt x="1655" y="382"/>
                  </a:lnTo>
                  <a:lnTo>
                    <a:pt x="1782" y="382"/>
                  </a:lnTo>
                  <a:lnTo>
                    <a:pt x="1867" y="297"/>
                  </a:lnTo>
                  <a:lnTo>
                    <a:pt x="1867" y="212"/>
                  </a:lnTo>
                  <a:lnTo>
                    <a:pt x="1782" y="128"/>
                  </a:lnTo>
                  <a:lnTo>
                    <a:pt x="1570" y="43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60"/>
            <p:cNvSpPr/>
            <p:nvPr/>
          </p:nvSpPr>
          <p:spPr>
            <a:xfrm>
              <a:off x="5304275" y="2080650"/>
              <a:ext cx="41400" cy="16975"/>
            </a:xfrm>
            <a:custGeom>
              <a:avLst/>
              <a:gdLst/>
              <a:ahLst/>
              <a:cxnLst/>
              <a:rect l="l" t="t" r="r" b="b"/>
              <a:pathLst>
                <a:path w="1656" h="679" extrusionOk="0">
                  <a:moveTo>
                    <a:pt x="1146" y="0"/>
                  </a:moveTo>
                  <a:lnTo>
                    <a:pt x="934" y="42"/>
                  </a:lnTo>
                  <a:lnTo>
                    <a:pt x="722" y="42"/>
                  </a:lnTo>
                  <a:lnTo>
                    <a:pt x="552" y="127"/>
                  </a:lnTo>
                  <a:lnTo>
                    <a:pt x="340" y="212"/>
                  </a:lnTo>
                  <a:lnTo>
                    <a:pt x="170" y="339"/>
                  </a:lnTo>
                  <a:lnTo>
                    <a:pt x="43" y="467"/>
                  </a:lnTo>
                  <a:lnTo>
                    <a:pt x="1" y="551"/>
                  </a:lnTo>
                  <a:lnTo>
                    <a:pt x="43" y="636"/>
                  </a:lnTo>
                  <a:lnTo>
                    <a:pt x="128" y="679"/>
                  </a:lnTo>
                  <a:lnTo>
                    <a:pt x="213" y="636"/>
                  </a:lnTo>
                  <a:lnTo>
                    <a:pt x="510" y="467"/>
                  </a:lnTo>
                  <a:lnTo>
                    <a:pt x="807" y="339"/>
                  </a:lnTo>
                  <a:lnTo>
                    <a:pt x="1104" y="339"/>
                  </a:lnTo>
                  <a:lnTo>
                    <a:pt x="1443" y="382"/>
                  </a:lnTo>
                  <a:lnTo>
                    <a:pt x="1570" y="382"/>
                  </a:lnTo>
                  <a:lnTo>
                    <a:pt x="1655" y="297"/>
                  </a:lnTo>
                  <a:lnTo>
                    <a:pt x="1613" y="170"/>
                  </a:lnTo>
                  <a:lnTo>
                    <a:pt x="1613" y="127"/>
                  </a:lnTo>
                  <a:lnTo>
                    <a:pt x="1528" y="85"/>
                  </a:lnTo>
                  <a:lnTo>
                    <a:pt x="1358" y="42"/>
                  </a:lnTo>
                  <a:lnTo>
                    <a:pt x="1146" y="0"/>
                  </a:lnTo>
                  <a:close/>
                </a:path>
              </a:pathLst>
            </a:custGeom>
            <a:solidFill>
              <a:srgbClr val="2C1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10" name="Google Shape;4810;p60"/>
          <p:cNvGrpSpPr/>
          <p:nvPr/>
        </p:nvGrpSpPr>
        <p:grpSpPr>
          <a:xfrm>
            <a:off x="7324757" y="2481512"/>
            <a:ext cx="1070048" cy="890975"/>
            <a:chOff x="5268799" y="1470510"/>
            <a:chExt cx="1384638" cy="1152918"/>
          </a:xfrm>
        </p:grpSpPr>
        <p:sp>
          <p:nvSpPr>
            <p:cNvPr id="4811" name="Google Shape;4811;p60"/>
            <p:cNvSpPr/>
            <p:nvPr/>
          </p:nvSpPr>
          <p:spPr>
            <a:xfrm rot="8799717">
              <a:off x="5300433" y="1791581"/>
              <a:ext cx="1321368" cy="510775"/>
            </a:xfrm>
            <a:custGeom>
              <a:avLst/>
              <a:gdLst/>
              <a:ahLst/>
              <a:cxnLst/>
              <a:rect l="l" t="t" r="r" b="b"/>
              <a:pathLst>
                <a:path w="237969" h="91987" extrusionOk="0">
                  <a:moveTo>
                    <a:pt x="125964" y="0"/>
                  </a:moveTo>
                  <a:lnTo>
                    <a:pt x="123414" y="42"/>
                  </a:lnTo>
                  <a:lnTo>
                    <a:pt x="120865" y="125"/>
                  </a:lnTo>
                  <a:lnTo>
                    <a:pt x="118316" y="209"/>
                  </a:lnTo>
                  <a:lnTo>
                    <a:pt x="115808" y="376"/>
                  </a:lnTo>
                  <a:lnTo>
                    <a:pt x="113342" y="543"/>
                  </a:lnTo>
                  <a:lnTo>
                    <a:pt x="110876" y="752"/>
                  </a:lnTo>
                  <a:lnTo>
                    <a:pt x="108452" y="1003"/>
                  </a:lnTo>
                  <a:lnTo>
                    <a:pt x="106028" y="1296"/>
                  </a:lnTo>
                  <a:lnTo>
                    <a:pt x="103646" y="1630"/>
                  </a:lnTo>
                  <a:lnTo>
                    <a:pt x="101264" y="1964"/>
                  </a:lnTo>
                  <a:lnTo>
                    <a:pt x="98924" y="2382"/>
                  </a:lnTo>
                  <a:lnTo>
                    <a:pt x="96583" y="2800"/>
                  </a:lnTo>
                  <a:lnTo>
                    <a:pt x="94285" y="3260"/>
                  </a:lnTo>
                  <a:lnTo>
                    <a:pt x="92028" y="3720"/>
                  </a:lnTo>
                  <a:lnTo>
                    <a:pt x="89771" y="4221"/>
                  </a:lnTo>
                  <a:lnTo>
                    <a:pt x="87556" y="4764"/>
                  </a:lnTo>
                  <a:lnTo>
                    <a:pt x="85341" y="5308"/>
                  </a:lnTo>
                  <a:lnTo>
                    <a:pt x="83168" y="5935"/>
                  </a:lnTo>
                  <a:lnTo>
                    <a:pt x="80995" y="6520"/>
                  </a:lnTo>
                  <a:lnTo>
                    <a:pt x="78863" y="7147"/>
                  </a:lnTo>
                  <a:lnTo>
                    <a:pt x="76732" y="7815"/>
                  </a:lnTo>
                  <a:lnTo>
                    <a:pt x="74684" y="8484"/>
                  </a:lnTo>
                  <a:lnTo>
                    <a:pt x="72594" y="9194"/>
                  </a:lnTo>
                  <a:lnTo>
                    <a:pt x="70588" y="9947"/>
                  </a:lnTo>
                  <a:lnTo>
                    <a:pt x="68582" y="10657"/>
                  </a:lnTo>
                  <a:lnTo>
                    <a:pt x="66576" y="11451"/>
                  </a:lnTo>
                  <a:lnTo>
                    <a:pt x="64612" y="12204"/>
                  </a:lnTo>
                  <a:lnTo>
                    <a:pt x="62689" y="12998"/>
                  </a:lnTo>
                  <a:lnTo>
                    <a:pt x="58928" y="14628"/>
                  </a:lnTo>
                  <a:lnTo>
                    <a:pt x="55250" y="16341"/>
                  </a:lnTo>
                  <a:lnTo>
                    <a:pt x="51656" y="18055"/>
                  </a:lnTo>
                  <a:lnTo>
                    <a:pt x="48187" y="19852"/>
                  </a:lnTo>
                  <a:lnTo>
                    <a:pt x="44844" y="21649"/>
                  </a:lnTo>
                  <a:lnTo>
                    <a:pt x="41584" y="23488"/>
                  </a:lnTo>
                  <a:lnTo>
                    <a:pt x="38449" y="25368"/>
                  </a:lnTo>
                  <a:lnTo>
                    <a:pt x="35440" y="27207"/>
                  </a:lnTo>
                  <a:lnTo>
                    <a:pt x="32515" y="29088"/>
                  </a:lnTo>
                  <a:lnTo>
                    <a:pt x="29715" y="30927"/>
                  </a:lnTo>
                  <a:lnTo>
                    <a:pt x="27040" y="32807"/>
                  </a:lnTo>
                  <a:lnTo>
                    <a:pt x="24491" y="34646"/>
                  </a:lnTo>
                  <a:lnTo>
                    <a:pt x="22025" y="36443"/>
                  </a:lnTo>
                  <a:lnTo>
                    <a:pt x="19726" y="38241"/>
                  </a:lnTo>
                  <a:lnTo>
                    <a:pt x="17511" y="39954"/>
                  </a:lnTo>
                  <a:lnTo>
                    <a:pt x="15463" y="41626"/>
                  </a:lnTo>
                  <a:lnTo>
                    <a:pt x="13499" y="43256"/>
                  </a:lnTo>
                  <a:lnTo>
                    <a:pt x="11660" y="44844"/>
                  </a:lnTo>
                  <a:lnTo>
                    <a:pt x="9988" y="46348"/>
                  </a:lnTo>
                  <a:lnTo>
                    <a:pt x="8400" y="47769"/>
                  </a:lnTo>
                  <a:lnTo>
                    <a:pt x="6979" y="49107"/>
                  </a:lnTo>
                  <a:lnTo>
                    <a:pt x="4472" y="51489"/>
                  </a:lnTo>
                  <a:lnTo>
                    <a:pt x="2549" y="53453"/>
                  </a:lnTo>
                  <a:lnTo>
                    <a:pt x="1128" y="54916"/>
                  </a:lnTo>
                  <a:lnTo>
                    <a:pt x="0" y="56170"/>
                  </a:lnTo>
                  <a:lnTo>
                    <a:pt x="2926" y="58259"/>
                  </a:lnTo>
                  <a:lnTo>
                    <a:pt x="5851" y="60224"/>
                  </a:lnTo>
                  <a:lnTo>
                    <a:pt x="8777" y="62188"/>
                  </a:lnTo>
                  <a:lnTo>
                    <a:pt x="11702" y="64027"/>
                  </a:lnTo>
                  <a:lnTo>
                    <a:pt x="14628" y="65824"/>
                  </a:lnTo>
                  <a:lnTo>
                    <a:pt x="17553" y="67537"/>
                  </a:lnTo>
                  <a:lnTo>
                    <a:pt x="20437" y="69209"/>
                  </a:lnTo>
                  <a:lnTo>
                    <a:pt x="23362" y="70797"/>
                  </a:lnTo>
                  <a:lnTo>
                    <a:pt x="26246" y="72302"/>
                  </a:lnTo>
                  <a:lnTo>
                    <a:pt x="29130" y="73765"/>
                  </a:lnTo>
                  <a:lnTo>
                    <a:pt x="32013" y="75186"/>
                  </a:lnTo>
                  <a:lnTo>
                    <a:pt x="34855" y="76523"/>
                  </a:lnTo>
                  <a:lnTo>
                    <a:pt x="37739" y="77777"/>
                  </a:lnTo>
                  <a:lnTo>
                    <a:pt x="40581" y="78989"/>
                  </a:lnTo>
                  <a:lnTo>
                    <a:pt x="43423" y="80159"/>
                  </a:lnTo>
                  <a:lnTo>
                    <a:pt x="46265" y="81246"/>
                  </a:lnTo>
                  <a:lnTo>
                    <a:pt x="49065" y="82249"/>
                  </a:lnTo>
                  <a:lnTo>
                    <a:pt x="51907" y="83252"/>
                  </a:lnTo>
                  <a:lnTo>
                    <a:pt x="54707" y="84171"/>
                  </a:lnTo>
                  <a:lnTo>
                    <a:pt x="57507" y="85007"/>
                  </a:lnTo>
                  <a:lnTo>
                    <a:pt x="60265" y="85843"/>
                  </a:lnTo>
                  <a:lnTo>
                    <a:pt x="63065" y="86595"/>
                  </a:lnTo>
                  <a:lnTo>
                    <a:pt x="65824" y="87264"/>
                  </a:lnTo>
                  <a:lnTo>
                    <a:pt x="68582" y="87932"/>
                  </a:lnTo>
                  <a:lnTo>
                    <a:pt x="71299" y="88518"/>
                  </a:lnTo>
                  <a:lnTo>
                    <a:pt x="74015" y="89061"/>
                  </a:lnTo>
                  <a:lnTo>
                    <a:pt x="76732" y="89562"/>
                  </a:lnTo>
                  <a:lnTo>
                    <a:pt x="79448" y="90022"/>
                  </a:lnTo>
                  <a:lnTo>
                    <a:pt x="82123" y="90398"/>
                  </a:lnTo>
                  <a:lnTo>
                    <a:pt x="84840" y="90733"/>
                  </a:lnTo>
                  <a:lnTo>
                    <a:pt x="87472" y="91067"/>
                  </a:lnTo>
                  <a:lnTo>
                    <a:pt x="90147" y="91318"/>
                  </a:lnTo>
                  <a:lnTo>
                    <a:pt x="92780" y="91527"/>
                  </a:lnTo>
                  <a:lnTo>
                    <a:pt x="95371" y="91694"/>
                  </a:lnTo>
                  <a:lnTo>
                    <a:pt x="98004" y="91819"/>
                  </a:lnTo>
                  <a:lnTo>
                    <a:pt x="100595" y="91903"/>
                  </a:lnTo>
                  <a:lnTo>
                    <a:pt x="103187" y="91945"/>
                  </a:lnTo>
                  <a:lnTo>
                    <a:pt x="105736" y="91986"/>
                  </a:lnTo>
                  <a:lnTo>
                    <a:pt x="108285" y="91945"/>
                  </a:lnTo>
                  <a:lnTo>
                    <a:pt x="110793" y="91861"/>
                  </a:lnTo>
                  <a:lnTo>
                    <a:pt x="113342" y="91736"/>
                  </a:lnTo>
                  <a:lnTo>
                    <a:pt x="115808" y="91610"/>
                  </a:lnTo>
                  <a:lnTo>
                    <a:pt x="118316" y="91443"/>
                  </a:lnTo>
                  <a:lnTo>
                    <a:pt x="120781" y="91192"/>
                  </a:lnTo>
                  <a:lnTo>
                    <a:pt x="123205" y="90942"/>
                  </a:lnTo>
                  <a:lnTo>
                    <a:pt x="125629" y="90691"/>
                  </a:lnTo>
                  <a:lnTo>
                    <a:pt x="128053" y="90356"/>
                  </a:lnTo>
                  <a:lnTo>
                    <a:pt x="130436" y="90022"/>
                  </a:lnTo>
                  <a:lnTo>
                    <a:pt x="132818" y="89646"/>
                  </a:lnTo>
                  <a:lnTo>
                    <a:pt x="135200" y="89228"/>
                  </a:lnTo>
                  <a:lnTo>
                    <a:pt x="137540" y="88768"/>
                  </a:lnTo>
                  <a:lnTo>
                    <a:pt x="139839" y="88309"/>
                  </a:lnTo>
                  <a:lnTo>
                    <a:pt x="142138" y="87807"/>
                  </a:lnTo>
                  <a:lnTo>
                    <a:pt x="144436" y="87306"/>
                  </a:lnTo>
                  <a:lnTo>
                    <a:pt x="146693" y="86762"/>
                  </a:lnTo>
                  <a:lnTo>
                    <a:pt x="148908" y="86219"/>
                  </a:lnTo>
                  <a:lnTo>
                    <a:pt x="151123" y="85592"/>
                  </a:lnTo>
                  <a:lnTo>
                    <a:pt x="153338" y="85007"/>
                  </a:lnTo>
                  <a:lnTo>
                    <a:pt x="155511" y="84380"/>
                  </a:lnTo>
                  <a:lnTo>
                    <a:pt x="157643" y="83711"/>
                  </a:lnTo>
                  <a:lnTo>
                    <a:pt x="159774" y="83043"/>
                  </a:lnTo>
                  <a:lnTo>
                    <a:pt x="161906" y="82332"/>
                  </a:lnTo>
                  <a:lnTo>
                    <a:pt x="166043" y="80911"/>
                  </a:lnTo>
                  <a:lnTo>
                    <a:pt x="170097" y="79365"/>
                  </a:lnTo>
                  <a:lnTo>
                    <a:pt x="174067" y="77819"/>
                  </a:lnTo>
                  <a:lnTo>
                    <a:pt x="177954" y="76189"/>
                  </a:lnTo>
                  <a:lnTo>
                    <a:pt x="181715" y="74517"/>
                  </a:lnTo>
                  <a:lnTo>
                    <a:pt x="185393" y="72803"/>
                  </a:lnTo>
                  <a:lnTo>
                    <a:pt x="188946" y="71090"/>
                  </a:lnTo>
                  <a:lnTo>
                    <a:pt x="192414" y="69335"/>
                  </a:lnTo>
                  <a:lnTo>
                    <a:pt x="195758" y="67537"/>
                  </a:lnTo>
                  <a:lnTo>
                    <a:pt x="199018" y="65782"/>
                  </a:lnTo>
                  <a:lnTo>
                    <a:pt x="202152" y="63985"/>
                  </a:lnTo>
                  <a:lnTo>
                    <a:pt x="205161" y="62188"/>
                  </a:lnTo>
                  <a:lnTo>
                    <a:pt x="208045" y="60433"/>
                  </a:lnTo>
                  <a:lnTo>
                    <a:pt x="210845" y="58677"/>
                  </a:lnTo>
                  <a:lnTo>
                    <a:pt x="213478" y="56964"/>
                  </a:lnTo>
                  <a:lnTo>
                    <a:pt x="216027" y="55250"/>
                  </a:lnTo>
                  <a:lnTo>
                    <a:pt x="218451" y="53579"/>
                  </a:lnTo>
                  <a:lnTo>
                    <a:pt x="220708" y="51990"/>
                  </a:lnTo>
                  <a:lnTo>
                    <a:pt x="222840" y="50402"/>
                  </a:lnTo>
                  <a:lnTo>
                    <a:pt x="224887" y="48940"/>
                  </a:lnTo>
                  <a:lnTo>
                    <a:pt x="226768" y="47477"/>
                  </a:lnTo>
                  <a:lnTo>
                    <a:pt x="230112" y="44844"/>
                  </a:lnTo>
                  <a:lnTo>
                    <a:pt x="232870" y="42587"/>
                  </a:lnTo>
                  <a:lnTo>
                    <a:pt x="235085" y="40706"/>
                  </a:lnTo>
                  <a:lnTo>
                    <a:pt x="236673" y="39285"/>
                  </a:lnTo>
                  <a:lnTo>
                    <a:pt x="237969" y="38115"/>
                  </a:lnTo>
                  <a:lnTo>
                    <a:pt x="234709" y="35900"/>
                  </a:lnTo>
                  <a:lnTo>
                    <a:pt x="231449" y="33811"/>
                  </a:lnTo>
                  <a:lnTo>
                    <a:pt x="228189" y="31763"/>
                  </a:lnTo>
                  <a:lnTo>
                    <a:pt x="224971" y="29798"/>
                  </a:lnTo>
                  <a:lnTo>
                    <a:pt x="221795" y="27876"/>
                  </a:lnTo>
                  <a:lnTo>
                    <a:pt x="218577" y="26079"/>
                  </a:lnTo>
                  <a:lnTo>
                    <a:pt x="215400" y="24324"/>
                  </a:lnTo>
                  <a:lnTo>
                    <a:pt x="212266" y="22610"/>
                  </a:lnTo>
                  <a:lnTo>
                    <a:pt x="209131" y="21022"/>
                  </a:lnTo>
                  <a:lnTo>
                    <a:pt x="205997" y="19476"/>
                  </a:lnTo>
                  <a:lnTo>
                    <a:pt x="202904" y="17971"/>
                  </a:lnTo>
                  <a:lnTo>
                    <a:pt x="199812" y="16550"/>
                  </a:lnTo>
                  <a:lnTo>
                    <a:pt x="196719" y="15213"/>
                  </a:lnTo>
                  <a:lnTo>
                    <a:pt x="193668" y="13917"/>
                  </a:lnTo>
                  <a:lnTo>
                    <a:pt x="190659" y="12705"/>
                  </a:lnTo>
                  <a:lnTo>
                    <a:pt x="187608" y="11535"/>
                  </a:lnTo>
                  <a:lnTo>
                    <a:pt x="184641" y="10448"/>
                  </a:lnTo>
                  <a:lnTo>
                    <a:pt x="181632" y="9403"/>
                  </a:lnTo>
                  <a:lnTo>
                    <a:pt x="178664" y="8442"/>
                  </a:lnTo>
                  <a:lnTo>
                    <a:pt x="175739" y="7523"/>
                  </a:lnTo>
                  <a:lnTo>
                    <a:pt x="172813" y="6645"/>
                  </a:lnTo>
                  <a:lnTo>
                    <a:pt x="169888" y="5851"/>
                  </a:lnTo>
                  <a:lnTo>
                    <a:pt x="167004" y="5099"/>
                  </a:lnTo>
                  <a:lnTo>
                    <a:pt x="164121" y="4430"/>
                  </a:lnTo>
                  <a:lnTo>
                    <a:pt x="161279" y="3803"/>
                  </a:lnTo>
                  <a:lnTo>
                    <a:pt x="158437" y="3218"/>
                  </a:lnTo>
                  <a:lnTo>
                    <a:pt x="155595" y="2675"/>
                  </a:lnTo>
                  <a:lnTo>
                    <a:pt x="152837" y="2173"/>
                  </a:lnTo>
                  <a:lnTo>
                    <a:pt x="150036" y="1755"/>
                  </a:lnTo>
                  <a:lnTo>
                    <a:pt x="147278" y="1379"/>
                  </a:lnTo>
                  <a:lnTo>
                    <a:pt x="144562" y="1045"/>
                  </a:lnTo>
                  <a:lnTo>
                    <a:pt x="141845" y="752"/>
                  </a:lnTo>
                  <a:lnTo>
                    <a:pt x="139128" y="543"/>
                  </a:lnTo>
                  <a:lnTo>
                    <a:pt x="136454" y="334"/>
                  </a:lnTo>
                  <a:lnTo>
                    <a:pt x="133821" y="209"/>
                  </a:lnTo>
                  <a:lnTo>
                    <a:pt x="131188" y="84"/>
                  </a:lnTo>
                  <a:lnTo>
                    <a:pt x="128555" y="42"/>
                  </a:lnTo>
                  <a:lnTo>
                    <a:pt x="125964" y="0"/>
                  </a:lnTo>
                  <a:close/>
                </a:path>
              </a:pathLst>
            </a:custGeom>
            <a:solidFill>
              <a:srgbClr val="5A84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60"/>
            <p:cNvSpPr/>
            <p:nvPr/>
          </p:nvSpPr>
          <p:spPr>
            <a:xfrm rot="8799717">
              <a:off x="5300433" y="1791581"/>
              <a:ext cx="1321368" cy="510775"/>
            </a:xfrm>
            <a:custGeom>
              <a:avLst/>
              <a:gdLst/>
              <a:ahLst/>
              <a:cxnLst/>
              <a:rect l="l" t="t" r="r" b="b"/>
              <a:pathLst>
                <a:path w="237969" h="91987" fill="none" extrusionOk="0">
                  <a:moveTo>
                    <a:pt x="237969" y="38115"/>
                  </a:moveTo>
                  <a:lnTo>
                    <a:pt x="237969" y="38115"/>
                  </a:lnTo>
                  <a:lnTo>
                    <a:pt x="236673" y="39285"/>
                  </a:lnTo>
                  <a:lnTo>
                    <a:pt x="235085" y="40706"/>
                  </a:lnTo>
                  <a:lnTo>
                    <a:pt x="232870" y="42587"/>
                  </a:lnTo>
                  <a:lnTo>
                    <a:pt x="230112" y="44844"/>
                  </a:lnTo>
                  <a:lnTo>
                    <a:pt x="226768" y="47477"/>
                  </a:lnTo>
                  <a:lnTo>
                    <a:pt x="224887" y="48940"/>
                  </a:lnTo>
                  <a:lnTo>
                    <a:pt x="222840" y="50402"/>
                  </a:lnTo>
                  <a:lnTo>
                    <a:pt x="220708" y="51990"/>
                  </a:lnTo>
                  <a:lnTo>
                    <a:pt x="218451" y="53579"/>
                  </a:lnTo>
                  <a:lnTo>
                    <a:pt x="216027" y="55250"/>
                  </a:lnTo>
                  <a:lnTo>
                    <a:pt x="213478" y="56964"/>
                  </a:lnTo>
                  <a:lnTo>
                    <a:pt x="210845" y="58677"/>
                  </a:lnTo>
                  <a:lnTo>
                    <a:pt x="208045" y="60433"/>
                  </a:lnTo>
                  <a:lnTo>
                    <a:pt x="205161" y="62188"/>
                  </a:lnTo>
                  <a:lnTo>
                    <a:pt x="202152" y="63985"/>
                  </a:lnTo>
                  <a:lnTo>
                    <a:pt x="199018" y="65782"/>
                  </a:lnTo>
                  <a:lnTo>
                    <a:pt x="195758" y="67537"/>
                  </a:lnTo>
                  <a:lnTo>
                    <a:pt x="192414" y="69335"/>
                  </a:lnTo>
                  <a:lnTo>
                    <a:pt x="188946" y="71090"/>
                  </a:lnTo>
                  <a:lnTo>
                    <a:pt x="185393" y="72803"/>
                  </a:lnTo>
                  <a:lnTo>
                    <a:pt x="181715" y="74517"/>
                  </a:lnTo>
                  <a:lnTo>
                    <a:pt x="177954" y="76189"/>
                  </a:lnTo>
                  <a:lnTo>
                    <a:pt x="174067" y="77819"/>
                  </a:lnTo>
                  <a:lnTo>
                    <a:pt x="170097" y="79365"/>
                  </a:lnTo>
                  <a:lnTo>
                    <a:pt x="166043" y="80911"/>
                  </a:lnTo>
                  <a:lnTo>
                    <a:pt x="161906" y="82332"/>
                  </a:lnTo>
                  <a:lnTo>
                    <a:pt x="159774" y="83043"/>
                  </a:lnTo>
                  <a:lnTo>
                    <a:pt x="157643" y="83711"/>
                  </a:lnTo>
                  <a:lnTo>
                    <a:pt x="155511" y="84380"/>
                  </a:lnTo>
                  <a:lnTo>
                    <a:pt x="153338" y="85007"/>
                  </a:lnTo>
                  <a:lnTo>
                    <a:pt x="151123" y="85592"/>
                  </a:lnTo>
                  <a:lnTo>
                    <a:pt x="148908" y="86219"/>
                  </a:lnTo>
                  <a:lnTo>
                    <a:pt x="146693" y="86762"/>
                  </a:lnTo>
                  <a:lnTo>
                    <a:pt x="144436" y="87306"/>
                  </a:lnTo>
                  <a:lnTo>
                    <a:pt x="142138" y="87807"/>
                  </a:lnTo>
                  <a:lnTo>
                    <a:pt x="139839" y="88309"/>
                  </a:lnTo>
                  <a:lnTo>
                    <a:pt x="137540" y="88768"/>
                  </a:lnTo>
                  <a:lnTo>
                    <a:pt x="135200" y="89228"/>
                  </a:lnTo>
                  <a:lnTo>
                    <a:pt x="132818" y="89646"/>
                  </a:lnTo>
                  <a:lnTo>
                    <a:pt x="130436" y="90022"/>
                  </a:lnTo>
                  <a:lnTo>
                    <a:pt x="128053" y="90356"/>
                  </a:lnTo>
                  <a:lnTo>
                    <a:pt x="125629" y="90691"/>
                  </a:lnTo>
                  <a:lnTo>
                    <a:pt x="123205" y="90942"/>
                  </a:lnTo>
                  <a:lnTo>
                    <a:pt x="120781" y="91192"/>
                  </a:lnTo>
                  <a:lnTo>
                    <a:pt x="118316" y="91443"/>
                  </a:lnTo>
                  <a:lnTo>
                    <a:pt x="115808" y="91610"/>
                  </a:lnTo>
                  <a:lnTo>
                    <a:pt x="113342" y="91736"/>
                  </a:lnTo>
                  <a:lnTo>
                    <a:pt x="110793" y="91861"/>
                  </a:lnTo>
                  <a:lnTo>
                    <a:pt x="108285" y="91945"/>
                  </a:lnTo>
                  <a:lnTo>
                    <a:pt x="105736" y="91986"/>
                  </a:lnTo>
                  <a:lnTo>
                    <a:pt x="103187" y="91945"/>
                  </a:lnTo>
                  <a:lnTo>
                    <a:pt x="100595" y="91903"/>
                  </a:lnTo>
                  <a:lnTo>
                    <a:pt x="98004" y="91819"/>
                  </a:lnTo>
                  <a:lnTo>
                    <a:pt x="95371" y="91694"/>
                  </a:lnTo>
                  <a:lnTo>
                    <a:pt x="92780" y="91527"/>
                  </a:lnTo>
                  <a:lnTo>
                    <a:pt x="90147" y="91318"/>
                  </a:lnTo>
                  <a:lnTo>
                    <a:pt x="87472" y="91067"/>
                  </a:lnTo>
                  <a:lnTo>
                    <a:pt x="84840" y="90733"/>
                  </a:lnTo>
                  <a:lnTo>
                    <a:pt x="82123" y="90398"/>
                  </a:lnTo>
                  <a:lnTo>
                    <a:pt x="79448" y="90022"/>
                  </a:lnTo>
                  <a:lnTo>
                    <a:pt x="76732" y="89562"/>
                  </a:lnTo>
                  <a:lnTo>
                    <a:pt x="74015" y="89061"/>
                  </a:lnTo>
                  <a:lnTo>
                    <a:pt x="71299" y="88518"/>
                  </a:lnTo>
                  <a:lnTo>
                    <a:pt x="68582" y="87932"/>
                  </a:lnTo>
                  <a:lnTo>
                    <a:pt x="65824" y="87264"/>
                  </a:lnTo>
                  <a:lnTo>
                    <a:pt x="63065" y="86595"/>
                  </a:lnTo>
                  <a:lnTo>
                    <a:pt x="60265" y="85843"/>
                  </a:lnTo>
                  <a:lnTo>
                    <a:pt x="57507" y="85007"/>
                  </a:lnTo>
                  <a:lnTo>
                    <a:pt x="54707" y="84171"/>
                  </a:lnTo>
                  <a:lnTo>
                    <a:pt x="51907" y="83252"/>
                  </a:lnTo>
                  <a:lnTo>
                    <a:pt x="49065" y="82249"/>
                  </a:lnTo>
                  <a:lnTo>
                    <a:pt x="46265" y="81246"/>
                  </a:lnTo>
                  <a:lnTo>
                    <a:pt x="43423" y="80159"/>
                  </a:lnTo>
                  <a:lnTo>
                    <a:pt x="40581" y="78989"/>
                  </a:lnTo>
                  <a:lnTo>
                    <a:pt x="37739" y="77777"/>
                  </a:lnTo>
                  <a:lnTo>
                    <a:pt x="34855" y="76523"/>
                  </a:lnTo>
                  <a:lnTo>
                    <a:pt x="32013" y="75186"/>
                  </a:lnTo>
                  <a:lnTo>
                    <a:pt x="29130" y="73765"/>
                  </a:lnTo>
                  <a:lnTo>
                    <a:pt x="26246" y="72302"/>
                  </a:lnTo>
                  <a:lnTo>
                    <a:pt x="23362" y="70797"/>
                  </a:lnTo>
                  <a:lnTo>
                    <a:pt x="20437" y="69209"/>
                  </a:lnTo>
                  <a:lnTo>
                    <a:pt x="17553" y="67537"/>
                  </a:lnTo>
                  <a:lnTo>
                    <a:pt x="14628" y="65824"/>
                  </a:lnTo>
                  <a:lnTo>
                    <a:pt x="11702" y="64027"/>
                  </a:lnTo>
                  <a:lnTo>
                    <a:pt x="8777" y="62188"/>
                  </a:lnTo>
                  <a:lnTo>
                    <a:pt x="5851" y="60224"/>
                  </a:lnTo>
                  <a:lnTo>
                    <a:pt x="2926" y="58259"/>
                  </a:lnTo>
                  <a:lnTo>
                    <a:pt x="0" y="56170"/>
                  </a:lnTo>
                  <a:lnTo>
                    <a:pt x="0" y="56170"/>
                  </a:lnTo>
                  <a:lnTo>
                    <a:pt x="1128" y="54916"/>
                  </a:lnTo>
                  <a:lnTo>
                    <a:pt x="2549" y="53453"/>
                  </a:lnTo>
                  <a:lnTo>
                    <a:pt x="4472" y="51489"/>
                  </a:lnTo>
                  <a:lnTo>
                    <a:pt x="6979" y="49107"/>
                  </a:lnTo>
                  <a:lnTo>
                    <a:pt x="8400" y="47769"/>
                  </a:lnTo>
                  <a:lnTo>
                    <a:pt x="9988" y="46348"/>
                  </a:lnTo>
                  <a:lnTo>
                    <a:pt x="11660" y="44844"/>
                  </a:lnTo>
                  <a:lnTo>
                    <a:pt x="13499" y="43256"/>
                  </a:lnTo>
                  <a:lnTo>
                    <a:pt x="15463" y="41626"/>
                  </a:lnTo>
                  <a:lnTo>
                    <a:pt x="17511" y="39954"/>
                  </a:lnTo>
                  <a:lnTo>
                    <a:pt x="19726" y="38241"/>
                  </a:lnTo>
                  <a:lnTo>
                    <a:pt x="22025" y="36443"/>
                  </a:lnTo>
                  <a:lnTo>
                    <a:pt x="24491" y="34646"/>
                  </a:lnTo>
                  <a:lnTo>
                    <a:pt x="27040" y="32807"/>
                  </a:lnTo>
                  <a:lnTo>
                    <a:pt x="29715" y="30927"/>
                  </a:lnTo>
                  <a:lnTo>
                    <a:pt x="32515" y="29088"/>
                  </a:lnTo>
                  <a:lnTo>
                    <a:pt x="35440" y="27207"/>
                  </a:lnTo>
                  <a:lnTo>
                    <a:pt x="38449" y="25368"/>
                  </a:lnTo>
                  <a:lnTo>
                    <a:pt x="41584" y="23488"/>
                  </a:lnTo>
                  <a:lnTo>
                    <a:pt x="44844" y="21649"/>
                  </a:lnTo>
                  <a:lnTo>
                    <a:pt x="48187" y="19852"/>
                  </a:lnTo>
                  <a:lnTo>
                    <a:pt x="51656" y="18055"/>
                  </a:lnTo>
                  <a:lnTo>
                    <a:pt x="55250" y="16341"/>
                  </a:lnTo>
                  <a:lnTo>
                    <a:pt x="58928" y="14628"/>
                  </a:lnTo>
                  <a:lnTo>
                    <a:pt x="62689" y="12998"/>
                  </a:lnTo>
                  <a:lnTo>
                    <a:pt x="64612" y="12204"/>
                  </a:lnTo>
                  <a:lnTo>
                    <a:pt x="66576" y="11451"/>
                  </a:lnTo>
                  <a:lnTo>
                    <a:pt x="68582" y="10657"/>
                  </a:lnTo>
                  <a:lnTo>
                    <a:pt x="70588" y="9947"/>
                  </a:lnTo>
                  <a:lnTo>
                    <a:pt x="72594" y="9194"/>
                  </a:lnTo>
                  <a:lnTo>
                    <a:pt x="74684" y="8484"/>
                  </a:lnTo>
                  <a:lnTo>
                    <a:pt x="76732" y="7815"/>
                  </a:lnTo>
                  <a:lnTo>
                    <a:pt x="78863" y="7147"/>
                  </a:lnTo>
                  <a:lnTo>
                    <a:pt x="80995" y="6520"/>
                  </a:lnTo>
                  <a:lnTo>
                    <a:pt x="83168" y="5935"/>
                  </a:lnTo>
                  <a:lnTo>
                    <a:pt x="85341" y="5308"/>
                  </a:lnTo>
                  <a:lnTo>
                    <a:pt x="87556" y="4764"/>
                  </a:lnTo>
                  <a:lnTo>
                    <a:pt x="89771" y="4221"/>
                  </a:lnTo>
                  <a:lnTo>
                    <a:pt x="92028" y="3720"/>
                  </a:lnTo>
                  <a:lnTo>
                    <a:pt x="94285" y="3260"/>
                  </a:lnTo>
                  <a:lnTo>
                    <a:pt x="96583" y="2800"/>
                  </a:lnTo>
                  <a:lnTo>
                    <a:pt x="98924" y="2382"/>
                  </a:lnTo>
                  <a:lnTo>
                    <a:pt x="101264" y="1964"/>
                  </a:lnTo>
                  <a:lnTo>
                    <a:pt x="103646" y="1630"/>
                  </a:lnTo>
                  <a:lnTo>
                    <a:pt x="106028" y="1296"/>
                  </a:lnTo>
                  <a:lnTo>
                    <a:pt x="108452" y="1003"/>
                  </a:lnTo>
                  <a:lnTo>
                    <a:pt x="110876" y="752"/>
                  </a:lnTo>
                  <a:lnTo>
                    <a:pt x="113342" y="543"/>
                  </a:lnTo>
                  <a:lnTo>
                    <a:pt x="115808" y="376"/>
                  </a:lnTo>
                  <a:lnTo>
                    <a:pt x="118316" y="209"/>
                  </a:lnTo>
                  <a:lnTo>
                    <a:pt x="120865" y="125"/>
                  </a:lnTo>
                  <a:lnTo>
                    <a:pt x="123414" y="42"/>
                  </a:lnTo>
                  <a:lnTo>
                    <a:pt x="125964" y="0"/>
                  </a:lnTo>
                  <a:lnTo>
                    <a:pt x="128555" y="42"/>
                  </a:lnTo>
                  <a:lnTo>
                    <a:pt x="131188" y="84"/>
                  </a:lnTo>
                  <a:lnTo>
                    <a:pt x="133821" y="209"/>
                  </a:lnTo>
                  <a:lnTo>
                    <a:pt x="136454" y="334"/>
                  </a:lnTo>
                  <a:lnTo>
                    <a:pt x="139128" y="543"/>
                  </a:lnTo>
                  <a:lnTo>
                    <a:pt x="141845" y="752"/>
                  </a:lnTo>
                  <a:lnTo>
                    <a:pt x="144562" y="1045"/>
                  </a:lnTo>
                  <a:lnTo>
                    <a:pt x="147278" y="1379"/>
                  </a:lnTo>
                  <a:lnTo>
                    <a:pt x="150036" y="1755"/>
                  </a:lnTo>
                  <a:lnTo>
                    <a:pt x="152837" y="2173"/>
                  </a:lnTo>
                  <a:lnTo>
                    <a:pt x="155595" y="2675"/>
                  </a:lnTo>
                  <a:lnTo>
                    <a:pt x="158437" y="3218"/>
                  </a:lnTo>
                  <a:lnTo>
                    <a:pt x="161279" y="3803"/>
                  </a:lnTo>
                  <a:lnTo>
                    <a:pt x="164121" y="4430"/>
                  </a:lnTo>
                  <a:lnTo>
                    <a:pt x="167004" y="5099"/>
                  </a:lnTo>
                  <a:lnTo>
                    <a:pt x="169888" y="5851"/>
                  </a:lnTo>
                  <a:lnTo>
                    <a:pt x="172813" y="6645"/>
                  </a:lnTo>
                  <a:lnTo>
                    <a:pt x="175739" y="7523"/>
                  </a:lnTo>
                  <a:lnTo>
                    <a:pt x="178664" y="8442"/>
                  </a:lnTo>
                  <a:lnTo>
                    <a:pt x="181632" y="9403"/>
                  </a:lnTo>
                  <a:lnTo>
                    <a:pt x="184641" y="10448"/>
                  </a:lnTo>
                  <a:lnTo>
                    <a:pt x="187608" y="11535"/>
                  </a:lnTo>
                  <a:lnTo>
                    <a:pt x="190659" y="12705"/>
                  </a:lnTo>
                  <a:lnTo>
                    <a:pt x="193668" y="13917"/>
                  </a:lnTo>
                  <a:lnTo>
                    <a:pt x="196719" y="15213"/>
                  </a:lnTo>
                  <a:lnTo>
                    <a:pt x="199812" y="16550"/>
                  </a:lnTo>
                  <a:lnTo>
                    <a:pt x="202904" y="17971"/>
                  </a:lnTo>
                  <a:lnTo>
                    <a:pt x="205997" y="19476"/>
                  </a:lnTo>
                  <a:lnTo>
                    <a:pt x="209131" y="21022"/>
                  </a:lnTo>
                  <a:lnTo>
                    <a:pt x="212266" y="22610"/>
                  </a:lnTo>
                  <a:lnTo>
                    <a:pt x="215400" y="24324"/>
                  </a:lnTo>
                  <a:lnTo>
                    <a:pt x="218577" y="26079"/>
                  </a:lnTo>
                  <a:lnTo>
                    <a:pt x="221795" y="27876"/>
                  </a:lnTo>
                  <a:lnTo>
                    <a:pt x="224971" y="29798"/>
                  </a:lnTo>
                  <a:lnTo>
                    <a:pt x="228189" y="31763"/>
                  </a:lnTo>
                  <a:lnTo>
                    <a:pt x="231449" y="33811"/>
                  </a:lnTo>
                  <a:lnTo>
                    <a:pt x="234709" y="35900"/>
                  </a:lnTo>
                  <a:lnTo>
                    <a:pt x="237969" y="3811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60"/>
            <p:cNvSpPr/>
            <p:nvPr/>
          </p:nvSpPr>
          <p:spPr>
            <a:xfrm rot="8799717">
              <a:off x="5383448" y="1843984"/>
              <a:ext cx="1135492" cy="420972"/>
            </a:xfrm>
            <a:custGeom>
              <a:avLst/>
              <a:gdLst/>
              <a:ahLst/>
              <a:cxnLst/>
              <a:rect l="l" t="t" r="r" b="b"/>
              <a:pathLst>
                <a:path w="204494" h="75814" extrusionOk="0">
                  <a:moveTo>
                    <a:pt x="80369" y="1"/>
                  </a:move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  <a:close/>
                </a:path>
              </a:pathLst>
            </a:custGeom>
            <a:solidFill>
              <a:srgbClr val="A6BC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4" name="Google Shape;4814;p60"/>
            <p:cNvSpPr/>
            <p:nvPr/>
          </p:nvSpPr>
          <p:spPr>
            <a:xfrm rot="8799717">
              <a:off x="5383448" y="1843984"/>
              <a:ext cx="1135492" cy="420972"/>
            </a:xfrm>
            <a:custGeom>
              <a:avLst/>
              <a:gdLst/>
              <a:ahLst/>
              <a:cxnLst/>
              <a:rect l="l" t="t" r="r" b="b"/>
              <a:pathLst>
                <a:path w="204494" h="75814" fill="none" extrusionOk="0">
                  <a:moveTo>
                    <a:pt x="80369" y="1"/>
                  </a:moveTo>
                  <a:lnTo>
                    <a:pt x="80369" y="1"/>
                  </a:lnTo>
                  <a:lnTo>
                    <a:pt x="80118" y="42"/>
                  </a:lnTo>
                  <a:lnTo>
                    <a:pt x="79825" y="126"/>
                  </a:lnTo>
                  <a:lnTo>
                    <a:pt x="79575" y="210"/>
                  </a:lnTo>
                  <a:lnTo>
                    <a:pt x="79366" y="377"/>
                  </a:lnTo>
                  <a:lnTo>
                    <a:pt x="79157" y="586"/>
                  </a:lnTo>
                  <a:lnTo>
                    <a:pt x="78989" y="795"/>
                  </a:lnTo>
                  <a:lnTo>
                    <a:pt x="78822" y="1045"/>
                  </a:lnTo>
                  <a:lnTo>
                    <a:pt x="78739" y="1296"/>
                  </a:lnTo>
                  <a:lnTo>
                    <a:pt x="78655" y="1589"/>
                  </a:lnTo>
                  <a:lnTo>
                    <a:pt x="78613" y="1881"/>
                  </a:lnTo>
                  <a:lnTo>
                    <a:pt x="78613" y="2174"/>
                  </a:lnTo>
                  <a:lnTo>
                    <a:pt x="78655" y="2466"/>
                  </a:lnTo>
                  <a:lnTo>
                    <a:pt x="78739" y="2759"/>
                  </a:lnTo>
                  <a:lnTo>
                    <a:pt x="78864" y="3010"/>
                  </a:lnTo>
                  <a:lnTo>
                    <a:pt x="79073" y="3261"/>
                  </a:lnTo>
                  <a:lnTo>
                    <a:pt x="79366" y="3511"/>
                  </a:lnTo>
                  <a:lnTo>
                    <a:pt x="79366" y="3511"/>
                  </a:lnTo>
                  <a:lnTo>
                    <a:pt x="120197" y="35190"/>
                  </a:lnTo>
                  <a:lnTo>
                    <a:pt x="120197" y="35190"/>
                  </a:lnTo>
                  <a:lnTo>
                    <a:pt x="122120" y="36695"/>
                  </a:lnTo>
                  <a:lnTo>
                    <a:pt x="122120" y="36695"/>
                  </a:lnTo>
                  <a:lnTo>
                    <a:pt x="70798" y="40122"/>
                  </a:lnTo>
                  <a:lnTo>
                    <a:pt x="70798" y="40122"/>
                  </a:lnTo>
                  <a:lnTo>
                    <a:pt x="44886" y="24282"/>
                  </a:lnTo>
                  <a:lnTo>
                    <a:pt x="44886" y="24282"/>
                  </a:lnTo>
                  <a:lnTo>
                    <a:pt x="41083" y="21984"/>
                  </a:lnTo>
                  <a:lnTo>
                    <a:pt x="41083" y="21984"/>
                  </a:lnTo>
                  <a:lnTo>
                    <a:pt x="40833" y="21858"/>
                  </a:lnTo>
                  <a:lnTo>
                    <a:pt x="40582" y="21775"/>
                  </a:lnTo>
                  <a:lnTo>
                    <a:pt x="40331" y="21691"/>
                  </a:lnTo>
                  <a:lnTo>
                    <a:pt x="40080" y="21691"/>
                  </a:lnTo>
                  <a:lnTo>
                    <a:pt x="40080" y="21691"/>
                  </a:lnTo>
                  <a:lnTo>
                    <a:pt x="39788" y="21733"/>
                  </a:lnTo>
                  <a:lnTo>
                    <a:pt x="39495" y="21817"/>
                  </a:lnTo>
                  <a:lnTo>
                    <a:pt x="39244" y="21900"/>
                  </a:lnTo>
                  <a:lnTo>
                    <a:pt x="38994" y="22067"/>
                  </a:lnTo>
                  <a:lnTo>
                    <a:pt x="38785" y="22276"/>
                  </a:lnTo>
                  <a:lnTo>
                    <a:pt x="38576" y="22485"/>
                  </a:lnTo>
                  <a:lnTo>
                    <a:pt x="38409" y="22736"/>
                  </a:lnTo>
                  <a:lnTo>
                    <a:pt x="38283" y="22987"/>
                  </a:lnTo>
                  <a:lnTo>
                    <a:pt x="38200" y="23279"/>
                  </a:lnTo>
                  <a:lnTo>
                    <a:pt x="38158" y="23572"/>
                  </a:lnTo>
                  <a:lnTo>
                    <a:pt x="38158" y="23864"/>
                  </a:lnTo>
                  <a:lnTo>
                    <a:pt x="38241" y="24115"/>
                  </a:lnTo>
                  <a:lnTo>
                    <a:pt x="38325" y="24408"/>
                  </a:lnTo>
                  <a:lnTo>
                    <a:pt x="38492" y="24659"/>
                  </a:lnTo>
                  <a:lnTo>
                    <a:pt x="38743" y="24909"/>
                  </a:lnTo>
                  <a:lnTo>
                    <a:pt x="39035" y="25118"/>
                  </a:lnTo>
                  <a:lnTo>
                    <a:pt x="39035" y="25118"/>
                  </a:lnTo>
                  <a:lnTo>
                    <a:pt x="64320" y="40540"/>
                  </a:lnTo>
                  <a:lnTo>
                    <a:pt x="64320" y="40540"/>
                  </a:lnTo>
                  <a:lnTo>
                    <a:pt x="26330" y="43047"/>
                  </a:lnTo>
                  <a:lnTo>
                    <a:pt x="26330" y="43047"/>
                  </a:lnTo>
                  <a:lnTo>
                    <a:pt x="1464" y="44719"/>
                  </a:lnTo>
                  <a:lnTo>
                    <a:pt x="1464" y="44719"/>
                  </a:lnTo>
                  <a:lnTo>
                    <a:pt x="1046" y="44803"/>
                  </a:lnTo>
                  <a:lnTo>
                    <a:pt x="711" y="44928"/>
                  </a:lnTo>
                  <a:lnTo>
                    <a:pt x="461" y="45095"/>
                  </a:lnTo>
                  <a:lnTo>
                    <a:pt x="252" y="45346"/>
                  </a:lnTo>
                  <a:lnTo>
                    <a:pt x="85" y="45639"/>
                  </a:lnTo>
                  <a:lnTo>
                    <a:pt x="1" y="45931"/>
                  </a:lnTo>
                  <a:lnTo>
                    <a:pt x="1" y="46265"/>
                  </a:lnTo>
                  <a:lnTo>
                    <a:pt x="1" y="46600"/>
                  </a:lnTo>
                  <a:lnTo>
                    <a:pt x="85" y="46934"/>
                  </a:lnTo>
                  <a:lnTo>
                    <a:pt x="252" y="47269"/>
                  </a:lnTo>
                  <a:lnTo>
                    <a:pt x="419" y="47561"/>
                  </a:lnTo>
                  <a:lnTo>
                    <a:pt x="670" y="47854"/>
                  </a:lnTo>
                  <a:lnTo>
                    <a:pt x="920" y="48063"/>
                  </a:lnTo>
                  <a:lnTo>
                    <a:pt x="1255" y="48230"/>
                  </a:lnTo>
                  <a:lnTo>
                    <a:pt x="1631" y="48355"/>
                  </a:lnTo>
                  <a:lnTo>
                    <a:pt x="2007" y="48397"/>
                  </a:lnTo>
                  <a:lnTo>
                    <a:pt x="2007" y="48397"/>
                  </a:lnTo>
                  <a:lnTo>
                    <a:pt x="2174" y="48397"/>
                  </a:lnTo>
                  <a:lnTo>
                    <a:pt x="2174" y="48397"/>
                  </a:lnTo>
                  <a:lnTo>
                    <a:pt x="65908" y="44176"/>
                  </a:lnTo>
                  <a:lnTo>
                    <a:pt x="65908" y="44176"/>
                  </a:lnTo>
                  <a:lnTo>
                    <a:pt x="48522" y="63651"/>
                  </a:lnTo>
                  <a:lnTo>
                    <a:pt x="48522" y="63651"/>
                  </a:lnTo>
                  <a:lnTo>
                    <a:pt x="45513" y="67037"/>
                  </a:lnTo>
                  <a:lnTo>
                    <a:pt x="45513" y="67037"/>
                  </a:lnTo>
                  <a:lnTo>
                    <a:pt x="45304" y="67287"/>
                  </a:lnTo>
                  <a:lnTo>
                    <a:pt x="45179" y="67580"/>
                  </a:lnTo>
                  <a:lnTo>
                    <a:pt x="45095" y="67831"/>
                  </a:lnTo>
                  <a:lnTo>
                    <a:pt x="45012" y="68123"/>
                  </a:lnTo>
                  <a:lnTo>
                    <a:pt x="45012" y="68416"/>
                  </a:lnTo>
                  <a:lnTo>
                    <a:pt x="45054" y="68708"/>
                  </a:lnTo>
                  <a:lnTo>
                    <a:pt x="45095" y="68959"/>
                  </a:lnTo>
                  <a:lnTo>
                    <a:pt x="45221" y="69252"/>
                  </a:lnTo>
                  <a:lnTo>
                    <a:pt x="45346" y="69502"/>
                  </a:lnTo>
                  <a:lnTo>
                    <a:pt x="45513" y="69711"/>
                  </a:lnTo>
                  <a:lnTo>
                    <a:pt x="45681" y="69920"/>
                  </a:lnTo>
                  <a:lnTo>
                    <a:pt x="45890" y="70087"/>
                  </a:lnTo>
                  <a:lnTo>
                    <a:pt x="46098" y="70213"/>
                  </a:lnTo>
                  <a:lnTo>
                    <a:pt x="46349" y="70338"/>
                  </a:lnTo>
                  <a:lnTo>
                    <a:pt x="46600" y="70380"/>
                  </a:lnTo>
                  <a:lnTo>
                    <a:pt x="46851" y="70422"/>
                  </a:lnTo>
                  <a:lnTo>
                    <a:pt x="46851" y="70422"/>
                  </a:lnTo>
                  <a:lnTo>
                    <a:pt x="47143" y="70380"/>
                  </a:lnTo>
                  <a:lnTo>
                    <a:pt x="47436" y="70296"/>
                  </a:lnTo>
                  <a:lnTo>
                    <a:pt x="47728" y="70087"/>
                  </a:lnTo>
                  <a:lnTo>
                    <a:pt x="47979" y="69837"/>
                  </a:lnTo>
                  <a:lnTo>
                    <a:pt x="47979" y="69837"/>
                  </a:lnTo>
                  <a:lnTo>
                    <a:pt x="68541" y="46767"/>
                  </a:lnTo>
                  <a:lnTo>
                    <a:pt x="68541" y="46767"/>
                  </a:lnTo>
                  <a:lnTo>
                    <a:pt x="71174" y="43800"/>
                  </a:lnTo>
                  <a:lnTo>
                    <a:pt x="71174" y="43800"/>
                  </a:lnTo>
                  <a:lnTo>
                    <a:pt x="122329" y="40414"/>
                  </a:lnTo>
                  <a:lnTo>
                    <a:pt x="122329" y="40414"/>
                  </a:lnTo>
                  <a:lnTo>
                    <a:pt x="90650" y="72470"/>
                  </a:lnTo>
                  <a:lnTo>
                    <a:pt x="90650" y="72470"/>
                  </a:lnTo>
                  <a:lnTo>
                    <a:pt x="90399" y="72720"/>
                  </a:lnTo>
                  <a:lnTo>
                    <a:pt x="90274" y="73013"/>
                  </a:lnTo>
                  <a:lnTo>
                    <a:pt x="90148" y="73306"/>
                  </a:lnTo>
                  <a:lnTo>
                    <a:pt x="90106" y="73556"/>
                  </a:lnTo>
                  <a:lnTo>
                    <a:pt x="90065" y="73849"/>
                  </a:lnTo>
                  <a:lnTo>
                    <a:pt x="90106" y="74141"/>
                  </a:lnTo>
                  <a:lnTo>
                    <a:pt x="90148" y="74392"/>
                  </a:lnTo>
                  <a:lnTo>
                    <a:pt x="90274" y="74643"/>
                  </a:lnTo>
                  <a:lnTo>
                    <a:pt x="90399" y="74894"/>
                  </a:lnTo>
                  <a:lnTo>
                    <a:pt x="90566" y="75144"/>
                  </a:lnTo>
                  <a:lnTo>
                    <a:pt x="90733" y="75312"/>
                  </a:lnTo>
                  <a:lnTo>
                    <a:pt x="90942" y="75479"/>
                  </a:lnTo>
                  <a:lnTo>
                    <a:pt x="91193" y="75646"/>
                  </a:lnTo>
                  <a:lnTo>
                    <a:pt x="91402" y="75730"/>
                  </a:lnTo>
                  <a:lnTo>
                    <a:pt x="91653" y="75813"/>
                  </a:lnTo>
                  <a:lnTo>
                    <a:pt x="91945" y="75813"/>
                  </a:lnTo>
                  <a:lnTo>
                    <a:pt x="91945" y="75813"/>
                  </a:lnTo>
                  <a:lnTo>
                    <a:pt x="92238" y="75813"/>
                  </a:lnTo>
                  <a:lnTo>
                    <a:pt x="92530" y="75688"/>
                  </a:lnTo>
                  <a:lnTo>
                    <a:pt x="92823" y="75562"/>
                  </a:lnTo>
                  <a:lnTo>
                    <a:pt x="93115" y="75312"/>
                  </a:lnTo>
                  <a:lnTo>
                    <a:pt x="93115" y="75312"/>
                  </a:lnTo>
                  <a:lnTo>
                    <a:pt x="127971" y="40038"/>
                  </a:lnTo>
                  <a:lnTo>
                    <a:pt x="127971" y="40038"/>
                  </a:lnTo>
                  <a:lnTo>
                    <a:pt x="175280" y="36862"/>
                  </a:lnTo>
                  <a:lnTo>
                    <a:pt x="175280" y="36862"/>
                  </a:lnTo>
                  <a:lnTo>
                    <a:pt x="142097" y="65866"/>
                  </a:lnTo>
                  <a:lnTo>
                    <a:pt x="142097" y="65866"/>
                  </a:lnTo>
                  <a:lnTo>
                    <a:pt x="141888" y="66117"/>
                  </a:lnTo>
                  <a:lnTo>
                    <a:pt x="141679" y="66368"/>
                  </a:lnTo>
                  <a:lnTo>
                    <a:pt x="141553" y="66619"/>
                  </a:lnTo>
                  <a:lnTo>
                    <a:pt x="141512" y="66911"/>
                  </a:lnTo>
                  <a:lnTo>
                    <a:pt x="141470" y="67204"/>
                  </a:lnTo>
                  <a:lnTo>
                    <a:pt x="141512" y="67455"/>
                  </a:lnTo>
                  <a:lnTo>
                    <a:pt x="141553" y="67747"/>
                  </a:lnTo>
                  <a:lnTo>
                    <a:pt x="141679" y="67998"/>
                  </a:lnTo>
                  <a:lnTo>
                    <a:pt x="141804" y="68207"/>
                  </a:lnTo>
                  <a:lnTo>
                    <a:pt x="141971" y="68458"/>
                  </a:lnTo>
                  <a:lnTo>
                    <a:pt x="142138" y="68667"/>
                  </a:lnTo>
                  <a:lnTo>
                    <a:pt x="142389" y="68834"/>
                  </a:lnTo>
                  <a:lnTo>
                    <a:pt x="142598" y="68959"/>
                  </a:lnTo>
                  <a:lnTo>
                    <a:pt x="142849" y="69084"/>
                  </a:lnTo>
                  <a:lnTo>
                    <a:pt x="143142" y="69126"/>
                  </a:lnTo>
                  <a:lnTo>
                    <a:pt x="143392" y="69168"/>
                  </a:lnTo>
                  <a:lnTo>
                    <a:pt x="143392" y="69168"/>
                  </a:lnTo>
                  <a:lnTo>
                    <a:pt x="143685" y="69126"/>
                  </a:lnTo>
                  <a:lnTo>
                    <a:pt x="143977" y="69043"/>
                  </a:lnTo>
                  <a:lnTo>
                    <a:pt x="144270" y="68917"/>
                  </a:lnTo>
                  <a:lnTo>
                    <a:pt x="144562" y="68667"/>
                  </a:lnTo>
                  <a:lnTo>
                    <a:pt x="144562" y="68667"/>
                  </a:lnTo>
                  <a:lnTo>
                    <a:pt x="179627" y="38074"/>
                  </a:lnTo>
                  <a:lnTo>
                    <a:pt x="179627" y="38074"/>
                  </a:lnTo>
                  <a:lnTo>
                    <a:pt x="179752" y="37907"/>
                  </a:lnTo>
                  <a:lnTo>
                    <a:pt x="179919" y="37740"/>
                  </a:lnTo>
                  <a:lnTo>
                    <a:pt x="180003" y="37531"/>
                  </a:lnTo>
                  <a:lnTo>
                    <a:pt x="180086" y="37364"/>
                  </a:lnTo>
                  <a:lnTo>
                    <a:pt x="180212" y="36946"/>
                  </a:lnTo>
                  <a:lnTo>
                    <a:pt x="180212" y="36528"/>
                  </a:lnTo>
                  <a:lnTo>
                    <a:pt x="180212" y="36528"/>
                  </a:lnTo>
                  <a:lnTo>
                    <a:pt x="203031" y="35023"/>
                  </a:lnTo>
                  <a:lnTo>
                    <a:pt x="203031" y="35023"/>
                  </a:lnTo>
                  <a:lnTo>
                    <a:pt x="203449" y="34940"/>
                  </a:lnTo>
                  <a:lnTo>
                    <a:pt x="203783" y="34814"/>
                  </a:lnTo>
                  <a:lnTo>
                    <a:pt x="204034" y="34647"/>
                  </a:lnTo>
                  <a:lnTo>
                    <a:pt x="204243" y="34396"/>
                  </a:lnTo>
                  <a:lnTo>
                    <a:pt x="204410" y="34104"/>
                  </a:lnTo>
                  <a:lnTo>
                    <a:pt x="204493" y="33811"/>
                  </a:lnTo>
                  <a:lnTo>
                    <a:pt x="204493" y="33477"/>
                  </a:lnTo>
                  <a:lnTo>
                    <a:pt x="204493" y="33143"/>
                  </a:lnTo>
                  <a:lnTo>
                    <a:pt x="204410" y="32808"/>
                  </a:lnTo>
                  <a:lnTo>
                    <a:pt x="204243" y="32474"/>
                  </a:lnTo>
                  <a:lnTo>
                    <a:pt x="204076" y="32181"/>
                  </a:lnTo>
                  <a:lnTo>
                    <a:pt x="203825" y="31889"/>
                  </a:lnTo>
                  <a:lnTo>
                    <a:pt x="203574" y="31680"/>
                  </a:lnTo>
                  <a:lnTo>
                    <a:pt x="203240" y="31513"/>
                  </a:lnTo>
                  <a:lnTo>
                    <a:pt x="202864" y="31387"/>
                  </a:lnTo>
                  <a:lnTo>
                    <a:pt x="202487" y="31345"/>
                  </a:lnTo>
                  <a:lnTo>
                    <a:pt x="202487" y="31345"/>
                  </a:lnTo>
                  <a:lnTo>
                    <a:pt x="202320" y="31345"/>
                  </a:lnTo>
                  <a:lnTo>
                    <a:pt x="202320" y="31345"/>
                  </a:lnTo>
                  <a:lnTo>
                    <a:pt x="176534" y="33059"/>
                  </a:lnTo>
                  <a:lnTo>
                    <a:pt x="176534" y="33059"/>
                  </a:lnTo>
                  <a:lnTo>
                    <a:pt x="136664" y="5141"/>
                  </a:lnTo>
                  <a:lnTo>
                    <a:pt x="136664" y="5141"/>
                  </a:lnTo>
                  <a:lnTo>
                    <a:pt x="130687" y="920"/>
                  </a:lnTo>
                  <a:lnTo>
                    <a:pt x="130687" y="920"/>
                  </a:lnTo>
                  <a:lnTo>
                    <a:pt x="130395" y="753"/>
                  </a:lnTo>
                  <a:lnTo>
                    <a:pt x="130144" y="669"/>
                  </a:lnTo>
                  <a:lnTo>
                    <a:pt x="129893" y="586"/>
                  </a:lnTo>
                  <a:lnTo>
                    <a:pt x="129642" y="586"/>
                  </a:lnTo>
                  <a:lnTo>
                    <a:pt x="129642" y="586"/>
                  </a:lnTo>
                  <a:lnTo>
                    <a:pt x="129350" y="586"/>
                  </a:lnTo>
                  <a:lnTo>
                    <a:pt x="129099" y="669"/>
                  </a:lnTo>
                  <a:lnTo>
                    <a:pt x="128848" y="795"/>
                  </a:lnTo>
                  <a:lnTo>
                    <a:pt x="128598" y="962"/>
                  </a:lnTo>
                  <a:lnTo>
                    <a:pt x="128389" y="1129"/>
                  </a:lnTo>
                  <a:lnTo>
                    <a:pt x="128221" y="1380"/>
                  </a:lnTo>
                  <a:lnTo>
                    <a:pt x="128054" y="1631"/>
                  </a:lnTo>
                  <a:lnTo>
                    <a:pt x="127929" y="1881"/>
                  </a:lnTo>
                  <a:lnTo>
                    <a:pt x="127845" y="2174"/>
                  </a:lnTo>
                  <a:lnTo>
                    <a:pt x="127804" y="2425"/>
                  </a:lnTo>
                  <a:lnTo>
                    <a:pt x="127804" y="2717"/>
                  </a:lnTo>
                  <a:lnTo>
                    <a:pt x="127845" y="3010"/>
                  </a:lnTo>
                  <a:lnTo>
                    <a:pt x="127971" y="3302"/>
                  </a:lnTo>
                  <a:lnTo>
                    <a:pt x="128138" y="3553"/>
                  </a:lnTo>
                  <a:lnTo>
                    <a:pt x="128347" y="3804"/>
                  </a:lnTo>
                  <a:lnTo>
                    <a:pt x="128598" y="4055"/>
                  </a:lnTo>
                  <a:lnTo>
                    <a:pt x="128598" y="4055"/>
                  </a:lnTo>
                  <a:lnTo>
                    <a:pt x="170558" y="33477"/>
                  </a:lnTo>
                  <a:lnTo>
                    <a:pt x="170558" y="33477"/>
                  </a:lnTo>
                  <a:lnTo>
                    <a:pt x="134490" y="35859"/>
                  </a:lnTo>
                  <a:lnTo>
                    <a:pt x="134490" y="35859"/>
                  </a:lnTo>
                  <a:lnTo>
                    <a:pt x="127720" y="36319"/>
                  </a:lnTo>
                  <a:lnTo>
                    <a:pt x="127720" y="36319"/>
                  </a:lnTo>
                  <a:lnTo>
                    <a:pt x="87306" y="4974"/>
                  </a:lnTo>
                  <a:lnTo>
                    <a:pt x="87306" y="4974"/>
                  </a:lnTo>
                  <a:lnTo>
                    <a:pt x="81413" y="377"/>
                  </a:lnTo>
                  <a:lnTo>
                    <a:pt x="81413" y="377"/>
                  </a:lnTo>
                  <a:lnTo>
                    <a:pt x="81163" y="210"/>
                  </a:lnTo>
                  <a:lnTo>
                    <a:pt x="80870" y="84"/>
                  </a:lnTo>
                  <a:lnTo>
                    <a:pt x="80619" y="42"/>
                  </a:lnTo>
                  <a:lnTo>
                    <a:pt x="80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Imagem 3" descr="Código QR&#10;&#10;Descrição gerada automaticamente">
            <a:extLst>
              <a:ext uri="{FF2B5EF4-FFF2-40B4-BE49-F238E27FC236}">
                <a16:creationId xmlns:a16="http://schemas.microsoft.com/office/drawing/2014/main" id="{05DB6719-E08E-C389-EAA3-987B9C7F4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759" y="484508"/>
            <a:ext cx="3522939" cy="352293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83669A2-804C-4D19-D7B5-1FA80171583F}"/>
              </a:ext>
            </a:extLst>
          </p:cNvPr>
          <p:cNvSpPr txBox="1"/>
          <p:nvPr/>
        </p:nvSpPr>
        <p:spPr>
          <a:xfrm>
            <a:off x="2580263" y="148647"/>
            <a:ext cx="3797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https://trab-iot-73mr-niltonguerra.vercel.app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21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4" name="Google Shape;5544;p67"/>
          <p:cNvSpPr txBox="1">
            <a:spLocks noGrp="1"/>
          </p:cNvSpPr>
          <p:nvPr>
            <p:ph type="title"/>
          </p:nvPr>
        </p:nvSpPr>
        <p:spPr>
          <a:xfrm>
            <a:off x="78248" y="1848595"/>
            <a:ext cx="4302676" cy="5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Bora dar uma olhada no app!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5547" name="Google Shape;5547;p67"/>
          <p:cNvGrpSpPr/>
          <p:nvPr/>
        </p:nvGrpSpPr>
        <p:grpSpPr>
          <a:xfrm>
            <a:off x="617725" y="671325"/>
            <a:ext cx="576150" cy="608750"/>
            <a:chOff x="504100" y="4136400"/>
            <a:chExt cx="576150" cy="608750"/>
          </a:xfrm>
        </p:grpSpPr>
        <p:sp>
          <p:nvSpPr>
            <p:cNvPr id="5548" name="Google Shape;5548;p67"/>
            <p:cNvSpPr/>
            <p:nvPr/>
          </p:nvSpPr>
          <p:spPr>
            <a:xfrm>
              <a:off x="995075" y="4509625"/>
              <a:ext cx="70450" cy="206075"/>
            </a:xfrm>
            <a:custGeom>
              <a:avLst/>
              <a:gdLst/>
              <a:ahLst/>
              <a:cxnLst/>
              <a:rect l="l" t="t" r="r" b="b"/>
              <a:pathLst>
                <a:path w="2818" h="8243" extrusionOk="0">
                  <a:moveTo>
                    <a:pt x="2565" y="1"/>
                  </a:moveTo>
                  <a:lnTo>
                    <a:pt x="2103" y="463"/>
                  </a:lnTo>
                  <a:lnTo>
                    <a:pt x="1682" y="926"/>
                  </a:lnTo>
                  <a:lnTo>
                    <a:pt x="1346" y="1430"/>
                  </a:lnTo>
                  <a:lnTo>
                    <a:pt x="1009" y="1977"/>
                  </a:lnTo>
                  <a:lnTo>
                    <a:pt x="799" y="2524"/>
                  </a:lnTo>
                  <a:lnTo>
                    <a:pt x="631" y="3070"/>
                  </a:lnTo>
                  <a:lnTo>
                    <a:pt x="463" y="3575"/>
                  </a:lnTo>
                  <a:lnTo>
                    <a:pt x="337" y="3827"/>
                  </a:lnTo>
                  <a:lnTo>
                    <a:pt x="210" y="4080"/>
                  </a:lnTo>
                  <a:lnTo>
                    <a:pt x="168" y="4080"/>
                  </a:lnTo>
                  <a:lnTo>
                    <a:pt x="0" y="4122"/>
                  </a:lnTo>
                  <a:lnTo>
                    <a:pt x="337" y="5173"/>
                  </a:lnTo>
                  <a:lnTo>
                    <a:pt x="631" y="6182"/>
                  </a:lnTo>
                  <a:lnTo>
                    <a:pt x="883" y="7234"/>
                  </a:lnTo>
                  <a:lnTo>
                    <a:pt x="1136" y="8243"/>
                  </a:lnTo>
                  <a:lnTo>
                    <a:pt x="1430" y="7738"/>
                  </a:lnTo>
                  <a:lnTo>
                    <a:pt x="1724" y="7234"/>
                  </a:lnTo>
                  <a:lnTo>
                    <a:pt x="1935" y="6729"/>
                  </a:lnTo>
                  <a:lnTo>
                    <a:pt x="2145" y="6224"/>
                  </a:lnTo>
                  <a:lnTo>
                    <a:pt x="2313" y="5720"/>
                  </a:lnTo>
                  <a:lnTo>
                    <a:pt x="2481" y="5215"/>
                  </a:lnTo>
                  <a:lnTo>
                    <a:pt x="2607" y="4668"/>
                  </a:lnTo>
                  <a:lnTo>
                    <a:pt x="2692" y="4164"/>
                  </a:lnTo>
                  <a:lnTo>
                    <a:pt x="2776" y="3659"/>
                  </a:lnTo>
                  <a:lnTo>
                    <a:pt x="2818" y="3112"/>
                  </a:lnTo>
                  <a:lnTo>
                    <a:pt x="2818" y="2103"/>
                  </a:lnTo>
                  <a:lnTo>
                    <a:pt x="2734" y="1052"/>
                  </a:lnTo>
                  <a:lnTo>
                    <a:pt x="2565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67"/>
            <p:cNvSpPr/>
            <p:nvPr/>
          </p:nvSpPr>
          <p:spPr>
            <a:xfrm>
              <a:off x="995075" y="4509625"/>
              <a:ext cx="70450" cy="206075"/>
            </a:xfrm>
            <a:custGeom>
              <a:avLst/>
              <a:gdLst/>
              <a:ahLst/>
              <a:cxnLst/>
              <a:rect l="l" t="t" r="r" b="b"/>
              <a:pathLst>
                <a:path w="2818" h="8243" fill="none" extrusionOk="0">
                  <a:moveTo>
                    <a:pt x="1136" y="8243"/>
                  </a:moveTo>
                  <a:lnTo>
                    <a:pt x="1136" y="8243"/>
                  </a:lnTo>
                  <a:lnTo>
                    <a:pt x="883" y="7234"/>
                  </a:lnTo>
                  <a:lnTo>
                    <a:pt x="631" y="6182"/>
                  </a:lnTo>
                  <a:lnTo>
                    <a:pt x="337" y="5173"/>
                  </a:lnTo>
                  <a:lnTo>
                    <a:pt x="0" y="4122"/>
                  </a:lnTo>
                  <a:lnTo>
                    <a:pt x="168" y="4080"/>
                  </a:lnTo>
                  <a:lnTo>
                    <a:pt x="168" y="4080"/>
                  </a:lnTo>
                  <a:lnTo>
                    <a:pt x="210" y="4080"/>
                  </a:lnTo>
                  <a:lnTo>
                    <a:pt x="210" y="4080"/>
                  </a:lnTo>
                  <a:lnTo>
                    <a:pt x="337" y="3827"/>
                  </a:lnTo>
                  <a:lnTo>
                    <a:pt x="463" y="3575"/>
                  </a:lnTo>
                  <a:lnTo>
                    <a:pt x="631" y="3070"/>
                  </a:lnTo>
                  <a:lnTo>
                    <a:pt x="799" y="2524"/>
                  </a:lnTo>
                  <a:lnTo>
                    <a:pt x="1009" y="1977"/>
                  </a:lnTo>
                  <a:lnTo>
                    <a:pt x="1009" y="1977"/>
                  </a:lnTo>
                  <a:lnTo>
                    <a:pt x="1346" y="1430"/>
                  </a:lnTo>
                  <a:lnTo>
                    <a:pt x="1682" y="926"/>
                  </a:lnTo>
                  <a:lnTo>
                    <a:pt x="2103" y="463"/>
                  </a:lnTo>
                  <a:lnTo>
                    <a:pt x="2565" y="1"/>
                  </a:lnTo>
                  <a:lnTo>
                    <a:pt x="2565" y="1"/>
                  </a:lnTo>
                  <a:lnTo>
                    <a:pt x="2565" y="1"/>
                  </a:lnTo>
                  <a:lnTo>
                    <a:pt x="2734" y="1052"/>
                  </a:lnTo>
                  <a:lnTo>
                    <a:pt x="2818" y="2103"/>
                  </a:lnTo>
                  <a:lnTo>
                    <a:pt x="2818" y="3112"/>
                  </a:lnTo>
                  <a:lnTo>
                    <a:pt x="2776" y="3659"/>
                  </a:lnTo>
                  <a:lnTo>
                    <a:pt x="2692" y="4164"/>
                  </a:lnTo>
                  <a:lnTo>
                    <a:pt x="2607" y="4668"/>
                  </a:lnTo>
                  <a:lnTo>
                    <a:pt x="2481" y="5215"/>
                  </a:lnTo>
                  <a:lnTo>
                    <a:pt x="2313" y="5720"/>
                  </a:lnTo>
                  <a:lnTo>
                    <a:pt x="2145" y="6224"/>
                  </a:lnTo>
                  <a:lnTo>
                    <a:pt x="1935" y="6729"/>
                  </a:lnTo>
                  <a:lnTo>
                    <a:pt x="1724" y="7234"/>
                  </a:lnTo>
                  <a:lnTo>
                    <a:pt x="1430" y="7738"/>
                  </a:lnTo>
                  <a:lnTo>
                    <a:pt x="1136" y="824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67"/>
            <p:cNvSpPr/>
            <p:nvPr/>
          </p:nvSpPr>
          <p:spPr>
            <a:xfrm>
              <a:off x="946700" y="4387675"/>
              <a:ext cx="111475" cy="225000"/>
            </a:xfrm>
            <a:custGeom>
              <a:avLst/>
              <a:gdLst/>
              <a:ahLst/>
              <a:cxnLst/>
              <a:rect l="l" t="t" r="r" b="b"/>
              <a:pathLst>
                <a:path w="4459" h="9000" extrusionOk="0">
                  <a:moveTo>
                    <a:pt x="3071" y="0"/>
                  </a:moveTo>
                  <a:lnTo>
                    <a:pt x="2776" y="127"/>
                  </a:lnTo>
                  <a:lnTo>
                    <a:pt x="2776" y="211"/>
                  </a:lnTo>
                  <a:lnTo>
                    <a:pt x="2734" y="253"/>
                  </a:lnTo>
                  <a:lnTo>
                    <a:pt x="2314" y="799"/>
                  </a:lnTo>
                  <a:lnTo>
                    <a:pt x="1893" y="1346"/>
                  </a:lnTo>
                  <a:lnTo>
                    <a:pt x="1515" y="1851"/>
                  </a:lnTo>
                  <a:lnTo>
                    <a:pt x="1178" y="2440"/>
                  </a:lnTo>
                  <a:lnTo>
                    <a:pt x="842" y="2986"/>
                  </a:lnTo>
                  <a:lnTo>
                    <a:pt x="547" y="3575"/>
                  </a:lnTo>
                  <a:lnTo>
                    <a:pt x="295" y="4206"/>
                  </a:lnTo>
                  <a:lnTo>
                    <a:pt x="43" y="4837"/>
                  </a:lnTo>
                  <a:lnTo>
                    <a:pt x="1" y="4837"/>
                  </a:lnTo>
                  <a:lnTo>
                    <a:pt x="589" y="5846"/>
                  </a:lnTo>
                  <a:lnTo>
                    <a:pt x="1094" y="6855"/>
                  </a:lnTo>
                  <a:lnTo>
                    <a:pt x="1515" y="7948"/>
                  </a:lnTo>
                  <a:lnTo>
                    <a:pt x="1935" y="9000"/>
                  </a:lnTo>
                  <a:lnTo>
                    <a:pt x="2103" y="8958"/>
                  </a:lnTo>
                  <a:lnTo>
                    <a:pt x="2019" y="8663"/>
                  </a:lnTo>
                  <a:lnTo>
                    <a:pt x="2019" y="8411"/>
                  </a:lnTo>
                  <a:lnTo>
                    <a:pt x="2061" y="8117"/>
                  </a:lnTo>
                  <a:lnTo>
                    <a:pt x="2103" y="7780"/>
                  </a:lnTo>
                  <a:lnTo>
                    <a:pt x="2187" y="7486"/>
                  </a:lnTo>
                  <a:lnTo>
                    <a:pt x="2314" y="7191"/>
                  </a:lnTo>
                  <a:lnTo>
                    <a:pt x="2608" y="6561"/>
                  </a:lnTo>
                  <a:lnTo>
                    <a:pt x="2986" y="6014"/>
                  </a:lnTo>
                  <a:lnTo>
                    <a:pt x="3407" y="5467"/>
                  </a:lnTo>
                  <a:lnTo>
                    <a:pt x="3785" y="5005"/>
                  </a:lnTo>
                  <a:lnTo>
                    <a:pt x="4206" y="4626"/>
                  </a:lnTo>
                  <a:lnTo>
                    <a:pt x="4290" y="4584"/>
                  </a:lnTo>
                  <a:lnTo>
                    <a:pt x="4332" y="4584"/>
                  </a:lnTo>
                  <a:lnTo>
                    <a:pt x="4458" y="4626"/>
                  </a:lnTo>
                  <a:lnTo>
                    <a:pt x="4206" y="3449"/>
                  </a:lnTo>
                  <a:lnTo>
                    <a:pt x="3870" y="2313"/>
                  </a:lnTo>
                  <a:lnTo>
                    <a:pt x="3491" y="1178"/>
                  </a:lnTo>
                  <a:lnTo>
                    <a:pt x="3071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67"/>
            <p:cNvSpPr/>
            <p:nvPr/>
          </p:nvSpPr>
          <p:spPr>
            <a:xfrm>
              <a:off x="946700" y="4387675"/>
              <a:ext cx="111475" cy="225000"/>
            </a:xfrm>
            <a:custGeom>
              <a:avLst/>
              <a:gdLst/>
              <a:ahLst/>
              <a:cxnLst/>
              <a:rect l="l" t="t" r="r" b="b"/>
              <a:pathLst>
                <a:path w="4459" h="9000" fill="none" extrusionOk="0">
                  <a:moveTo>
                    <a:pt x="1935" y="9000"/>
                  </a:moveTo>
                  <a:lnTo>
                    <a:pt x="1935" y="9000"/>
                  </a:lnTo>
                  <a:lnTo>
                    <a:pt x="1515" y="7948"/>
                  </a:lnTo>
                  <a:lnTo>
                    <a:pt x="1094" y="6855"/>
                  </a:lnTo>
                  <a:lnTo>
                    <a:pt x="589" y="5846"/>
                  </a:lnTo>
                  <a:lnTo>
                    <a:pt x="1" y="4837"/>
                  </a:lnTo>
                  <a:lnTo>
                    <a:pt x="43" y="4837"/>
                  </a:lnTo>
                  <a:lnTo>
                    <a:pt x="43" y="4837"/>
                  </a:lnTo>
                  <a:lnTo>
                    <a:pt x="295" y="4206"/>
                  </a:lnTo>
                  <a:lnTo>
                    <a:pt x="547" y="3575"/>
                  </a:lnTo>
                  <a:lnTo>
                    <a:pt x="842" y="2986"/>
                  </a:lnTo>
                  <a:lnTo>
                    <a:pt x="1178" y="2440"/>
                  </a:lnTo>
                  <a:lnTo>
                    <a:pt x="1515" y="1851"/>
                  </a:lnTo>
                  <a:lnTo>
                    <a:pt x="1893" y="1346"/>
                  </a:lnTo>
                  <a:lnTo>
                    <a:pt x="2314" y="799"/>
                  </a:lnTo>
                  <a:lnTo>
                    <a:pt x="2734" y="253"/>
                  </a:lnTo>
                  <a:lnTo>
                    <a:pt x="2734" y="253"/>
                  </a:lnTo>
                  <a:lnTo>
                    <a:pt x="2776" y="211"/>
                  </a:lnTo>
                  <a:lnTo>
                    <a:pt x="2776" y="127"/>
                  </a:lnTo>
                  <a:lnTo>
                    <a:pt x="3071" y="0"/>
                  </a:lnTo>
                  <a:lnTo>
                    <a:pt x="3071" y="0"/>
                  </a:lnTo>
                  <a:lnTo>
                    <a:pt x="3491" y="1178"/>
                  </a:lnTo>
                  <a:lnTo>
                    <a:pt x="3870" y="2313"/>
                  </a:lnTo>
                  <a:lnTo>
                    <a:pt x="4206" y="3449"/>
                  </a:lnTo>
                  <a:lnTo>
                    <a:pt x="4458" y="4626"/>
                  </a:lnTo>
                  <a:lnTo>
                    <a:pt x="4458" y="4626"/>
                  </a:lnTo>
                  <a:lnTo>
                    <a:pt x="4332" y="4584"/>
                  </a:lnTo>
                  <a:lnTo>
                    <a:pt x="4290" y="4584"/>
                  </a:lnTo>
                  <a:lnTo>
                    <a:pt x="4206" y="4626"/>
                  </a:lnTo>
                  <a:lnTo>
                    <a:pt x="4206" y="4626"/>
                  </a:lnTo>
                  <a:lnTo>
                    <a:pt x="3785" y="5005"/>
                  </a:lnTo>
                  <a:lnTo>
                    <a:pt x="3407" y="5467"/>
                  </a:lnTo>
                  <a:lnTo>
                    <a:pt x="2986" y="6014"/>
                  </a:lnTo>
                  <a:lnTo>
                    <a:pt x="2608" y="6561"/>
                  </a:lnTo>
                  <a:lnTo>
                    <a:pt x="2314" y="7191"/>
                  </a:lnTo>
                  <a:lnTo>
                    <a:pt x="2187" y="7486"/>
                  </a:lnTo>
                  <a:lnTo>
                    <a:pt x="2103" y="7780"/>
                  </a:lnTo>
                  <a:lnTo>
                    <a:pt x="2061" y="8117"/>
                  </a:lnTo>
                  <a:lnTo>
                    <a:pt x="2019" y="8411"/>
                  </a:lnTo>
                  <a:lnTo>
                    <a:pt x="2019" y="8663"/>
                  </a:lnTo>
                  <a:lnTo>
                    <a:pt x="2103" y="8958"/>
                  </a:lnTo>
                  <a:lnTo>
                    <a:pt x="1935" y="9000"/>
                  </a:lnTo>
                  <a:lnTo>
                    <a:pt x="1935" y="900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67"/>
            <p:cNvSpPr/>
            <p:nvPr/>
          </p:nvSpPr>
          <p:spPr>
            <a:xfrm>
              <a:off x="925675" y="4288850"/>
              <a:ext cx="97800" cy="215550"/>
            </a:xfrm>
            <a:custGeom>
              <a:avLst/>
              <a:gdLst/>
              <a:ahLst/>
              <a:cxnLst/>
              <a:rect l="l" t="t" r="r" b="b"/>
              <a:pathLst>
                <a:path w="3912" h="8622" extrusionOk="0">
                  <a:moveTo>
                    <a:pt x="2187" y="0"/>
                  </a:moveTo>
                  <a:lnTo>
                    <a:pt x="1893" y="127"/>
                  </a:lnTo>
                  <a:lnTo>
                    <a:pt x="1935" y="211"/>
                  </a:lnTo>
                  <a:lnTo>
                    <a:pt x="1893" y="337"/>
                  </a:lnTo>
                  <a:lnTo>
                    <a:pt x="1304" y="968"/>
                  </a:lnTo>
                  <a:lnTo>
                    <a:pt x="800" y="1641"/>
                  </a:lnTo>
                  <a:lnTo>
                    <a:pt x="337" y="2355"/>
                  </a:lnTo>
                  <a:lnTo>
                    <a:pt x="1" y="3112"/>
                  </a:lnTo>
                  <a:lnTo>
                    <a:pt x="253" y="5762"/>
                  </a:lnTo>
                  <a:lnTo>
                    <a:pt x="589" y="8369"/>
                  </a:lnTo>
                  <a:lnTo>
                    <a:pt x="758" y="8621"/>
                  </a:lnTo>
                  <a:lnTo>
                    <a:pt x="926" y="7991"/>
                  </a:lnTo>
                  <a:lnTo>
                    <a:pt x="1178" y="7360"/>
                  </a:lnTo>
                  <a:lnTo>
                    <a:pt x="1473" y="6771"/>
                  </a:lnTo>
                  <a:lnTo>
                    <a:pt x="1767" y="6140"/>
                  </a:lnTo>
                  <a:lnTo>
                    <a:pt x="2103" y="5594"/>
                  </a:lnTo>
                  <a:lnTo>
                    <a:pt x="2482" y="5005"/>
                  </a:lnTo>
                  <a:lnTo>
                    <a:pt x="2902" y="4500"/>
                  </a:lnTo>
                  <a:lnTo>
                    <a:pt x="3323" y="3996"/>
                  </a:lnTo>
                  <a:lnTo>
                    <a:pt x="3407" y="3953"/>
                  </a:lnTo>
                  <a:lnTo>
                    <a:pt x="3491" y="3953"/>
                  </a:lnTo>
                  <a:lnTo>
                    <a:pt x="3575" y="3996"/>
                  </a:lnTo>
                  <a:lnTo>
                    <a:pt x="3617" y="4080"/>
                  </a:lnTo>
                  <a:lnTo>
                    <a:pt x="3912" y="3953"/>
                  </a:lnTo>
                  <a:lnTo>
                    <a:pt x="3323" y="2566"/>
                  </a:lnTo>
                  <a:lnTo>
                    <a:pt x="2734" y="1220"/>
                  </a:lnTo>
                  <a:lnTo>
                    <a:pt x="2187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67"/>
            <p:cNvSpPr/>
            <p:nvPr/>
          </p:nvSpPr>
          <p:spPr>
            <a:xfrm>
              <a:off x="925675" y="4288850"/>
              <a:ext cx="97800" cy="215550"/>
            </a:xfrm>
            <a:custGeom>
              <a:avLst/>
              <a:gdLst/>
              <a:ahLst/>
              <a:cxnLst/>
              <a:rect l="l" t="t" r="r" b="b"/>
              <a:pathLst>
                <a:path w="3912" h="8622" fill="none" extrusionOk="0">
                  <a:moveTo>
                    <a:pt x="3617" y="4080"/>
                  </a:moveTo>
                  <a:lnTo>
                    <a:pt x="3617" y="4080"/>
                  </a:lnTo>
                  <a:lnTo>
                    <a:pt x="3575" y="3996"/>
                  </a:lnTo>
                  <a:lnTo>
                    <a:pt x="3491" y="3953"/>
                  </a:lnTo>
                  <a:lnTo>
                    <a:pt x="3407" y="3953"/>
                  </a:lnTo>
                  <a:lnTo>
                    <a:pt x="3323" y="3996"/>
                  </a:lnTo>
                  <a:lnTo>
                    <a:pt x="3323" y="3996"/>
                  </a:lnTo>
                  <a:lnTo>
                    <a:pt x="2902" y="4500"/>
                  </a:lnTo>
                  <a:lnTo>
                    <a:pt x="2482" y="5005"/>
                  </a:lnTo>
                  <a:lnTo>
                    <a:pt x="2103" y="5594"/>
                  </a:lnTo>
                  <a:lnTo>
                    <a:pt x="1767" y="6140"/>
                  </a:lnTo>
                  <a:lnTo>
                    <a:pt x="1473" y="6771"/>
                  </a:lnTo>
                  <a:lnTo>
                    <a:pt x="1178" y="7360"/>
                  </a:lnTo>
                  <a:lnTo>
                    <a:pt x="926" y="7991"/>
                  </a:lnTo>
                  <a:lnTo>
                    <a:pt x="758" y="8621"/>
                  </a:lnTo>
                  <a:lnTo>
                    <a:pt x="758" y="8621"/>
                  </a:lnTo>
                  <a:lnTo>
                    <a:pt x="589" y="8369"/>
                  </a:lnTo>
                  <a:lnTo>
                    <a:pt x="589" y="8369"/>
                  </a:lnTo>
                  <a:lnTo>
                    <a:pt x="253" y="5762"/>
                  </a:lnTo>
                  <a:lnTo>
                    <a:pt x="1" y="3112"/>
                  </a:lnTo>
                  <a:lnTo>
                    <a:pt x="1" y="3112"/>
                  </a:lnTo>
                  <a:lnTo>
                    <a:pt x="337" y="2355"/>
                  </a:lnTo>
                  <a:lnTo>
                    <a:pt x="800" y="1641"/>
                  </a:lnTo>
                  <a:lnTo>
                    <a:pt x="1304" y="968"/>
                  </a:lnTo>
                  <a:lnTo>
                    <a:pt x="1893" y="337"/>
                  </a:lnTo>
                  <a:lnTo>
                    <a:pt x="1893" y="337"/>
                  </a:lnTo>
                  <a:lnTo>
                    <a:pt x="1935" y="211"/>
                  </a:lnTo>
                  <a:lnTo>
                    <a:pt x="1893" y="127"/>
                  </a:lnTo>
                  <a:lnTo>
                    <a:pt x="2187" y="0"/>
                  </a:lnTo>
                  <a:lnTo>
                    <a:pt x="2187" y="0"/>
                  </a:lnTo>
                  <a:lnTo>
                    <a:pt x="2734" y="1220"/>
                  </a:lnTo>
                  <a:lnTo>
                    <a:pt x="2734" y="1220"/>
                  </a:lnTo>
                  <a:lnTo>
                    <a:pt x="3323" y="2566"/>
                  </a:lnTo>
                  <a:lnTo>
                    <a:pt x="3912" y="3953"/>
                  </a:lnTo>
                  <a:lnTo>
                    <a:pt x="3617" y="40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67"/>
            <p:cNvSpPr/>
            <p:nvPr/>
          </p:nvSpPr>
          <p:spPr>
            <a:xfrm>
              <a:off x="913075" y="4169000"/>
              <a:ext cx="67300" cy="180850"/>
            </a:xfrm>
            <a:custGeom>
              <a:avLst/>
              <a:gdLst/>
              <a:ahLst/>
              <a:cxnLst/>
              <a:rect l="l" t="t" r="r" b="b"/>
              <a:pathLst>
                <a:path w="2692" h="7234" extrusionOk="0">
                  <a:moveTo>
                    <a:pt x="0" y="0"/>
                  </a:moveTo>
                  <a:lnTo>
                    <a:pt x="168" y="3659"/>
                  </a:lnTo>
                  <a:lnTo>
                    <a:pt x="421" y="7234"/>
                  </a:lnTo>
                  <a:lnTo>
                    <a:pt x="799" y="6603"/>
                  </a:lnTo>
                  <a:lnTo>
                    <a:pt x="1177" y="6014"/>
                  </a:lnTo>
                  <a:lnTo>
                    <a:pt x="1640" y="5425"/>
                  </a:lnTo>
                  <a:lnTo>
                    <a:pt x="2145" y="4921"/>
                  </a:lnTo>
                  <a:lnTo>
                    <a:pt x="2229" y="4879"/>
                  </a:lnTo>
                  <a:lnTo>
                    <a:pt x="2355" y="4879"/>
                  </a:lnTo>
                  <a:lnTo>
                    <a:pt x="2397" y="4921"/>
                  </a:lnTo>
                  <a:lnTo>
                    <a:pt x="2691" y="4794"/>
                  </a:lnTo>
                  <a:lnTo>
                    <a:pt x="1892" y="3154"/>
                  </a:lnTo>
                  <a:lnTo>
                    <a:pt x="1051" y="1514"/>
                  </a:lnTo>
                  <a:lnTo>
                    <a:pt x="757" y="884"/>
                  </a:lnTo>
                  <a:lnTo>
                    <a:pt x="505" y="379"/>
                  </a:lnTo>
                  <a:lnTo>
                    <a:pt x="378" y="211"/>
                  </a:lnTo>
                  <a:lnTo>
                    <a:pt x="252" y="85"/>
                  </a:lnTo>
                  <a:lnTo>
                    <a:pt x="126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67"/>
            <p:cNvSpPr/>
            <p:nvPr/>
          </p:nvSpPr>
          <p:spPr>
            <a:xfrm>
              <a:off x="913075" y="4169000"/>
              <a:ext cx="67300" cy="180850"/>
            </a:xfrm>
            <a:custGeom>
              <a:avLst/>
              <a:gdLst/>
              <a:ahLst/>
              <a:cxnLst/>
              <a:rect l="l" t="t" r="r" b="b"/>
              <a:pathLst>
                <a:path w="2692" h="7234" fill="none" extrusionOk="0">
                  <a:moveTo>
                    <a:pt x="1051" y="1514"/>
                  </a:moveTo>
                  <a:lnTo>
                    <a:pt x="1051" y="1514"/>
                  </a:lnTo>
                  <a:lnTo>
                    <a:pt x="1892" y="3154"/>
                  </a:lnTo>
                  <a:lnTo>
                    <a:pt x="2691" y="4794"/>
                  </a:lnTo>
                  <a:lnTo>
                    <a:pt x="2397" y="4921"/>
                  </a:lnTo>
                  <a:lnTo>
                    <a:pt x="2397" y="4921"/>
                  </a:lnTo>
                  <a:lnTo>
                    <a:pt x="2355" y="4879"/>
                  </a:lnTo>
                  <a:lnTo>
                    <a:pt x="2313" y="4879"/>
                  </a:lnTo>
                  <a:lnTo>
                    <a:pt x="2229" y="4879"/>
                  </a:lnTo>
                  <a:lnTo>
                    <a:pt x="2145" y="4921"/>
                  </a:lnTo>
                  <a:lnTo>
                    <a:pt x="2145" y="4921"/>
                  </a:lnTo>
                  <a:lnTo>
                    <a:pt x="1640" y="5425"/>
                  </a:lnTo>
                  <a:lnTo>
                    <a:pt x="1177" y="6014"/>
                  </a:lnTo>
                  <a:lnTo>
                    <a:pt x="799" y="6603"/>
                  </a:lnTo>
                  <a:lnTo>
                    <a:pt x="421" y="7234"/>
                  </a:lnTo>
                  <a:lnTo>
                    <a:pt x="421" y="7234"/>
                  </a:lnTo>
                  <a:lnTo>
                    <a:pt x="168" y="3659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6" y="43"/>
                  </a:lnTo>
                  <a:lnTo>
                    <a:pt x="252" y="85"/>
                  </a:lnTo>
                  <a:lnTo>
                    <a:pt x="378" y="211"/>
                  </a:lnTo>
                  <a:lnTo>
                    <a:pt x="505" y="379"/>
                  </a:lnTo>
                  <a:lnTo>
                    <a:pt x="757" y="884"/>
                  </a:lnTo>
                  <a:lnTo>
                    <a:pt x="1051" y="151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67"/>
            <p:cNvSpPr/>
            <p:nvPr/>
          </p:nvSpPr>
          <p:spPr>
            <a:xfrm>
              <a:off x="843675" y="4172150"/>
              <a:ext cx="68350" cy="185050"/>
            </a:xfrm>
            <a:custGeom>
              <a:avLst/>
              <a:gdLst/>
              <a:ahLst/>
              <a:cxnLst/>
              <a:rect l="l" t="t" r="r" b="b"/>
              <a:pathLst>
                <a:path w="2734" h="7402" extrusionOk="0">
                  <a:moveTo>
                    <a:pt x="2566" y="1"/>
                  </a:moveTo>
                  <a:lnTo>
                    <a:pt x="2398" y="169"/>
                  </a:lnTo>
                  <a:lnTo>
                    <a:pt x="2229" y="379"/>
                  </a:lnTo>
                  <a:lnTo>
                    <a:pt x="1851" y="1052"/>
                  </a:lnTo>
                  <a:lnTo>
                    <a:pt x="926" y="2860"/>
                  </a:lnTo>
                  <a:lnTo>
                    <a:pt x="1" y="4626"/>
                  </a:lnTo>
                  <a:lnTo>
                    <a:pt x="127" y="4626"/>
                  </a:lnTo>
                  <a:lnTo>
                    <a:pt x="547" y="4879"/>
                  </a:lnTo>
                  <a:lnTo>
                    <a:pt x="968" y="5173"/>
                  </a:lnTo>
                  <a:lnTo>
                    <a:pt x="1304" y="5467"/>
                  </a:lnTo>
                  <a:lnTo>
                    <a:pt x="1641" y="5846"/>
                  </a:lnTo>
                  <a:lnTo>
                    <a:pt x="1977" y="6182"/>
                  </a:lnTo>
                  <a:lnTo>
                    <a:pt x="2271" y="6561"/>
                  </a:lnTo>
                  <a:lnTo>
                    <a:pt x="2524" y="6981"/>
                  </a:lnTo>
                  <a:lnTo>
                    <a:pt x="2734" y="7402"/>
                  </a:lnTo>
                  <a:lnTo>
                    <a:pt x="2608" y="5552"/>
                  </a:lnTo>
                  <a:lnTo>
                    <a:pt x="2524" y="3701"/>
                  </a:lnTo>
                  <a:lnTo>
                    <a:pt x="2482" y="1851"/>
                  </a:lnTo>
                  <a:lnTo>
                    <a:pt x="2566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67"/>
            <p:cNvSpPr/>
            <p:nvPr/>
          </p:nvSpPr>
          <p:spPr>
            <a:xfrm>
              <a:off x="843675" y="4172150"/>
              <a:ext cx="68350" cy="185050"/>
            </a:xfrm>
            <a:custGeom>
              <a:avLst/>
              <a:gdLst/>
              <a:ahLst/>
              <a:cxnLst/>
              <a:rect l="l" t="t" r="r" b="b"/>
              <a:pathLst>
                <a:path w="2734" h="7402" fill="none" extrusionOk="0">
                  <a:moveTo>
                    <a:pt x="2566" y="1"/>
                  </a:moveTo>
                  <a:lnTo>
                    <a:pt x="2566" y="1"/>
                  </a:lnTo>
                  <a:lnTo>
                    <a:pt x="2482" y="1851"/>
                  </a:lnTo>
                  <a:lnTo>
                    <a:pt x="2524" y="3701"/>
                  </a:lnTo>
                  <a:lnTo>
                    <a:pt x="2608" y="5552"/>
                  </a:lnTo>
                  <a:lnTo>
                    <a:pt x="2734" y="7402"/>
                  </a:lnTo>
                  <a:lnTo>
                    <a:pt x="2734" y="7402"/>
                  </a:lnTo>
                  <a:lnTo>
                    <a:pt x="2524" y="6981"/>
                  </a:lnTo>
                  <a:lnTo>
                    <a:pt x="2271" y="6561"/>
                  </a:lnTo>
                  <a:lnTo>
                    <a:pt x="1977" y="6182"/>
                  </a:lnTo>
                  <a:lnTo>
                    <a:pt x="1641" y="5846"/>
                  </a:lnTo>
                  <a:lnTo>
                    <a:pt x="1304" y="5467"/>
                  </a:lnTo>
                  <a:lnTo>
                    <a:pt x="968" y="5173"/>
                  </a:lnTo>
                  <a:lnTo>
                    <a:pt x="547" y="4879"/>
                  </a:lnTo>
                  <a:lnTo>
                    <a:pt x="127" y="4626"/>
                  </a:lnTo>
                  <a:lnTo>
                    <a:pt x="127" y="4626"/>
                  </a:lnTo>
                  <a:lnTo>
                    <a:pt x="85" y="4626"/>
                  </a:lnTo>
                  <a:lnTo>
                    <a:pt x="1" y="4626"/>
                  </a:lnTo>
                  <a:lnTo>
                    <a:pt x="1" y="4626"/>
                  </a:lnTo>
                  <a:lnTo>
                    <a:pt x="926" y="2860"/>
                  </a:lnTo>
                  <a:lnTo>
                    <a:pt x="1851" y="1052"/>
                  </a:lnTo>
                  <a:lnTo>
                    <a:pt x="1851" y="1052"/>
                  </a:lnTo>
                  <a:lnTo>
                    <a:pt x="2229" y="379"/>
                  </a:lnTo>
                  <a:lnTo>
                    <a:pt x="2398" y="169"/>
                  </a:lnTo>
                  <a:lnTo>
                    <a:pt x="256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67"/>
            <p:cNvSpPr/>
            <p:nvPr/>
          </p:nvSpPr>
          <p:spPr>
            <a:xfrm>
              <a:off x="799525" y="4289900"/>
              <a:ext cx="128275" cy="191375"/>
            </a:xfrm>
            <a:custGeom>
              <a:avLst/>
              <a:gdLst/>
              <a:ahLst/>
              <a:cxnLst/>
              <a:rect l="l" t="t" r="r" b="b"/>
              <a:pathLst>
                <a:path w="5131" h="7655" extrusionOk="0">
                  <a:moveTo>
                    <a:pt x="1767" y="1"/>
                  </a:moveTo>
                  <a:lnTo>
                    <a:pt x="0" y="3575"/>
                  </a:lnTo>
                  <a:lnTo>
                    <a:pt x="673" y="3869"/>
                  </a:lnTo>
                  <a:lnTo>
                    <a:pt x="1304" y="4206"/>
                  </a:lnTo>
                  <a:lnTo>
                    <a:pt x="1935" y="4584"/>
                  </a:lnTo>
                  <a:lnTo>
                    <a:pt x="2523" y="5005"/>
                  </a:lnTo>
                  <a:lnTo>
                    <a:pt x="3280" y="5594"/>
                  </a:lnTo>
                  <a:lnTo>
                    <a:pt x="3953" y="6224"/>
                  </a:lnTo>
                  <a:lnTo>
                    <a:pt x="4584" y="6939"/>
                  </a:lnTo>
                  <a:lnTo>
                    <a:pt x="5131" y="7654"/>
                  </a:lnTo>
                  <a:lnTo>
                    <a:pt x="5131" y="7654"/>
                  </a:lnTo>
                  <a:lnTo>
                    <a:pt x="4836" y="5678"/>
                  </a:lnTo>
                  <a:lnTo>
                    <a:pt x="4584" y="3701"/>
                  </a:lnTo>
                  <a:lnTo>
                    <a:pt x="4542" y="3659"/>
                  </a:lnTo>
                  <a:lnTo>
                    <a:pt x="4542" y="3617"/>
                  </a:lnTo>
                  <a:lnTo>
                    <a:pt x="4332" y="3070"/>
                  </a:lnTo>
                  <a:lnTo>
                    <a:pt x="4079" y="2566"/>
                  </a:lnTo>
                  <a:lnTo>
                    <a:pt x="3785" y="2103"/>
                  </a:lnTo>
                  <a:lnTo>
                    <a:pt x="3449" y="1641"/>
                  </a:lnTo>
                  <a:lnTo>
                    <a:pt x="3070" y="1220"/>
                  </a:lnTo>
                  <a:lnTo>
                    <a:pt x="2692" y="842"/>
                  </a:lnTo>
                  <a:lnTo>
                    <a:pt x="2271" y="463"/>
                  </a:lnTo>
                  <a:lnTo>
                    <a:pt x="1809" y="127"/>
                  </a:lnTo>
                  <a:lnTo>
                    <a:pt x="1767" y="85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67"/>
            <p:cNvSpPr/>
            <p:nvPr/>
          </p:nvSpPr>
          <p:spPr>
            <a:xfrm>
              <a:off x="799525" y="4289900"/>
              <a:ext cx="128275" cy="191375"/>
            </a:xfrm>
            <a:custGeom>
              <a:avLst/>
              <a:gdLst/>
              <a:ahLst/>
              <a:cxnLst/>
              <a:rect l="l" t="t" r="r" b="b"/>
              <a:pathLst>
                <a:path w="5131" h="7655" fill="none" extrusionOk="0">
                  <a:moveTo>
                    <a:pt x="0" y="3575"/>
                  </a:moveTo>
                  <a:lnTo>
                    <a:pt x="0" y="3575"/>
                  </a:lnTo>
                  <a:lnTo>
                    <a:pt x="1767" y="1"/>
                  </a:lnTo>
                  <a:lnTo>
                    <a:pt x="1767" y="1"/>
                  </a:lnTo>
                  <a:lnTo>
                    <a:pt x="1767" y="85"/>
                  </a:lnTo>
                  <a:lnTo>
                    <a:pt x="1809" y="127"/>
                  </a:lnTo>
                  <a:lnTo>
                    <a:pt x="1809" y="127"/>
                  </a:lnTo>
                  <a:lnTo>
                    <a:pt x="2271" y="463"/>
                  </a:lnTo>
                  <a:lnTo>
                    <a:pt x="2692" y="842"/>
                  </a:lnTo>
                  <a:lnTo>
                    <a:pt x="3070" y="1220"/>
                  </a:lnTo>
                  <a:lnTo>
                    <a:pt x="3449" y="1641"/>
                  </a:lnTo>
                  <a:lnTo>
                    <a:pt x="3785" y="2103"/>
                  </a:lnTo>
                  <a:lnTo>
                    <a:pt x="4079" y="2566"/>
                  </a:lnTo>
                  <a:lnTo>
                    <a:pt x="4332" y="3070"/>
                  </a:lnTo>
                  <a:lnTo>
                    <a:pt x="4542" y="3617"/>
                  </a:lnTo>
                  <a:lnTo>
                    <a:pt x="4542" y="3617"/>
                  </a:lnTo>
                  <a:lnTo>
                    <a:pt x="4542" y="3659"/>
                  </a:lnTo>
                  <a:lnTo>
                    <a:pt x="4584" y="3701"/>
                  </a:lnTo>
                  <a:lnTo>
                    <a:pt x="4584" y="3701"/>
                  </a:lnTo>
                  <a:lnTo>
                    <a:pt x="4836" y="5678"/>
                  </a:lnTo>
                  <a:lnTo>
                    <a:pt x="5131" y="7654"/>
                  </a:lnTo>
                  <a:lnTo>
                    <a:pt x="5131" y="7654"/>
                  </a:lnTo>
                  <a:lnTo>
                    <a:pt x="4584" y="6939"/>
                  </a:lnTo>
                  <a:lnTo>
                    <a:pt x="3953" y="6224"/>
                  </a:lnTo>
                  <a:lnTo>
                    <a:pt x="3280" y="5594"/>
                  </a:lnTo>
                  <a:lnTo>
                    <a:pt x="2523" y="5005"/>
                  </a:lnTo>
                  <a:lnTo>
                    <a:pt x="2523" y="5005"/>
                  </a:lnTo>
                  <a:lnTo>
                    <a:pt x="1935" y="4584"/>
                  </a:lnTo>
                  <a:lnTo>
                    <a:pt x="1304" y="4206"/>
                  </a:lnTo>
                  <a:lnTo>
                    <a:pt x="673" y="3869"/>
                  </a:lnTo>
                  <a:lnTo>
                    <a:pt x="0" y="357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67"/>
            <p:cNvSpPr/>
            <p:nvPr/>
          </p:nvSpPr>
          <p:spPr>
            <a:xfrm>
              <a:off x="746950" y="4375050"/>
              <a:ext cx="259700" cy="325950"/>
            </a:xfrm>
            <a:custGeom>
              <a:avLst/>
              <a:gdLst/>
              <a:ahLst/>
              <a:cxnLst/>
              <a:rect l="l" t="t" r="r" b="b"/>
              <a:pathLst>
                <a:path w="10388" h="13038" extrusionOk="0">
                  <a:moveTo>
                    <a:pt x="1" y="1"/>
                  </a:moveTo>
                  <a:lnTo>
                    <a:pt x="85" y="926"/>
                  </a:lnTo>
                  <a:lnTo>
                    <a:pt x="211" y="1809"/>
                  </a:lnTo>
                  <a:lnTo>
                    <a:pt x="379" y="2692"/>
                  </a:lnTo>
                  <a:lnTo>
                    <a:pt x="589" y="3533"/>
                  </a:lnTo>
                  <a:lnTo>
                    <a:pt x="842" y="4416"/>
                  </a:lnTo>
                  <a:lnTo>
                    <a:pt x="1136" y="5257"/>
                  </a:lnTo>
                  <a:lnTo>
                    <a:pt x="1472" y="6056"/>
                  </a:lnTo>
                  <a:lnTo>
                    <a:pt x="1851" y="6897"/>
                  </a:lnTo>
                  <a:lnTo>
                    <a:pt x="4416" y="8580"/>
                  </a:lnTo>
                  <a:lnTo>
                    <a:pt x="6897" y="10304"/>
                  </a:lnTo>
                  <a:lnTo>
                    <a:pt x="6813" y="9925"/>
                  </a:lnTo>
                  <a:lnTo>
                    <a:pt x="6687" y="9463"/>
                  </a:lnTo>
                  <a:lnTo>
                    <a:pt x="6435" y="8748"/>
                  </a:lnTo>
                  <a:lnTo>
                    <a:pt x="6182" y="7865"/>
                  </a:lnTo>
                  <a:lnTo>
                    <a:pt x="5972" y="6982"/>
                  </a:lnTo>
                  <a:lnTo>
                    <a:pt x="5636" y="5173"/>
                  </a:lnTo>
                  <a:lnTo>
                    <a:pt x="5636" y="5089"/>
                  </a:lnTo>
                  <a:lnTo>
                    <a:pt x="5678" y="5047"/>
                  </a:lnTo>
                  <a:lnTo>
                    <a:pt x="5804" y="4963"/>
                  </a:lnTo>
                  <a:lnTo>
                    <a:pt x="5930" y="5005"/>
                  </a:lnTo>
                  <a:lnTo>
                    <a:pt x="5972" y="5089"/>
                  </a:lnTo>
                  <a:lnTo>
                    <a:pt x="6014" y="5131"/>
                  </a:lnTo>
                  <a:lnTo>
                    <a:pt x="6267" y="6561"/>
                  </a:lnTo>
                  <a:lnTo>
                    <a:pt x="6603" y="7949"/>
                  </a:lnTo>
                  <a:lnTo>
                    <a:pt x="6939" y="9295"/>
                  </a:lnTo>
                  <a:lnTo>
                    <a:pt x="7402" y="10640"/>
                  </a:lnTo>
                  <a:lnTo>
                    <a:pt x="7654" y="10850"/>
                  </a:lnTo>
                  <a:lnTo>
                    <a:pt x="8159" y="11271"/>
                  </a:lnTo>
                  <a:lnTo>
                    <a:pt x="8664" y="11692"/>
                  </a:lnTo>
                  <a:lnTo>
                    <a:pt x="9168" y="12112"/>
                  </a:lnTo>
                  <a:lnTo>
                    <a:pt x="9421" y="12280"/>
                  </a:lnTo>
                  <a:lnTo>
                    <a:pt x="9673" y="12448"/>
                  </a:lnTo>
                  <a:lnTo>
                    <a:pt x="10009" y="12617"/>
                  </a:lnTo>
                  <a:lnTo>
                    <a:pt x="10177" y="12785"/>
                  </a:lnTo>
                  <a:lnTo>
                    <a:pt x="10388" y="13037"/>
                  </a:lnTo>
                  <a:lnTo>
                    <a:pt x="10304" y="12827"/>
                  </a:lnTo>
                  <a:lnTo>
                    <a:pt x="10220" y="12322"/>
                  </a:lnTo>
                  <a:lnTo>
                    <a:pt x="10135" y="11818"/>
                  </a:lnTo>
                  <a:lnTo>
                    <a:pt x="10009" y="11271"/>
                  </a:lnTo>
                  <a:lnTo>
                    <a:pt x="9841" y="10724"/>
                  </a:lnTo>
                  <a:lnTo>
                    <a:pt x="9631" y="10178"/>
                  </a:lnTo>
                  <a:lnTo>
                    <a:pt x="9210" y="9084"/>
                  </a:lnTo>
                  <a:lnTo>
                    <a:pt x="8790" y="8075"/>
                  </a:lnTo>
                  <a:lnTo>
                    <a:pt x="8243" y="6855"/>
                  </a:lnTo>
                  <a:lnTo>
                    <a:pt x="7907" y="6309"/>
                  </a:lnTo>
                  <a:lnTo>
                    <a:pt x="7570" y="5720"/>
                  </a:lnTo>
                  <a:lnTo>
                    <a:pt x="7234" y="5173"/>
                  </a:lnTo>
                  <a:lnTo>
                    <a:pt x="6855" y="4669"/>
                  </a:lnTo>
                  <a:lnTo>
                    <a:pt x="6435" y="4164"/>
                  </a:lnTo>
                  <a:lnTo>
                    <a:pt x="6014" y="3659"/>
                  </a:lnTo>
                  <a:lnTo>
                    <a:pt x="5594" y="3197"/>
                  </a:lnTo>
                  <a:lnTo>
                    <a:pt x="5131" y="2776"/>
                  </a:lnTo>
                  <a:lnTo>
                    <a:pt x="4626" y="2356"/>
                  </a:lnTo>
                  <a:lnTo>
                    <a:pt x="4122" y="1935"/>
                  </a:lnTo>
                  <a:lnTo>
                    <a:pt x="3575" y="1599"/>
                  </a:lnTo>
                  <a:lnTo>
                    <a:pt x="3028" y="1262"/>
                  </a:lnTo>
                  <a:lnTo>
                    <a:pt x="2440" y="926"/>
                  </a:lnTo>
                  <a:lnTo>
                    <a:pt x="1851" y="632"/>
                  </a:lnTo>
                  <a:lnTo>
                    <a:pt x="926" y="29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67"/>
            <p:cNvSpPr/>
            <p:nvPr/>
          </p:nvSpPr>
          <p:spPr>
            <a:xfrm>
              <a:off x="746950" y="4375050"/>
              <a:ext cx="259700" cy="325950"/>
            </a:xfrm>
            <a:custGeom>
              <a:avLst/>
              <a:gdLst/>
              <a:ahLst/>
              <a:cxnLst/>
              <a:rect l="l" t="t" r="r" b="b"/>
              <a:pathLst>
                <a:path w="10388" h="13038" fill="none" extrusionOk="0">
                  <a:moveTo>
                    <a:pt x="10220" y="12322"/>
                  </a:moveTo>
                  <a:lnTo>
                    <a:pt x="10220" y="12322"/>
                  </a:lnTo>
                  <a:lnTo>
                    <a:pt x="10304" y="12827"/>
                  </a:lnTo>
                  <a:lnTo>
                    <a:pt x="10388" y="13037"/>
                  </a:lnTo>
                  <a:lnTo>
                    <a:pt x="10388" y="13037"/>
                  </a:lnTo>
                  <a:lnTo>
                    <a:pt x="10177" y="12785"/>
                  </a:lnTo>
                  <a:lnTo>
                    <a:pt x="10009" y="12617"/>
                  </a:lnTo>
                  <a:lnTo>
                    <a:pt x="9673" y="12448"/>
                  </a:lnTo>
                  <a:lnTo>
                    <a:pt x="9673" y="12448"/>
                  </a:lnTo>
                  <a:lnTo>
                    <a:pt x="9421" y="12280"/>
                  </a:lnTo>
                  <a:lnTo>
                    <a:pt x="9168" y="12112"/>
                  </a:lnTo>
                  <a:lnTo>
                    <a:pt x="8664" y="11692"/>
                  </a:lnTo>
                  <a:lnTo>
                    <a:pt x="8159" y="11271"/>
                  </a:lnTo>
                  <a:lnTo>
                    <a:pt x="7654" y="10850"/>
                  </a:lnTo>
                  <a:lnTo>
                    <a:pt x="7654" y="10850"/>
                  </a:lnTo>
                  <a:lnTo>
                    <a:pt x="7402" y="10640"/>
                  </a:lnTo>
                  <a:lnTo>
                    <a:pt x="7402" y="10640"/>
                  </a:lnTo>
                  <a:lnTo>
                    <a:pt x="6939" y="9295"/>
                  </a:lnTo>
                  <a:lnTo>
                    <a:pt x="6603" y="7949"/>
                  </a:lnTo>
                  <a:lnTo>
                    <a:pt x="6267" y="6561"/>
                  </a:lnTo>
                  <a:lnTo>
                    <a:pt x="6014" y="5131"/>
                  </a:lnTo>
                  <a:lnTo>
                    <a:pt x="6014" y="5131"/>
                  </a:lnTo>
                  <a:lnTo>
                    <a:pt x="5972" y="5089"/>
                  </a:lnTo>
                  <a:lnTo>
                    <a:pt x="5930" y="5005"/>
                  </a:lnTo>
                  <a:lnTo>
                    <a:pt x="5804" y="4963"/>
                  </a:lnTo>
                  <a:lnTo>
                    <a:pt x="5678" y="5047"/>
                  </a:lnTo>
                  <a:lnTo>
                    <a:pt x="5636" y="5089"/>
                  </a:lnTo>
                  <a:lnTo>
                    <a:pt x="5636" y="5173"/>
                  </a:lnTo>
                  <a:lnTo>
                    <a:pt x="5636" y="5173"/>
                  </a:lnTo>
                  <a:lnTo>
                    <a:pt x="5972" y="6982"/>
                  </a:lnTo>
                  <a:lnTo>
                    <a:pt x="6182" y="7865"/>
                  </a:lnTo>
                  <a:lnTo>
                    <a:pt x="6435" y="8748"/>
                  </a:lnTo>
                  <a:lnTo>
                    <a:pt x="6435" y="8748"/>
                  </a:lnTo>
                  <a:lnTo>
                    <a:pt x="6687" y="9463"/>
                  </a:lnTo>
                  <a:lnTo>
                    <a:pt x="6813" y="9925"/>
                  </a:lnTo>
                  <a:lnTo>
                    <a:pt x="6897" y="10304"/>
                  </a:lnTo>
                  <a:lnTo>
                    <a:pt x="6897" y="10304"/>
                  </a:lnTo>
                  <a:lnTo>
                    <a:pt x="4416" y="8580"/>
                  </a:lnTo>
                  <a:lnTo>
                    <a:pt x="1851" y="6897"/>
                  </a:lnTo>
                  <a:lnTo>
                    <a:pt x="1851" y="6897"/>
                  </a:lnTo>
                  <a:lnTo>
                    <a:pt x="1472" y="6056"/>
                  </a:lnTo>
                  <a:lnTo>
                    <a:pt x="1136" y="5257"/>
                  </a:lnTo>
                  <a:lnTo>
                    <a:pt x="842" y="4416"/>
                  </a:lnTo>
                  <a:lnTo>
                    <a:pt x="589" y="3533"/>
                  </a:lnTo>
                  <a:lnTo>
                    <a:pt x="379" y="2692"/>
                  </a:lnTo>
                  <a:lnTo>
                    <a:pt x="211" y="1809"/>
                  </a:lnTo>
                  <a:lnTo>
                    <a:pt x="85" y="926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926" y="295"/>
                  </a:lnTo>
                  <a:lnTo>
                    <a:pt x="1851" y="632"/>
                  </a:lnTo>
                  <a:lnTo>
                    <a:pt x="1851" y="632"/>
                  </a:lnTo>
                  <a:lnTo>
                    <a:pt x="2440" y="926"/>
                  </a:lnTo>
                  <a:lnTo>
                    <a:pt x="3028" y="1262"/>
                  </a:lnTo>
                  <a:lnTo>
                    <a:pt x="3575" y="1599"/>
                  </a:lnTo>
                  <a:lnTo>
                    <a:pt x="4122" y="1935"/>
                  </a:lnTo>
                  <a:lnTo>
                    <a:pt x="4626" y="2356"/>
                  </a:lnTo>
                  <a:lnTo>
                    <a:pt x="5131" y="2776"/>
                  </a:lnTo>
                  <a:lnTo>
                    <a:pt x="5594" y="3197"/>
                  </a:lnTo>
                  <a:lnTo>
                    <a:pt x="6014" y="3659"/>
                  </a:lnTo>
                  <a:lnTo>
                    <a:pt x="6435" y="4164"/>
                  </a:lnTo>
                  <a:lnTo>
                    <a:pt x="6855" y="4669"/>
                  </a:lnTo>
                  <a:lnTo>
                    <a:pt x="7234" y="5173"/>
                  </a:lnTo>
                  <a:lnTo>
                    <a:pt x="7570" y="5720"/>
                  </a:lnTo>
                  <a:lnTo>
                    <a:pt x="7907" y="6309"/>
                  </a:lnTo>
                  <a:lnTo>
                    <a:pt x="8243" y="6855"/>
                  </a:lnTo>
                  <a:lnTo>
                    <a:pt x="8790" y="8075"/>
                  </a:lnTo>
                  <a:lnTo>
                    <a:pt x="8790" y="8075"/>
                  </a:lnTo>
                  <a:lnTo>
                    <a:pt x="9210" y="9084"/>
                  </a:lnTo>
                  <a:lnTo>
                    <a:pt x="9631" y="10178"/>
                  </a:lnTo>
                  <a:lnTo>
                    <a:pt x="9841" y="10724"/>
                  </a:lnTo>
                  <a:lnTo>
                    <a:pt x="10009" y="11271"/>
                  </a:lnTo>
                  <a:lnTo>
                    <a:pt x="10135" y="11818"/>
                  </a:lnTo>
                  <a:lnTo>
                    <a:pt x="10220" y="123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67"/>
            <p:cNvSpPr/>
            <p:nvPr/>
          </p:nvSpPr>
          <p:spPr>
            <a:xfrm>
              <a:off x="623950" y="4351925"/>
              <a:ext cx="154575" cy="185050"/>
            </a:xfrm>
            <a:custGeom>
              <a:avLst/>
              <a:gdLst/>
              <a:ahLst/>
              <a:cxnLst/>
              <a:rect l="l" t="t" r="r" b="b"/>
              <a:pathLst>
                <a:path w="6183" h="7402" extrusionOk="0">
                  <a:moveTo>
                    <a:pt x="0" y="1"/>
                  </a:moveTo>
                  <a:lnTo>
                    <a:pt x="295" y="1052"/>
                  </a:lnTo>
                  <a:lnTo>
                    <a:pt x="631" y="2145"/>
                  </a:lnTo>
                  <a:lnTo>
                    <a:pt x="1010" y="3197"/>
                  </a:lnTo>
                  <a:lnTo>
                    <a:pt x="1430" y="4248"/>
                  </a:lnTo>
                  <a:lnTo>
                    <a:pt x="3785" y="5846"/>
                  </a:lnTo>
                  <a:lnTo>
                    <a:pt x="6182" y="7402"/>
                  </a:lnTo>
                  <a:lnTo>
                    <a:pt x="6098" y="7066"/>
                  </a:lnTo>
                  <a:lnTo>
                    <a:pt x="5972" y="6687"/>
                  </a:lnTo>
                  <a:lnTo>
                    <a:pt x="5636" y="5846"/>
                  </a:lnTo>
                  <a:lnTo>
                    <a:pt x="5341" y="5089"/>
                  </a:lnTo>
                  <a:lnTo>
                    <a:pt x="5131" y="4669"/>
                  </a:lnTo>
                  <a:lnTo>
                    <a:pt x="4921" y="3743"/>
                  </a:lnTo>
                  <a:lnTo>
                    <a:pt x="4752" y="2818"/>
                  </a:lnTo>
                  <a:lnTo>
                    <a:pt x="4668" y="1893"/>
                  </a:lnTo>
                  <a:lnTo>
                    <a:pt x="4584" y="968"/>
                  </a:lnTo>
                  <a:lnTo>
                    <a:pt x="4584" y="884"/>
                  </a:lnTo>
                  <a:lnTo>
                    <a:pt x="4626" y="842"/>
                  </a:lnTo>
                  <a:lnTo>
                    <a:pt x="3785" y="631"/>
                  </a:lnTo>
                  <a:lnTo>
                    <a:pt x="2944" y="463"/>
                  </a:lnTo>
                  <a:lnTo>
                    <a:pt x="2103" y="295"/>
                  </a:lnTo>
                  <a:lnTo>
                    <a:pt x="1220" y="2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67"/>
            <p:cNvSpPr/>
            <p:nvPr/>
          </p:nvSpPr>
          <p:spPr>
            <a:xfrm>
              <a:off x="623950" y="4351925"/>
              <a:ext cx="154575" cy="185050"/>
            </a:xfrm>
            <a:custGeom>
              <a:avLst/>
              <a:gdLst/>
              <a:ahLst/>
              <a:cxnLst/>
              <a:rect l="l" t="t" r="r" b="b"/>
              <a:pathLst>
                <a:path w="6183" h="7402" fill="none" extrusionOk="0">
                  <a:moveTo>
                    <a:pt x="5131" y="4669"/>
                  </a:moveTo>
                  <a:lnTo>
                    <a:pt x="5131" y="4669"/>
                  </a:lnTo>
                  <a:lnTo>
                    <a:pt x="5341" y="5089"/>
                  </a:lnTo>
                  <a:lnTo>
                    <a:pt x="5636" y="5846"/>
                  </a:lnTo>
                  <a:lnTo>
                    <a:pt x="5972" y="6687"/>
                  </a:lnTo>
                  <a:lnTo>
                    <a:pt x="6098" y="7066"/>
                  </a:lnTo>
                  <a:lnTo>
                    <a:pt x="6182" y="7402"/>
                  </a:lnTo>
                  <a:lnTo>
                    <a:pt x="6182" y="7402"/>
                  </a:lnTo>
                  <a:lnTo>
                    <a:pt x="3785" y="5846"/>
                  </a:lnTo>
                  <a:lnTo>
                    <a:pt x="1430" y="4248"/>
                  </a:lnTo>
                  <a:lnTo>
                    <a:pt x="1430" y="4248"/>
                  </a:lnTo>
                  <a:lnTo>
                    <a:pt x="1010" y="3197"/>
                  </a:lnTo>
                  <a:lnTo>
                    <a:pt x="631" y="2145"/>
                  </a:lnTo>
                  <a:lnTo>
                    <a:pt x="295" y="1052"/>
                  </a:lnTo>
                  <a:lnTo>
                    <a:pt x="0" y="1"/>
                  </a:lnTo>
                  <a:lnTo>
                    <a:pt x="0" y="1"/>
                  </a:lnTo>
                  <a:lnTo>
                    <a:pt x="1220" y="211"/>
                  </a:lnTo>
                  <a:lnTo>
                    <a:pt x="1220" y="211"/>
                  </a:lnTo>
                  <a:lnTo>
                    <a:pt x="2103" y="295"/>
                  </a:lnTo>
                  <a:lnTo>
                    <a:pt x="2944" y="463"/>
                  </a:lnTo>
                  <a:lnTo>
                    <a:pt x="3785" y="631"/>
                  </a:lnTo>
                  <a:lnTo>
                    <a:pt x="4626" y="842"/>
                  </a:lnTo>
                  <a:lnTo>
                    <a:pt x="4626" y="842"/>
                  </a:lnTo>
                  <a:lnTo>
                    <a:pt x="4584" y="884"/>
                  </a:lnTo>
                  <a:lnTo>
                    <a:pt x="4584" y="968"/>
                  </a:lnTo>
                  <a:lnTo>
                    <a:pt x="4584" y="968"/>
                  </a:lnTo>
                  <a:lnTo>
                    <a:pt x="4668" y="1893"/>
                  </a:lnTo>
                  <a:lnTo>
                    <a:pt x="4752" y="2818"/>
                  </a:lnTo>
                  <a:lnTo>
                    <a:pt x="4921" y="3743"/>
                  </a:lnTo>
                  <a:lnTo>
                    <a:pt x="5131" y="466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67"/>
            <p:cNvSpPr/>
            <p:nvPr/>
          </p:nvSpPr>
          <p:spPr>
            <a:xfrm>
              <a:off x="525125" y="4344575"/>
              <a:ext cx="127225" cy="132475"/>
            </a:xfrm>
            <a:custGeom>
              <a:avLst/>
              <a:gdLst/>
              <a:ahLst/>
              <a:cxnLst/>
              <a:rect l="l" t="t" r="r" b="b"/>
              <a:pathLst>
                <a:path w="5089" h="5299" extrusionOk="0">
                  <a:moveTo>
                    <a:pt x="1052" y="0"/>
                  </a:moveTo>
                  <a:lnTo>
                    <a:pt x="631" y="42"/>
                  </a:lnTo>
                  <a:lnTo>
                    <a:pt x="295" y="126"/>
                  </a:lnTo>
                  <a:lnTo>
                    <a:pt x="169" y="211"/>
                  </a:lnTo>
                  <a:lnTo>
                    <a:pt x="43" y="253"/>
                  </a:lnTo>
                  <a:lnTo>
                    <a:pt x="0" y="337"/>
                  </a:lnTo>
                  <a:lnTo>
                    <a:pt x="43" y="463"/>
                  </a:lnTo>
                  <a:lnTo>
                    <a:pt x="127" y="883"/>
                  </a:lnTo>
                  <a:lnTo>
                    <a:pt x="589" y="2145"/>
                  </a:lnTo>
                  <a:lnTo>
                    <a:pt x="1220" y="3785"/>
                  </a:lnTo>
                  <a:lnTo>
                    <a:pt x="1851" y="5299"/>
                  </a:lnTo>
                  <a:lnTo>
                    <a:pt x="1893" y="5257"/>
                  </a:lnTo>
                  <a:lnTo>
                    <a:pt x="1935" y="5257"/>
                  </a:lnTo>
                  <a:lnTo>
                    <a:pt x="2902" y="5047"/>
                  </a:lnTo>
                  <a:lnTo>
                    <a:pt x="3365" y="4963"/>
                  </a:lnTo>
                  <a:lnTo>
                    <a:pt x="3869" y="4920"/>
                  </a:lnTo>
                  <a:lnTo>
                    <a:pt x="4963" y="4920"/>
                  </a:lnTo>
                  <a:lnTo>
                    <a:pt x="5047" y="4878"/>
                  </a:lnTo>
                  <a:lnTo>
                    <a:pt x="5089" y="4836"/>
                  </a:lnTo>
                  <a:lnTo>
                    <a:pt x="3869" y="3911"/>
                  </a:lnTo>
                  <a:lnTo>
                    <a:pt x="2692" y="2944"/>
                  </a:lnTo>
                  <a:lnTo>
                    <a:pt x="1514" y="1935"/>
                  </a:lnTo>
                  <a:lnTo>
                    <a:pt x="421" y="883"/>
                  </a:lnTo>
                  <a:lnTo>
                    <a:pt x="379" y="841"/>
                  </a:lnTo>
                  <a:lnTo>
                    <a:pt x="421" y="799"/>
                  </a:lnTo>
                  <a:lnTo>
                    <a:pt x="505" y="799"/>
                  </a:lnTo>
                  <a:lnTo>
                    <a:pt x="1556" y="1682"/>
                  </a:lnTo>
                  <a:lnTo>
                    <a:pt x="2692" y="2566"/>
                  </a:lnTo>
                  <a:lnTo>
                    <a:pt x="3827" y="3407"/>
                  </a:lnTo>
                  <a:lnTo>
                    <a:pt x="4963" y="4248"/>
                  </a:lnTo>
                  <a:lnTo>
                    <a:pt x="4837" y="3995"/>
                  </a:lnTo>
                  <a:lnTo>
                    <a:pt x="4500" y="3070"/>
                  </a:lnTo>
                  <a:lnTo>
                    <a:pt x="4164" y="2145"/>
                  </a:lnTo>
                  <a:lnTo>
                    <a:pt x="3869" y="1178"/>
                  </a:lnTo>
                  <a:lnTo>
                    <a:pt x="3659" y="253"/>
                  </a:lnTo>
                  <a:lnTo>
                    <a:pt x="2608" y="84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67"/>
            <p:cNvSpPr/>
            <p:nvPr/>
          </p:nvSpPr>
          <p:spPr>
            <a:xfrm>
              <a:off x="525125" y="4344575"/>
              <a:ext cx="127225" cy="132475"/>
            </a:xfrm>
            <a:custGeom>
              <a:avLst/>
              <a:gdLst/>
              <a:ahLst/>
              <a:cxnLst/>
              <a:rect l="l" t="t" r="r" b="b"/>
              <a:pathLst>
                <a:path w="5089" h="5299" fill="none" extrusionOk="0">
                  <a:moveTo>
                    <a:pt x="421" y="883"/>
                  </a:moveTo>
                  <a:lnTo>
                    <a:pt x="421" y="883"/>
                  </a:lnTo>
                  <a:lnTo>
                    <a:pt x="1514" y="1935"/>
                  </a:lnTo>
                  <a:lnTo>
                    <a:pt x="2692" y="2944"/>
                  </a:lnTo>
                  <a:lnTo>
                    <a:pt x="3869" y="3911"/>
                  </a:lnTo>
                  <a:lnTo>
                    <a:pt x="5089" y="4836"/>
                  </a:lnTo>
                  <a:lnTo>
                    <a:pt x="5089" y="4836"/>
                  </a:lnTo>
                  <a:lnTo>
                    <a:pt x="5047" y="4878"/>
                  </a:lnTo>
                  <a:lnTo>
                    <a:pt x="5047" y="4878"/>
                  </a:lnTo>
                  <a:lnTo>
                    <a:pt x="4963" y="4920"/>
                  </a:lnTo>
                  <a:lnTo>
                    <a:pt x="4752" y="4920"/>
                  </a:lnTo>
                  <a:lnTo>
                    <a:pt x="4248" y="4920"/>
                  </a:lnTo>
                  <a:lnTo>
                    <a:pt x="4248" y="4920"/>
                  </a:lnTo>
                  <a:lnTo>
                    <a:pt x="3869" y="4920"/>
                  </a:lnTo>
                  <a:lnTo>
                    <a:pt x="3869" y="4920"/>
                  </a:lnTo>
                  <a:lnTo>
                    <a:pt x="3365" y="4963"/>
                  </a:lnTo>
                  <a:lnTo>
                    <a:pt x="2902" y="5047"/>
                  </a:lnTo>
                  <a:lnTo>
                    <a:pt x="1935" y="5257"/>
                  </a:lnTo>
                  <a:lnTo>
                    <a:pt x="1935" y="5257"/>
                  </a:lnTo>
                  <a:lnTo>
                    <a:pt x="1893" y="5257"/>
                  </a:lnTo>
                  <a:lnTo>
                    <a:pt x="1851" y="5299"/>
                  </a:lnTo>
                  <a:lnTo>
                    <a:pt x="1851" y="5299"/>
                  </a:lnTo>
                  <a:lnTo>
                    <a:pt x="1220" y="3785"/>
                  </a:lnTo>
                  <a:lnTo>
                    <a:pt x="589" y="2145"/>
                  </a:lnTo>
                  <a:lnTo>
                    <a:pt x="127" y="883"/>
                  </a:lnTo>
                  <a:lnTo>
                    <a:pt x="43" y="463"/>
                  </a:lnTo>
                  <a:lnTo>
                    <a:pt x="0" y="337"/>
                  </a:lnTo>
                  <a:lnTo>
                    <a:pt x="43" y="253"/>
                  </a:lnTo>
                  <a:lnTo>
                    <a:pt x="43" y="253"/>
                  </a:lnTo>
                  <a:lnTo>
                    <a:pt x="169" y="211"/>
                  </a:lnTo>
                  <a:lnTo>
                    <a:pt x="295" y="126"/>
                  </a:lnTo>
                  <a:lnTo>
                    <a:pt x="631" y="42"/>
                  </a:lnTo>
                  <a:lnTo>
                    <a:pt x="1052" y="0"/>
                  </a:lnTo>
                  <a:lnTo>
                    <a:pt x="1514" y="0"/>
                  </a:lnTo>
                  <a:lnTo>
                    <a:pt x="2608" y="84"/>
                  </a:lnTo>
                  <a:lnTo>
                    <a:pt x="3659" y="253"/>
                  </a:lnTo>
                  <a:lnTo>
                    <a:pt x="3659" y="253"/>
                  </a:lnTo>
                  <a:lnTo>
                    <a:pt x="3869" y="1178"/>
                  </a:lnTo>
                  <a:lnTo>
                    <a:pt x="4164" y="2145"/>
                  </a:lnTo>
                  <a:lnTo>
                    <a:pt x="4500" y="3070"/>
                  </a:lnTo>
                  <a:lnTo>
                    <a:pt x="4837" y="3995"/>
                  </a:lnTo>
                  <a:lnTo>
                    <a:pt x="4837" y="3995"/>
                  </a:lnTo>
                  <a:lnTo>
                    <a:pt x="4963" y="4248"/>
                  </a:lnTo>
                  <a:lnTo>
                    <a:pt x="4963" y="4248"/>
                  </a:lnTo>
                  <a:lnTo>
                    <a:pt x="3827" y="3407"/>
                  </a:lnTo>
                  <a:lnTo>
                    <a:pt x="2692" y="2566"/>
                  </a:lnTo>
                  <a:lnTo>
                    <a:pt x="1556" y="1682"/>
                  </a:lnTo>
                  <a:lnTo>
                    <a:pt x="505" y="799"/>
                  </a:lnTo>
                  <a:lnTo>
                    <a:pt x="505" y="799"/>
                  </a:lnTo>
                  <a:lnTo>
                    <a:pt x="463" y="799"/>
                  </a:lnTo>
                  <a:lnTo>
                    <a:pt x="421" y="799"/>
                  </a:lnTo>
                  <a:lnTo>
                    <a:pt x="379" y="841"/>
                  </a:lnTo>
                  <a:lnTo>
                    <a:pt x="421" y="88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67"/>
            <p:cNvSpPr/>
            <p:nvPr/>
          </p:nvSpPr>
          <p:spPr>
            <a:xfrm>
              <a:off x="572425" y="4472825"/>
              <a:ext cx="198725" cy="119875"/>
            </a:xfrm>
            <a:custGeom>
              <a:avLst/>
              <a:gdLst/>
              <a:ahLst/>
              <a:cxnLst/>
              <a:rect l="l" t="t" r="r" b="b"/>
              <a:pathLst>
                <a:path w="7949" h="4795" extrusionOk="0">
                  <a:moveTo>
                    <a:pt x="2650" y="1"/>
                  </a:moveTo>
                  <a:lnTo>
                    <a:pt x="1809" y="43"/>
                  </a:lnTo>
                  <a:lnTo>
                    <a:pt x="968" y="127"/>
                  </a:lnTo>
                  <a:lnTo>
                    <a:pt x="85" y="295"/>
                  </a:lnTo>
                  <a:lnTo>
                    <a:pt x="1" y="295"/>
                  </a:lnTo>
                  <a:lnTo>
                    <a:pt x="505" y="1515"/>
                  </a:lnTo>
                  <a:lnTo>
                    <a:pt x="842" y="2356"/>
                  </a:lnTo>
                  <a:lnTo>
                    <a:pt x="1220" y="3197"/>
                  </a:lnTo>
                  <a:lnTo>
                    <a:pt x="1599" y="4038"/>
                  </a:lnTo>
                  <a:lnTo>
                    <a:pt x="2019" y="4795"/>
                  </a:lnTo>
                  <a:lnTo>
                    <a:pt x="2019" y="4753"/>
                  </a:lnTo>
                  <a:lnTo>
                    <a:pt x="2776" y="4248"/>
                  </a:lnTo>
                  <a:lnTo>
                    <a:pt x="3533" y="3828"/>
                  </a:lnTo>
                  <a:lnTo>
                    <a:pt x="4374" y="3491"/>
                  </a:lnTo>
                  <a:lnTo>
                    <a:pt x="5215" y="3239"/>
                  </a:lnTo>
                  <a:lnTo>
                    <a:pt x="6099" y="3071"/>
                  </a:lnTo>
                  <a:lnTo>
                    <a:pt x="6982" y="2944"/>
                  </a:lnTo>
                  <a:lnTo>
                    <a:pt x="7949" y="2986"/>
                  </a:lnTo>
                  <a:lnTo>
                    <a:pt x="5762" y="1515"/>
                  </a:lnTo>
                  <a:lnTo>
                    <a:pt x="3617" y="1"/>
                  </a:lnTo>
                  <a:lnTo>
                    <a:pt x="3533" y="43"/>
                  </a:lnTo>
                  <a:lnTo>
                    <a:pt x="2650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67"/>
            <p:cNvSpPr/>
            <p:nvPr/>
          </p:nvSpPr>
          <p:spPr>
            <a:xfrm>
              <a:off x="572425" y="4472825"/>
              <a:ext cx="198725" cy="119875"/>
            </a:xfrm>
            <a:custGeom>
              <a:avLst/>
              <a:gdLst/>
              <a:ahLst/>
              <a:cxnLst/>
              <a:rect l="l" t="t" r="r" b="b"/>
              <a:pathLst>
                <a:path w="7949" h="4795" fill="none" extrusionOk="0">
                  <a:moveTo>
                    <a:pt x="2019" y="4753"/>
                  </a:moveTo>
                  <a:lnTo>
                    <a:pt x="2019" y="4753"/>
                  </a:lnTo>
                  <a:lnTo>
                    <a:pt x="2019" y="4795"/>
                  </a:lnTo>
                  <a:lnTo>
                    <a:pt x="2019" y="4795"/>
                  </a:lnTo>
                  <a:lnTo>
                    <a:pt x="2019" y="4795"/>
                  </a:lnTo>
                  <a:lnTo>
                    <a:pt x="2019" y="4795"/>
                  </a:lnTo>
                  <a:lnTo>
                    <a:pt x="1599" y="4038"/>
                  </a:lnTo>
                  <a:lnTo>
                    <a:pt x="1220" y="3197"/>
                  </a:lnTo>
                  <a:lnTo>
                    <a:pt x="842" y="2356"/>
                  </a:lnTo>
                  <a:lnTo>
                    <a:pt x="505" y="1515"/>
                  </a:lnTo>
                  <a:lnTo>
                    <a:pt x="505" y="1515"/>
                  </a:lnTo>
                  <a:lnTo>
                    <a:pt x="1" y="295"/>
                  </a:lnTo>
                  <a:lnTo>
                    <a:pt x="1" y="295"/>
                  </a:lnTo>
                  <a:lnTo>
                    <a:pt x="85" y="295"/>
                  </a:lnTo>
                  <a:lnTo>
                    <a:pt x="85" y="295"/>
                  </a:lnTo>
                  <a:lnTo>
                    <a:pt x="968" y="127"/>
                  </a:lnTo>
                  <a:lnTo>
                    <a:pt x="1809" y="43"/>
                  </a:lnTo>
                  <a:lnTo>
                    <a:pt x="2650" y="1"/>
                  </a:lnTo>
                  <a:lnTo>
                    <a:pt x="3533" y="43"/>
                  </a:lnTo>
                  <a:lnTo>
                    <a:pt x="3533" y="43"/>
                  </a:lnTo>
                  <a:lnTo>
                    <a:pt x="3617" y="1"/>
                  </a:lnTo>
                  <a:lnTo>
                    <a:pt x="3617" y="1"/>
                  </a:lnTo>
                  <a:lnTo>
                    <a:pt x="5762" y="1515"/>
                  </a:lnTo>
                  <a:lnTo>
                    <a:pt x="7949" y="2986"/>
                  </a:lnTo>
                  <a:lnTo>
                    <a:pt x="7949" y="2986"/>
                  </a:lnTo>
                  <a:lnTo>
                    <a:pt x="6982" y="2944"/>
                  </a:lnTo>
                  <a:lnTo>
                    <a:pt x="6982" y="2944"/>
                  </a:lnTo>
                  <a:lnTo>
                    <a:pt x="6099" y="3071"/>
                  </a:lnTo>
                  <a:lnTo>
                    <a:pt x="5215" y="3239"/>
                  </a:lnTo>
                  <a:lnTo>
                    <a:pt x="5215" y="3239"/>
                  </a:lnTo>
                  <a:lnTo>
                    <a:pt x="4374" y="3491"/>
                  </a:lnTo>
                  <a:lnTo>
                    <a:pt x="3533" y="3828"/>
                  </a:lnTo>
                  <a:lnTo>
                    <a:pt x="2776" y="4248"/>
                  </a:lnTo>
                  <a:lnTo>
                    <a:pt x="2019" y="47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67"/>
            <p:cNvSpPr/>
            <p:nvPr/>
          </p:nvSpPr>
          <p:spPr>
            <a:xfrm>
              <a:off x="622900" y="4554825"/>
              <a:ext cx="289125" cy="141950"/>
            </a:xfrm>
            <a:custGeom>
              <a:avLst/>
              <a:gdLst/>
              <a:ahLst/>
              <a:cxnLst/>
              <a:rect l="l" t="t" r="r" b="b"/>
              <a:pathLst>
                <a:path w="11565" h="5678" extrusionOk="0">
                  <a:moveTo>
                    <a:pt x="5593" y="1"/>
                  </a:moveTo>
                  <a:lnTo>
                    <a:pt x="4752" y="43"/>
                  </a:lnTo>
                  <a:lnTo>
                    <a:pt x="3953" y="127"/>
                  </a:lnTo>
                  <a:lnTo>
                    <a:pt x="3154" y="295"/>
                  </a:lnTo>
                  <a:lnTo>
                    <a:pt x="2355" y="505"/>
                  </a:lnTo>
                  <a:lnTo>
                    <a:pt x="1598" y="800"/>
                  </a:lnTo>
                  <a:lnTo>
                    <a:pt x="841" y="1136"/>
                  </a:lnTo>
                  <a:lnTo>
                    <a:pt x="84" y="1557"/>
                  </a:lnTo>
                  <a:lnTo>
                    <a:pt x="42" y="1557"/>
                  </a:lnTo>
                  <a:lnTo>
                    <a:pt x="0" y="1515"/>
                  </a:lnTo>
                  <a:lnTo>
                    <a:pt x="379" y="2146"/>
                  </a:lnTo>
                  <a:lnTo>
                    <a:pt x="799" y="2734"/>
                  </a:lnTo>
                  <a:lnTo>
                    <a:pt x="1220" y="3281"/>
                  </a:lnTo>
                  <a:lnTo>
                    <a:pt x="1725" y="3828"/>
                  </a:lnTo>
                  <a:lnTo>
                    <a:pt x="2271" y="4332"/>
                  </a:lnTo>
                  <a:lnTo>
                    <a:pt x="2818" y="4753"/>
                  </a:lnTo>
                  <a:lnTo>
                    <a:pt x="3491" y="5173"/>
                  </a:lnTo>
                  <a:lnTo>
                    <a:pt x="4164" y="5510"/>
                  </a:lnTo>
                  <a:lnTo>
                    <a:pt x="4500" y="5678"/>
                  </a:lnTo>
                  <a:lnTo>
                    <a:pt x="4542" y="5594"/>
                  </a:lnTo>
                  <a:lnTo>
                    <a:pt x="4500" y="5594"/>
                  </a:lnTo>
                  <a:lnTo>
                    <a:pt x="4458" y="5552"/>
                  </a:lnTo>
                  <a:lnTo>
                    <a:pt x="4458" y="5468"/>
                  </a:lnTo>
                  <a:lnTo>
                    <a:pt x="4500" y="5426"/>
                  </a:lnTo>
                  <a:lnTo>
                    <a:pt x="5173" y="4963"/>
                  </a:lnTo>
                  <a:lnTo>
                    <a:pt x="5888" y="4585"/>
                  </a:lnTo>
                  <a:lnTo>
                    <a:pt x="6645" y="4206"/>
                  </a:lnTo>
                  <a:lnTo>
                    <a:pt x="7402" y="3954"/>
                  </a:lnTo>
                  <a:lnTo>
                    <a:pt x="8201" y="3702"/>
                  </a:lnTo>
                  <a:lnTo>
                    <a:pt x="9000" y="3575"/>
                  </a:lnTo>
                  <a:lnTo>
                    <a:pt x="9841" y="3491"/>
                  </a:lnTo>
                  <a:lnTo>
                    <a:pt x="10640" y="3449"/>
                  </a:lnTo>
                  <a:lnTo>
                    <a:pt x="11060" y="3491"/>
                  </a:lnTo>
                  <a:lnTo>
                    <a:pt x="11565" y="3533"/>
                  </a:lnTo>
                  <a:lnTo>
                    <a:pt x="10303" y="2650"/>
                  </a:lnTo>
                  <a:lnTo>
                    <a:pt x="9000" y="1767"/>
                  </a:lnTo>
                  <a:lnTo>
                    <a:pt x="6434" y="43"/>
                  </a:lnTo>
                  <a:lnTo>
                    <a:pt x="5593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67"/>
            <p:cNvSpPr/>
            <p:nvPr/>
          </p:nvSpPr>
          <p:spPr>
            <a:xfrm>
              <a:off x="622900" y="4554825"/>
              <a:ext cx="289125" cy="141950"/>
            </a:xfrm>
            <a:custGeom>
              <a:avLst/>
              <a:gdLst/>
              <a:ahLst/>
              <a:cxnLst/>
              <a:rect l="l" t="t" r="r" b="b"/>
              <a:pathLst>
                <a:path w="11565" h="5678" fill="none" extrusionOk="0">
                  <a:moveTo>
                    <a:pt x="4500" y="5426"/>
                  </a:moveTo>
                  <a:lnTo>
                    <a:pt x="4500" y="5426"/>
                  </a:lnTo>
                  <a:lnTo>
                    <a:pt x="4458" y="5468"/>
                  </a:lnTo>
                  <a:lnTo>
                    <a:pt x="4458" y="5552"/>
                  </a:lnTo>
                  <a:lnTo>
                    <a:pt x="4500" y="5594"/>
                  </a:lnTo>
                  <a:lnTo>
                    <a:pt x="4542" y="5594"/>
                  </a:lnTo>
                  <a:lnTo>
                    <a:pt x="4500" y="5678"/>
                  </a:lnTo>
                  <a:lnTo>
                    <a:pt x="4500" y="5678"/>
                  </a:lnTo>
                  <a:lnTo>
                    <a:pt x="4164" y="5510"/>
                  </a:lnTo>
                  <a:lnTo>
                    <a:pt x="4164" y="5510"/>
                  </a:lnTo>
                  <a:lnTo>
                    <a:pt x="3491" y="5173"/>
                  </a:lnTo>
                  <a:lnTo>
                    <a:pt x="2818" y="4753"/>
                  </a:lnTo>
                  <a:lnTo>
                    <a:pt x="2271" y="4332"/>
                  </a:lnTo>
                  <a:lnTo>
                    <a:pt x="1725" y="3828"/>
                  </a:lnTo>
                  <a:lnTo>
                    <a:pt x="1220" y="3281"/>
                  </a:lnTo>
                  <a:lnTo>
                    <a:pt x="799" y="2734"/>
                  </a:lnTo>
                  <a:lnTo>
                    <a:pt x="379" y="2146"/>
                  </a:lnTo>
                  <a:lnTo>
                    <a:pt x="0" y="1515"/>
                  </a:lnTo>
                  <a:lnTo>
                    <a:pt x="0" y="1515"/>
                  </a:lnTo>
                  <a:lnTo>
                    <a:pt x="0" y="1515"/>
                  </a:lnTo>
                  <a:lnTo>
                    <a:pt x="42" y="1557"/>
                  </a:lnTo>
                  <a:lnTo>
                    <a:pt x="84" y="1557"/>
                  </a:lnTo>
                  <a:lnTo>
                    <a:pt x="84" y="1557"/>
                  </a:lnTo>
                  <a:lnTo>
                    <a:pt x="841" y="1136"/>
                  </a:lnTo>
                  <a:lnTo>
                    <a:pt x="1598" y="800"/>
                  </a:lnTo>
                  <a:lnTo>
                    <a:pt x="2355" y="505"/>
                  </a:lnTo>
                  <a:lnTo>
                    <a:pt x="3154" y="295"/>
                  </a:lnTo>
                  <a:lnTo>
                    <a:pt x="3953" y="127"/>
                  </a:lnTo>
                  <a:lnTo>
                    <a:pt x="4752" y="43"/>
                  </a:lnTo>
                  <a:lnTo>
                    <a:pt x="5593" y="1"/>
                  </a:lnTo>
                  <a:lnTo>
                    <a:pt x="6434" y="43"/>
                  </a:lnTo>
                  <a:lnTo>
                    <a:pt x="6434" y="43"/>
                  </a:lnTo>
                  <a:lnTo>
                    <a:pt x="9000" y="1767"/>
                  </a:lnTo>
                  <a:lnTo>
                    <a:pt x="10303" y="2650"/>
                  </a:lnTo>
                  <a:lnTo>
                    <a:pt x="11565" y="3533"/>
                  </a:lnTo>
                  <a:lnTo>
                    <a:pt x="11565" y="3533"/>
                  </a:lnTo>
                  <a:lnTo>
                    <a:pt x="11060" y="3491"/>
                  </a:lnTo>
                  <a:lnTo>
                    <a:pt x="10640" y="3449"/>
                  </a:lnTo>
                  <a:lnTo>
                    <a:pt x="10640" y="3449"/>
                  </a:lnTo>
                  <a:lnTo>
                    <a:pt x="9841" y="3491"/>
                  </a:lnTo>
                  <a:lnTo>
                    <a:pt x="9000" y="3575"/>
                  </a:lnTo>
                  <a:lnTo>
                    <a:pt x="8201" y="3702"/>
                  </a:lnTo>
                  <a:lnTo>
                    <a:pt x="7402" y="3954"/>
                  </a:lnTo>
                  <a:lnTo>
                    <a:pt x="6645" y="4206"/>
                  </a:lnTo>
                  <a:lnTo>
                    <a:pt x="5888" y="4585"/>
                  </a:lnTo>
                  <a:lnTo>
                    <a:pt x="5173" y="4963"/>
                  </a:lnTo>
                  <a:lnTo>
                    <a:pt x="4500" y="542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67"/>
            <p:cNvSpPr/>
            <p:nvPr/>
          </p:nvSpPr>
          <p:spPr>
            <a:xfrm>
              <a:off x="735400" y="4650500"/>
              <a:ext cx="272300" cy="77825"/>
            </a:xfrm>
            <a:custGeom>
              <a:avLst/>
              <a:gdLst/>
              <a:ahLst/>
              <a:cxnLst/>
              <a:rect l="l" t="t" r="r" b="b"/>
              <a:pathLst>
                <a:path w="10892" h="3113" extrusionOk="0">
                  <a:moveTo>
                    <a:pt x="5677" y="1"/>
                  </a:moveTo>
                  <a:lnTo>
                    <a:pt x="4710" y="43"/>
                  </a:lnTo>
                  <a:lnTo>
                    <a:pt x="3743" y="211"/>
                  </a:lnTo>
                  <a:lnTo>
                    <a:pt x="2818" y="463"/>
                  </a:lnTo>
                  <a:lnTo>
                    <a:pt x="1892" y="800"/>
                  </a:lnTo>
                  <a:lnTo>
                    <a:pt x="967" y="1262"/>
                  </a:lnTo>
                  <a:lnTo>
                    <a:pt x="126" y="1767"/>
                  </a:lnTo>
                  <a:lnTo>
                    <a:pt x="42" y="1767"/>
                  </a:lnTo>
                  <a:lnTo>
                    <a:pt x="0" y="1851"/>
                  </a:lnTo>
                  <a:lnTo>
                    <a:pt x="673" y="2103"/>
                  </a:lnTo>
                  <a:lnTo>
                    <a:pt x="1304" y="2314"/>
                  </a:lnTo>
                  <a:lnTo>
                    <a:pt x="1977" y="2524"/>
                  </a:lnTo>
                  <a:lnTo>
                    <a:pt x="2649" y="2692"/>
                  </a:lnTo>
                  <a:lnTo>
                    <a:pt x="3322" y="2818"/>
                  </a:lnTo>
                  <a:lnTo>
                    <a:pt x="3995" y="2944"/>
                  </a:lnTo>
                  <a:lnTo>
                    <a:pt x="4710" y="2986"/>
                  </a:lnTo>
                  <a:lnTo>
                    <a:pt x="5383" y="3071"/>
                  </a:lnTo>
                  <a:lnTo>
                    <a:pt x="6771" y="3113"/>
                  </a:lnTo>
                  <a:lnTo>
                    <a:pt x="8158" y="3028"/>
                  </a:lnTo>
                  <a:lnTo>
                    <a:pt x="9546" y="2902"/>
                  </a:lnTo>
                  <a:lnTo>
                    <a:pt x="10892" y="2734"/>
                  </a:lnTo>
                  <a:lnTo>
                    <a:pt x="10135" y="2061"/>
                  </a:lnTo>
                  <a:lnTo>
                    <a:pt x="9336" y="1388"/>
                  </a:lnTo>
                  <a:lnTo>
                    <a:pt x="7696" y="169"/>
                  </a:lnTo>
                  <a:lnTo>
                    <a:pt x="6686" y="1"/>
                  </a:lnTo>
                  <a:close/>
                </a:path>
              </a:pathLst>
            </a:custGeom>
            <a:solidFill>
              <a:srgbClr val="80B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67"/>
            <p:cNvSpPr/>
            <p:nvPr/>
          </p:nvSpPr>
          <p:spPr>
            <a:xfrm>
              <a:off x="735400" y="4650500"/>
              <a:ext cx="272300" cy="77825"/>
            </a:xfrm>
            <a:custGeom>
              <a:avLst/>
              <a:gdLst/>
              <a:ahLst/>
              <a:cxnLst/>
              <a:rect l="l" t="t" r="r" b="b"/>
              <a:pathLst>
                <a:path w="10892" h="3113" fill="none" extrusionOk="0">
                  <a:moveTo>
                    <a:pt x="10892" y="2734"/>
                  </a:moveTo>
                  <a:lnTo>
                    <a:pt x="10892" y="2734"/>
                  </a:lnTo>
                  <a:lnTo>
                    <a:pt x="9546" y="2902"/>
                  </a:lnTo>
                  <a:lnTo>
                    <a:pt x="8158" y="3028"/>
                  </a:lnTo>
                  <a:lnTo>
                    <a:pt x="6771" y="3113"/>
                  </a:lnTo>
                  <a:lnTo>
                    <a:pt x="5383" y="3071"/>
                  </a:lnTo>
                  <a:lnTo>
                    <a:pt x="4710" y="2986"/>
                  </a:lnTo>
                  <a:lnTo>
                    <a:pt x="3995" y="2944"/>
                  </a:lnTo>
                  <a:lnTo>
                    <a:pt x="3322" y="2818"/>
                  </a:lnTo>
                  <a:lnTo>
                    <a:pt x="2649" y="2692"/>
                  </a:lnTo>
                  <a:lnTo>
                    <a:pt x="1977" y="2524"/>
                  </a:lnTo>
                  <a:lnTo>
                    <a:pt x="1304" y="2314"/>
                  </a:lnTo>
                  <a:lnTo>
                    <a:pt x="673" y="2103"/>
                  </a:lnTo>
                  <a:lnTo>
                    <a:pt x="0" y="1851"/>
                  </a:lnTo>
                  <a:lnTo>
                    <a:pt x="42" y="1767"/>
                  </a:lnTo>
                  <a:lnTo>
                    <a:pt x="42" y="1767"/>
                  </a:lnTo>
                  <a:lnTo>
                    <a:pt x="126" y="1767"/>
                  </a:lnTo>
                  <a:lnTo>
                    <a:pt x="126" y="1767"/>
                  </a:lnTo>
                  <a:lnTo>
                    <a:pt x="967" y="1262"/>
                  </a:lnTo>
                  <a:lnTo>
                    <a:pt x="1892" y="800"/>
                  </a:lnTo>
                  <a:lnTo>
                    <a:pt x="2818" y="463"/>
                  </a:lnTo>
                  <a:lnTo>
                    <a:pt x="3743" y="211"/>
                  </a:lnTo>
                  <a:lnTo>
                    <a:pt x="4710" y="43"/>
                  </a:lnTo>
                  <a:lnTo>
                    <a:pt x="5677" y="1"/>
                  </a:lnTo>
                  <a:lnTo>
                    <a:pt x="6686" y="1"/>
                  </a:lnTo>
                  <a:lnTo>
                    <a:pt x="7696" y="169"/>
                  </a:lnTo>
                  <a:lnTo>
                    <a:pt x="7696" y="169"/>
                  </a:lnTo>
                  <a:lnTo>
                    <a:pt x="9336" y="1388"/>
                  </a:lnTo>
                  <a:lnTo>
                    <a:pt x="10135" y="2061"/>
                  </a:lnTo>
                  <a:lnTo>
                    <a:pt x="10892" y="273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67"/>
            <p:cNvSpPr/>
            <p:nvPr/>
          </p:nvSpPr>
          <p:spPr>
            <a:xfrm>
              <a:off x="504100" y="4136400"/>
              <a:ext cx="576150" cy="608750"/>
            </a:xfrm>
            <a:custGeom>
              <a:avLst/>
              <a:gdLst/>
              <a:ahLst/>
              <a:cxnLst/>
              <a:rect l="l" t="t" r="r" b="b"/>
              <a:pathLst>
                <a:path w="23046" h="24350" extrusionOk="0">
                  <a:moveTo>
                    <a:pt x="16149" y="1431"/>
                  </a:moveTo>
                  <a:lnTo>
                    <a:pt x="16065" y="3281"/>
                  </a:lnTo>
                  <a:lnTo>
                    <a:pt x="16107" y="5131"/>
                  </a:lnTo>
                  <a:lnTo>
                    <a:pt x="16191" y="6982"/>
                  </a:lnTo>
                  <a:lnTo>
                    <a:pt x="16317" y="8832"/>
                  </a:lnTo>
                  <a:lnTo>
                    <a:pt x="16107" y="8411"/>
                  </a:lnTo>
                  <a:lnTo>
                    <a:pt x="15854" y="7991"/>
                  </a:lnTo>
                  <a:lnTo>
                    <a:pt x="15560" y="7612"/>
                  </a:lnTo>
                  <a:lnTo>
                    <a:pt x="15224" y="7276"/>
                  </a:lnTo>
                  <a:lnTo>
                    <a:pt x="14887" y="6897"/>
                  </a:lnTo>
                  <a:lnTo>
                    <a:pt x="14551" y="6603"/>
                  </a:lnTo>
                  <a:lnTo>
                    <a:pt x="14130" y="6309"/>
                  </a:lnTo>
                  <a:lnTo>
                    <a:pt x="13710" y="6056"/>
                  </a:lnTo>
                  <a:lnTo>
                    <a:pt x="13584" y="6056"/>
                  </a:lnTo>
                  <a:lnTo>
                    <a:pt x="14509" y="4290"/>
                  </a:lnTo>
                  <a:lnTo>
                    <a:pt x="15434" y="2482"/>
                  </a:lnTo>
                  <a:lnTo>
                    <a:pt x="15812" y="1809"/>
                  </a:lnTo>
                  <a:lnTo>
                    <a:pt x="15981" y="1599"/>
                  </a:lnTo>
                  <a:lnTo>
                    <a:pt x="16149" y="1431"/>
                  </a:lnTo>
                  <a:close/>
                  <a:moveTo>
                    <a:pt x="2355" y="8327"/>
                  </a:moveTo>
                  <a:lnTo>
                    <a:pt x="3449" y="8411"/>
                  </a:lnTo>
                  <a:lnTo>
                    <a:pt x="4500" y="8580"/>
                  </a:lnTo>
                  <a:lnTo>
                    <a:pt x="4710" y="9505"/>
                  </a:lnTo>
                  <a:lnTo>
                    <a:pt x="5005" y="10472"/>
                  </a:lnTo>
                  <a:lnTo>
                    <a:pt x="5341" y="11397"/>
                  </a:lnTo>
                  <a:lnTo>
                    <a:pt x="5678" y="12322"/>
                  </a:lnTo>
                  <a:lnTo>
                    <a:pt x="5804" y="12575"/>
                  </a:lnTo>
                  <a:lnTo>
                    <a:pt x="4668" y="11734"/>
                  </a:lnTo>
                  <a:lnTo>
                    <a:pt x="3533" y="10893"/>
                  </a:lnTo>
                  <a:lnTo>
                    <a:pt x="2397" y="10009"/>
                  </a:lnTo>
                  <a:lnTo>
                    <a:pt x="1346" y="9126"/>
                  </a:lnTo>
                  <a:lnTo>
                    <a:pt x="1262" y="9126"/>
                  </a:lnTo>
                  <a:lnTo>
                    <a:pt x="1220" y="9168"/>
                  </a:lnTo>
                  <a:lnTo>
                    <a:pt x="1262" y="9210"/>
                  </a:lnTo>
                  <a:lnTo>
                    <a:pt x="2355" y="10262"/>
                  </a:lnTo>
                  <a:lnTo>
                    <a:pt x="3533" y="11271"/>
                  </a:lnTo>
                  <a:lnTo>
                    <a:pt x="4710" y="12238"/>
                  </a:lnTo>
                  <a:lnTo>
                    <a:pt x="5930" y="13163"/>
                  </a:lnTo>
                  <a:lnTo>
                    <a:pt x="5888" y="13205"/>
                  </a:lnTo>
                  <a:lnTo>
                    <a:pt x="5804" y="13247"/>
                  </a:lnTo>
                  <a:lnTo>
                    <a:pt x="4710" y="13247"/>
                  </a:lnTo>
                  <a:lnTo>
                    <a:pt x="4206" y="13290"/>
                  </a:lnTo>
                  <a:lnTo>
                    <a:pt x="3743" y="13374"/>
                  </a:lnTo>
                  <a:lnTo>
                    <a:pt x="2776" y="13584"/>
                  </a:lnTo>
                  <a:lnTo>
                    <a:pt x="2734" y="13584"/>
                  </a:lnTo>
                  <a:lnTo>
                    <a:pt x="2692" y="13626"/>
                  </a:lnTo>
                  <a:lnTo>
                    <a:pt x="2061" y="12112"/>
                  </a:lnTo>
                  <a:lnTo>
                    <a:pt x="1430" y="10472"/>
                  </a:lnTo>
                  <a:lnTo>
                    <a:pt x="968" y="9210"/>
                  </a:lnTo>
                  <a:lnTo>
                    <a:pt x="884" y="8790"/>
                  </a:lnTo>
                  <a:lnTo>
                    <a:pt x="841" y="8664"/>
                  </a:lnTo>
                  <a:lnTo>
                    <a:pt x="884" y="8580"/>
                  </a:lnTo>
                  <a:lnTo>
                    <a:pt x="1010" y="8538"/>
                  </a:lnTo>
                  <a:lnTo>
                    <a:pt x="1136" y="8453"/>
                  </a:lnTo>
                  <a:lnTo>
                    <a:pt x="1472" y="8369"/>
                  </a:lnTo>
                  <a:lnTo>
                    <a:pt x="1893" y="8327"/>
                  </a:lnTo>
                  <a:close/>
                  <a:moveTo>
                    <a:pt x="13584" y="6141"/>
                  </a:moveTo>
                  <a:lnTo>
                    <a:pt x="13584" y="6225"/>
                  </a:lnTo>
                  <a:lnTo>
                    <a:pt x="13626" y="6267"/>
                  </a:lnTo>
                  <a:lnTo>
                    <a:pt x="14088" y="6603"/>
                  </a:lnTo>
                  <a:lnTo>
                    <a:pt x="14509" y="6982"/>
                  </a:lnTo>
                  <a:lnTo>
                    <a:pt x="14887" y="7360"/>
                  </a:lnTo>
                  <a:lnTo>
                    <a:pt x="15266" y="7781"/>
                  </a:lnTo>
                  <a:lnTo>
                    <a:pt x="15602" y="8243"/>
                  </a:lnTo>
                  <a:lnTo>
                    <a:pt x="15896" y="8706"/>
                  </a:lnTo>
                  <a:lnTo>
                    <a:pt x="16149" y="9210"/>
                  </a:lnTo>
                  <a:lnTo>
                    <a:pt x="16359" y="9757"/>
                  </a:lnTo>
                  <a:lnTo>
                    <a:pt x="16359" y="9799"/>
                  </a:lnTo>
                  <a:lnTo>
                    <a:pt x="16401" y="9841"/>
                  </a:lnTo>
                  <a:lnTo>
                    <a:pt x="16653" y="11818"/>
                  </a:lnTo>
                  <a:lnTo>
                    <a:pt x="16948" y="13794"/>
                  </a:lnTo>
                  <a:lnTo>
                    <a:pt x="16948" y="13794"/>
                  </a:lnTo>
                  <a:lnTo>
                    <a:pt x="16401" y="13079"/>
                  </a:lnTo>
                  <a:lnTo>
                    <a:pt x="15770" y="12364"/>
                  </a:lnTo>
                  <a:lnTo>
                    <a:pt x="15097" y="11734"/>
                  </a:lnTo>
                  <a:lnTo>
                    <a:pt x="14340" y="11145"/>
                  </a:lnTo>
                  <a:lnTo>
                    <a:pt x="13752" y="10724"/>
                  </a:lnTo>
                  <a:lnTo>
                    <a:pt x="13121" y="10346"/>
                  </a:lnTo>
                  <a:lnTo>
                    <a:pt x="12490" y="10009"/>
                  </a:lnTo>
                  <a:lnTo>
                    <a:pt x="11817" y="9715"/>
                  </a:lnTo>
                  <a:lnTo>
                    <a:pt x="13584" y="6141"/>
                  </a:lnTo>
                  <a:close/>
                  <a:moveTo>
                    <a:pt x="4794" y="8622"/>
                  </a:moveTo>
                  <a:lnTo>
                    <a:pt x="6014" y="8832"/>
                  </a:lnTo>
                  <a:lnTo>
                    <a:pt x="6897" y="8916"/>
                  </a:lnTo>
                  <a:lnTo>
                    <a:pt x="7738" y="9084"/>
                  </a:lnTo>
                  <a:lnTo>
                    <a:pt x="8579" y="9252"/>
                  </a:lnTo>
                  <a:lnTo>
                    <a:pt x="9420" y="9463"/>
                  </a:lnTo>
                  <a:lnTo>
                    <a:pt x="9378" y="9505"/>
                  </a:lnTo>
                  <a:lnTo>
                    <a:pt x="9378" y="9589"/>
                  </a:lnTo>
                  <a:lnTo>
                    <a:pt x="9462" y="10514"/>
                  </a:lnTo>
                  <a:lnTo>
                    <a:pt x="9546" y="11439"/>
                  </a:lnTo>
                  <a:lnTo>
                    <a:pt x="9715" y="12364"/>
                  </a:lnTo>
                  <a:lnTo>
                    <a:pt x="9925" y="13290"/>
                  </a:lnTo>
                  <a:lnTo>
                    <a:pt x="10135" y="13710"/>
                  </a:lnTo>
                  <a:lnTo>
                    <a:pt x="10430" y="14467"/>
                  </a:lnTo>
                  <a:lnTo>
                    <a:pt x="10766" y="15308"/>
                  </a:lnTo>
                  <a:lnTo>
                    <a:pt x="10892" y="15687"/>
                  </a:lnTo>
                  <a:lnTo>
                    <a:pt x="10976" y="16023"/>
                  </a:lnTo>
                  <a:lnTo>
                    <a:pt x="8579" y="14467"/>
                  </a:lnTo>
                  <a:lnTo>
                    <a:pt x="6224" y="12869"/>
                  </a:lnTo>
                  <a:lnTo>
                    <a:pt x="5804" y="11818"/>
                  </a:lnTo>
                  <a:lnTo>
                    <a:pt x="5425" y="10766"/>
                  </a:lnTo>
                  <a:lnTo>
                    <a:pt x="5089" y="9673"/>
                  </a:lnTo>
                  <a:lnTo>
                    <a:pt x="4794" y="8622"/>
                  </a:lnTo>
                  <a:close/>
                  <a:moveTo>
                    <a:pt x="9715" y="9547"/>
                  </a:moveTo>
                  <a:lnTo>
                    <a:pt x="10640" y="9841"/>
                  </a:lnTo>
                  <a:lnTo>
                    <a:pt x="11565" y="10178"/>
                  </a:lnTo>
                  <a:lnTo>
                    <a:pt x="12154" y="10472"/>
                  </a:lnTo>
                  <a:lnTo>
                    <a:pt x="12742" y="10808"/>
                  </a:lnTo>
                  <a:lnTo>
                    <a:pt x="13289" y="11145"/>
                  </a:lnTo>
                  <a:lnTo>
                    <a:pt x="13836" y="11481"/>
                  </a:lnTo>
                  <a:lnTo>
                    <a:pt x="14340" y="11902"/>
                  </a:lnTo>
                  <a:lnTo>
                    <a:pt x="14845" y="12322"/>
                  </a:lnTo>
                  <a:lnTo>
                    <a:pt x="15308" y="12743"/>
                  </a:lnTo>
                  <a:lnTo>
                    <a:pt x="15728" y="13205"/>
                  </a:lnTo>
                  <a:lnTo>
                    <a:pt x="16149" y="13710"/>
                  </a:lnTo>
                  <a:lnTo>
                    <a:pt x="16569" y="14215"/>
                  </a:lnTo>
                  <a:lnTo>
                    <a:pt x="16948" y="14719"/>
                  </a:lnTo>
                  <a:lnTo>
                    <a:pt x="17284" y="15266"/>
                  </a:lnTo>
                  <a:lnTo>
                    <a:pt x="17621" y="15855"/>
                  </a:lnTo>
                  <a:lnTo>
                    <a:pt x="17957" y="16401"/>
                  </a:lnTo>
                  <a:lnTo>
                    <a:pt x="18504" y="17621"/>
                  </a:lnTo>
                  <a:lnTo>
                    <a:pt x="18924" y="18630"/>
                  </a:lnTo>
                  <a:lnTo>
                    <a:pt x="19345" y="19724"/>
                  </a:lnTo>
                  <a:lnTo>
                    <a:pt x="19555" y="20270"/>
                  </a:lnTo>
                  <a:lnTo>
                    <a:pt x="19723" y="20817"/>
                  </a:lnTo>
                  <a:lnTo>
                    <a:pt x="19849" y="21364"/>
                  </a:lnTo>
                  <a:lnTo>
                    <a:pt x="19934" y="21868"/>
                  </a:lnTo>
                  <a:lnTo>
                    <a:pt x="20018" y="22373"/>
                  </a:lnTo>
                  <a:lnTo>
                    <a:pt x="20102" y="22583"/>
                  </a:lnTo>
                  <a:lnTo>
                    <a:pt x="19891" y="22331"/>
                  </a:lnTo>
                  <a:lnTo>
                    <a:pt x="19723" y="22163"/>
                  </a:lnTo>
                  <a:lnTo>
                    <a:pt x="19387" y="21994"/>
                  </a:lnTo>
                  <a:lnTo>
                    <a:pt x="19135" y="21826"/>
                  </a:lnTo>
                  <a:lnTo>
                    <a:pt x="18882" y="21658"/>
                  </a:lnTo>
                  <a:lnTo>
                    <a:pt x="18378" y="21238"/>
                  </a:lnTo>
                  <a:lnTo>
                    <a:pt x="17873" y="20817"/>
                  </a:lnTo>
                  <a:lnTo>
                    <a:pt x="17368" y="20396"/>
                  </a:lnTo>
                  <a:lnTo>
                    <a:pt x="17116" y="20186"/>
                  </a:lnTo>
                  <a:lnTo>
                    <a:pt x="16653" y="18841"/>
                  </a:lnTo>
                  <a:lnTo>
                    <a:pt x="16317" y="17495"/>
                  </a:lnTo>
                  <a:lnTo>
                    <a:pt x="15981" y="16107"/>
                  </a:lnTo>
                  <a:lnTo>
                    <a:pt x="15728" y="14677"/>
                  </a:lnTo>
                  <a:lnTo>
                    <a:pt x="15686" y="14635"/>
                  </a:lnTo>
                  <a:lnTo>
                    <a:pt x="15644" y="14551"/>
                  </a:lnTo>
                  <a:lnTo>
                    <a:pt x="15518" y="14509"/>
                  </a:lnTo>
                  <a:lnTo>
                    <a:pt x="15392" y="14593"/>
                  </a:lnTo>
                  <a:lnTo>
                    <a:pt x="15350" y="14635"/>
                  </a:lnTo>
                  <a:lnTo>
                    <a:pt x="15350" y="14719"/>
                  </a:lnTo>
                  <a:lnTo>
                    <a:pt x="15686" y="16528"/>
                  </a:lnTo>
                  <a:lnTo>
                    <a:pt x="15896" y="17411"/>
                  </a:lnTo>
                  <a:lnTo>
                    <a:pt x="16149" y="18294"/>
                  </a:lnTo>
                  <a:lnTo>
                    <a:pt x="16401" y="19009"/>
                  </a:lnTo>
                  <a:lnTo>
                    <a:pt x="16527" y="19471"/>
                  </a:lnTo>
                  <a:lnTo>
                    <a:pt x="16611" y="19850"/>
                  </a:lnTo>
                  <a:lnTo>
                    <a:pt x="14130" y="18126"/>
                  </a:lnTo>
                  <a:lnTo>
                    <a:pt x="11565" y="16443"/>
                  </a:lnTo>
                  <a:lnTo>
                    <a:pt x="11186" y="15602"/>
                  </a:lnTo>
                  <a:lnTo>
                    <a:pt x="10850" y="14803"/>
                  </a:lnTo>
                  <a:lnTo>
                    <a:pt x="10556" y="13962"/>
                  </a:lnTo>
                  <a:lnTo>
                    <a:pt x="10303" y="13079"/>
                  </a:lnTo>
                  <a:lnTo>
                    <a:pt x="10093" y="12238"/>
                  </a:lnTo>
                  <a:lnTo>
                    <a:pt x="9925" y="11355"/>
                  </a:lnTo>
                  <a:lnTo>
                    <a:pt x="9799" y="10472"/>
                  </a:lnTo>
                  <a:lnTo>
                    <a:pt x="9715" y="9547"/>
                  </a:lnTo>
                  <a:close/>
                  <a:moveTo>
                    <a:pt x="16359" y="1304"/>
                  </a:moveTo>
                  <a:lnTo>
                    <a:pt x="16485" y="1347"/>
                  </a:lnTo>
                  <a:lnTo>
                    <a:pt x="16611" y="1389"/>
                  </a:lnTo>
                  <a:lnTo>
                    <a:pt x="16737" y="1515"/>
                  </a:lnTo>
                  <a:lnTo>
                    <a:pt x="16864" y="1683"/>
                  </a:lnTo>
                  <a:lnTo>
                    <a:pt x="17116" y="2188"/>
                  </a:lnTo>
                  <a:lnTo>
                    <a:pt x="17410" y="2818"/>
                  </a:lnTo>
                  <a:lnTo>
                    <a:pt x="18251" y="4458"/>
                  </a:lnTo>
                  <a:lnTo>
                    <a:pt x="19050" y="6098"/>
                  </a:lnTo>
                  <a:lnTo>
                    <a:pt x="19597" y="7318"/>
                  </a:lnTo>
                  <a:lnTo>
                    <a:pt x="20186" y="8664"/>
                  </a:lnTo>
                  <a:lnTo>
                    <a:pt x="20775" y="10051"/>
                  </a:lnTo>
                  <a:lnTo>
                    <a:pt x="21195" y="11229"/>
                  </a:lnTo>
                  <a:lnTo>
                    <a:pt x="21574" y="12364"/>
                  </a:lnTo>
                  <a:lnTo>
                    <a:pt x="21910" y="13500"/>
                  </a:lnTo>
                  <a:lnTo>
                    <a:pt x="22162" y="14677"/>
                  </a:lnTo>
                  <a:lnTo>
                    <a:pt x="22036" y="14635"/>
                  </a:lnTo>
                  <a:lnTo>
                    <a:pt x="21994" y="14635"/>
                  </a:lnTo>
                  <a:lnTo>
                    <a:pt x="21910" y="14677"/>
                  </a:lnTo>
                  <a:lnTo>
                    <a:pt x="21489" y="15056"/>
                  </a:lnTo>
                  <a:lnTo>
                    <a:pt x="21111" y="15518"/>
                  </a:lnTo>
                  <a:lnTo>
                    <a:pt x="20690" y="16065"/>
                  </a:lnTo>
                  <a:lnTo>
                    <a:pt x="20312" y="16612"/>
                  </a:lnTo>
                  <a:lnTo>
                    <a:pt x="20018" y="17242"/>
                  </a:lnTo>
                  <a:lnTo>
                    <a:pt x="19891" y="17537"/>
                  </a:lnTo>
                  <a:lnTo>
                    <a:pt x="19807" y="17831"/>
                  </a:lnTo>
                  <a:lnTo>
                    <a:pt x="19765" y="18168"/>
                  </a:lnTo>
                  <a:lnTo>
                    <a:pt x="19723" y="18462"/>
                  </a:lnTo>
                  <a:lnTo>
                    <a:pt x="19723" y="18714"/>
                  </a:lnTo>
                  <a:lnTo>
                    <a:pt x="19807" y="19009"/>
                  </a:lnTo>
                  <a:lnTo>
                    <a:pt x="19849" y="19009"/>
                  </a:lnTo>
                  <a:lnTo>
                    <a:pt x="19976" y="18756"/>
                  </a:lnTo>
                  <a:lnTo>
                    <a:pt x="20102" y="18504"/>
                  </a:lnTo>
                  <a:lnTo>
                    <a:pt x="20270" y="17999"/>
                  </a:lnTo>
                  <a:lnTo>
                    <a:pt x="20438" y="17453"/>
                  </a:lnTo>
                  <a:lnTo>
                    <a:pt x="20648" y="16906"/>
                  </a:lnTo>
                  <a:lnTo>
                    <a:pt x="20985" y="16359"/>
                  </a:lnTo>
                  <a:lnTo>
                    <a:pt x="21321" y="15855"/>
                  </a:lnTo>
                  <a:lnTo>
                    <a:pt x="21742" y="15392"/>
                  </a:lnTo>
                  <a:lnTo>
                    <a:pt x="22204" y="14930"/>
                  </a:lnTo>
                  <a:lnTo>
                    <a:pt x="22373" y="15981"/>
                  </a:lnTo>
                  <a:lnTo>
                    <a:pt x="22457" y="17032"/>
                  </a:lnTo>
                  <a:lnTo>
                    <a:pt x="22457" y="18041"/>
                  </a:lnTo>
                  <a:lnTo>
                    <a:pt x="22415" y="18588"/>
                  </a:lnTo>
                  <a:lnTo>
                    <a:pt x="22331" y="19093"/>
                  </a:lnTo>
                  <a:lnTo>
                    <a:pt x="22246" y="19597"/>
                  </a:lnTo>
                  <a:lnTo>
                    <a:pt x="22120" y="20144"/>
                  </a:lnTo>
                  <a:lnTo>
                    <a:pt x="21952" y="20649"/>
                  </a:lnTo>
                  <a:lnTo>
                    <a:pt x="21784" y="21153"/>
                  </a:lnTo>
                  <a:lnTo>
                    <a:pt x="21574" y="21658"/>
                  </a:lnTo>
                  <a:lnTo>
                    <a:pt x="21363" y="22163"/>
                  </a:lnTo>
                  <a:lnTo>
                    <a:pt x="21069" y="22667"/>
                  </a:lnTo>
                  <a:lnTo>
                    <a:pt x="20775" y="23172"/>
                  </a:lnTo>
                  <a:lnTo>
                    <a:pt x="20522" y="22163"/>
                  </a:lnTo>
                  <a:lnTo>
                    <a:pt x="20270" y="21111"/>
                  </a:lnTo>
                  <a:lnTo>
                    <a:pt x="19976" y="20102"/>
                  </a:lnTo>
                  <a:lnTo>
                    <a:pt x="19639" y="19051"/>
                  </a:lnTo>
                  <a:lnTo>
                    <a:pt x="19219" y="17999"/>
                  </a:lnTo>
                  <a:lnTo>
                    <a:pt x="18798" y="16906"/>
                  </a:lnTo>
                  <a:lnTo>
                    <a:pt x="18293" y="15897"/>
                  </a:lnTo>
                  <a:lnTo>
                    <a:pt x="17705" y="14888"/>
                  </a:lnTo>
                  <a:lnTo>
                    <a:pt x="17747" y="14888"/>
                  </a:lnTo>
                  <a:lnTo>
                    <a:pt x="17999" y="14257"/>
                  </a:lnTo>
                  <a:lnTo>
                    <a:pt x="18251" y="13626"/>
                  </a:lnTo>
                  <a:lnTo>
                    <a:pt x="18546" y="13037"/>
                  </a:lnTo>
                  <a:lnTo>
                    <a:pt x="18882" y="12491"/>
                  </a:lnTo>
                  <a:lnTo>
                    <a:pt x="19219" y="11902"/>
                  </a:lnTo>
                  <a:lnTo>
                    <a:pt x="19597" y="11397"/>
                  </a:lnTo>
                  <a:lnTo>
                    <a:pt x="20018" y="10850"/>
                  </a:lnTo>
                  <a:lnTo>
                    <a:pt x="20438" y="10304"/>
                  </a:lnTo>
                  <a:lnTo>
                    <a:pt x="20480" y="10262"/>
                  </a:lnTo>
                  <a:lnTo>
                    <a:pt x="20480" y="10178"/>
                  </a:lnTo>
                  <a:lnTo>
                    <a:pt x="20438" y="10094"/>
                  </a:lnTo>
                  <a:lnTo>
                    <a:pt x="20354" y="10051"/>
                  </a:lnTo>
                  <a:lnTo>
                    <a:pt x="20270" y="10051"/>
                  </a:lnTo>
                  <a:lnTo>
                    <a:pt x="20186" y="10094"/>
                  </a:lnTo>
                  <a:lnTo>
                    <a:pt x="19765" y="10598"/>
                  </a:lnTo>
                  <a:lnTo>
                    <a:pt x="19345" y="11103"/>
                  </a:lnTo>
                  <a:lnTo>
                    <a:pt x="18966" y="11692"/>
                  </a:lnTo>
                  <a:lnTo>
                    <a:pt x="18630" y="12238"/>
                  </a:lnTo>
                  <a:lnTo>
                    <a:pt x="18336" y="12869"/>
                  </a:lnTo>
                  <a:lnTo>
                    <a:pt x="18041" y="13458"/>
                  </a:lnTo>
                  <a:lnTo>
                    <a:pt x="17789" y="14089"/>
                  </a:lnTo>
                  <a:lnTo>
                    <a:pt x="17621" y="14719"/>
                  </a:lnTo>
                  <a:lnTo>
                    <a:pt x="17452" y="14467"/>
                  </a:lnTo>
                  <a:lnTo>
                    <a:pt x="17116" y="11860"/>
                  </a:lnTo>
                  <a:lnTo>
                    <a:pt x="16864" y="9210"/>
                  </a:lnTo>
                  <a:lnTo>
                    <a:pt x="17200" y="8453"/>
                  </a:lnTo>
                  <a:lnTo>
                    <a:pt x="17663" y="7739"/>
                  </a:lnTo>
                  <a:lnTo>
                    <a:pt x="18167" y="7066"/>
                  </a:lnTo>
                  <a:lnTo>
                    <a:pt x="18756" y="6435"/>
                  </a:lnTo>
                  <a:lnTo>
                    <a:pt x="18798" y="6309"/>
                  </a:lnTo>
                  <a:lnTo>
                    <a:pt x="18756" y="6225"/>
                  </a:lnTo>
                  <a:lnTo>
                    <a:pt x="18714" y="6183"/>
                  </a:lnTo>
                  <a:lnTo>
                    <a:pt x="18588" y="6183"/>
                  </a:lnTo>
                  <a:lnTo>
                    <a:pt x="18504" y="6225"/>
                  </a:lnTo>
                  <a:lnTo>
                    <a:pt x="17999" y="6729"/>
                  </a:lnTo>
                  <a:lnTo>
                    <a:pt x="17536" y="7318"/>
                  </a:lnTo>
                  <a:lnTo>
                    <a:pt x="17158" y="7907"/>
                  </a:lnTo>
                  <a:lnTo>
                    <a:pt x="16780" y="8538"/>
                  </a:lnTo>
                  <a:lnTo>
                    <a:pt x="16527" y="4963"/>
                  </a:lnTo>
                  <a:lnTo>
                    <a:pt x="16359" y="1304"/>
                  </a:lnTo>
                  <a:close/>
                  <a:moveTo>
                    <a:pt x="6350" y="13458"/>
                  </a:moveTo>
                  <a:lnTo>
                    <a:pt x="8495" y="14972"/>
                  </a:lnTo>
                  <a:lnTo>
                    <a:pt x="10682" y="16443"/>
                  </a:lnTo>
                  <a:lnTo>
                    <a:pt x="9715" y="16401"/>
                  </a:lnTo>
                  <a:lnTo>
                    <a:pt x="8832" y="16528"/>
                  </a:lnTo>
                  <a:lnTo>
                    <a:pt x="7948" y="16696"/>
                  </a:lnTo>
                  <a:lnTo>
                    <a:pt x="7107" y="16948"/>
                  </a:lnTo>
                  <a:lnTo>
                    <a:pt x="6266" y="17285"/>
                  </a:lnTo>
                  <a:lnTo>
                    <a:pt x="5509" y="17705"/>
                  </a:lnTo>
                  <a:lnTo>
                    <a:pt x="4752" y="18210"/>
                  </a:lnTo>
                  <a:lnTo>
                    <a:pt x="4752" y="18252"/>
                  </a:lnTo>
                  <a:lnTo>
                    <a:pt x="4794" y="18294"/>
                  </a:lnTo>
                  <a:lnTo>
                    <a:pt x="4836" y="18294"/>
                  </a:lnTo>
                  <a:lnTo>
                    <a:pt x="5593" y="17873"/>
                  </a:lnTo>
                  <a:lnTo>
                    <a:pt x="6350" y="17537"/>
                  </a:lnTo>
                  <a:lnTo>
                    <a:pt x="7107" y="17242"/>
                  </a:lnTo>
                  <a:lnTo>
                    <a:pt x="7906" y="17032"/>
                  </a:lnTo>
                  <a:lnTo>
                    <a:pt x="8705" y="16864"/>
                  </a:lnTo>
                  <a:lnTo>
                    <a:pt x="9504" y="16780"/>
                  </a:lnTo>
                  <a:lnTo>
                    <a:pt x="10345" y="16738"/>
                  </a:lnTo>
                  <a:lnTo>
                    <a:pt x="11186" y="16780"/>
                  </a:lnTo>
                  <a:lnTo>
                    <a:pt x="13752" y="18504"/>
                  </a:lnTo>
                  <a:lnTo>
                    <a:pt x="15055" y="19387"/>
                  </a:lnTo>
                  <a:lnTo>
                    <a:pt x="16317" y="20270"/>
                  </a:lnTo>
                  <a:lnTo>
                    <a:pt x="15812" y="20228"/>
                  </a:lnTo>
                  <a:lnTo>
                    <a:pt x="15392" y="20186"/>
                  </a:lnTo>
                  <a:lnTo>
                    <a:pt x="14593" y="20228"/>
                  </a:lnTo>
                  <a:lnTo>
                    <a:pt x="13752" y="20312"/>
                  </a:lnTo>
                  <a:lnTo>
                    <a:pt x="12953" y="20439"/>
                  </a:lnTo>
                  <a:lnTo>
                    <a:pt x="12154" y="20691"/>
                  </a:lnTo>
                  <a:lnTo>
                    <a:pt x="11397" y="20943"/>
                  </a:lnTo>
                  <a:lnTo>
                    <a:pt x="10640" y="21322"/>
                  </a:lnTo>
                  <a:lnTo>
                    <a:pt x="9925" y="21700"/>
                  </a:lnTo>
                  <a:lnTo>
                    <a:pt x="9252" y="22163"/>
                  </a:lnTo>
                  <a:lnTo>
                    <a:pt x="9210" y="22205"/>
                  </a:lnTo>
                  <a:lnTo>
                    <a:pt x="9210" y="22289"/>
                  </a:lnTo>
                  <a:lnTo>
                    <a:pt x="9252" y="22331"/>
                  </a:lnTo>
                  <a:lnTo>
                    <a:pt x="9378" y="22331"/>
                  </a:lnTo>
                  <a:lnTo>
                    <a:pt x="10219" y="21826"/>
                  </a:lnTo>
                  <a:lnTo>
                    <a:pt x="11144" y="21364"/>
                  </a:lnTo>
                  <a:lnTo>
                    <a:pt x="12070" y="21027"/>
                  </a:lnTo>
                  <a:lnTo>
                    <a:pt x="12995" y="20775"/>
                  </a:lnTo>
                  <a:lnTo>
                    <a:pt x="13962" y="20607"/>
                  </a:lnTo>
                  <a:lnTo>
                    <a:pt x="14929" y="20565"/>
                  </a:lnTo>
                  <a:lnTo>
                    <a:pt x="15938" y="20565"/>
                  </a:lnTo>
                  <a:lnTo>
                    <a:pt x="16948" y="20733"/>
                  </a:lnTo>
                  <a:lnTo>
                    <a:pt x="18588" y="21952"/>
                  </a:lnTo>
                  <a:lnTo>
                    <a:pt x="19387" y="22625"/>
                  </a:lnTo>
                  <a:lnTo>
                    <a:pt x="20144" y="23298"/>
                  </a:lnTo>
                  <a:lnTo>
                    <a:pt x="18798" y="23466"/>
                  </a:lnTo>
                  <a:lnTo>
                    <a:pt x="17410" y="23592"/>
                  </a:lnTo>
                  <a:lnTo>
                    <a:pt x="16023" y="23677"/>
                  </a:lnTo>
                  <a:lnTo>
                    <a:pt x="14635" y="23635"/>
                  </a:lnTo>
                  <a:lnTo>
                    <a:pt x="13962" y="23550"/>
                  </a:lnTo>
                  <a:lnTo>
                    <a:pt x="13247" y="23508"/>
                  </a:lnTo>
                  <a:lnTo>
                    <a:pt x="12574" y="23382"/>
                  </a:lnTo>
                  <a:lnTo>
                    <a:pt x="11901" y="23256"/>
                  </a:lnTo>
                  <a:lnTo>
                    <a:pt x="11229" y="23088"/>
                  </a:lnTo>
                  <a:lnTo>
                    <a:pt x="10556" y="22878"/>
                  </a:lnTo>
                  <a:lnTo>
                    <a:pt x="9925" y="22667"/>
                  </a:lnTo>
                  <a:lnTo>
                    <a:pt x="9252" y="22415"/>
                  </a:lnTo>
                  <a:lnTo>
                    <a:pt x="8916" y="22247"/>
                  </a:lnTo>
                  <a:lnTo>
                    <a:pt x="8243" y="21910"/>
                  </a:lnTo>
                  <a:lnTo>
                    <a:pt x="7570" y="21490"/>
                  </a:lnTo>
                  <a:lnTo>
                    <a:pt x="7023" y="21069"/>
                  </a:lnTo>
                  <a:lnTo>
                    <a:pt x="6477" y="20565"/>
                  </a:lnTo>
                  <a:lnTo>
                    <a:pt x="5972" y="20018"/>
                  </a:lnTo>
                  <a:lnTo>
                    <a:pt x="5551" y="19471"/>
                  </a:lnTo>
                  <a:lnTo>
                    <a:pt x="5131" y="18883"/>
                  </a:lnTo>
                  <a:lnTo>
                    <a:pt x="4752" y="18252"/>
                  </a:lnTo>
                  <a:lnTo>
                    <a:pt x="4332" y="17495"/>
                  </a:lnTo>
                  <a:lnTo>
                    <a:pt x="3953" y="16654"/>
                  </a:lnTo>
                  <a:lnTo>
                    <a:pt x="3575" y="15813"/>
                  </a:lnTo>
                  <a:lnTo>
                    <a:pt x="3238" y="14972"/>
                  </a:lnTo>
                  <a:lnTo>
                    <a:pt x="2734" y="13752"/>
                  </a:lnTo>
                  <a:lnTo>
                    <a:pt x="2818" y="13752"/>
                  </a:lnTo>
                  <a:lnTo>
                    <a:pt x="3701" y="13584"/>
                  </a:lnTo>
                  <a:lnTo>
                    <a:pt x="4542" y="13500"/>
                  </a:lnTo>
                  <a:lnTo>
                    <a:pt x="5383" y="13458"/>
                  </a:lnTo>
                  <a:lnTo>
                    <a:pt x="6266" y="13500"/>
                  </a:lnTo>
                  <a:lnTo>
                    <a:pt x="6350" y="13458"/>
                  </a:lnTo>
                  <a:close/>
                  <a:moveTo>
                    <a:pt x="16359" y="1"/>
                  </a:moveTo>
                  <a:lnTo>
                    <a:pt x="16233" y="43"/>
                  </a:lnTo>
                  <a:lnTo>
                    <a:pt x="16149" y="127"/>
                  </a:lnTo>
                  <a:lnTo>
                    <a:pt x="14929" y="2440"/>
                  </a:lnTo>
                  <a:lnTo>
                    <a:pt x="13710" y="4795"/>
                  </a:lnTo>
                  <a:lnTo>
                    <a:pt x="12532" y="7150"/>
                  </a:lnTo>
                  <a:lnTo>
                    <a:pt x="11439" y="9547"/>
                  </a:lnTo>
                  <a:lnTo>
                    <a:pt x="10640" y="9252"/>
                  </a:lnTo>
                  <a:lnTo>
                    <a:pt x="9799" y="8958"/>
                  </a:lnTo>
                  <a:lnTo>
                    <a:pt x="8958" y="8748"/>
                  </a:lnTo>
                  <a:lnTo>
                    <a:pt x="8117" y="8580"/>
                  </a:lnTo>
                  <a:lnTo>
                    <a:pt x="7276" y="8411"/>
                  </a:lnTo>
                  <a:lnTo>
                    <a:pt x="6392" y="8285"/>
                  </a:lnTo>
                  <a:lnTo>
                    <a:pt x="4626" y="8159"/>
                  </a:lnTo>
                  <a:lnTo>
                    <a:pt x="4626" y="8075"/>
                  </a:lnTo>
                  <a:lnTo>
                    <a:pt x="4584" y="8033"/>
                  </a:lnTo>
                  <a:lnTo>
                    <a:pt x="4500" y="8033"/>
                  </a:lnTo>
                  <a:lnTo>
                    <a:pt x="4458" y="8075"/>
                  </a:lnTo>
                  <a:lnTo>
                    <a:pt x="4416" y="8117"/>
                  </a:lnTo>
                  <a:lnTo>
                    <a:pt x="2271" y="8033"/>
                  </a:lnTo>
                  <a:lnTo>
                    <a:pt x="169" y="8033"/>
                  </a:lnTo>
                  <a:lnTo>
                    <a:pt x="85" y="8075"/>
                  </a:lnTo>
                  <a:lnTo>
                    <a:pt x="0" y="8159"/>
                  </a:lnTo>
                  <a:lnTo>
                    <a:pt x="0" y="8243"/>
                  </a:lnTo>
                  <a:lnTo>
                    <a:pt x="0" y="8369"/>
                  </a:lnTo>
                  <a:lnTo>
                    <a:pt x="421" y="9126"/>
                  </a:lnTo>
                  <a:lnTo>
                    <a:pt x="841" y="9925"/>
                  </a:lnTo>
                  <a:lnTo>
                    <a:pt x="1178" y="10766"/>
                  </a:lnTo>
                  <a:lnTo>
                    <a:pt x="1514" y="11565"/>
                  </a:lnTo>
                  <a:lnTo>
                    <a:pt x="2103" y="13290"/>
                  </a:lnTo>
                  <a:lnTo>
                    <a:pt x="2734" y="14972"/>
                  </a:lnTo>
                  <a:lnTo>
                    <a:pt x="3028" y="15813"/>
                  </a:lnTo>
                  <a:lnTo>
                    <a:pt x="3365" y="16654"/>
                  </a:lnTo>
                  <a:lnTo>
                    <a:pt x="3701" y="17495"/>
                  </a:lnTo>
                  <a:lnTo>
                    <a:pt x="4122" y="18294"/>
                  </a:lnTo>
                  <a:lnTo>
                    <a:pt x="4542" y="19051"/>
                  </a:lnTo>
                  <a:lnTo>
                    <a:pt x="5047" y="19766"/>
                  </a:lnTo>
                  <a:lnTo>
                    <a:pt x="5593" y="20481"/>
                  </a:lnTo>
                  <a:lnTo>
                    <a:pt x="6182" y="21111"/>
                  </a:lnTo>
                  <a:lnTo>
                    <a:pt x="6561" y="21448"/>
                  </a:lnTo>
                  <a:lnTo>
                    <a:pt x="6939" y="21742"/>
                  </a:lnTo>
                  <a:lnTo>
                    <a:pt x="7696" y="22331"/>
                  </a:lnTo>
                  <a:lnTo>
                    <a:pt x="8537" y="22793"/>
                  </a:lnTo>
                  <a:lnTo>
                    <a:pt x="9420" y="23214"/>
                  </a:lnTo>
                  <a:lnTo>
                    <a:pt x="10345" y="23550"/>
                  </a:lnTo>
                  <a:lnTo>
                    <a:pt x="11271" y="23845"/>
                  </a:lnTo>
                  <a:lnTo>
                    <a:pt x="12238" y="24055"/>
                  </a:lnTo>
                  <a:lnTo>
                    <a:pt x="13247" y="24223"/>
                  </a:lnTo>
                  <a:lnTo>
                    <a:pt x="14256" y="24307"/>
                  </a:lnTo>
                  <a:lnTo>
                    <a:pt x="15266" y="24349"/>
                  </a:lnTo>
                  <a:lnTo>
                    <a:pt x="16233" y="24307"/>
                  </a:lnTo>
                  <a:lnTo>
                    <a:pt x="17242" y="24265"/>
                  </a:lnTo>
                  <a:lnTo>
                    <a:pt x="18209" y="24139"/>
                  </a:lnTo>
                  <a:lnTo>
                    <a:pt x="19177" y="24013"/>
                  </a:lnTo>
                  <a:lnTo>
                    <a:pt x="20144" y="23803"/>
                  </a:lnTo>
                  <a:lnTo>
                    <a:pt x="21027" y="23592"/>
                  </a:lnTo>
                  <a:lnTo>
                    <a:pt x="21153" y="23508"/>
                  </a:lnTo>
                  <a:lnTo>
                    <a:pt x="21195" y="23424"/>
                  </a:lnTo>
                  <a:lnTo>
                    <a:pt x="21153" y="23340"/>
                  </a:lnTo>
                  <a:lnTo>
                    <a:pt x="21111" y="23214"/>
                  </a:lnTo>
                  <a:lnTo>
                    <a:pt x="21532" y="22667"/>
                  </a:lnTo>
                  <a:lnTo>
                    <a:pt x="21868" y="22121"/>
                  </a:lnTo>
                  <a:lnTo>
                    <a:pt x="22162" y="21532"/>
                  </a:lnTo>
                  <a:lnTo>
                    <a:pt x="22415" y="20901"/>
                  </a:lnTo>
                  <a:lnTo>
                    <a:pt x="22625" y="20312"/>
                  </a:lnTo>
                  <a:lnTo>
                    <a:pt x="22793" y="19682"/>
                  </a:lnTo>
                  <a:lnTo>
                    <a:pt x="22919" y="19051"/>
                  </a:lnTo>
                  <a:lnTo>
                    <a:pt x="23003" y="18378"/>
                  </a:lnTo>
                  <a:lnTo>
                    <a:pt x="23045" y="17747"/>
                  </a:lnTo>
                  <a:lnTo>
                    <a:pt x="23045" y="17074"/>
                  </a:lnTo>
                  <a:lnTo>
                    <a:pt x="23003" y="16401"/>
                  </a:lnTo>
                  <a:lnTo>
                    <a:pt x="22961" y="15729"/>
                  </a:lnTo>
                  <a:lnTo>
                    <a:pt x="22877" y="15098"/>
                  </a:lnTo>
                  <a:lnTo>
                    <a:pt x="22751" y="14425"/>
                  </a:lnTo>
                  <a:lnTo>
                    <a:pt x="22583" y="13752"/>
                  </a:lnTo>
                  <a:lnTo>
                    <a:pt x="22415" y="13121"/>
                  </a:lnTo>
                  <a:lnTo>
                    <a:pt x="21910" y="11439"/>
                  </a:lnTo>
                  <a:lnTo>
                    <a:pt x="21279" y="9757"/>
                  </a:lnTo>
                  <a:lnTo>
                    <a:pt x="20606" y="8075"/>
                  </a:lnTo>
                  <a:lnTo>
                    <a:pt x="19891" y="6435"/>
                  </a:lnTo>
                  <a:lnTo>
                    <a:pt x="19092" y="4837"/>
                  </a:lnTo>
                  <a:lnTo>
                    <a:pt x="18251" y="3239"/>
                  </a:lnTo>
                  <a:lnTo>
                    <a:pt x="17410" y="1641"/>
                  </a:lnTo>
                  <a:lnTo>
                    <a:pt x="16569" y="127"/>
                  </a:lnTo>
                  <a:lnTo>
                    <a:pt x="16485" y="1"/>
                  </a:lnTo>
                  <a:close/>
                </a:path>
              </a:pathLst>
            </a:custGeom>
            <a:solidFill>
              <a:srgbClr val="2416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67"/>
            <p:cNvSpPr/>
            <p:nvPr/>
          </p:nvSpPr>
          <p:spPr>
            <a:xfrm>
              <a:off x="843675" y="4172150"/>
              <a:ext cx="68350" cy="185050"/>
            </a:xfrm>
            <a:custGeom>
              <a:avLst/>
              <a:gdLst/>
              <a:ahLst/>
              <a:cxnLst/>
              <a:rect l="l" t="t" r="r" b="b"/>
              <a:pathLst>
                <a:path w="2734" h="7402" fill="none" extrusionOk="0">
                  <a:moveTo>
                    <a:pt x="1851" y="1052"/>
                  </a:moveTo>
                  <a:lnTo>
                    <a:pt x="1851" y="1052"/>
                  </a:lnTo>
                  <a:lnTo>
                    <a:pt x="926" y="2860"/>
                  </a:lnTo>
                  <a:lnTo>
                    <a:pt x="1" y="4626"/>
                  </a:lnTo>
                  <a:lnTo>
                    <a:pt x="1" y="4626"/>
                  </a:lnTo>
                  <a:lnTo>
                    <a:pt x="85" y="4626"/>
                  </a:lnTo>
                  <a:lnTo>
                    <a:pt x="127" y="4626"/>
                  </a:lnTo>
                  <a:lnTo>
                    <a:pt x="127" y="4626"/>
                  </a:lnTo>
                  <a:lnTo>
                    <a:pt x="547" y="4879"/>
                  </a:lnTo>
                  <a:lnTo>
                    <a:pt x="968" y="5173"/>
                  </a:lnTo>
                  <a:lnTo>
                    <a:pt x="1304" y="5467"/>
                  </a:lnTo>
                  <a:lnTo>
                    <a:pt x="1641" y="5846"/>
                  </a:lnTo>
                  <a:lnTo>
                    <a:pt x="1977" y="6182"/>
                  </a:lnTo>
                  <a:lnTo>
                    <a:pt x="2271" y="6561"/>
                  </a:lnTo>
                  <a:lnTo>
                    <a:pt x="2524" y="6981"/>
                  </a:lnTo>
                  <a:lnTo>
                    <a:pt x="2734" y="7402"/>
                  </a:lnTo>
                  <a:lnTo>
                    <a:pt x="2734" y="7402"/>
                  </a:lnTo>
                  <a:lnTo>
                    <a:pt x="2608" y="5552"/>
                  </a:lnTo>
                  <a:lnTo>
                    <a:pt x="2524" y="3701"/>
                  </a:lnTo>
                  <a:lnTo>
                    <a:pt x="2482" y="1851"/>
                  </a:lnTo>
                  <a:lnTo>
                    <a:pt x="2566" y="1"/>
                  </a:lnTo>
                  <a:lnTo>
                    <a:pt x="2566" y="1"/>
                  </a:lnTo>
                  <a:lnTo>
                    <a:pt x="2398" y="169"/>
                  </a:lnTo>
                  <a:lnTo>
                    <a:pt x="2229" y="379"/>
                  </a:lnTo>
                  <a:lnTo>
                    <a:pt x="1851" y="10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67"/>
            <p:cNvSpPr/>
            <p:nvPr/>
          </p:nvSpPr>
          <p:spPr>
            <a:xfrm>
              <a:off x="799525" y="4289900"/>
              <a:ext cx="128275" cy="191375"/>
            </a:xfrm>
            <a:custGeom>
              <a:avLst/>
              <a:gdLst/>
              <a:ahLst/>
              <a:cxnLst/>
              <a:rect l="l" t="t" r="r" b="b"/>
              <a:pathLst>
                <a:path w="5131" h="7655" fill="none" extrusionOk="0">
                  <a:moveTo>
                    <a:pt x="5131" y="7654"/>
                  </a:moveTo>
                  <a:lnTo>
                    <a:pt x="5131" y="7654"/>
                  </a:lnTo>
                  <a:lnTo>
                    <a:pt x="4836" y="5678"/>
                  </a:lnTo>
                  <a:lnTo>
                    <a:pt x="4584" y="3701"/>
                  </a:lnTo>
                  <a:lnTo>
                    <a:pt x="4584" y="3701"/>
                  </a:lnTo>
                  <a:lnTo>
                    <a:pt x="4542" y="3659"/>
                  </a:lnTo>
                  <a:lnTo>
                    <a:pt x="4542" y="3617"/>
                  </a:lnTo>
                  <a:lnTo>
                    <a:pt x="4542" y="3617"/>
                  </a:lnTo>
                  <a:lnTo>
                    <a:pt x="4332" y="3070"/>
                  </a:lnTo>
                  <a:lnTo>
                    <a:pt x="4079" y="2566"/>
                  </a:lnTo>
                  <a:lnTo>
                    <a:pt x="3785" y="2103"/>
                  </a:lnTo>
                  <a:lnTo>
                    <a:pt x="3449" y="1641"/>
                  </a:lnTo>
                  <a:lnTo>
                    <a:pt x="3070" y="1220"/>
                  </a:lnTo>
                  <a:lnTo>
                    <a:pt x="2692" y="842"/>
                  </a:lnTo>
                  <a:lnTo>
                    <a:pt x="2271" y="463"/>
                  </a:lnTo>
                  <a:lnTo>
                    <a:pt x="1809" y="127"/>
                  </a:lnTo>
                  <a:lnTo>
                    <a:pt x="1809" y="127"/>
                  </a:lnTo>
                  <a:lnTo>
                    <a:pt x="1767" y="85"/>
                  </a:lnTo>
                  <a:lnTo>
                    <a:pt x="1767" y="1"/>
                  </a:lnTo>
                  <a:lnTo>
                    <a:pt x="1767" y="1"/>
                  </a:lnTo>
                  <a:lnTo>
                    <a:pt x="0" y="3575"/>
                  </a:lnTo>
                  <a:lnTo>
                    <a:pt x="0" y="3575"/>
                  </a:lnTo>
                  <a:lnTo>
                    <a:pt x="673" y="3869"/>
                  </a:lnTo>
                  <a:lnTo>
                    <a:pt x="1304" y="4206"/>
                  </a:lnTo>
                  <a:lnTo>
                    <a:pt x="1935" y="4584"/>
                  </a:lnTo>
                  <a:lnTo>
                    <a:pt x="2523" y="5005"/>
                  </a:lnTo>
                  <a:lnTo>
                    <a:pt x="2523" y="5005"/>
                  </a:lnTo>
                  <a:lnTo>
                    <a:pt x="3280" y="5594"/>
                  </a:lnTo>
                  <a:lnTo>
                    <a:pt x="3953" y="6224"/>
                  </a:lnTo>
                  <a:lnTo>
                    <a:pt x="4584" y="6939"/>
                  </a:lnTo>
                  <a:lnTo>
                    <a:pt x="5131" y="76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67"/>
            <p:cNvSpPr/>
            <p:nvPr/>
          </p:nvSpPr>
          <p:spPr>
            <a:xfrm>
              <a:off x="525125" y="4344575"/>
              <a:ext cx="127225" cy="132475"/>
            </a:xfrm>
            <a:custGeom>
              <a:avLst/>
              <a:gdLst/>
              <a:ahLst/>
              <a:cxnLst/>
              <a:rect l="l" t="t" r="r" b="b"/>
              <a:pathLst>
                <a:path w="5089" h="5299" fill="none" extrusionOk="0">
                  <a:moveTo>
                    <a:pt x="5047" y="4878"/>
                  </a:moveTo>
                  <a:lnTo>
                    <a:pt x="5047" y="4878"/>
                  </a:lnTo>
                  <a:lnTo>
                    <a:pt x="5089" y="4836"/>
                  </a:lnTo>
                  <a:lnTo>
                    <a:pt x="5089" y="4836"/>
                  </a:lnTo>
                  <a:lnTo>
                    <a:pt x="3869" y="3911"/>
                  </a:lnTo>
                  <a:lnTo>
                    <a:pt x="2692" y="2944"/>
                  </a:lnTo>
                  <a:lnTo>
                    <a:pt x="1514" y="1935"/>
                  </a:lnTo>
                  <a:lnTo>
                    <a:pt x="421" y="883"/>
                  </a:lnTo>
                  <a:lnTo>
                    <a:pt x="421" y="883"/>
                  </a:lnTo>
                  <a:lnTo>
                    <a:pt x="379" y="841"/>
                  </a:lnTo>
                  <a:lnTo>
                    <a:pt x="421" y="799"/>
                  </a:lnTo>
                  <a:lnTo>
                    <a:pt x="463" y="799"/>
                  </a:lnTo>
                  <a:lnTo>
                    <a:pt x="505" y="799"/>
                  </a:lnTo>
                  <a:lnTo>
                    <a:pt x="505" y="799"/>
                  </a:lnTo>
                  <a:lnTo>
                    <a:pt x="1556" y="1682"/>
                  </a:lnTo>
                  <a:lnTo>
                    <a:pt x="2692" y="2566"/>
                  </a:lnTo>
                  <a:lnTo>
                    <a:pt x="3827" y="3407"/>
                  </a:lnTo>
                  <a:lnTo>
                    <a:pt x="4963" y="4248"/>
                  </a:lnTo>
                  <a:lnTo>
                    <a:pt x="4963" y="4248"/>
                  </a:lnTo>
                  <a:lnTo>
                    <a:pt x="4837" y="3995"/>
                  </a:lnTo>
                  <a:lnTo>
                    <a:pt x="4837" y="3995"/>
                  </a:lnTo>
                  <a:lnTo>
                    <a:pt x="4500" y="3070"/>
                  </a:lnTo>
                  <a:lnTo>
                    <a:pt x="4164" y="2145"/>
                  </a:lnTo>
                  <a:lnTo>
                    <a:pt x="3869" y="1178"/>
                  </a:lnTo>
                  <a:lnTo>
                    <a:pt x="3659" y="253"/>
                  </a:lnTo>
                  <a:lnTo>
                    <a:pt x="3659" y="253"/>
                  </a:lnTo>
                  <a:lnTo>
                    <a:pt x="2608" y="84"/>
                  </a:lnTo>
                  <a:lnTo>
                    <a:pt x="1514" y="0"/>
                  </a:lnTo>
                  <a:lnTo>
                    <a:pt x="1052" y="0"/>
                  </a:lnTo>
                  <a:lnTo>
                    <a:pt x="631" y="42"/>
                  </a:lnTo>
                  <a:lnTo>
                    <a:pt x="295" y="126"/>
                  </a:lnTo>
                  <a:lnTo>
                    <a:pt x="169" y="211"/>
                  </a:lnTo>
                  <a:lnTo>
                    <a:pt x="43" y="253"/>
                  </a:lnTo>
                  <a:lnTo>
                    <a:pt x="43" y="253"/>
                  </a:lnTo>
                  <a:lnTo>
                    <a:pt x="0" y="337"/>
                  </a:lnTo>
                  <a:lnTo>
                    <a:pt x="43" y="463"/>
                  </a:lnTo>
                  <a:lnTo>
                    <a:pt x="127" y="883"/>
                  </a:lnTo>
                  <a:lnTo>
                    <a:pt x="589" y="2145"/>
                  </a:lnTo>
                  <a:lnTo>
                    <a:pt x="1220" y="3785"/>
                  </a:lnTo>
                  <a:lnTo>
                    <a:pt x="1851" y="5299"/>
                  </a:lnTo>
                  <a:lnTo>
                    <a:pt x="1851" y="5299"/>
                  </a:lnTo>
                  <a:lnTo>
                    <a:pt x="1893" y="5257"/>
                  </a:lnTo>
                  <a:lnTo>
                    <a:pt x="1935" y="5257"/>
                  </a:lnTo>
                  <a:lnTo>
                    <a:pt x="1935" y="5257"/>
                  </a:lnTo>
                  <a:lnTo>
                    <a:pt x="2902" y="5047"/>
                  </a:lnTo>
                  <a:lnTo>
                    <a:pt x="3365" y="4963"/>
                  </a:lnTo>
                  <a:lnTo>
                    <a:pt x="3869" y="4920"/>
                  </a:lnTo>
                  <a:lnTo>
                    <a:pt x="3869" y="4920"/>
                  </a:lnTo>
                  <a:lnTo>
                    <a:pt x="4248" y="4920"/>
                  </a:lnTo>
                  <a:lnTo>
                    <a:pt x="4248" y="4920"/>
                  </a:lnTo>
                  <a:lnTo>
                    <a:pt x="4752" y="4920"/>
                  </a:lnTo>
                  <a:lnTo>
                    <a:pt x="4963" y="4920"/>
                  </a:lnTo>
                  <a:lnTo>
                    <a:pt x="5047" y="48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67"/>
            <p:cNvSpPr/>
            <p:nvPr/>
          </p:nvSpPr>
          <p:spPr>
            <a:xfrm>
              <a:off x="623950" y="4351925"/>
              <a:ext cx="154575" cy="185050"/>
            </a:xfrm>
            <a:custGeom>
              <a:avLst/>
              <a:gdLst/>
              <a:ahLst/>
              <a:cxnLst/>
              <a:rect l="l" t="t" r="r" b="b"/>
              <a:pathLst>
                <a:path w="6183" h="7402" fill="none" extrusionOk="0">
                  <a:moveTo>
                    <a:pt x="6182" y="7402"/>
                  </a:moveTo>
                  <a:lnTo>
                    <a:pt x="6182" y="7402"/>
                  </a:lnTo>
                  <a:lnTo>
                    <a:pt x="6098" y="7066"/>
                  </a:lnTo>
                  <a:lnTo>
                    <a:pt x="5972" y="6687"/>
                  </a:lnTo>
                  <a:lnTo>
                    <a:pt x="5636" y="5846"/>
                  </a:lnTo>
                  <a:lnTo>
                    <a:pt x="5341" y="5089"/>
                  </a:lnTo>
                  <a:lnTo>
                    <a:pt x="5131" y="4669"/>
                  </a:lnTo>
                  <a:lnTo>
                    <a:pt x="5131" y="4669"/>
                  </a:lnTo>
                  <a:lnTo>
                    <a:pt x="4921" y="3743"/>
                  </a:lnTo>
                  <a:lnTo>
                    <a:pt x="4752" y="2818"/>
                  </a:lnTo>
                  <a:lnTo>
                    <a:pt x="4668" y="1893"/>
                  </a:lnTo>
                  <a:lnTo>
                    <a:pt x="4584" y="968"/>
                  </a:lnTo>
                  <a:lnTo>
                    <a:pt x="4584" y="968"/>
                  </a:lnTo>
                  <a:lnTo>
                    <a:pt x="4584" y="884"/>
                  </a:lnTo>
                  <a:lnTo>
                    <a:pt x="4626" y="842"/>
                  </a:lnTo>
                  <a:lnTo>
                    <a:pt x="4626" y="842"/>
                  </a:lnTo>
                  <a:lnTo>
                    <a:pt x="3785" y="631"/>
                  </a:lnTo>
                  <a:lnTo>
                    <a:pt x="2944" y="463"/>
                  </a:lnTo>
                  <a:lnTo>
                    <a:pt x="2103" y="295"/>
                  </a:lnTo>
                  <a:lnTo>
                    <a:pt x="1220" y="211"/>
                  </a:lnTo>
                  <a:lnTo>
                    <a:pt x="1220" y="21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95" y="1052"/>
                  </a:lnTo>
                  <a:lnTo>
                    <a:pt x="631" y="2145"/>
                  </a:lnTo>
                  <a:lnTo>
                    <a:pt x="1010" y="3197"/>
                  </a:lnTo>
                  <a:lnTo>
                    <a:pt x="1430" y="4248"/>
                  </a:lnTo>
                  <a:lnTo>
                    <a:pt x="1430" y="4248"/>
                  </a:lnTo>
                  <a:lnTo>
                    <a:pt x="3785" y="5846"/>
                  </a:lnTo>
                  <a:lnTo>
                    <a:pt x="6182" y="740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67"/>
            <p:cNvSpPr/>
            <p:nvPr/>
          </p:nvSpPr>
          <p:spPr>
            <a:xfrm>
              <a:off x="746950" y="4375050"/>
              <a:ext cx="259700" cy="325950"/>
            </a:xfrm>
            <a:custGeom>
              <a:avLst/>
              <a:gdLst/>
              <a:ahLst/>
              <a:cxnLst/>
              <a:rect l="l" t="t" r="r" b="b"/>
              <a:pathLst>
                <a:path w="10388" h="13038" fill="none" extrusionOk="0">
                  <a:moveTo>
                    <a:pt x="10220" y="12322"/>
                  </a:moveTo>
                  <a:lnTo>
                    <a:pt x="10220" y="12322"/>
                  </a:lnTo>
                  <a:lnTo>
                    <a:pt x="10135" y="11818"/>
                  </a:lnTo>
                  <a:lnTo>
                    <a:pt x="10009" y="11271"/>
                  </a:lnTo>
                  <a:lnTo>
                    <a:pt x="9841" y="10724"/>
                  </a:lnTo>
                  <a:lnTo>
                    <a:pt x="9631" y="10178"/>
                  </a:lnTo>
                  <a:lnTo>
                    <a:pt x="9210" y="9084"/>
                  </a:lnTo>
                  <a:lnTo>
                    <a:pt x="8790" y="8075"/>
                  </a:lnTo>
                  <a:lnTo>
                    <a:pt x="8790" y="8075"/>
                  </a:lnTo>
                  <a:lnTo>
                    <a:pt x="8243" y="6855"/>
                  </a:lnTo>
                  <a:lnTo>
                    <a:pt x="7907" y="6309"/>
                  </a:lnTo>
                  <a:lnTo>
                    <a:pt x="7570" y="5720"/>
                  </a:lnTo>
                  <a:lnTo>
                    <a:pt x="7234" y="5173"/>
                  </a:lnTo>
                  <a:lnTo>
                    <a:pt x="6855" y="4669"/>
                  </a:lnTo>
                  <a:lnTo>
                    <a:pt x="6435" y="4164"/>
                  </a:lnTo>
                  <a:lnTo>
                    <a:pt x="6014" y="3659"/>
                  </a:lnTo>
                  <a:lnTo>
                    <a:pt x="5594" y="3197"/>
                  </a:lnTo>
                  <a:lnTo>
                    <a:pt x="5131" y="2776"/>
                  </a:lnTo>
                  <a:lnTo>
                    <a:pt x="4626" y="2356"/>
                  </a:lnTo>
                  <a:lnTo>
                    <a:pt x="4122" y="1935"/>
                  </a:lnTo>
                  <a:lnTo>
                    <a:pt x="3575" y="1599"/>
                  </a:lnTo>
                  <a:lnTo>
                    <a:pt x="3028" y="1262"/>
                  </a:lnTo>
                  <a:lnTo>
                    <a:pt x="2440" y="926"/>
                  </a:lnTo>
                  <a:lnTo>
                    <a:pt x="1851" y="632"/>
                  </a:lnTo>
                  <a:lnTo>
                    <a:pt x="1851" y="632"/>
                  </a:lnTo>
                  <a:lnTo>
                    <a:pt x="926" y="295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85" y="926"/>
                  </a:lnTo>
                  <a:lnTo>
                    <a:pt x="211" y="1809"/>
                  </a:lnTo>
                  <a:lnTo>
                    <a:pt x="379" y="2692"/>
                  </a:lnTo>
                  <a:lnTo>
                    <a:pt x="589" y="3533"/>
                  </a:lnTo>
                  <a:lnTo>
                    <a:pt x="842" y="4416"/>
                  </a:lnTo>
                  <a:lnTo>
                    <a:pt x="1136" y="5257"/>
                  </a:lnTo>
                  <a:lnTo>
                    <a:pt x="1472" y="6056"/>
                  </a:lnTo>
                  <a:lnTo>
                    <a:pt x="1851" y="6897"/>
                  </a:lnTo>
                  <a:lnTo>
                    <a:pt x="1851" y="6897"/>
                  </a:lnTo>
                  <a:lnTo>
                    <a:pt x="4416" y="8580"/>
                  </a:lnTo>
                  <a:lnTo>
                    <a:pt x="6897" y="10304"/>
                  </a:lnTo>
                  <a:lnTo>
                    <a:pt x="6897" y="10304"/>
                  </a:lnTo>
                  <a:lnTo>
                    <a:pt x="6813" y="9925"/>
                  </a:lnTo>
                  <a:lnTo>
                    <a:pt x="6687" y="9463"/>
                  </a:lnTo>
                  <a:lnTo>
                    <a:pt x="6435" y="8748"/>
                  </a:lnTo>
                  <a:lnTo>
                    <a:pt x="6435" y="8748"/>
                  </a:lnTo>
                  <a:lnTo>
                    <a:pt x="6182" y="7865"/>
                  </a:lnTo>
                  <a:lnTo>
                    <a:pt x="5972" y="6982"/>
                  </a:lnTo>
                  <a:lnTo>
                    <a:pt x="5636" y="5173"/>
                  </a:lnTo>
                  <a:lnTo>
                    <a:pt x="5636" y="5173"/>
                  </a:lnTo>
                  <a:lnTo>
                    <a:pt x="5636" y="5089"/>
                  </a:lnTo>
                  <a:lnTo>
                    <a:pt x="5678" y="5047"/>
                  </a:lnTo>
                  <a:lnTo>
                    <a:pt x="5804" y="4963"/>
                  </a:lnTo>
                  <a:lnTo>
                    <a:pt x="5930" y="5005"/>
                  </a:lnTo>
                  <a:lnTo>
                    <a:pt x="5972" y="5089"/>
                  </a:lnTo>
                  <a:lnTo>
                    <a:pt x="6014" y="5131"/>
                  </a:lnTo>
                  <a:lnTo>
                    <a:pt x="6014" y="5131"/>
                  </a:lnTo>
                  <a:lnTo>
                    <a:pt x="6267" y="6561"/>
                  </a:lnTo>
                  <a:lnTo>
                    <a:pt x="6603" y="7949"/>
                  </a:lnTo>
                  <a:lnTo>
                    <a:pt x="6939" y="9295"/>
                  </a:lnTo>
                  <a:lnTo>
                    <a:pt x="7402" y="10640"/>
                  </a:lnTo>
                  <a:lnTo>
                    <a:pt x="7402" y="10640"/>
                  </a:lnTo>
                  <a:lnTo>
                    <a:pt x="7654" y="10850"/>
                  </a:lnTo>
                  <a:lnTo>
                    <a:pt x="7654" y="10850"/>
                  </a:lnTo>
                  <a:lnTo>
                    <a:pt x="8159" y="11271"/>
                  </a:lnTo>
                  <a:lnTo>
                    <a:pt x="8664" y="11692"/>
                  </a:lnTo>
                  <a:lnTo>
                    <a:pt x="9168" y="12112"/>
                  </a:lnTo>
                  <a:lnTo>
                    <a:pt x="9421" y="12280"/>
                  </a:lnTo>
                  <a:lnTo>
                    <a:pt x="9673" y="12448"/>
                  </a:lnTo>
                  <a:lnTo>
                    <a:pt x="9673" y="12448"/>
                  </a:lnTo>
                  <a:lnTo>
                    <a:pt x="10009" y="12617"/>
                  </a:lnTo>
                  <a:lnTo>
                    <a:pt x="10177" y="12785"/>
                  </a:lnTo>
                  <a:lnTo>
                    <a:pt x="10388" y="13037"/>
                  </a:lnTo>
                  <a:lnTo>
                    <a:pt x="10388" y="13037"/>
                  </a:lnTo>
                  <a:lnTo>
                    <a:pt x="10304" y="12827"/>
                  </a:lnTo>
                  <a:lnTo>
                    <a:pt x="10220" y="123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8" name="Google Shape;5578;p67"/>
            <p:cNvSpPr/>
            <p:nvPr/>
          </p:nvSpPr>
          <p:spPr>
            <a:xfrm>
              <a:off x="572425" y="4472825"/>
              <a:ext cx="435275" cy="255500"/>
            </a:xfrm>
            <a:custGeom>
              <a:avLst/>
              <a:gdLst/>
              <a:ahLst/>
              <a:cxnLst/>
              <a:rect l="l" t="t" r="r" b="b"/>
              <a:pathLst>
                <a:path w="17411" h="10220" fill="none" extrusionOk="0">
                  <a:moveTo>
                    <a:pt x="17411" y="9841"/>
                  </a:moveTo>
                  <a:lnTo>
                    <a:pt x="17411" y="9841"/>
                  </a:lnTo>
                  <a:lnTo>
                    <a:pt x="16654" y="9168"/>
                  </a:lnTo>
                  <a:lnTo>
                    <a:pt x="15855" y="8495"/>
                  </a:lnTo>
                  <a:lnTo>
                    <a:pt x="14215" y="7276"/>
                  </a:lnTo>
                  <a:lnTo>
                    <a:pt x="14215" y="7276"/>
                  </a:lnTo>
                  <a:lnTo>
                    <a:pt x="13205" y="7108"/>
                  </a:lnTo>
                  <a:lnTo>
                    <a:pt x="12196" y="7108"/>
                  </a:lnTo>
                  <a:lnTo>
                    <a:pt x="11229" y="7150"/>
                  </a:lnTo>
                  <a:lnTo>
                    <a:pt x="10262" y="7318"/>
                  </a:lnTo>
                  <a:lnTo>
                    <a:pt x="9337" y="7570"/>
                  </a:lnTo>
                  <a:lnTo>
                    <a:pt x="8411" y="7907"/>
                  </a:lnTo>
                  <a:lnTo>
                    <a:pt x="7486" y="8369"/>
                  </a:lnTo>
                  <a:lnTo>
                    <a:pt x="6645" y="8874"/>
                  </a:lnTo>
                  <a:lnTo>
                    <a:pt x="6645" y="8874"/>
                  </a:lnTo>
                  <a:lnTo>
                    <a:pt x="6561" y="8874"/>
                  </a:lnTo>
                  <a:lnTo>
                    <a:pt x="6561" y="8874"/>
                  </a:lnTo>
                  <a:lnTo>
                    <a:pt x="6519" y="8874"/>
                  </a:lnTo>
                  <a:lnTo>
                    <a:pt x="6477" y="8832"/>
                  </a:lnTo>
                  <a:lnTo>
                    <a:pt x="6477" y="8748"/>
                  </a:lnTo>
                  <a:lnTo>
                    <a:pt x="6519" y="8706"/>
                  </a:lnTo>
                  <a:lnTo>
                    <a:pt x="6519" y="8706"/>
                  </a:lnTo>
                  <a:lnTo>
                    <a:pt x="7192" y="8243"/>
                  </a:lnTo>
                  <a:lnTo>
                    <a:pt x="7907" y="7865"/>
                  </a:lnTo>
                  <a:lnTo>
                    <a:pt x="8664" y="7486"/>
                  </a:lnTo>
                  <a:lnTo>
                    <a:pt x="9421" y="7234"/>
                  </a:lnTo>
                  <a:lnTo>
                    <a:pt x="10220" y="6982"/>
                  </a:lnTo>
                  <a:lnTo>
                    <a:pt x="11019" y="6855"/>
                  </a:lnTo>
                  <a:lnTo>
                    <a:pt x="11860" y="6771"/>
                  </a:lnTo>
                  <a:lnTo>
                    <a:pt x="12659" y="6729"/>
                  </a:lnTo>
                  <a:lnTo>
                    <a:pt x="12659" y="6729"/>
                  </a:lnTo>
                  <a:lnTo>
                    <a:pt x="13079" y="6771"/>
                  </a:lnTo>
                  <a:lnTo>
                    <a:pt x="13584" y="6813"/>
                  </a:lnTo>
                  <a:lnTo>
                    <a:pt x="13584" y="6813"/>
                  </a:lnTo>
                  <a:lnTo>
                    <a:pt x="12322" y="5930"/>
                  </a:lnTo>
                  <a:lnTo>
                    <a:pt x="11019" y="5047"/>
                  </a:lnTo>
                  <a:lnTo>
                    <a:pt x="8453" y="3323"/>
                  </a:lnTo>
                  <a:lnTo>
                    <a:pt x="8453" y="3323"/>
                  </a:lnTo>
                  <a:lnTo>
                    <a:pt x="7612" y="3281"/>
                  </a:lnTo>
                  <a:lnTo>
                    <a:pt x="6771" y="3323"/>
                  </a:lnTo>
                  <a:lnTo>
                    <a:pt x="5972" y="3407"/>
                  </a:lnTo>
                  <a:lnTo>
                    <a:pt x="5173" y="3575"/>
                  </a:lnTo>
                  <a:lnTo>
                    <a:pt x="4374" y="3785"/>
                  </a:lnTo>
                  <a:lnTo>
                    <a:pt x="3617" y="4080"/>
                  </a:lnTo>
                  <a:lnTo>
                    <a:pt x="2860" y="4416"/>
                  </a:lnTo>
                  <a:lnTo>
                    <a:pt x="2103" y="4837"/>
                  </a:lnTo>
                  <a:lnTo>
                    <a:pt x="2103" y="4837"/>
                  </a:lnTo>
                  <a:lnTo>
                    <a:pt x="2061" y="4837"/>
                  </a:lnTo>
                  <a:lnTo>
                    <a:pt x="2019" y="4795"/>
                  </a:lnTo>
                  <a:lnTo>
                    <a:pt x="2019" y="4795"/>
                  </a:lnTo>
                  <a:lnTo>
                    <a:pt x="2019" y="4795"/>
                  </a:lnTo>
                  <a:lnTo>
                    <a:pt x="2019" y="4753"/>
                  </a:lnTo>
                  <a:lnTo>
                    <a:pt x="2019" y="4753"/>
                  </a:lnTo>
                  <a:lnTo>
                    <a:pt x="2776" y="4248"/>
                  </a:lnTo>
                  <a:lnTo>
                    <a:pt x="3533" y="3828"/>
                  </a:lnTo>
                  <a:lnTo>
                    <a:pt x="4374" y="3491"/>
                  </a:lnTo>
                  <a:lnTo>
                    <a:pt x="5215" y="3239"/>
                  </a:lnTo>
                  <a:lnTo>
                    <a:pt x="5215" y="3239"/>
                  </a:lnTo>
                  <a:lnTo>
                    <a:pt x="6099" y="3071"/>
                  </a:lnTo>
                  <a:lnTo>
                    <a:pt x="6982" y="2944"/>
                  </a:lnTo>
                  <a:lnTo>
                    <a:pt x="6982" y="2944"/>
                  </a:lnTo>
                  <a:lnTo>
                    <a:pt x="7949" y="2986"/>
                  </a:lnTo>
                  <a:lnTo>
                    <a:pt x="7949" y="2986"/>
                  </a:lnTo>
                  <a:lnTo>
                    <a:pt x="5762" y="1515"/>
                  </a:lnTo>
                  <a:lnTo>
                    <a:pt x="3617" y="1"/>
                  </a:lnTo>
                  <a:lnTo>
                    <a:pt x="3617" y="1"/>
                  </a:lnTo>
                  <a:lnTo>
                    <a:pt x="3533" y="43"/>
                  </a:lnTo>
                  <a:lnTo>
                    <a:pt x="3533" y="43"/>
                  </a:lnTo>
                  <a:lnTo>
                    <a:pt x="2650" y="1"/>
                  </a:lnTo>
                  <a:lnTo>
                    <a:pt x="1809" y="43"/>
                  </a:lnTo>
                  <a:lnTo>
                    <a:pt x="968" y="127"/>
                  </a:lnTo>
                  <a:lnTo>
                    <a:pt x="85" y="295"/>
                  </a:lnTo>
                  <a:lnTo>
                    <a:pt x="85" y="295"/>
                  </a:lnTo>
                  <a:lnTo>
                    <a:pt x="1" y="295"/>
                  </a:lnTo>
                  <a:lnTo>
                    <a:pt x="1" y="295"/>
                  </a:lnTo>
                  <a:lnTo>
                    <a:pt x="505" y="1515"/>
                  </a:lnTo>
                  <a:lnTo>
                    <a:pt x="505" y="1515"/>
                  </a:lnTo>
                  <a:lnTo>
                    <a:pt x="842" y="2356"/>
                  </a:lnTo>
                  <a:lnTo>
                    <a:pt x="1220" y="3197"/>
                  </a:lnTo>
                  <a:lnTo>
                    <a:pt x="1599" y="4038"/>
                  </a:lnTo>
                  <a:lnTo>
                    <a:pt x="2019" y="4795"/>
                  </a:lnTo>
                  <a:lnTo>
                    <a:pt x="2019" y="4795"/>
                  </a:lnTo>
                  <a:lnTo>
                    <a:pt x="2398" y="5426"/>
                  </a:lnTo>
                  <a:lnTo>
                    <a:pt x="2818" y="6014"/>
                  </a:lnTo>
                  <a:lnTo>
                    <a:pt x="3239" y="6561"/>
                  </a:lnTo>
                  <a:lnTo>
                    <a:pt x="3744" y="7108"/>
                  </a:lnTo>
                  <a:lnTo>
                    <a:pt x="4290" y="7612"/>
                  </a:lnTo>
                  <a:lnTo>
                    <a:pt x="4837" y="8033"/>
                  </a:lnTo>
                  <a:lnTo>
                    <a:pt x="5510" y="8453"/>
                  </a:lnTo>
                  <a:lnTo>
                    <a:pt x="6183" y="8790"/>
                  </a:lnTo>
                  <a:lnTo>
                    <a:pt x="6183" y="8790"/>
                  </a:lnTo>
                  <a:lnTo>
                    <a:pt x="6519" y="8958"/>
                  </a:lnTo>
                  <a:lnTo>
                    <a:pt x="6519" y="8958"/>
                  </a:lnTo>
                  <a:lnTo>
                    <a:pt x="7192" y="9210"/>
                  </a:lnTo>
                  <a:lnTo>
                    <a:pt x="7823" y="9421"/>
                  </a:lnTo>
                  <a:lnTo>
                    <a:pt x="8496" y="9631"/>
                  </a:lnTo>
                  <a:lnTo>
                    <a:pt x="9168" y="9799"/>
                  </a:lnTo>
                  <a:lnTo>
                    <a:pt x="9841" y="9925"/>
                  </a:lnTo>
                  <a:lnTo>
                    <a:pt x="10514" y="10051"/>
                  </a:lnTo>
                  <a:lnTo>
                    <a:pt x="11229" y="10093"/>
                  </a:lnTo>
                  <a:lnTo>
                    <a:pt x="11902" y="10178"/>
                  </a:lnTo>
                  <a:lnTo>
                    <a:pt x="13290" y="10220"/>
                  </a:lnTo>
                  <a:lnTo>
                    <a:pt x="14677" y="10135"/>
                  </a:lnTo>
                  <a:lnTo>
                    <a:pt x="16065" y="10009"/>
                  </a:lnTo>
                  <a:lnTo>
                    <a:pt x="17411" y="984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9" name="Google Shape;5579;p67"/>
            <p:cNvSpPr/>
            <p:nvPr/>
          </p:nvSpPr>
          <p:spPr>
            <a:xfrm>
              <a:off x="913075" y="4169000"/>
              <a:ext cx="152450" cy="546700"/>
            </a:xfrm>
            <a:custGeom>
              <a:avLst/>
              <a:gdLst/>
              <a:ahLst/>
              <a:cxnLst/>
              <a:rect l="l" t="t" r="r" b="b"/>
              <a:pathLst>
                <a:path w="6098" h="21868" fill="none" extrusionOk="0">
                  <a:moveTo>
                    <a:pt x="4416" y="21868"/>
                  </a:moveTo>
                  <a:lnTo>
                    <a:pt x="4416" y="21868"/>
                  </a:lnTo>
                  <a:lnTo>
                    <a:pt x="4710" y="21363"/>
                  </a:lnTo>
                  <a:lnTo>
                    <a:pt x="5004" y="20859"/>
                  </a:lnTo>
                  <a:lnTo>
                    <a:pt x="5215" y="20354"/>
                  </a:lnTo>
                  <a:lnTo>
                    <a:pt x="5425" y="19849"/>
                  </a:lnTo>
                  <a:lnTo>
                    <a:pt x="5593" y="19345"/>
                  </a:lnTo>
                  <a:lnTo>
                    <a:pt x="5761" y="18840"/>
                  </a:lnTo>
                  <a:lnTo>
                    <a:pt x="5887" y="18293"/>
                  </a:lnTo>
                  <a:lnTo>
                    <a:pt x="5972" y="17789"/>
                  </a:lnTo>
                  <a:lnTo>
                    <a:pt x="6056" y="17284"/>
                  </a:lnTo>
                  <a:lnTo>
                    <a:pt x="6098" y="16737"/>
                  </a:lnTo>
                  <a:lnTo>
                    <a:pt x="6098" y="15728"/>
                  </a:lnTo>
                  <a:lnTo>
                    <a:pt x="6014" y="14677"/>
                  </a:lnTo>
                  <a:lnTo>
                    <a:pt x="5845" y="13626"/>
                  </a:lnTo>
                  <a:lnTo>
                    <a:pt x="5845" y="13626"/>
                  </a:lnTo>
                  <a:lnTo>
                    <a:pt x="5845" y="13626"/>
                  </a:lnTo>
                  <a:lnTo>
                    <a:pt x="5383" y="14088"/>
                  </a:lnTo>
                  <a:lnTo>
                    <a:pt x="4962" y="14551"/>
                  </a:lnTo>
                  <a:lnTo>
                    <a:pt x="4626" y="15055"/>
                  </a:lnTo>
                  <a:lnTo>
                    <a:pt x="4289" y="15602"/>
                  </a:lnTo>
                  <a:lnTo>
                    <a:pt x="4289" y="15602"/>
                  </a:lnTo>
                  <a:lnTo>
                    <a:pt x="4079" y="16149"/>
                  </a:lnTo>
                  <a:lnTo>
                    <a:pt x="3911" y="16695"/>
                  </a:lnTo>
                  <a:lnTo>
                    <a:pt x="3743" y="17200"/>
                  </a:lnTo>
                  <a:lnTo>
                    <a:pt x="3617" y="17452"/>
                  </a:lnTo>
                  <a:lnTo>
                    <a:pt x="3490" y="17705"/>
                  </a:lnTo>
                  <a:lnTo>
                    <a:pt x="3490" y="17705"/>
                  </a:lnTo>
                  <a:lnTo>
                    <a:pt x="3448" y="17705"/>
                  </a:lnTo>
                  <a:lnTo>
                    <a:pt x="3448" y="17705"/>
                  </a:lnTo>
                  <a:lnTo>
                    <a:pt x="3364" y="17410"/>
                  </a:lnTo>
                  <a:lnTo>
                    <a:pt x="3364" y="17158"/>
                  </a:lnTo>
                  <a:lnTo>
                    <a:pt x="3406" y="16864"/>
                  </a:lnTo>
                  <a:lnTo>
                    <a:pt x="3448" y="16527"/>
                  </a:lnTo>
                  <a:lnTo>
                    <a:pt x="3532" y="16233"/>
                  </a:lnTo>
                  <a:lnTo>
                    <a:pt x="3659" y="15938"/>
                  </a:lnTo>
                  <a:lnTo>
                    <a:pt x="3953" y="15308"/>
                  </a:lnTo>
                  <a:lnTo>
                    <a:pt x="4331" y="14761"/>
                  </a:lnTo>
                  <a:lnTo>
                    <a:pt x="4752" y="14214"/>
                  </a:lnTo>
                  <a:lnTo>
                    <a:pt x="5130" y="13752"/>
                  </a:lnTo>
                  <a:lnTo>
                    <a:pt x="5551" y="13373"/>
                  </a:lnTo>
                  <a:lnTo>
                    <a:pt x="5551" y="13373"/>
                  </a:lnTo>
                  <a:lnTo>
                    <a:pt x="5635" y="13331"/>
                  </a:lnTo>
                  <a:lnTo>
                    <a:pt x="5677" y="13331"/>
                  </a:lnTo>
                  <a:lnTo>
                    <a:pt x="5803" y="13373"/>
                  </a:lnTo>
                  <a:lnTo>
                    <a:pt x="5803" y="13373"/>
                  </a:lnTo>
                  <a:lnTo>
                    <a:pt x="5551" y="12196"/>
                  </a:lnTo>
                  <a:lnTo>
                    <a:pt x="5215" y="11060"/>
                  </a:lnTo>
                  <a:lnTo>
                    <a:pt x="4836" y="9925"/>
                  </a:lnTo>
                  <a:lnTo>
                    <a:pt x="4416" y="8747"/>
                  </a:lnTo>
                  <a:lnTo>
                    <a:pt x="4416" y="8747"/>
                  </a:lnTo>
                  <a:lnTo>
                    <a:pt x="3827" y="7360"/>
                  </a:lnTo>
                  <a:lnTo>
                    <a:pt x="3238" y="6014"/>
                  </a:lnTo>
                  <a:lnTo>
                    <a:pt x="3238" y="6014"/>
                  </a:lnTo>
                  <a:lnTo>
                    <a:pt x="2691" y="4794"/>
                  </a:lnTo>
                  <a:lnTo>
                    <a:pt x="2691" y="4794"/>
                  </a:lnTo>
                  <a:lnTo>
                    <a:pt x="1892" y="3154"/>
                  </a:lnTo>
                  <a:lnTo>
                    <a:pt x="1051" y="1514"/>
                  </a:lnTo>
                  <a:lnTo>
                    <a:pt x="1051" y="1514"/>
                  </a:lnTo>
                  <a:lnTo>
                    <a:pt x="757" y="884"/>
                  </a:lnTo>
                  <a:lnTo>
                    <a:pt x="505" y="379"/>
                  </a:lnTo>
                  <a:lnTo>
                    <a:pt x="378" y="211"/>
                  </a:lnTo>
                  <a:lnTo>
                    <a:pt x="252" y="85"/>
                  </a:lnTo>
                  <a:lnTo>
                    <a:pt x="126" y="43"/>
                  </a:lnTo>
                  <a:lnTo>
                    <a:pt x="0" y="0"/>
                  </a:lnTo>
                  <a:lnTo>
                    <a:pt x="0" y="0"/>
                  </a:lnTo>
                  <a:lnTo>
                    <a:pt x="168" y="3659"/>
                  </a:lnTo>
                  <a:lnTo>
                    <a:pt x="421" y="7234"/>
                  </a:lnTo>
                  <a:lnTo>
                    <a:pt x="421" y="7234"/>
                  </a:lnTo>
                  <a:lnTo>
                    <a:pt x="799" y="6603"/>
                  </a:lnTo>
                  <a:lnTo>
                    <a:pt x="1177" y="6014"/>
                  </a:lnTo>
                  <a:lnTo>
                    <a:pt x="1640" y="5425"/>
                  </a:lnTo>
                  <a:lnTo>
                    <a:pt x="2145" y="4921"/>
                  </a:lnTo>
                  <a:lnTo>
                    <a:pt x="2145" y="4921"/>
                  </a:lnTo>
                  <a:lnTo>
                    <a:pt x="2229" y="4879"/>
                  </a:lnTo>
                  <a:lnTo>
                    <a:pt x="2313" y="4879"/>
                  </a:lnTo>
                  <a:lnTo>
                    <a:pt x="2355" y="4879"/>
                  </a:lnTo>
                  <a:lnTo>
                    <a:pt x="2397" y="4921"/>
                  </a:lnTo>
                  <a:lnTo>
                    <a:pt x="2397" y="4921"/>
                  </a:lnTo>
                  <a:lnTo>
                    <a:pt x="2439" y="5005"/>
                  </a:lnTo>
                  <a:lnTo>
                    <a:pt x="2397" y="5131"/>
                  </a:lnTo>
                  <a:lnTo>
                    <a:pt x="2397" y="5131"/>
                  </a:lnTo>
                  <a:lnTo>
                    <a:pt x="1808" y="5762"/>
                  </a:lnTo>
                  <a:lnTo>
                    <a:pt x="1304" y="6435"/>
                  </a:lnTo>
                  <a:lnTo>
                    <a:pt x="841" y="7149"/>
                  </a:lnTo>
                  <a:lnTo>
                    <a:pt x="505" y="7906"/>
                  </a:lnTo>
                  <a:lnTo>
                    <a:pt x="505" y="7906"/>
                  </a:lnTo>
                  <a:lnTo>
                    <a:pt x="757" y="10556"/>
                  </a:lnTo>
                  <a:lnTo>
                    <a:pt x="1093" y="13163"/>
                  </a:lnTo>
                  <a:lnTo>
                    <a:pt x="1093" y="13163"/>
                  </a:lnTo>
                  <a:lnTo>
                    <a:pt x="1262" y="13415"/>
                  </a:lnTo>
                  <a:lnTo>
                    <a:pt x="1262" y="13415"/>
                  </a:lnTo>
                  <a:lnTo>
                    <a:pt x="1430" y="12785"/>
                  </a:lnTo>
                  <a:lnTo>
                    <a:pt x="1682" y="12154"/>
                  </a:lnTo>
                  <a:lnTo>
                    <a:pt x="1977" y="11565"/>
                  </a:lnTo>
                  <a:lnTo>
                    <a:pt x="2271" y="10934"/>
                  </a:lnTo>
                  <a:lnTo>
                    <a:pt x="2607" y="10388"/>
                  </a:lnTo>
                  <a:lnTo>
                    <a:pt x="2986" y="9799"/>
                  </a:lnTo>
                  <a:lnTo>
                    <a:pt x="3406" y="9294"/>
                  </a:lnTo>
                  <a:lnTo>
                    <a:pt x="3827" y="8790"/>
                  </a:lnTo>
                  <a:lnTo>
                    <a:pt x="3827" y="8790"/>
                  </a:lnTo>
                  <a:lnTo>
                    <a:pt x="3911" y="8747"/>
                  </a:lnTo>
                  <a:lnTo>
                    <a:pt x="3995" y="8747"/>
                  </a:lnTo>
                  <a:lnTo>
                    <a:pt x="4079" y="8790"/>
                  </a:lnTo>
                  <a:lnTo>
                    <a:pt x="4121" y="8874"/>
                  </a:lnTo>
                  <a:lnTo>
                    <a:pt x="4121" y="8874"/>
                  </a:lnTo>
                  <a:lnTo>
                    <a:pt x="4121" y="8958"/>
                  </a:lnTo>
                  <a:lnTo>
                    <a:pt x="4079" y="9000"/>
                  </a:lnTo>
                  <a:lnTo>
                    <a:pt x="4079" y="9000"/>
                  </a:lnTo>
                  <a:lnTo>
                    <a:pt x="3659" y="9546"/>
                  </a:lnTo>
                  <a:lnTo>
                    <a:pt x="3238" y="10093"/>
                  </a:lnTo>
                  <a:lnTo>
                    <a:pt x="2860" y="10598"/>
                  </a:lnTo>
                  <a:lnTo>
                    <a:pt x="2523" y="11187"/>
                  </a:lnTo>
                  <a:lnTo>
                    <a:pt x="2187" y="11733"/>
                  </a:lnTo>
                  <a:lnTo>
                    <a:pt x="1892" y="12322"/>
                  </a:lnTo>
                  <a:lnTo>
                    <a:pt x="1640" y="12953"/>
                  </a:lnTo>
                  <a:lnTo>
                    <a:pt x="1388" y="13584"/>
                  </a:lnTo>
                  <a:lnTo>
                    <a:pt x="1346" y="13584"/>
                  </a:lnTo>
                  <a:lnTo>
                    <a:pt x="1346" y="13584"/>
                  </a:lnTo>
                  <a:lnTo>
                    <a:pt x="1934" y="14593"/>
                  </a:lnTo>
                  <a:lnTo>
                    <a:pt x="2439" y="15602"/>
                  </a:lnTo>
                  <a:lnTo>
                    <a:pt x="2860" y="16695"/>
                  </a:lnTo>
                  <a:lnTo>
                    <a:pt x="3280" y="17747"/>
                  </a:lnTo>
                  <a:lnTo>
                    <a:pt x="3280" y="17747"/>
                  </a:lnTo>
                  <a:lnTo>
                    <a:pt x="3280" y="17747"/>
                  </a:lnTo>
                  <a:lnTo>
                    <a:pt x="3617" y="18798"/>
                  </a:lnTo>
                  <a:lnTo>
                    <a:pt x="3911" y="19807"/>
                  </a:lnTo>
                  <a:lnTo>
                    <a:pt x="4163" y="20859"/>
                  </a:lnTo>
                  <a:lnTo>
                    <a:pt x="4416" y="218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0" name="Google Shape;5580;p67"/>
            <p:cNvSpPr/>
            <p:nvPr/>
          </p:nvSpPr>
          <p:spPr>
            <a:xfrm>
              <a:off x="504100" y="4136400"/>
              <a:ext cx="576150" cy="608750"/>
            </a:xfrm>
            <a:custGeom>
              <a:avLst/>
              <a:gdLst/>
              <a:ahLst/>
              <a:cxnLst/>
              <a:rect l="l" t="t" r="r" b="b"/>
              <a:pathLst>
                <a:path w="23046" h="24350" fill="none" extrusionOk="0">
                  <a:moveTo>
                    <a:pt x="21027" y="23592"/>
                  </a:moveTo>
                  <a:lnTo>
                    <a:pt x="21027" y="23592"/>
                  </a:lnTo>
                  <a:lnTo>
                    <a:pt x="20144" y="23803"/>
                  </a:lnTo>
                  <a:lnTo>
                    <a:pt x="19177" y="24013"/>
                  </a:lnTo>
                  <a:lnTo>
                    <a:pt x="18209" y="24139"/>
                  </a:lnTo>
                  <a:lnTo>
                    <a:pt x="17242" y="24265"/>
                  </a:lnTo>
                  <a:lnTo>
                    <a:pt x="16233" y="24307"/>
                  </a:lnTo>
                  <a:lnTo>
                    <a:pt x="15266" y="24349"/>
                  </a:lnTo>
                  <a:lnTo>
                    <a:pt x="14256" y="24307"/>
                  </a:lnTo>
                  <a:lnTo>
                    <a:pt x="13247" y="24223"/>
                  </a:lnTo>
                  <a:lnTo>
                    <a:pt x="12238" y="24055"/>
                  </a:lnTo>
                  <a:lnTo>
                    <a:pt x="11271" y="23845"/>
                  </a:lnTo>
                  <a:lnTo>
                    <a:pt x="10345" y="23550"/>
                  </a:lnTo>
                  <a:lnTo>
                    <a:pt x="9420" y="23214"/>
                  </a:lnTo>
                  <a:lnTo>
                    <a:pt x="8537" y="22793"/>
                  </a:lnTo>
                  <a:lnTo>
                    <a:pt x="7696" y="22331"/>
                  </a:lnTo>
                  <a:lnTo>
                    <a:pt x="6939" y="21742"/>
                  </a:lnTo>
                  <a:lnTo>
                    <a:pt x="6561" y="21448"/>
                  </a:lnTo>
                  <a:lnTo>
                    <a:pt x="6182" y="21111"/>
                  </a:lnTo>
                  <a:lnTo>
                    <a:pt x="6182" y="21111"/>
                  </a:lnTo>
                  <a:lnTo>
                    <a:pt x="5593" y="20481"/>
                  </a:lnTo>
                  <a:lnTo>
                    <a:pt x="5047" y="19766"/>
                  </a:lnTo>
                  <a:lnTo>
                    <a:pt x="4542" y="19051"/>
                  </a:lnTo>
                  <a:lnTo>
                    <a:pt x="4122" y="18294"/>
                  </a:lnTo>
                  <a:lnTo>
                    <a:pt x="3701" y="17495"/>
                  </a:lnTo>
                  <a:lnTo>
                    <a:pt x="3365" y="16654"/>
                  </a:lnTo>
                  <a:lnTo>
                    <a:pt x="3028" y="15813"/>
                  </a:lnTo>
                  <a:lnTo>
                    <a:pt x="2734" y="14972"/>
                  </a:lnTo>
                  <a:lnTo>
                    <a:pt x="2103" y="13290"/>
                  </a:lnTo>
                  <a:lnTo>
                    <a:pt x="1514" y="11565"/>
                  </a:lnTo>
                  <a:lnTo>
                    <a:pt x="1178" y="10766"/>
                  </a:lnTo>
                  <a:lnTo>
                    <a:pt x="841" y="9925"/>
                  </a:lnTo>
                  <a:lnTo>
                    <a:pt x="421" y="9126"/>
                  </a:lnTo>
                  <a:lnTo>
                    <a:pt x="0" y="8369"/>
                  </a:lnTo>
                  <a:lnTo>
                    <a:pt x="0" y="8369"/>
                  </a:lnTo>
                  <a:lnTo>
                    <a:pt x="0" y="8243"/>
                  </a:lnTo>
                  <a:lnTo>
                    <a:pt x="0" y="8159"/>
                  </a:lnTo>
                  <a:lnTo>
                    <a:pt x="85" y="8075"/>
                  </a:lnTo>
                  <a:lnTo>
                    <a:pt x="169" y="8033"/>
                  </a:lnTo>
                  <a:lnTo>
                    <a:pt x="169" y="8033"/>
                  </a:lnTo>
                  <a:lnTo>
                    <a:pt x="2271" y="8033"/>
                  </a:lnTo>
                  <a:lnTo>
                    <a:pt x="4416" y="8117"/>
                  </a:lnTo>
                  <a:lnTo>
                    <a:pt x="4416" y="8117"/>
                  </a:lnTo>
                  <a:lnTo>
                    <a:pt x="4458" y="8075"/>
                  </a:lnTo>
                  <a:lnTo>
                    <a:pt x="4500" y="8033"/>
                  </a:lnTo>
                  <a:lnTo>
                    <a:pt x="4584" y="8033"/>
                  </a:lnTo>
                  <a:lnTo>
                    <a:pt x="4626" y="8075"/>
                  </a:lnTo>
                  <a:lnTo>
                    <a:pt x="4626" y="8075"/>
                  </a:lnTo>
                  <a:lnTo>
                    <a:pt x="4626" y="8159"/>
                  </a:lnTo>
                  <a:lnTo>
                    <a:pt x="4626" y="8159"/>
                  </a:lnTo>
                  <a:lnTo>
                    <a:pt x="6392" y="8285"/>
                  </a:lnTo>
                  <a:lnTo>
                    <a:pt x="7276" y="8411"/>
                  </a:lnTo>
                  <a:lnTo>
                    <a:pt x="8117" y="8580"/>
                  </a:lnTo>
                  <a:lnTo>
                    <a:pt x="8958" y="8748"/>
                  </a:lnTo>
                  <a:lnTo>
                    <a:pt x="9799" y="8958"/>
                  </a:lnTo>
                  <a:lnTo>
                    <a:pt x="10640" y="9252"/>
                  </a:lnTo>
                  <a:lnTo>
                    <a:pt x="11439" y="9547"/>
                  </a:lnTo>
                  <a:lnTo>
                    <a:pt x="11439" y="9547"/>
                  </a:lnTo>
                  <a:lnTo>
                    <a:pt x="12532" y="7150"/>
                  </a:lnTo>
                  <a:lnTo>
                    <a:pt x="13710" y="4795"/>
                  </a:lnTo>
                  <a:lnTo>
                    <a:pt x="14929" y="2440"/>
                  </a:lnTo>
                  <a:lnTo>
                    <a:pt x="16149" y="127"/>
                  </a:lnTo>
                  <a:lnTo>
                    <a:pt x="16149" y="127"/>
                  </a:lnTo>
                  <a:lnTo>
                    <a:pt x="16233" y="43"/>
                  </a:lnTo>
                  <a:lnTo>
                    <a:pt x="16359" y="1"/>
                  </a:lnTo>
                  <a:lnTo>
                    <a:pt x="16485" y="1"/>
                  </a:lnTo>
                  <a:lnTo>
                    <a:pt x="16569" y="127"/>
                  </a:lnTo>
                  <a:lnTo>
                    <a:pt x="16569" y="127"/>
                  </a:lnTo>
                  <a:lnTo>
                    <a:pt x="17410" y="1641"/>
                  </a:lnTo>
                  <a:lnTo>
                    <a:pt x="18251" y="3239"/>
                  </a:lnTo>
                  <a:lnTo>
                    <a:pt x="19092" y="4837"/>
                  </a:lnTo>
                  <a:lnTo>
                    <a:pt x="19891" y="6435"/>
                  </a:lnTo>
                  <a:lnTo>
                    <a:pt x="20606" y="8075"/>
                  </a:lnTo>
                  <a:lnTo>
                    <a:pt x="21279" y="9757"/>
                  </a:lnTo>
                  <a:lnTo>
                    <a:pt x="21910" y="11439"/>
                  </a:lnTo>
                  <a:lnTo>
                    <a:pt x="22415" y="13121"/>
                  </a:lnTo>
                  <a:lnTo>
                    <a:pt x="22415" y="13121"/>
                  </a:lnTo>
                  <a:lnTo>
                    <a:pt x="22583" y="13752"/>
                  </a:lnTo>
                  <a:lnTo>
                    <a:pt x="22751" y="14425"/>
                  </a:lnTo>
                  <a:lnTo>
                    <a:pt x="22877" y="15098"/>
                  </a:lnTo>
                  <a:lnTo>
                    <a:pt x="22961" y="15729"/>
                  </a:lnTo>
                  <a:lnTo>
                    <a:pt x="23003" y="16401"/>
                  </a:lnTo>
                  <a:lnTo>
                    <a:pt x="23045" y="17074"/>
                  </a:lnTo>
                  <a:lnTo>
                    <a:pt x="23045" y="17747"/>
                  </a:lnTo>
                  <a:lnTo>
                    <a:pt x="23003" y="18378"/>
                  </a:lnTo>
                  <a:lnTo>
                    <a:pt x="22919" y="19051"/>
                  </a:lnTo>
                  <a:lnTo>
                    <a:pt x="22793" y="19682"/>
                  </a:lnTo>
                  <a:lnTo>
                    <a:pt x="22625" y="20312"/>
                  </a:lnTo>
                  <a:lnTo>
                    <a:pt x="22415" y="20901"/>
                  </a:lnTo>
                  <a:lnTo>
                    <a:pt x="22162" y="21532"/>
                  </a:lnTo>
                  <a:lnTo>
                    <a:pt x="21868" y="22121"/>
                  </a:lnTo>
                  <a:lnTo>
                    <a:pt x="21532" y="22667"/>
                  </a:lnTo>
                  <a:lnTo>
                    <a:pt x="21111" y="23214"/>
                  </a:lnTo>
                  <a:lnTo>
                    <a:pt x="21111" y="23214"/>
                  </a:lnTo>
                  <a:lnTo>
                    <a:pt x="21153" y="23340"/>
                  </a:lnTo>
                  <a:lnTo>
                    <a:pt x="21195" y="23424"/>
                  </a:lnTo>
                  <a:lnTo>
                    <a:pt x="21153" y="23508"/>
                  </a:lnTo>
                  <a:lnTo>
                    <a:pt x="21027" y="235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1" name="Google Shape;5581;p67"/>
            <p:cNvSpPr/>
            <p:nvPr/>
          </p:nvSpPr>
          <p:spPr>
            <a:xfrm>
              <a:off x="580850" y="4287800"/>
              <a:ext cx="477325" cy="432125"/>
            </a:xfrm>
            <a:custGeom>
              <a:avLst/>
              <a:gdLst/>
              <a:ahLst/>
              <a:cxnLst/>
              <a:rect l="l" t="t" r="r" b="b"/>
              <a:pathLst>
                <a:path w="19093" h="17285" extrusionOk="0">
                  <a:moveTo>
                    <a:pt x="16990" y="17242"/>
                  </a:moveTo>
                  <a:lnTo>
                    <a:pt x="16990" y="17242"/>
                  </a:lnTo>
                  <a:lnTo>
                    <a:pt x="16821" y="17284"/>
                  </a:lnTo>
                  <a:lnTo>
                    <a:pt x="16821" y="17284"/>
                  </a:lnTo>
                  <a:lnTo>
                    <a:pt x="16821" y="17284"/>
                  </a:lnTo>
                  <a:lnTo>
                    <a:pt x="16990" y="17242"/>
                  </a:lnTo>
                  <a:close/>
                  <a:moveTo>
                    <a:pt x="17074" y="17242"/>
                  </a:moveTo>
                  <a:lnTo>
                    <a:pt x="17074" y="17242"/>
                  </a:lnTo>
                  <a:lnTo>
                    <a:pt x="17032" y="17242"/>
                  </a:lnTo>
                  <a:lnTo>
                    <a:pt x="17032" y="17242"/>
                  </a:lnTo>
                  <a:lnTo>
                    <a:pt x="17074" y="17242"/>
                  </a:lnTo>
                  <a:close/>
                  <a:moveTo>
                    <a:pt x="12406" y="14130"/>
                  </a:moveTo>
                  <a:lnTo>
                    <a:pt x="12406" y="14130"/>
                  </a:lnTo>
                  <a:lnTo>
                    <a:pt x="12826" y="14172"/>
                  </a:lnTo>
                  <a:lnTo>
                    <a:pt x="12826" y="14172"/>
                  </a:lnTo>
                  <a:lnTo>
                    <a:pt x="12406" y="14130"/>
                  </a:lnTo>
                  <a:close/>
                  <a:moveTo>
                    <a:pt x="12322" y="14130"/>
                  </a:moveTo>
                  <a:lnTo>
                    <a:pt x="12322" y="14130"/>
                  </a:lnTo>
                  <a:lnTo>
                    <a:pt x="12364" y="14130"/>
                  </a:lnTo>
                  <a:lnTo>
                    <a:pt x="12364" y="14130"/>
                  </a:lnTo>
                  <a:lnTo>
                    <a:pt x="12322" y="14130"/>
                  </a:lnTo>
                  <a:close/>
                  <a:moveTo>
                    <a:pt x="12112" y="14130"/>
                  </a:moveTo>
                  <a:lnTo>
                    <a:pt x="12112" y="14130"/>
                  </a:lnTo>
                  <a:lnTo>
                    <a:pt x="11481" y="14172"/>
                  </a:lnTo>
                  <a:lnTo>
                    <a:pt x="10892" y="14214"/>
                  </a:lnTo>
                  <a:lnTo>
                    <a:pt x="10303" y="14298"/>
                  </a:lnTo>
                  <a:lnTo>
                    <a:pt x="9672" y="14467"/>
                  </a:lnTo>
                  <a:lnTo>
                    <a:pt x="9672" y="14467"/>
                  </a:lnTo>
                  <a:lnTo>
                    <a:pt x="9672" y="14467"/>
                  </a:lnTo>
                  <a:lnTo>
                    <a:pt x="9672" y="14467"/>
                  </a:lnTo>
                  <a:lnTo>
                    <a:pt x="10303" y="14298"/>
                  </a:lnTo>
                  <a:lnTo>
                    <a:pt x="10892" y="14214"/>
                  </a:lnTo>
                  <a:lnTo>
                    <a:pt x="11481" y="14172"/>
                  </a:lnTo>
                  <a:lnTo>
                    <a:pt x="12112" y="14130"/>
                  </a:lnTo>
                  <a:close/>
                  <a:moveTo>
                    <a:pt x="12112" y="14130"/>
                  </a:moveTo>
                  <a:lnTo>
                    <a:pt x="12112" y="14130"/>
                  </a:lnTo>
                  <a:lnTo>
                    <a:pt x="12112" y="14130"/>
                  </a:lnTo>
                  <a:lnTo>
                    <a:pt x="12112" y="14130"/>
                  </a:lnTo>
                  <a:close/>
                  <a:moveTo>
                    <a:pt x="16737" y="12953"/>
                  </a:moveTo>
                  <a:lnTo>
                    <a:pt x="16737" y="12953"/>
                  </a:lnTo>
                  <a:lnTo>
                    <a:pt x="16737" y="12953"/>
                  </a:lnTo>
                  <a:lnTo>
                    <a:pt x="16737" y="12953"/>
                  </a:lnTo>
                  <a:lnTo>
                    <a:pt x="16737" y="12953"/>
                  </a:lnTo>
                  <a:lnTo>
                    <a:pt x="16737" y="12953"/>
                  </a:lnTo>
                  <a:close/>
                  <a:moveTo>
                    <a:pt x="16779" y="12953"/>
                  </a:moveTo>
                  <a:lnTo>
                    <a:pt x="16779" y="12953"/>
                  </a:lnTo>
                  <a:lnTo>
                    <a:pt x="16737" y="12953"/>
                  </a:lnTo>
                  <a:lnTo>
                    <a:pt x="16737" y="12953"/>
                  </a:lnTo>
                  <a:lnTo>
                    <a:pt x="16779" y="12953"/>
                  </a:lnTo>
                  <a:close/>
                  <a:moveTo>
                    <a:pt x="18840" y="8621"/>
                  </a:moveTo>
                  <a:lnTo>
                    <a:pt x="18840" y="8621"/>
                  </a:lnTo>
                  <a:lnTo>
                    <a:pt x="18840" y="8621"/>
                  </a:lnTo>
                  <a:lnTo>
                    <a:pt x="18840" y="8621"/>
                  </a:lnTo>
                  <a:lnTo>
                    <a:pt x="18840" y="8621"/>
                  </a:lnTo>
                  <a:close/>
                  <a:moveTo>
                    <a:pt x="18840" y="8621"/>
                  </a:moveTo>
                  <a:lnTo>
                    <a:pt x="18840" y="8621"/>
                  </a:lnTo>
                  <a:lnTo>
                    <a:pt x="18840" y="8621"/>
                  </a:lnTo>
                  <a:lnTo>
                    <a:pt x="18840" y="8621"/>
                  </a:lnTo>
                  <a:lnTo>
                    <a:pt x="18840" y="8621"/>
                  </a:lnTo>
                  <a:close/>
                  <a:moveTo>
                    <a:pt x="19092" y="8621"/>
                  </a:moveTo>
                  <a:lnTo>
                    <a:pt x="19092" y="8621"/>
                  </a:lnTo>
                  <a:lnTo>
                    <a:pt x="19092" y="8621"/>
                  </a:lnTo>
                  <a:lnTo>
                    <a:pt x="19092" y="8621"/>
                  </a:lnTo>
                  <a:lnTo>
                    <a:pt x="19092" y="8621"/>
                  </a:lnTo>
                  <a:close/>
                  <a:moveTo>
                    <a:pt x="18966" y="8579"/>
                  </a:moveTo>
                  <a:lnTo>
                    <a:pt x="18966" y="8579"/>
                  </a:lnTo>
                  <a:lnTo>
                    <a:pt x="18840" y="8621"/>
                  </a:lnTo>
                  <a:lnTo>
                    <a:pt x="18840" y="8621"/>
                  </a:lnTo>
                  <a:lnTo>
                    <a:pt x="18966" y="8579"/>
                  </a:lnTo>
                  <a:close/>
                  <a:moveTo>
                    <a:pt x="18966" y="8579"/>
                  </a:moveTo>
                  <a:lnTo>
                    <a:pt x="18966" y="8579"/>
                  </a:lnTo>
                  <a:lnTo>
                    <a:pt x="18966" y="8579"/>
                  </a:lnTo>
                  <a:lnTo>
                    <a:pt x="18966" y="8579"/>
                  </a:lnTo>
                  <a:lnTo>
                    <a:pt x="18966" y="8579"/>
                  </a:lnTo>
                  <a:lnTo>
                    <a:pt x="18966" y="8579"/>
                  </a:lnTo>
                  <a:close/>
                  <a:moveTo>
                    <a:pt x="12448" y="8453"/>
                  </a:moveTo>
                  <a:lnTo>
                    <a:pt x="12448" y="8453"/>
                  </a:lnTo>
                  <a:lnTo>
                    <a:pt x="12364" y="8495"/>
                  </a:lnTo>
                  <a:lnTo>
                    <a:pt x="12322" y="8537"/>
                  </a:lnTo>
                  <a:lnTo>
                    <a:pt x="12280" y="8579"/>
                  </a:lnTo>
                  <a:lnTo>
                    <a:pt x="12280" y="8663"/>
                  </a:lnTo>
                  <a:lnTo>
                    <a:pt x="12280" y="8663"/>
                  </a:lnTo>
                  <a:lnTo>
                    <a:pt x="12616" y="10472"/>
                  </a:lnTo>
                  <a:lnTo>
                    <a:pt x="12826" y="11355"/>
                  </a:lnTo>
                  <a:lnTo>
                    <a:pt x="13079" y="12238"/>
                  </a:lnTo>
                  <a:lnTo>
                    <a:pt x="13079" y="12238"/>
                  </a:lnTo>
                  <a:lnTo>
                    <a:pt x="13331" y="12953"/>
                  </a:lnTo>
                  <a:lnTo>
                    <a:pt x="13457" y="13415"/>
                  </a:lnTo>
                  <a:lnTo>
                    <a:pt x="13541" y="13794"/>
                  </a:lnTo>
                  <a:lnTo>
                    <a:pt x="13541" y="13794"/>
                  </a:lnTo>
                  <a:lnTo>
                    <a:pt x="13541" y="13794"/>
                  </a:lnTo>
                  <a:lnTo>
                    <a:pt x="13457" y="13415"/>
                  </a:lnTo>
                  <a:lnTo>
                    <a:pt x="13331" y="12953"/>
                  </a:lnTo>
                  <a:lnTo>
                    <a:pt x="13079" y="12238"/>
                  </a:lnTo>
                  <a:lnTo>
                    <a:pt x="13079" y="12238"/>
                  </a:lnTo>
                  <a:lnTo>
                    <a:pt x="12826" y="11355"/>
                  </a:lnTo>
                  <a:lnTo>
                    <a:pt x="12616" y="10472"/>
                  </a:lnTo>
                  <a:lnTo>
                    <a:pt x="12280" y="8663"/>
                  </a:lnTo>
                  <a:lnTo>
                    <a:pt x="12280" y="8663"/>
                  </a:lnTo>
                  <a:lnTo>
                    <a:pt x="12280" y="8579"/>
                  </a:lnTo>
                  <a:lnTo>
                    <a:pt x="12322" y="8537"/>
                  </a:lnTo>
                  <a:lnTo>
                    <a:pt x="12364" y="8495"/>
                  </a:lnTo>
                  <a:lnTo>
                    <a:pt x="12448" y="8453"/>
                  </a:lnTo>
                  <a:close/>
                  <a:moveTo>
                    <a:pt x="12448" y="8453"/>
                  </a:moveTo>
                  <a:lnTo>
                    <a:pt x="12448" y="8453"/>
                  </a:lnTo>
                  <a:lnTo>
                    <a:pt x="12448" y="8453"/>
                  </a:lnTo>
                  <a:lnTo>
                    <a:pt x="12448" y="8453"/>
                  </a:lnTo>
                  <a:lnTo>
                    <a:pt x="12448" y="8453"/>
                  </a:lnTo>
                  <a:lnTo>
                    <a:pt x="12448" y="8453"/>
                  </a:lnTo>
                  <a:close/>
                  <a:moveTo>
                    <a:pt x="1052" y="7486"/>
                  </a:moveTo>
                  <a:lnTo>
                    <a:pt x="1052" y="7486"/>
                  </a:lnTo>
                  <a:lnTo>
                    <a:pt x="505" y="7570"/>
                  </a:lnTo>
                  <a:lnTo>
                    <a:pt x="0" y="7654"/>
                  </a:lnTo>
                  <a:lnTo>
                    <a:pt x="0" y="7654"/>
                  </a:lnTo>
                  <a:lnTo>
                    <a:pt x="0" y="7654"/>
                  </a:lnTo>
                  <a:lnTo>
                    <a:pt x="505" y="7570"/>
                  </a:lnTo>
                  <a:lnTo>
                    <a:pt x="1052" y="7486"/>
                  </a:lnTo>
                  <a:lnTo>
                    <a:pt x="1052" y="7486"/>
                  </a:lnTo>
                  <a:close/>
                  <a:moveTo>
                    <a:pt x="2019" y="7191"/>
                  </a:moveTo>
                  <a:lnTo>
                    <a:pt x="2019" y="7191"/>
                  </a:lnTo>
                  <a:lnTo>
                    <a:pt x="2145" y="7191"/>
                  </a:lnTo>
                  <a:lnTo>
                    <a:pt x="2145" y="7191"/>
                  </a:lnTo>
                  <a:lnTo>
                    <a:pt x="2019" y="7191"/>
                  </a:lnTo>
                  <a:close/>
                  <a:moveTo>
                    <a:pt x="1935" y="7191"/>
                  </a:moveTo>
                  <a:lnTo>
                    <a:pt x="1935" y="7191"/>
                  </a:lnTo>
                  <a:lnTo>
                    <a:pt x="2019" y="7191"/>
                  </a:lnTo>
                  <a:lnTo>
                    <a:pt x="2019" y="7191"/>
                  </a:lnTo>
                  <a:lnTo>
                    <a:pt x="1935" y="7191"/>
                  </a:lnTo>
                  <a:close/>
                  <a:moveTo>
                    <a:pt x="1682" y="7191"/>
                  </a:moveTo>
                  <a:lnTo>
                    <a:pt x="1682" y="7191"/>
                  </a:lnTo>
                  <a:lnTo>
                    <a:pt x="1640" y="7191"/>
                  </a:lnTo>
                  <a:lnTo>
                    <a:pt x="1640" y="7191"/>
                  </a:lnTo>
                  <a:lnTo>
                    <a:pt x="1682" y="7191"/>
                  </a:lnTo>
                  <a:close/>
                  <a:moveTo>
                    <a:pt x="1682" y="7191"/>
                  </a:moveTo>
                  <a:lnTo>
                    <a:pt x="1682" y="7191"/>
                  </a:lnTo>
                  <a:lnTo>
                    <a:pt x="1682" y="7191"/>
                  </a:lnTo>
                  <a:lnTo>
                    <a:pt x="1893" y="7191"/>
                  </a:lnTo>
                  <a:lnTo>
                    <a:pt x="1893" y="7191"/>
                  </a:lnTo>
                  <a:lnTo>
                    <a:pt x="1682" y="7191"/>
                  </a:lnTo>
                  <a:close/>
                  <a:moveTo>
                    <a:pt x="17242" y="3995"/>
                  </a:moveTo>
                  <a:lnTo>
                    <a:pt x="17242" y="3995"/>
                  </a:lnTo>
                  <a:lnTo>
                    <a:pt x="17116" y="4038"/>
                  </a:lnTo>
                  <a:lnTo>
                    <a:pt x="17116" y="4038"/>
                  </a:lnTo>
                  <a:lnTo>
                    <a:pt x="17242" y="3995"/>
                  </a:lnTo>
                  <a:close/>
                  <a:moveTo>
                    <a:pt x="17242" y="3995"/>
                  </a:moveTo>
                  <a:lnTo>
                    <a:pt x="17242" y="3995"/>
                  </a:lnTo>
                  <a:lnTo>
                    <a:pt x="17242" y="3995"/>
                  </a:lnTo>
                  <a:lnTo>
                    <a:pt x="17242" y="3995"/>
                  </a:lnTo>
                  <a:lnTo>
                    <a:pt x="17242" y="3995"/>
                  </a:lnTo>
                  <a:lnTo>
                    <a:pt x="17242" y="3995"/>
                  </a:lnTo>
                  <a:close/>
                  <a:moveTo>
                    <a:pt x="10640" y="0"/>
                  </a:moveTo>
                  <a:lnTo>
                    <a:pt x="10640" y="0"/>
                  </a:lnTo>
                  <a:lnTo>
                    <a:pt x="10640" y="0"/>
                  </a:lnTo>
                  <a:lnTo>
                    <a:pt x="10640" y="0"/>
                  </a:lnTo>
                  <a:lnTo>
                    <a:pt x="10640" y="0"/>
                  </a:lnTo>
                  <a:close/>
                  <a:moveTo>
                    <a:pt x="10640" y="0"/>
                  </a:moveTo>
                  <a:lnTo>
                    <a:pt x="10640" y="0"/>
                  </a:lnTo>
                  <a:lnTo>
                    <a:pt x="10640" y="0"/>
                  </a:lnTo>
                  <a:lnTo>
                    <a:pt x="10640" y="0"/>
                  </a:lnTo>
                  <a:lnTo>
                    <a:pt x="10640" y="0"/>
                  </a:lnTo>
                  <a:close/>
                  <a:moveTo>
                    <a:pt x="10598" y="0"/>
                  </a:moveTo>
                  <a:lnTo>
                    <a:pt x="10598" y="0"/>
                  </a:lnTo>
                  <a:lnTo>
                    <a:pt x="10556" y="0"/>
                  </a:lnTo>
                  <a:lnTo>
                    <a:pt x="10556" y="0"/>
                  </a:lnTo>
                  <a:lnTo>
                    <a:pt x="10556" y="0"/>
                  </a:lnTo>
                  <a:lnTo>
                    <a:pt x="10598" y="0"/>
                  </a:lnTo>
                  <a:close/>
                  <a:moveTo>
                    <a:pt x="10598" y="0"/>
                  </a:moveTo>
                  <a:lnTo>
                    <a:pt x="10598" y="0"/>
                  </a:lnTo>
                  <a:lnTo>
                    <a:pt x="10598" y="0"/>
                  </a:lnTo>
                  <a:lnTo>
                    <a:pt x="10598" y="0"/>
                  </a:lnTo>
                  <a:lnTo>
                    <a:pt x="10598" y="0"/>
                  </a:lnTo>
                  <a:lnTo>
                    <a:pt x="10598" y="0"/>
                  </a:lnTo>
                  <a:close/>
                </a:path>
              </a:pathLst>
            </a:custGeom>
            <a:solidFill>
              <a:srgbClr val="D8E8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2" name="Google Shape;5582;p67"/>
            <p:cNvSpPr/>
            <p:nvPr/>
          </p:nvSpPr>
          <p:spPr>
            <a:xfrm>
              <a:off x="1001375" y="4718850"/>
              <a:ext cx="4225" cy="1075"/>
            </a:xfrm>
            <a:custGeom>
              <a:avLst/>
              <a:gdLst/>
              <a:ahLst/>
              <a:cxnLst/>
              <a:rect l="l" t="t" r="r" b="b"/>
              <a:pathLst>
                <a:path w="169" h="43" fill="none" extrusionOk="0">
                  <a:moveTo>
                    <a:pt x="169" y="0"/>
                  </a:moveTo>
                  <a:lnTo>
                    <a:pt x="169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3" name="Google Shape;5583;p67"/>
            <p:cNvSpPr/>
            <p:nvPr/>
          </p:nvSpPr>
          <p:spPr>
            <a:xfrm>
              <a:off x="1006625" y="4718850"/>
              <a:ext cx="1075" cy="25"/>
            </a:xfrm>
            <a:custGeom>
              <a:avLst/>
              <a:gdLst/>
              <a:ahLst/>
              <a:cxnLst/>
              <a:rect l="l" t="t" r="r" b="b"/>
              <a:pathLst>
                <a:path w="43" h="1" fill="none" extrusionOk="0">
                  <a:moveTo>
                    <a:pt x="43" y="0"/>
                  </a:moveTo>
                  <a:lnTo>
                    <a:pt x="43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4" name="Google Shape;5584;p67"/>
            <p:cNvSpPr/>
            <p:nvPr/>
          </p:nvSpPr>
          <p:spPr>
            <a:xfrm>
              <a:off x="890975" y="4641050"/>
              <a:ext cx="10550" cy="1075"/>
            </a:xfrm>
            <a:custGeom>
              <a:avLst/>
              <a:gdLst/>
              <a:ahLst/>
              <a:cxnLst/>
              <a:rect l="l" t="t" r="r" b="b"/>
              <a:pathLst>
                <a:path w="422" h="43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21" y="42"/>
                  </a:lnTo>
                  <a:lnTo>
                    <a:pt x="421" y="4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5" name="Google Shape;5585;p67"/>
            <p:cNvSpPr/>
            <p:nvPr/>
          </p:nvSpPr>
          <p:spPr>
            <a:xfrm>
              <a:off x="888875" y="4641050"/>
              <a:ext cx="1075" cy="25"/>
            </a:xfrm>
            <a:custGeom>
              <a:avLst/>
              <a:gdLst/>
              <a:ahLst/>
              <a:cxnLst/>
              <a:rect l="l" t="t" r="r" b="b"/>
              <a:pathLst>
                <a:path w="43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6" name="Google Shape;5586;p67"/>
            <p:cNvSpPr/>
            <p:nvPr/>
          </p:nvSpPr>
          <p:spPr>
            <a:xfrm>
              <a:off x="822650" y="4641050"/>
              <a:ext cx="61000" cy="8425"/>
            </a:xfrm>
            <a:custGeom>
              <a:avLst/>
              <a:gdLst/>
              <a:ahLst/>
              <a:cxnLst/>
              <a:rect l="l" t="t" r="r" b="b"/>
              <a:pathLst>
                <a:path w="2440" h="337" fill="none" extrusionOk="0">
                  <a:moveTo>
                    <a:pt x="2440" y="0"/>
                  </a:moveTo>
                  <a:lnTo>
                    <a:pt x="2440" y="0"/>
                  </a:lnTo>
                  <a:lnTo>
                    <a:pt x="1809" y="42"/>
                  </a:lnTo>
                  <a:lnTo>
                    <a:pt x="1220" y="84"/>
                  </a:lnTo>
                  <a:lnTo>
                    <a:pt x="631" y="168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631" y="168"/>
                  </a:lnTo>
                  <a:lnTo>
                    <a:pt x="1220" y="84"/>
                  </a:lnTo>
                  <a:lnTo>
                    <a:pt x="1809" y="42"/>
                  </a:lnTo>
                  <a:lnTo>
                    <a:pt x="244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7" name="Google Shape;5587;p67"/>
            <p:cNvSpPr/>
            <p:nvPr/>
          </p:nvSpPr>
          <p:spPr>
            <a:xfrm>
              <a:off x="883625" y="46410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8" name="Google Shape;5588;p67"/>
            <p:cNvSpPr/>
            <p:nvPr/>
          </p:nvSpPr>
          <p:spPr>
            <a:xfrm>
              <a:off x="999275" y="46116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9" name="Google Shape;5589;p67"/>
            <p:cNvSpPr/>
            <p:nvPr/>
          </p:nvSpPr>
          <p:spPr>
            <a:xfrm>
              <a:off x="999275" y="4611600"/>
              <a:ext cx="1075" cy="25"/>
            </a:xfrm>
            <a:custGeom>
              <a:avLst/>
              <a:gdLst/>
              <a:ahLst/>
              <a:cxnLst/>
              <a:rect l="l" t="t" r="r" b="b"/>
              <a:pathLst>
                <a:path w="43" h="1" fill="none" extrusionOk="0">
                  <a:moveTo>
                    <a:pt x="42" y="1"/>
                  </a:moveTo>
                  <a:lnTo>
                    <a:pt x="42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0" name="Google Shape;5590;p67"/>
            <p:cNvSpPr/>
            <p:nvPr/>
          </p:nvSpPr>
          <p:spPr>
            <a:xfrm>
              <a:off x="1051850" y="45033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1" name="Google Shape;5591;p67"/>
            <p:cNvSpPr/>
            <p:nvPr/>
          </p:nvSpPr>
          <p:spPr>
            <a:xfrm>
              <a:off x="1051850" y="45033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2" name="Google Shape;5592;p67"/>
            <p:cNvSpPr/>
            <p:nvPr/>
          </p:nvSpPr>
          <p:spPr>
            <a:xfrm>
              <a:off x="1058150" y="45033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3" name="Google Shape;5593;p67"/>
            <p:cNvSpPr/>
            <p:nvPr/>
          </p:nvSpPr>
          <p:spPr>
            <a:xfrm>
              <a:off x="1051850" y="4502275"/>
              <a:ext cx="3175" cy="1075"/>
            </a:xfrm>
            <a:custGeom>
              <a:avLst/>
              <a:gdLst/>
              <a:ahLst/>
              <a:cxnLst/>
              <a:rect l="l" t="t" r="r" b="b"/>
              <a:pathLst>
                <a:path w="127" h="43" fill="none" extrusionOk="0">
                  <a:moveTo>
                    <a:pt x="126" y="0"/>
                  </a:moveTo>
                  <a:lnTo>
                    <a:pt x="126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4" name="Google Shape;5594;p67"/>
            <p:cNvSpPr/>
            <p:nvPr/>
          </p:nvSpPr>
          <p:spPr>
            <a:xfrm>
              <a:off x="1055000" y="45022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5" name="Google Shape;5595;p67"/>
            <p:cNvSpPr/>
            <p:nvPr/>
          </p:nvSpPr>
          <p:spPr>
            <a:xfrm>
              <a:off x="887825" y="4499125"/>
              <a:ext cx="31575" cy="133525"/>
            </a:xfrm>
            <a:custGeom>
              <a:avLst/>
              <a:gdLst/>
              <a:ahLst/>
              <a:cxnLst/>
              <a:rect l="l" t="t" r="r" b="b"/>
              <a:pathLst>
                <a:path w="1263" h="5341" fill="none" extrusionOk="0">
                  <a:moveTo>
                    <a:pt x="169" y="0"/>
                  </a:moveTo>
                  <a:lnTo>
                    <a:pt x="169" y="0"/>
                  </a:lnTo>
                  <a:lnTo>
                    <a:pt x="85" y="42"/>
                  </a:lnTo>
                  <a:lnTo>
                    <a:pt x="43" y="84"/>
                  </a:lnTo>
                  <a:lnTo>
                    <a:pt x="1" y="126"/>
                  </a:lnTo>
                  <a:lnTo>
                    <a:pt x="1" y="210"/>
                  </a:lnTo>
                  <a:lnTo>
                    <a:pt x="1" y="210"/>
                  </a:lnTo>
                  <a:lnTo>
                    <a:pt x="337" y="2019"/>
                  </a:lnTo>
                  <a:lnTo>
                    <a:pt x="547" y="2902"/>
                  </a:lnTo>
                  <a:lnTo>
                    <a:pt x="800" y="3785"/>
                  </a:lnTo>
                  <a:lnTo>
                    <a:pt x="800" y="3785"/>
                  </a:lnTo>
                  <a:lnTo>
                    <a:pt x="1052" y="4500"/>
                  </a:lnTo>
                  <a:lnTo>
                    <a:pt x="1178" y="4962"/>
                  </a:lnTo>
                  <a:lnTo>
                    <a:pt x="1262" y="5341"/>
                  </a:lnTo>
                  <a:lnTo>
                    <a:pt x="1262" y="5341"/>
                  </a:lnTo>
                  <a:lnTo>
                    <a:pt x="1262" y="5341"/>
                  </a:lnTo>
                  <a:lnTo>
                    <a:pt x="1178" y="4962"/>
                  </a:lnTo>
                  <a:lnTo>
                    <a:pt x="1052" y="4500"/>
                  </a:lnTo>
                  <a:lnTo>
                    <a:pt x="800" y="3785"/>
                  </a:lnTo>
                  <a:lnTo>
                    <a:pt x="800" y="3785"/>
                  </a:lnTo>
                  <a:lnTo>
                    <a:pt x="547" y="2902"/>
                  </a:lnTo>
                  <a:lnTo>
                    <a:pt x="337" y="2019"/>
                  </a:lnTo>
                  <a:lnTo>
                    <a:pt x="1" y="210"/>
                  </a:lnTo>
                  <a:lnTo>
                    <a:pt x="1" y="210"/>
                  </a:lnTo>
                  <a:lnTo>
                    <a:pt x="1" y="126"/>
                  </a:lnTo>
                  <a:lnTo>
                    <a:pt x="43" y="84"/>
                  </a:lnTo>
                  <a:lnTo>
                    <a:pt x="85" y="42"/>
                  </a:lnTo>
                  <a:lnTo>
                    <a:pt x="1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6" name="Google Shape;5596;p67"/>
            <p:cNvSpPr/>
            <p:nvPr/>
          </p:nvSpPr>
          <p:spPr>
            <a:xfrm>
              <a:off x="892025" y="44991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7" name="Google Shape;5597;p67"/>
            <p:cNvSpPr/>
            <p:nvPr/>
          </p:nvSpPr>
          <p:spPr>
            <a:xfrm>
              <a:off x="580850" y="4474925"/>
              <a:ext cx="26300" cy="4250"/>
            </a:xfrm>
            <a:custGeom>
              <a:avLst/>
              <a:gdLst/>
              <a:ahLst/>
              <a:cxnLst/>
              <a:rect l="l" t="t" r="r" b="b"/>
              <a:pathLst>
                <a:path w="1052" h="170" fill="none" extrusionOk="0">
                  <a:moveTo>
                    <a:pt x="1052" y="1"/>
                  </a:moveTo>
                  <a:lnTo>
                    <a:pt x="1052" y="1"/>
                  </a:lnTo>
                  <a:lnTo>
                    <a:pt x="505" y="85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505" y="85"/>
                  </a:lnTo>
                  <a:lnTo>
                    <a:pt x="1052" y="1"/>
                  </a:lnTo>
                  <a:lnTo>
                    <a:pt x="105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8" name="Google Shape;5598;p67"/>
            <p:cNvSpPr/>
            <p:nvPr/>
          </p:nvSpPr>
          <p:spPr>
            <a:xfrm>
              <a:off x="631300" y="4467575"/>
              <a:ext cx="3175" cy="25"/>
            </a:xfrm>
            <a:custGeom>
              <a:avLst/>
              <a:gdLst/>
              <a:ahLst/>
              <a:cxnLst/>
              <a:rect l="l" t="t" r="r" b="b"/>
              <a:pathLst>
                <a:path w="127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9" name="Google Shape;5599;p67"/>
            <p:cNvSpPr/>
            <p:nvPr/>
          </p:nvSpPr>
          <p:spPr>
            <a:xfrm>
              <a:off x="629200" y="4467575"/>
              <a:ext cx="2125" cy="25"/>
            </a:xfrm>
            <a:custGeom>
              <a:avLst/>
              <a:gdLst/>
              <a:ahLst/>
              <a:cxnLst/>
              <a:rect l="l" t="t" r="r" b="b"/>
              <a:pathLst>
                <a:path w="85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0" name="Google Shape;5600;p67"/>
            <p:cNvSpPr/>
            <p:nvPr/>
          </p:nvSpPr>
          <p:spPr>
            <a:xfrm>
              <a:off x="621850" y="4467575"/>
              <a:ext cx="1075" cy="25"/>
            </a:xfrm>
            <a:custGeom>
              <a:avLst/>
              <a:gdLst/>
              <a:ahLst/>
              <a:cxnLst/>
              <a:rect l="l" t="t" r="r" b="b"/>
              <a:pathLst>
                <a:path w="43" h="1" fill="none" extrusionOk="0">
                  <a:moveTo>
                    <a:pt x="42" y="0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1" name="Google Shape;5601;p67"/>
            <p:cNvSpPr/>
            <p:nvPr/>
          </p:nvSpPr>
          <p:spPr>
            <a:xfrm>
              <a:off x="622900" y="4467575"/>
              <a:ext cx="5275" cy="25"/>
            </a:xfrm>
            <a:custGeom>
              <a:avLst/>
              <a:gdLst/>
              <a:ahLst/>
              <a:cxnLst/>
              <a:rect l="l" t="t" r="r" b="b"/>
              <a:pathLst>
                <a:path w="21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11" y="0"/>
                  </a:lnTo>
                  <a:lnTo>
                    <a:pt x="211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2" name="Google Shape;5602;p67"/>
            <p:cNvSpPr/>
            <p:nvPr/>
          </p:nvSpPr>
          <p:spPr>
            <a:xfrm>
              <a:off x="1008725" y="4387675"/>
              <a:ext cx="3175" cy="1075"/>
            </a:xfrm>
            <a:custGeom>
              <a:avLst/>
              <a:gdLst/>
              <a:ahLst/>
              <a:cxnLst/>
              <a:rect l="l" t="t" r="r" b="b"/>
              <a:pathLst>
                <a:path w="127" h="43" fill="none" extrusionOk="0">
                  <a:moveTo>
                    <a:pt x="127" y="0"/>
                  </a:moveTo>
                  <a:lnTo>
                    <a:pt x="127" y="0"/>
                  </a:lnTo>
                  <a:lnTo>
                    <a:pt x="1" y="43"/>
                  </a:lnTo>
                  <a:lnTo>
                    <a:pt x="1" y="43"/>
                  </a:lnTo>
                  <a:lnTo>
                    <a:pt x="12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3" name="Google Shape;5603;p67"/>
            <p:cNvSpPr/>
            <p:nvPr/>
          </p:nvSpPr>
          <p:spPr>
            <a:xfrm>
              <a:off x="1011875" y="43876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4" name="Google Shape;5604;p67"/>
            <p:cNvSpPr/>
            <p:nvPr/>
          </p:nvSpPr>
          <p:spPr>
            <a:xfrm>
              <a:off x="846825" y="4287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5" name="Google Shape;5605;p67"/>
            <p:cNvSpPr/>
            <p:nvPr/>
          </p:nvSpPr>
          <p:spPr>
            <a:xfrm>
              <a:off x="846825" y="4287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67"/>
            <p:cNvSpPr/>
            <p:nvPr/>
          </p:nvSpPr>
          <p:spPr>
            <a:xfrm>
              <a:off x="844725" y="4287800"/>
              <a:ext cx="1075" cy="25"/>
            </a:xfrm>
            <a:custGeom>
              <a:avLst/>
              <a:gdLst/>
              <a:ahLst/>
              <a:cxnLst/>
              <a:rect l="l" t="t" r="r" b="b"/>
              <a:pathLst>
                <a:path w="43" h="1" fill="none" extrusionOk="0">
                  <a:moveTo>
                    <a:pt x="43" y="0"/>
                  </a:moveTo>
                  <a:lnTo>
                    <a:pt x="43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67"/>
            <p:cNvSpPr/>
            <p:nvPr/>
          </p:nvSpPr>
          <p:spPr>
            <a:xfrm>
              <a:off x="845775" y="42878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67"/>
            <p:cNvSpPr/>
            <p:nvPr/>
          </p:nvSpPr>
          <p:spPr>
            <a:xfrm>
              <a:off x="999275" y="4514875"/>
              <a:ext cx="54700" cy="200825"/>
            </a:xfrm>
            <a:custGeom>
              <a:avLst/>
              <a:gdLst/>
              <a:ahLst/>
              <a:cxnLst/>
              <a:rect l="l" t="t" r="r" b="b"/>
              <a:pathLst>
                <a:path w="2188" h="8033" extrusionOk="0">
                  <a:moveTo>
                    <a:pt x="2187" y="1"/>
                  </a:moveTo>
                  <a:lnTo>
                    <a:pt x="1809" y="379"/>
                  </a:lnTo>
                  <a:lnTo>
                    <a:pt x="1472" y="800"/>
                  </a:lnTo>
                  <a:lnTo>
                    <a:pt x="1178" y="1262"/>
                  </a:lnTo>
                  <a:lnTo>
                    <a:pt x="883" y="1725"/>
                  </a:lnTo>
                  <a:lnTo>
                    <a:pt x="1556" y="884"/>
                  </a:lnTo>
                  <a:lnTo>
                    <a:pt x="2187" y="1"/>
                  </a:lnTo>
                  <a:close/>
                  <a:moveTo>
                    <a:pt x="799" y="1851"/>
                  </a:moveTo>
                  <a:lnTo>
                    <a:pt x="589" y="2356"/>
                  </a:lnTo>
                  <a:lnTo>
                    <a:pt x="463" y="2860"/>
                  </a:lnTo>
                  <a:lnTo>
                    <a:pt x="253" y="3407"/>
                  </a:lnTo>
                  <a:lnTo>
                    <a:pt x="169" y="3659"/>
                  </a:lnTo>
                  <a:lnTo>
                    <a:pt x="42" y="3870"/>
                  </a:lnTo>
                  <a:lnTo>
                    <a:pt x="0" y="3870"/>
                  </a:lnTo>
                  <a:lnTo>
                    <a:pt x="253" y="4795"/>
                  </a:lnTo>
                  <a:lnTo>
                    <a:pt x="379" y="5762"/>
                  </a:lnTo>
                  <a:lnTo>
                    <a:pt x="673" y="6898"/>
                  </a:lnTo>
                  <a:lnTo>
                    <a:pt x="968" y="8033"/>
                  </a:lnTo>
                  <a:lnTo>
                    <a:pt x="1304" y="7444"/>
                  </a:lnTo>
                  <a:lnTo>
                    <a:pt x="1640" y="6855"/>
                  </a:lnTo>
                  <a:lnTo>
                    <a:pt x="1767" y="6267"/>
                  </a:lnTo>
                  <a:lnTo>
                    <a:pt x="1809" y="5636"/>
                  </a:lnTo>
                  <a:lnTo>
                    <a:pt x="1767" y="5005"/>
                  </a:lnTo>
                  <a:lnTo>
                    <a:pt x="1682" y="4332"/>
                  </a:lnTo>
                  <a:lnTo>
                    <a:pt x="1514" y="3702"/>
                  </a:lnTo>
                  <a:lnTo>
                    <a:pt x="1304" y="3071"/>
                  </a:lnTo>
                  <a:lnTo>
                    <a:pt x="1094" y="2440"/>
                  </a:lnTo>
                  <a:lnTo>
                    <a:pt x="799" y="1851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67"/>
            <p:cNvSpPr/>
            <p:nvPr/>
          </p:nvSpPr>
          <p:spPr>
            <a:xfrm>
              <a:off x="999275" y="4561150"/>
              <a:ext cx="45225" cy="154550"/>
            </a:xfrm>
            <a:custGeom>
              <a:avLst/>
              <a:gdLst/>
              <a:ahLst/>
              <a:cxnLst/>
              <a:rect l="l" t="t" r="r" b="b"/>
              <a:pathLst>
                <a:path w="1809" h="6182" fill="none" extrusionOk="0">
                  <a:moveTo>
                    <a:pt x="799" y="0"/>
                  </a:moveTo>
                  <a:lnTo>
                    <a:pt x="799" y="0"/>
                  </a:lnTo>
                  <a:lnTo>
                    <a:pt x="589" y="505"/>
                  </a:lnTo>
                  <a:lnTo>
                    <a:pt x="463" y="1009"/>
                  </a:lnTo>
                  <a:lnTo>
                    <a:pt x="253" y="1556"/>
                  </a:lnTo>
                  <a:lnTo>
                    <a:pt x="169" y="1808"/>
                  </a:lnTo>
                  <a:lnTo>
                    <a:pt x="42" y="2019"/>
                  </a:lnTo>
                  <a:lnTo>
                    <a:pt x="42" y="2019"/>
                  </a:lnTo>
                  <a:lnTo>
                    <a:pt x="42" y="2019"/>
                  </a:lnTo>
                  <a:lnTo>
                    <a:pt x="42" y="2019"/>
                  </a:lnTo>
                  <a:lnTo>
                    <a:pt x="42" y="2019"/>
                  </a:lnTo>
                  <a:lnTo>
                    <a:pt x="42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0" y="2019"/>
                  </a:lnTo>
                  <a:lnTo>
                    <a:pt x="253" y="2944"/>
                  </a:lnTo>
                  <a:lnTo>
                    <a:pt x="379" y="3911"/>
                  </a:lnTo>
                  <a:lnTo>
                    <a:pt x="379" y="3911"/>
                  </a:lnTo>
                  <a:lnTo>
                    <a:pt x="673" y="5047"/>
                  </a:lnTo>
                  <a:lnTo>
                    <a:pt x="968" y="6182"/>
                  </a:lnTo>
                  <a:lnTo>
                    <a:pt x="968" y="6182"/>
                  </a:lnTo>
                  <a:lnTo>
                    <a:pt x="1304" y="5593"/>
                  </a:lnTo>
                  <a:lnTo>
                    <a:pt x="1640" y="5004"/>
                  </a:lnTo>
                  <a:lnTo>
                    <a:pt x="1640" y="5004"/>
                  </a:lnTo>
                  <a:lnTo>
                    <a:pt x="1767" y="4416"/>
                  </a:lnTo>
                  <a:lnTo>
                    <a:pt x="1809" y="3785"/>
                  </a:lnTo>
                  <a:lnTo>
                    <a:pt x="1767" y="3154"/>
                  </a:lnTo>
                  <a:lnTo>
                    <a:pt x="1682" y="2481"/>
                  </a:lnTo>
                  <a:lnTo>
                    <a:pt x="1514" y="1851"/>
                  </a:lnTo>
                  <a:lnTo>
                    <a:pt x="1304" y="1220"/>
                  </a:lnTo>
                  <a:lnTo>
                    <a:pt x="1094" y="589"/>
                  </a:lnTo>
                  <a:lnTo>
                    <a:pt x="79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0" name="Google Shape;5610;p67"/>
            <p:cNvSpPr/>
            <p:nvPr/>
          </p:nvSpPr>
          <p:spPr>
            <a:xfrm>
              <a:off x="1021350" y="4514875"/>
              <a:ext cx="32625" cy="43150"/>
            </a:xfrm>
            <a:custGeom>
              <a:avLst/>
              <a:gdLst/>
              <a:ahLst/>
              <a:cxnLst/>
              <a:rect l="l" t="t" r="r" b="b"/>
              <a:pathLst>
                <a:path w="1305" h="1726" fill="none" extrusionOk="0">
                  <a:moveTo>
                    <a:pt x="1304" y="1"/>
                  </a:moveTo>
                  <a:lnTo>
                    <a:pt x="1304" y="1"/>
                  </a:lnTo>
                  <a:lnTo>
                    <a:pt x="926" y="379"/>
                  </a:lnTo>
                  <a:lnTo>
                    <a:pt x="589" y="800"/>
                  </a:lnTo>
                  <a:lnTo>
                    <a:pt x="295" y="1262"/>
                  </a:lnTo>
                  <a:lnTo>
                    <a:pt x="0" y="1725"/>
                  </a:lnTo>
                  <a:lnTo>
                    <a:pt x="0" y="1725"/>
                  </a:lnTo>
                  <a:lnTo>
                    <a:pt x="673" y="884"/>
                  </a:lnTo>
                  <a:lnTo>
                    <a:pt x="130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1" name="Google Shape;5611;p67"/>
            <p:cNvSpPr/>
            <p:nvPr/>
          </p:nvSpPr>
          <p:spPr>
            <a:xfrm>
              <a:off x="947750" y="4389775"/>
              <a:ext cx="110425" cy="218700"/>
            </a:xfrm>
            <a:custGeom>
              <a:avLst/>
              <a:gdLst/>
              <a:ahLst/>
              <a:cxnLst/>
              <a:rect l="l" t="t" r="r" b="b"/>
              <a:pathLst>
                <a:path w="4417" h="8748" extrusionOk="0">
                  <a:moveTo>
                    <a:pt x="2902" y="1"/>
                  </a:moveTo>
                  <a:lnTo>
                    <a:pt x="2734" y="43"/>
                  </a:lnTo>
                  <a:lnTo>
                    <a:pt x="2734" y="85"/>
                  </a:lnTo>
                  <a:lnTo>
                    <a:pt x="2692" y="169"/>
                  </a:lnTo>
                  <a:lnTo>
                    <a:pt x="2272" y="715"/>
                  </a:lnTo>
                  <a:lnTo>
                    <a:pt x="1851" y="1220"/>
                  </a:lnTo>
                  <a:lnTo>
                    <a:pt x="1473" y="1767"/>
                  </a:lnTo>
                  <a:lnTo>
                    <a:pt x="1136" y="2313"/>
                  </a:lnTo>
                  <a:lnTo>
                    <a:pt x="842" y="2902"/>
                  </a:lnTo>
                  <a:lnTo>
                    <a:pt x="547" y="3449"/>
                  </a:lnTo>
                  <a:lnTo>
                    <a:pt x="253" y="4080"/>
                  </a:lnTo>
                  <a:lnTo>
                    <a:pt x="1" y="4710"/>
                  </a:lnTo>
                  <a:lnTo>
                    <a:pt x="463" y="5383"/>
                  </a:lnTo>
                  <a:lnTo>
                    <a:pt x="884" y="6140"/>
                  </a:lnTo>
                  <a:lnTo>
                    <a:pt x="1304" y="6855"/>
                  </a:lnTo>
                  <a:lnTo>
                    <a:pt x="1641" y="7654"/>
                  </a:lnTo>
                  <a:lnTo>
                    <a:pt x="1599" y="7780"/>
                  </a:lnTo>
                  <a:lnTo>
                    <a:pt x="1599" y="7864"/>
                  </a:lnTo>
                  <a:lnTo>
                    <a:pt x="1683" y="7949"/>
                  </a:lnTo>
                  <a:lnTo>
                    <a:pt x="1767" y="7991"/>
                  </a:lnTo>
                  <a:lnTo>
                    <a:pt x="2019" y="8748"/>
                  </a:lnTo>
                  <a:lnTo>
                    <a:pt x="2019" y="8748"/>
                  </a:lnTo>
                  <a:lnTo>
                    <a:pt x="1977" y="8327"/>
                  </a:lnTo>
                  <a:lnTo>
                    <a:pt x="1977" y="8075"/>
                  </a:lnTo>
                  <a:lnTo>
                    <a:pt x="2019" y="7822"/>
                  </a:lnTo>
                  <a:lnTo>
                    <a:pt x="2188" y="7276"/>
                  </a:lnTo>
                  <a:lnTo>
                    <a:pt x="2440" y="6729"/>
                  </a:lnTo>
                  <a:lnTo>
                    <a:pt x="2734" y="6224"/>
                  </a:lnTo>
                  <a:lnTo>
                    <a:pt x="3071" y="5720"/>
                  </a:lnTo>
                  <a:lnTo>
                    <a:pt x="3449" y="5257"/>
                  </a:lnTo>
                  <a:lnTo>
                    <a:pt x="3828" y="4879"/>
                  </a:lnTo>
                  <a:lnTo>
                    <a:pt x="4164" y="4542"/>
                  </a:lnTo>
                  <a:lnTo>
                    <a:pt x="4290" y="4500"/>
                  </a:lnTo>
                  <a:lnTo>
                    <a:pt x="4416" y="4542"/>
                  </a:lnTo>
                  <a:lnTo>
                    <a:pt x="4374" y="4248"/>
                  </a:lnTo>
                  <a:lnTo>
                    <a:pt x="4206" y="4122"/>
                  </a:lnTo>
                  <a:lnTo>
                    <a:pt x="3996" y="4080"/>
                  </a:lnTo>
                  <a:lnTo>
                    <a:pt x="3870" y="4122"/>
                  </a:lnTo>
                  <a:lnTo>
                    <a:pt x="3701" y="4248"/>
                  </a:lnTo>
                  <a:lnTo>
                    <a:pt x="3365" y="4626"/>
                  </a:lnTo>
                  <a:lnTo>
                    <a:pt x="3029" y="5089"/>
                  </a:lnTo>
                  <a:lnTo>
                    <a:pt x="2734" y="5552"/>
                  </a:lnTo>
                  <a:lnTo>
                    <a:pt x="2482" y="6056"/>
                  </a:lnTo>
                  <a:lnTo>
                    <a:pt x="1893" y="5047"/>
                  </a:lnTo>
                  <a:lnTo>
                    <a:pt x="1389" y="4206"/>
                  </a:lnTo>
                  <a:lnTo>
                    <a:pt x="800" y="3365"/>
                  </a:lnTo>
                  <a:lnTo>
                    <a:pt x="1178" y="2566"/>
                  </a:lnTo>
                  <a:lnTo>
                    <a:pt x="1641" y="1851"/>
                  </a:lnTo>
                  <a:lnTo>
                    <a:pt x="2145" y="1136"/>
                  </a:lnTo>
                  <a:lnTo>
                    <a:pt x="2776" y="463"/>
                  </a:lnTo>
                  <a:lnTo>
                    <a:pt x="2860" y="337"/>
                  </a:lnTo>
                  <a:lnTo>
                    <a:pt x="2902" y="211"/>
                  </a:lnTo>
                  <a:lnTo>
                    <a:pt x="2902" y="8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2" name="Google Shape;5612;p67"/>
            <p:cNvSpPr/>
            <p:nvPr/>
          </p:nvSpPr>
          <p:spPr>
            <a:xfrm>
              <a:off x="947750" y="4389775"/>
              <a:ext cx="110425" cy="218700"/>
            </a:xfrm>
            <a:custGeom>
              <a:avLst/>
              <a:gdLst/>
              <a:ahLst/>
              <a:cxnLst/>
              <a:rect l="l" t="t" r="r" b="b"/>
              <a:pathLst>
                <a:path w="4417" h="8748" fill="none" extrusionOk="0">
                  <a:moveTo>
                    <a:pt x="2902" y="1"/>
                  </a:moveTo>
                  <a:lnTo>
                    <a:pt x="2734" y="43"/>
                  </a:lnTo>
                  <a:lnTo>
                    <a:pt x="2734" y="43"/>
                  </a:lnTo>
                  <a:lnTo>
                    <a:pt x="2734" y="85"/>
                  </a:lnTo>
                  <a:lnTo>
                    <a:pt x="2734" y="85"/>
                  </a:lnTo>
                  <a:lnTo>
                    <a:pt x="2692" y="169"/>
                  </a:lnTo>
                  <a:lnTo>
                    <a:pt x="2692" y="169"/>
                  </a:lnTo>
                  <a:lnTo>
                    <a:pt x="2272" y="715"/>
                  </a:lnTo>
                  <a:lnTo>
                    <a:pt x="1851" y="1220"/>
                  </a:lnTo>
                  <a:lnTo>
                    <a:pt x="1473" y="1767"/>
                  </a:lnTo>
                  <a:lnTo>
                    <a:pt x="1136" y="2313"/>
                  </a:lnTo>
                  <a:lnTo>
                    <a:pt x="842" y="2902"/>
                  </a:lnTo>
                  <a:lnTo>
                    <a:pt x="547" y="3449"/>
                  </a:lnTo>
                  <a:lnTo>
                    <a:pt x="253" y="4080"/>
                  </a:lnTo>
                  <a:lnTo>
                    <a:pt x="1" y="4710"/>
                  </a:lnTo>
                  <a:lnTo>
                    <a:pt x="1" y="4710"/>
                  </a:lnTo>
                  <a:lnTo>
                    <a:pt x="463" y="5383"/>
                  </a:lnTo>
                  <a:lnTo>
                    <a:pt x="884" y="6140"/>
                  </a:lnTo>
                  <a:lnTo>
                    <a:pt x="1304" y="6855"/>
                  </a:lnTo>
                  <a:lnTo>
                    <a:pt x="1641" y="7654"/>
                  </a:lnTo>
                  <a:lnTo>
                    <a:pt x="1641" y="7654"/>
                  </a:lnTo>
                  <a:lnTo>
                    <a:pt x="1641" y="7654"/>
                  </a:lnTo>
                  <a:lnTo>
                    <a:pt x="1599" y="7780"/>
                  </a:lnTo>
                  <a:lnTo>
                    <a:pt x="1599" y="7864"/>
                  </a:lnTo>
                  <a:lnTo>
                    <a:pt x="1683" y="7949"/>
                  </a:lnTo>
                  <a:lnTo>
                    <a:pt x="1767" y="7991"/>
                  </a:lnTo>
                  <a:lnTo>
                    <a:pt x="1767" y="7991"/>
                  </a:lnTo>
                  <a:lnTo>
                    <a:pt x="2019" y="8748"/>
                  </a:lnTo>
                  <a:lnTo>
                    <a:pt x="2019" y="8748"/>
                  </a:lnTo>
                  <a:lnTo>
                    <a:pt x="1977" y="8327"/>
                  </a:lnTo>
                  <a:lnTo>
                    <a:pt x="1977" y="8327"/>
                  </a:lnTo>
                  <a:lnTo>
                    <a:pt x="1977" y="8075"/>
                  </a:lnTo>
                  <a:lnTo>
                    <a:pt x="2019" y="7822"/>
                  </a:lnTo>
                  <a:lnTo>
                    <a:pt x="2188" y="7276"/>
                  </a:lnTo>
                  <a:lnTo>
                    <a:pt x="2440" y="6729"/>
                  </a:lnTo>
                  <a:lnTo>
                    <a:pt x="2734" y="6224"/>
                  </a:lnTo>
                  <a:lnTo>
                    <a:pt x="3071" y="5720"/>
                  </a:lnTo>
                  <a:lnTo>
                    <a:pt x="3449" y="5257"/>
                  </a:lnTo>
                  <a:lnTo>
                    <a:pt x="3828" y="4879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164" y="4542"/>
                  </a:lnTo>
                  <a:lnTo>
                    <a:pt x="4290" y="4500"/>
                  </a:lnTo>
                  <a:lnTo>
                    <a:pt x="4290" y="4500"/>
                  </a:lnTo>
                  <a:lnTo>
                    <a:pt x="4290" y="4500"/>
                  </a:lnTo>
                  <a:lnTo>
                    <a:pt x="4290" y="4500"/>
                  </a:lnTo>
                  <a:lnTo>
                    <a:pt x="4290" y="4500"/>
                  </a:lnTo>
                  <a:lnTo>
                    <a:pt x="4290" y="4500"/>
                  </a:lnTo>
                  <a:lnTo>
                    <a:pt x="4290" y="4500"/>
                  </a:lnTo>
                  <a:lnTo>
                    <a:pt x="4290" y="4500"/>
                  </a:lnTo>
                  <a:lnTo>
                    <a:pt x="4416" y="4542"/>
                  </a:lnTo>
                  <a:lnTo>
                    <a:pt x="4416" y="4542"/>
                  </a:lnTo>
                  <a:lnTo>
                    <a:pt x="4416" y="4542"/>
                  </a:lnTo>
                  <a:lnTo>
                    <a:pt x="4416" y="4542"/>
                  </a:lnTo>
                  <a:lnTo>
                    <a:pt x="4416" y="4542"/>
                  </a:lnTo>
                  <a:lnTo>
                    <a:pt x="4374" y="4248"/>
                  </a:lnTo>
                  <a:lnTo>
                    <a:pt x="4374" y="4248"/>
                  </a:lnTo>
                  <a:lnTo>
                    <a:pt x="4206" y="4122"/>
                  </a:lnTo>
                  <a:lnTo>
                    <a:pt x="3996" y="4080"/>
                  </a:lnTo>
                  <a:lnTo>
                    <a:pt x="3996" y="4080"/>
                  </a:lnTo>
                  <a:lnTo>
                    <a:pt x="3870" y="4122"/>
                  </a:lnTo>
                  <a:lnTo>
                    <a:pt x="3701" y="4248"/>
                  </a:lnTo>
                  <a:lnTo>
                    <a:pt x="3701" y="4248"/>
                  </a:lnTo>
                  <a:lnTo>
                    <a:pt x="3365" y="4626"/>
                  </a:lnTo>
                  <a:lnTo>
                    <a:pt x="3029" y="5089"/>
                  </a:lnTo>
                  <a:lnTo>
                    <a:pt x="2734" y="5552"/>
                  </a:lnTo>
                  <a:lnTo>
                    <a:pt x="2482" y="6056"/>
                  </a:lnTo>
                  <a:lnTo>
                    <a:pt x="2482" y="6056"/>
                  </a:lnTo>
                  <a:lnTo>
                    <a:pt x="1893" y="5047"/>
                  </a:lnTo>
                  <a:lnTo>
                    <a:pt x="1893" y="5047"/>
                  </a:lnTo>
                  <a:lnTo>
                    <a:pt x="1389" y="4206"/>
                  </a:lnTo>
                  <a:lnTo>
                    <a:pt x="800" y="3365"/>
                  </a:lnTo>
                  <a:lnTo>
                    <a:pt x="800" y="3365"/>
                  </a:lnTo>
                  <a:lnTo>
                    <a:pt x="1178" y="2566"/>
                  </a:lnTo>
                  <a:lnTo>
                    <a:pt x="1641" y="1851"/>
                  </a:lnTo>
                  <a:lnTo>
                    <a:pt x="2145" y="1136"/>
                  </a:lnTo>
                  <a:lnTo>
                    <a:pt x="2776" y="463"/>
                  </a:lnTo>
                  <a:lnTo>
                    <a:pt x="2776" y="463"/>
                  </a:lnTo>
                  <a:lnTo>
                    <a:pt x="2860" y="337"/>
                  </a:lnTo>
                  <a:lnTo>
                    <a:pt x="2902" y="211"/>
                  </a:lnTo>
                  <a:lnTo>
                    <a:pt x="2902" y="85"/>
                  </a:lnTo>
                  <a:lnTo>
                    <a:pt x="290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3" name="Google Shape;5613;p67"/>
            <p:cNvSpPr/>
            <p:nvPr/>
          </p:nvSpPr>
          <p:spPr>
            <a:xfrm>
              <a:off x="925675" y="4297250"/>
              <a:ext cx="94650" cy="206100"/>
            </a:xfrm>
            <a:custGeom>
              <a:avLst/>
              <a:gdLst/>
              <a:ahLst/>
              <a:cxnLst/>
              <a:rect l="l" t="t" r="r" b="b"/>
              <a:pathLst>
                <a:path w="3786" h="8244" extrusionOk="0">
                  <a:moveTo>
                    <a:pt x="1893" y="1"/>
                  </a:moveTo>
                  <a:lnTo>
                    <a:pt x="1304" y="632"/>
                  </a:lnTo>
                  <a:lnTo>
                    <a:pt x="800" y="1305"/>
                  </a:lnTo>
                  <a:lnTo>
                    <a:pt x="337" y="2019"/>
                  </a:lnTo>
                  <a:lnTo>
                    <a:pt x="1" y="2776"/>
                  </a:lnTo>
                  <a:lnTo>
                    <a:pt x="253" y="5384"/>
                  </a:lnTo>
                  <a:lnTo>
                    <a:pt x="589" y="7991"/>
                  </a:lnTo>
                  <a:lnTo>
                    <a:pt x="758" y="8243"/>
                  </a:lnTo>
                  <a:lnTo>
                    <a:pt x="968" y="7612"/>
                  </a:lnTo>
                  <a:lnTo>
                    <a:pt x="1220" y="6982"/>
                  </a:lnTo>
                  <a:lnTo>
                    <a:pt x="1473" y="6393"/>
                  </a:lnTo>
                  <a:lnTo>
                    <a:pt x="1767" y="5804"/>
                  </a:lnTo>
                  <a:lnTo>
                    <a:pt x="2103" y="5215"/>
                  </a:lnTo>
                  <a:lnTo>
                    <a:pt x="2482" y="4669"/>
                  </a:lnTo>
                  <a:lnTo>
                    <a:pt x="2902" y="4164"/>
                  </a:lnTo>
                  <a:lnTo>
                    <a:pt x="3323" y="3660"/>
                  </a:lnTo>
                  <a:lnTo>
                    <a:pt x="3449" y="3617"/>
                  </a:lnTo>
                  <a:lnTo>
                    <a:pt x="3575" y="3660"/>
                  </a:lnTo>
                  <a:lnTo>
                    <a:pt x="3617" y="3744"/>
                  </a:lnTo>
                  <a:lnTo>
                    <a:pt x="3785" y="3702"/>
                  </a:lnTo>
                  <a:lnTo>
                    <a:pt x="3701" y="3533"/>
                  </a:lnTo>
                  <a:lnTo>
                    <a:pt x="3575" y="3449"/>
                  </a:lnTo>
                  <a:lnTo>
                    <a:pt x="3449" y="3365"/>
                  </a:lnTo>
                  <a:lnTo>
                    <a:pt x="3281" y="3323"/>
                  </a:lnTo>
                  <a:lnTo>
                    <a:pt x="3113" y="3365"/>
                  </a:lnTo>
                  <a:lnTo>
                    <a:pt x="2944" y="3491"/>
                  </a:lnTo>
                  <a:lnTo>
                    <a:pt x="2650" y="3828"/>
                  </a:lnTo>
                  <a:lnTo>
                    <a:pt x="2356" y="4164"/>
                  </a:lnTo>
                  <a:lnTo>
                    <a:pt x="1893" y="4879"/>
                  </a:lnTo>
                  <a:lnTo>
                    <a:pt x="1515" y="5678"/>
                  </a:lnTo>
                  <a:lnTo>
                    <a:pt x="1220" y="6477"/>
                  </a:lnTo>
                  <a:lnTo>
                    <a:pt x="800" y="5930"/>
                  </a:lnTo>
                  <a:lnTo>
                    <a:pt x="589" y="2019"/>
                  </a:lnTo>
                  <a:lnTo>
                    <a:pt x="842" y="1599"/>
                  </a:lnTo>
                  <a:lnTo>
                    <a:pt x="1136" y="1178"/>
                  </a:lnTo>
                  <a:lnTo>
                    <a:pt x="1430" y="800"/>
                  </a:lnTo>
                  <a:lnTo>
                    <a:pt x="1809" y="421"/>
                  </a:lnTo>
                  <a:lnTo>
                    <a:pt x="1893" y="337"/>
                  </a:lnTo>
                  <a:lnTo>
                    <a:pt x="1935" y="211"/>
                  </a:lnTo>
                  <a:lnTo>
                    <a:pt x="1935" y="85"/>
                  </a:lnTo>
                  <a:lnTo>
                    <a:pt x="1893" y="1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4" name="Google Shape;5614;p67"/>
            <p:cNvSpPr/>
            <p:nvPr/>
          </p:nvSpPr>
          <p:spPr>
            <a:xfrm>
              <a:off x="925675" y="4297250"/>
              <a:ext cx="94650" cy="206100"/>
            </a:xfrm>
            <a:custGeom>
              <a:avLst/>
              <a:gdLst/>
              <a:ahLst/>
              <a:cxnLst/>
              <a:rect l="l" t="t" r="r" b="b"/>
              <a:pathLst>
                <a:path w="3786" h="8244" fill="none" extrusionOk="0">
                  <a:moveTo>
                    <a:pt x="1893" y="1"/>
                  </a:moveTo>
                  <a:lnTo>
                    <a:pt x="1893" y="1"/>
                  </a:lnTo>
                  <a:lnTo>
                    <a:pt x="1893" y="1"/>
                  </a:lnTo>
                  <a:lnTo>
                    <a:pt x="1893" y="1"/>
                  </a:lnTo>
                  <a:lnTo>
                    <a:pt x="1304" y="632"/>
                  </a:lnTo>
                  <a:lnTo>
                    <a:pt x="800" y="1305"/>
                  </a:lnTo>
                  <a:lnTo>
                    <a:pt x="337" y="2019"/>
                  </a:lnTo>
                  <a:lnTo>
                    <a:pt x="1" y="2776"/>
                  </a:lnTo>
                  <a:lnTo>
                    <a:pt x="1" y="2776"/>
                  </a:lnTo>
                  <a:lnTo>
                    <a:pt x="253" y="5384"/>
                  </a:lnTo>
                  <a:lnTo>
                    <a:pt x="589" y="7991"/>
                  </a:lnTo>
                  <a:lnTo>
                    <a:pt x="589" y="7991"/>
                  </a:lnTo>
                  <a:lnTo>
                    <a:pt x="758" y="8243"/>
                  </a:lnTo>
                  <a:lnTo>
                    <a:pt x="758" y="8243"/>
                  </a:lnTo>
                  <a:lnTo>
                    <a:pt x="968" y="7612"/>
                  </a:lnTo>
                  <a:lnTo>
                    <a:pt x="1220" y="6982"/>
                  </a:lnTo>
                  <a:lnTo>
                    <a:pt x="1473" y="6393"/>
                  </a:lnTo>
                  <a:lnTo>
                    <a:pt x="1767" y="5804"/>
                  </a:lnTo>
                  <a:lnTo>
                    <a:pt x="2103" y="5215"/>
                  </a:lnTo>
                  <a:lnTo>
                    <a:pt x="2482" y="4669"/>
                  </a:lnTo>
                  <a:lnTo>
                    <a:pt x="2902" y="4164"/>
                  </a:lnTo>
                  <a:lnTo>
                    <a:pt x="3323" y="3660"/>
                  </a:lnTo>
                  <a:lnTo>
                    <a:pt x="3323" y="3660"/>
                  </a:lnTo>
                  <a:lnTo>
                    <a:pt x="3323" y="3660"/>
                  </a:lnTo>
                  <a:lnTo>
                    <a:pt x="3323" y="3660"/>
                  </a:lnTo>
                  <a:lnTo>
                    <a:pt x="3449" y="3617"/>
                  </a:lnTo>
                  <a:lnTo>
                    <a:pt x="3449" y="3617"/>
                  </a:lnTo>
                  <a:lnTo>
                    <a:pt x="3449" y="3617"/>
                  </a:lnTo>
                  <a:lnTo>
                    <a:pt x="3449" y="3617"/>
                  </a:lnTo>
                  <a:lnTo>
                    <a:pt x="3449" y="3617"/>
                  </a:lnTo>
                  <a:lnTo>
                    <a:pt x="3449" y="3617"/>
                  </a:lnTo>
                  <a:lnTo>
                    <a:pt x="3449" y="3617"/>
                  </a:lnTo>
                  <a:lnTo>
                    <a:pt x="3449" y="3617"/>
                  </a:lnTo>
                  <a:lnTo>
                    <a:pt x="3575" y="3660"/>
                  </a:lnTo>
                  <a:lnTo>
                    <a:pt x="3617" y="3744"/>
                  </a:lnTo>
                  <a:lnTo>
                    <a:pt x="3617" y="3744"/>
                  </a:lnTo>
                  <a:lnTo>
                    <a:pt x="3785" y="3702"/>
                  </a:lnTo>
                  <a:lnTo>
                    <a:pt x="3785" y="3702"/>
                  </a:lnTo>
                  <a:lnTo>
                    <a:pt x="3701" y="3533"/>
                  </a:lnTo>
                  <a:lnTo>
                    <a:pt x="3575" y="3449"/>
                  </a:lnTo>
                  <a:lnTo>
                    <a:pt x="3449" y="3365"/>
                  </a:lnTo>
                  <a:lnTo>
                    <a:pt x="3281" y="3323"/>
                  </a:lnTo>
                  <a:lnTo>
                    <a:pt x="3281" y="3323"/>
                  </a:lnTo>
                  <a:lnTo>
                    <a:pt x="3113" y="3365"/>
                  </a:lnTo>
                  <a:lnTo>
                    <a:pt x="2944" y="3491"/>
                  </a:lnTo>
                  <a:lnTo>
                    <a:pt x="2944" y="3491"/>
                  </a:lnTo>
                  <a:lnTo>
                    <a:pt x="2650" y="3828"/>
                  </a:lnTo>
                  <a:lnTo>
                    <a:pt x="2356" y="4164"/>
                  </a:lnTo>
                  <a:lnTo>
                    <a:pt x="1893" y="4879"/>
                  </a:lnTo>
                  <a:lnTo>
                    <a:pt x="1515" y="5678"/>
                  </a:lnTo>
                  <a:lnTo>
                    <a:pt x="1220" y="6477"/>
                  </a:lnTo>
                  <a:lnTo>
                    <a:pt x="1220" y="6477"/>
                  </a:lnTo>
                  <a:lnTo>
                    <a:pt x="800" y="5930"/>
                  </a:lnTo>
                  <a:lnTo>
                    <a:pt x="800" y="5930"/>
                  </a:lnTo>
                  <a:lnTo>
                    <a:pt x="589" y="2019"/>
                  </a:lnTo>
                  <a:lnTo>
                    <a:pt x="589" y="2019"/>
                  </a:lnTo>
                  <a:lnTo>
                    <a:pt x="842" y="1599"/>
                  </a:lnTo>
                  <a:lnTo>
                    <a:pt x="1136" y="1178"/>
                  </a:lnTo>
                  <a:lnTo>
                    <a:pt x="1430" y="800"/>
                  </a:lnTo>
                  <a:lnTo>
                    <a:pt x="1809" y="421"/>
                  </a:lnTo>
                  <a:lnTo>
                    <a:pt x="1809" y="421"/>
                  </a:lnTo>
                  <a:lnTo>
                    <a:pt x="1893" y="337"/>
                  </a:lnTo>
                  <a:lnTo>
                    <a:pt x="1935" y="211"/>
                  </a:lnTo>
                  <a:lnTo>
                    <a:pt x="1935" y="85"/>
                  </a:lnTo>
                  <a:lnTo>
                    <a:pt x="189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5" name="Google Shape;5615;p67"/>
            <p:cNvSpPr/>
            <p:nvPr/>
          </p:nvSpPr>
          <p:spPr>
            <a:xfrm>
              <a:off x="913075" y="4179500"/>
              <a:ext cx="53625" cy="170350"/>
            </a:xfrm>
            <a:custGeom>
              <a:avLst/>
              <a:gdLst/>
              <a:ahLst/>
              <a:cxnLst/>
              <a:rect l="l" t="t" r="r" b="b"/>
              <a:pathLst>
                <a:path w="2145" h="6814" extrusionOk="0">
                  <a:moveTo>
                    <a:pt x="0" y="1"/>
                  </a:moveTo>
                  <a:lnTo>
                    <a:pt x="210" y="3449"/>
                  </a:lnTo>
                  <a:lnTo>
                    <a:pt x="421" y="6814"/>
                  </a:lnTo>
                  <a:lnTo>
                    <a:pt x="799" y="6183"/>
                  </a:lnTo>
                  <a:lnTo>
                    <a:pt x="1177" y="5594"/>
                  </a:lnTo>
                  <a:lnTo>
                    <a:pt x="1640" y="5005"/>
                  </a:lnTo>
                  <a:lnTo>
                    <a:pt x="2145" y="4501"/>
                  </a:lnTo>
                  <a:lnTo>
                    <a:pt x="1977" y="4459"/>
                  </a:lnTo>
                  <a:lnTo>
                    <a:pt x="1850" y="4501"/>
                  </a:lnTo>
                  <a:lnTo>
                    <a:pt x="1682" y="4585"/>
                  </a:lnTo>
                  <a:lnTo>
                    <a:pt x="1304" y="4963"/>
                  </a:lnTo>
                  <a:lnTo>
                    <a:pt x="1009" y="5426"/>
                  </a:lnTo>
                  <a:lnTo>
                    <a:pt x="799" y="2903"/>
                  </a:lnTo>
                  <a:lnTo>
                    <a:pt x="631" y="1641"/>
                  </a:lnTo>
                  <a:lnTo>
                    <a:pt x="463" y="379"/>
                  </a:lnTo>
                  <a:lnTo>
                    <a:pt x="421" y="211"/>
                  </a:lnTo>
                  <a:lnTo>
                    <a:pt x="336" y="85"/>
                  </a:lnTo>
                  <a:lnTo>
                    <a:pt x="210" y="43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6" name="Google Shape;5616;p67"/>
            <p:cNvSpPr/>
            <p:nvPr/>
          </p:nvSpPr>
          <p:spPr>
            <a:xfrm>
              <a:off x="913075" y="4179500"/>
              <a:ext cx="53625" cy="170350"/>
            </a:xfrm>
            <a:custGeom>
              <a:avLst/>
              <a:gdLst/>
              <a:ahLst/>
              <a:cxnLst/>
              <a:rect l="l" t="t" r="r" b="b"/>
              <a:pathLst>
                <a:path w="2145" h="6814" fill="none" extrusionOk="0">
                  <a:moveTo>
                    <a:pt x="84" y="1"/>
                  </a:moveTo>
                  <a:lnTo>
                    <a:pt x="84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210" y="3449"/>
                  </a:lnTo>
                  <a:lnTo>
                    <a:pt x="421" y="6814"/>
                  </a:lnTo>
                  <a:lnTo>
                    <a:pt x="421" y="6814"/>
                  </a:lnTo>
                  <a:lnTo>
                    <a:pt x="799" y="6183"/>
                  </a:lnTo>
                  <a:lnTo>
                    <a:pt x="1177" y="5594"/>
                  </a:lnTo>
                  <a:lnTo>
                    <a:pt x="1640" y="5005"/>
                  </a:lnTo>
                  <a:lnTo>
                    <a:pt x="2145" y="4501"/>
                  </a:lnTo>
                  <a:lnTo>
                    <a:pt x="2145" y="4501"/>
                  </a:lnTo>
                  <a:lnTo>
                    <a:pt x="1977" y="4459"/>
                  </a:lnTo>
                  <a:lnTo>
                    <a:pt x="1977" y="4459"/>
                  </a:lnTo>
                  <a:lnTo>
                    <a:pt x="1850" y="4501"/>
                  </a:lnTo>
                  <a:lnTo>
                    <a:pt x="1682" y="4585"/>
                  </a:lnTo>
                  <a:lnTo>
                    <a:pt x="1682" y="4585"/>
                  </a:lnTo>
                  <a:lnTo>
                    <a:pt x="1304" y="4963"/>
                  </a:lnTo>
                  <a:lnTo>
                    <a:pt x="1009" y="5426"/>
                  </a:lnTo>
                  <a:lnTo>
                    <a:pt x="1009" y="5426"/>
                  </a:lnTo>
                  <a:lnTo>
                    <a:pt x="799" y="2903"/>
                  </a:lnTo>
                  <a:lnTo>
                    <a:pt x="631" y="1641"/>
                  </a:lnTo>
                  <a:lnTo>
                    <a:pt x="463" y="379"/>
                  </a:lnTo>
                  <a:lnTo>
                    <a:pt x="463" y="379"/>
                  </a:lnTo>
                  <a:lnTo>
                    <a:pt x="421" y="211"/>
                  </a:lnTo>
                  <a:lnTo>
                    <a:pt x="336" y="85"/>
                  </a:lnTo>
                  <a:lnTo>
                    <a:pt x="210" y="43"/>
                  </a:lnTo>
                  <a:lnTo>
                    <a:pt x="8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7" name="Google Shape;5617;p67"/>
            <p:cNvSpPr/>
            <p:nvPr/>
          </p:nvSpPr>
          <p:spPr>
            <a:xfrm>
              <a:off x="844725" y="4183725"/>
              <a:ext cx="67300" cy="173475"/>
            </a:xfrm>
            <a:custGeom>
              <a:avLst/>
              <a:gdLst/>
              <a:ahLst/>
              <a:cxnLst/>
              <a:rect l="l" t="t" r="r" b="b"/>
              <a:pathLst>
                <a:path w="2692" h="6939" extrusionOk="0">
                  <a:moveTo>
                    <a:pt x="2482" y="0"/>
                  </a:moveTo>
                  <a:lnTo>
                    <a:pt x="2440" y="126"/>
                  </a:lnTo>
                  <a:lnTo>
                    <a:pt x="2440" y="253"/>
                  </a:lnTo>
                  <a:lnTo>
                    <a:pt x="2482" y="1136"/>
                  </a:lnTo>
                  <a:lnTo>
                    <a:pt x="2482" y="0"/>
                  </a:lnTo>
                  <a:close/>
                  <a:moveTo>
                    <a:pt x="421" y="3575"/>
                  </a:moveTo>
                  <a:lnTo>
                    <a:pt x="253" y="3617"/>
                  </a:lnTo>
                  <a:lnTo>
                    <a:pt x="1" y="4163"/>
                  </a:lnTo>
                  <a:lnTo>
                    <a:pt x="85" y="4163"/>
                  </a:lnTo>
                  <a:lnTo>
                    <a:pt x="505" y="4416"/>
                  </a:lnTo>
                  <a:lnTo>
                    <a:pt x="926" y="4710"/>
                  </a:lnTo>
                  <a:lnTo>
                    <a:pt x="1262" y="5004"/>
                  </a:lnTo>
                  <a:lnTo>
                    <a:pt x="1599" y="5383"/>
                  </a:lnTo>
                  <a:lnTo>
                    <a:pt x="1935" y="5719"/>
                  </a:lnTo>
                  <a:lnTo>
                    <a:pt x="2229" y="6098"/>
                  </a:lnTo>
                  <a:lnTo>
                    <a:pt x="2482" y="6518"/>
                  </a:lnTo>
                  <a:lnTo>
                    <a:pt x="2692" y="6939"/>
                  </a:lnTo>
                  <a:lnTo>
                    <a:pt x="2566" y="5551"/>
                  </a:lnTo>
                  <a:lnTo>
                    <a:pt x="2313" y="5215"/>
                  </a:lnTo>
                  <a:lnTo>
                    <a:pt x="1977" y="4794"/>
                  </a:lnTo>
                  <a:lnTo>
                    <a:pt x="1557" y="4332"/>
                  </a:lnTo>
                  <a:lnTo>
                    <a:pt x="1094" y="3953"/>
                  </a:lnTo>
                  <a:lnTo>
                    <a:pt x="884" y="3785"/>
                  </a:lnTo>
                  <a:lnTo>
                    <a:pt x="631" y="3617"/>
                  </a:lnTo>
                  <a:lnTo>
                    <a:pt x="505" y="3617"/>
                  </a:lnTo>
                  <a:lnTo>
                    <a:pt x="421" y="3575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8" name="Google Shape;5618;p67"/>
            <p:cNvSpPr/>
            <p:nvPr/>
          </p:nvSpPr>
          <p:spPr>
            <a:xfrm>
              <a:off x="844725" y="4273075"/>
              <a:ext cx="67300" cy="84125"/>
            </a:xfrm>
            <a:custGeom>
              <a:avLst/>
              <a:gdLst/>
              <a:ahLst/>
              <a:cxnLst/>
              <a:rect l="l" t="t" r="r" b="b"/>
              <a:pathLst>
                <a:path w="2692" h="3365" fill="none" extrusionOk="0">
                  <a:moveTo>
                    <a:pt x="421" y="1"/>
                  </a:moveTo>
                  <a:lnTo>
                    <a:pt x="421" y="1"/>
                  </a:lnTo>
                  <a:lnTo>
                    <a:pt x="253" y="43"/>
                  </a:lnTo>
                  <a:lnTo>
                    <a:pt x="253" y="43"/>
                  </a:lnTo>
                  <a:lnTo>
                    <a:pt x="1" y="589"/>
                  </a:lnTo>
                  <a:lnTo>
                    <a:pt x="1" y="589"/>
                  </a:lnTo>
                  <a:lnTo>
                    <a:pt x="1" y="589"/>
                  </a:lnTo>
                  <a:lnTo>
                    <a:pt x="1" y="589"/>
                  </a:lnTo>
                  <a:lnTo>
                    <a:pt x="43" y="589"/>
                  </a:lnTo>
                  <a:lnTo>
                    <a:pt x="43" y="589"/>
                  </a:lnTo>
                  <a:lnTo>
                    <a:pt x="43" y="589"/>
                  </a:lnTo>
                  <a:lnTo>
                    <a:pt x="43" y="589"/>
                  </a:lnTo>
                  <a:lnTo>
                    <a:pt x="43" y="589"/>
                  </a:lnTo>
                  <a:lnTo>
                    <a:pt x="43" y="589"/>
                  </a:lnTo>
                  <a:lnTo>
                    <a:pt x="43" y="589"/>
                  </a:lnTo>
                  <a:lnTo>
                    <a:pt x="43" y="589"/>
                  </a:lnTo>
                  <a:lnTo>
                    <a:pt x="85" y="589"/>
                  </a:lnTo>
                  <a:lnTo>
                    <a:pt x="85" y="589"/>
                  </a:lnTo>
                  <a:lnTo>
                    <a:pt x="85" y="589"/>
                  </a:lnTo>
                  <a:lnTo>
                    <a:pt x="85" y="589"/>
                  </a:lnTo>
                  <a:lnTo>
                    <a:pt x="85" y="589"/>
                  </a:lnTo>
                  <a:lnTo>
                    <a:pt x="85" y="589"/>
                  </a:lnTo>
                  <a:lnTo>
                    <a:pt x="85" y="589"/>
                  </a:lnTo>
                  <a:lnTo>
                    <a:pt x="85" y="589"/>
                  </a:lnTo>
                  <a:lnTo>
                    <a:pt x="505" y="842"/>
                  </a:lnTo>
                  <a:lnTo>
                    <a:pt x="926" y="1136"/>
                  </a:lnTo>
                  <a:lnTo>
                    <a:pt x="1262" y="1430"/>
                  </a:lnTo>
                  <a:lnTo>
                    <a:pt x="1599" y="1809"/>
                  </a:lnTo>
                  <a:lnTo>
                    <a:pt x="1935" y="2145"/>
                  </a:lnTo>
                  <a:lnTo>
                    <a:pt x="2229" y="2524"/>
                  </a:lnTo>
                  <a:lnTo>
                    <a:pt x="2482" y="2944"/>
                  </a:lnTo>
                  <a:lnTo>
                    <a:pt x="2692" y="3365"/>
                  </a:lnTo>
                  <a:lnTo>
                    <a:pt x="2692" y="3365"/>
                  </a:lnTo>
                  <a:lnTo>
                    <a:pt x="2566" y="1977"/>
                  </a:lnTo>
                  <a:lnTo>
                    <a:pt x="2566" y="1977"/>
                  </a:lnTo>
                  <a:lnTo>
                    <a:pt x="2313" y="1641"/>
                  </a:lnTo>
                  <a:lnTo>
                    <a:pt x="2313" y="1641"/>
                  </a:lnTo>
                  <a:lnTo>
                    <a:pt x="1977" y="1220"/>
                  </a:lnTo>
                  <a:lnTo>
                    <a:pt x="1557" y="758"/>
                  </a:lnTo>
                  <a:lnTo>
                    <a:pt x="1094" y="379"/>
                  </a:lnTo>
                  <a:lnTo>
                    <a:pt x="884" y="211"/>
                  </a:lnTo>
                  <a:lnTo>
                    <a:pt x="631" y="43"/>
                  </a:lnTo>
                  <a:lnTo>
                    <a:pt x="631" y="43"/>
                  </a:lnTo>
                  <a:lnTo>
                    <a:pt x="505" y="43"/>
                  </a:lnTo>
                  <a:lnTo>
                    <a:pt x="4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9" name="Google Shape;5619;p67"/>
            <p:cNvSpPr/>
            <p:nvPr/>
          </p:nvSpPr>
          <p:spPr>
            <a:xfrm>
              <a:off x="905700" y="4183725"/>
              <a:ext cx="1075" cy="28400"/>
            </a:xfrm>
            <a:custGeom>
              <a:avLst/>
              <a:gdLst/>
              <a:ahLst/>
              <a:cxnLst/>
              <a:rect l="l" t="t" r="r" b="b"/>
              <a:pathLst>
                <a:path w="43" h="1136" fill="none" extrusionOk="0">
                  <a:moveTo>
                    <a:pt x="43" y="0"/>
                  </a:moveTo>
                  <a:lnTo>
                    <a:pt x="43" y="0"/>
                  </a:lnTo>
                  <a:lnTo>
                    <a:pt x="1" y="126"/>
                  </a:lnTo>
                  <a:lnTo>
                    <a:pt x="1" y="253"/>
                  </a:lnTo>
                  <a:lnTo>
                    <a:pt x="1" y="253"/>
                  </a:lnTo>
                  <a:lnTo>
                    <a:pt x="43" y="1136"/>
                  </a:lnTo>
                  <a:lnTo>
                    <a:pt x="43" y="1136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0" name="Google Shape;5620;p67"/>
            <p:cNvSpPr/>
            <p:nvPr/>
          </p:nvSpPr>
          <p:spPr>
            <a:xfrm>
              <a:off x="799525" y="4298300"/>
              <a:ext cx="128275" cy="182975"/>
            </a:xfrm>
            <a:custGeom>
              <a:avLst/>
              <a:gdLst/>
              <a:ahLst/>
              <a:cxnLst/>
              <a:rect l="l" t="t" r="r" b="b"/>
              <a:pathLst>
                <a:path w="5131" h="7319" extrusionOk="0">
                  <a:moveTo>
                    <a:pt x="2103" y="1"/>
                  </a:moveTo>
                  <a:lnTo>
                    <a:pt x="2523" y="379"/>
                  </a:lnTo>
                  <a:lnTo>
                    <a:pt x="2986" y="758"/>
                  </a:lnTo>
                  <a:lnTo>
                    <a:pt x="2566" y="379"/>
                  </a:lnTo>
                  <a:lnTo>
                    <a:pt x="2103" y="1"/>
                  </a:lnTo>
                  <a:close/>
                  <a:moveTo>
                    <a:pt x="715" y="2188"/>
                  </a:moveTo>
                  <a:lnTo>
                    <a:pt x="505" y="2230"/>
                  </a:lnTo>
                  <a:lnTo>
                    <a:pt x="0" y="3239"/>
                  </a:lnTo>
                  <a:lnTo>
                    <a:pt x="673" y="3533"/>
                  </a:lnTo>
                  <a:lnTo>
                    <a:pt x="1304" y="3870"/>
                  </a:lnTo>
                  <a:lnTo>
                    <a:pt x="1935" y="4248"/>
                  </a:lnTo>
                  <a:lnTo>
                    <a:pt x="2523" y="4669"/>
                  </a:lnTo>
                  <a:lnTo>
                    <a:pt x="3280" y="5258"/>
                  </a:lnTo>
                  <a:lnTo>
                    <a:pt x="3953" y="5888"/>
                  </a:lnTo>
                  <a:lnTo>
                    <a:pt x="4584" y="6603"/>
                  </a:lnTo>
                  <a:lnTo>
                    <a:pt x="5131" y="7318"/>
                  </a:lnTo>
                  <a:lnTo>
                    <a:pt x="5131" y="7318"/>
                  </a:lnTo>
                  <a:lnTo>
                    <a:pt x="4963" y="6057"/>
                  </a:lnTo>
                  <a:lnTo>
                    <a:pt x="4752" y="4753"/>
                  </a:lnTo>
                  <a:lnTo>
                    <a:pt x="3911" y="4038"/>
                  </a:lnTo>
                  <a:lnTo>
                    <a:pt x="3028" y="3365"/>
                  </a:lnTo>
                  <a:lnTo>
                    <a:pt x="2566" y="3029"/>
                  </a:lnTo>
                  <a:lnTo>
                    <a:pt x="2061" y="2776"/>
                  </a:lnTo>
                  <a:lnTo>
                    <a:pt x="1556" y="2482"/>
                  </a:lnTo>
                  <a:lnTo>
                    <a:pt x="1010" y="2272"/>
                  </a:lnTo>
                  <a:lnTo>
                    <a:pt x="841" y="2188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1" name="Google Shape;5621;p67"/>
            <p:cNvSpPr/>
            <p:nvPr/>
          </p:nvSpPr>
          <p:spPr>
            <a:xfrm>
              <a:off x="799525" y="4352975"/>
              <a:ext cx="128275" cy="128300"/>
            </a:xfrm>
            <a:custGeom>
              <a:avLst/>
              <a:gdLst/>
              <a:ahLst/>
              <a:cxnLst/>
              <a:rect l="l" t="t" r="r" b="b"/>
              <a:pathLst>
                <a:path w="5131" h="5132" fill="none" extrusionOk="0">
                  <a:moveTo>
                    <a:pt x="715" y="1"/>
                  </a:moveTo>
                  <a:lnTo>
                    <a:pt x="715" y="1"/>
                  </a:lnTo>
                  <a:lnTo>
                    <a:pt x="505" y="43"/>
                  </a:lnTo>
                  <a:lnTo>
                    <a:pt x="505" y="43"/>
                  </a:lnTo>
                  <a:lnTo>
                    <a:pt x="0" y="1052"/>
                  </a:lnTo>
                  <a:lnTo>
                    <a:pt x="0" y="1052"/>
                  </a:lnTo>
                  <a:lnTo>
                    <a:pt x="673" y="1346"/>
                  </a:lnTo>
                  <a:lnTo>
                    <a:pt x="1304" y="1683"/>
                  </a:lnTo>
                  <a:lnTo>
                    <a:pt x="1935" y="2061"/>
                  </a:lnTo>
                  <a:lnTo>
                    <a:pt x="2523" y="2482"/>
                  </a:lnTo>
                  <a:lnTo>
                    <a:pt x="2523" y="2482"/>
                  </a:lnTo>
                  <a:lnTo>
                    <a:pt x="3280" y="3071"/>
                  </a:lnTo>
                  <a:lnTo>
                    <a:pt x="3953" y="3701"/>
                  </a:lnTo>
                  <a:lnTo>
                    <a:pt x="4584" y="4416"/>
                  </a:lnTo>
                  <a:lnTo>
                    <a:pt x="5131" y="5131"/>
                  </a:lnTo>
                  <a:lnTo>
                    <a:pt x="5131" y="5131"/>
                  </a:lnTo>
                  <a:lnTo>
                    <a:pt x="4963" y="3870"/>
                  </a:lnTo>
                  <a:lnTo>
                    <a:pt x="4752" y="2566"/>
                  </a:lnTo>
                  <a:lnTo>
                    <a:pt x="4752" y="2566"/>
                  </a:lnTo>
                  <a:lnTo>
                    <a:pt x="3911" y="1851"/>
                  </a:lnTo>
                  <a:lnTo>
                    <a:pt x="3028" y="1178"/>
                  </a:lnTo>
                  <a:lnTo>
                    <a:pt x="2566" y="842"/>
                  </a:lnTo>
                  <a:lnTo>
                    <a:pt x="2061" y="589"/>
                  </a:lnTo>
                  <a:lnTo>
                    <a:pt x="1556" y="295"/>
                  </a:lnTo>
                  <a:lnTo>
                    <a:pt x="1010" y="85"/>
                  </a:lnTo>
                  <a:lnTo>
                    <a:pt x="1010" y="85"/>
                  </a:lnTo>
                  <a:lnTo>
                    <a:pt x="841" y="1"/>
                  </a:lnTo>
                  <a:lnTo>
                    <a:pt x="7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2" name="Google Shape;5622;p67"/>
            <p:cNvSpPr/>
            <p:nvPr/>
          </p:nvSpPr>
          <p:spPr>
            <a:xfrm>
              <a:off x="852075" y="4298300"/>
              <a:ext cx="22125" cy="18950"/>
            </a:xfrm>
            <a:custGeom>
              <a:avLst/>
              <a:gdLst/>
              <a:ahLst/>
              <a:cxnLst/>
              <a:rect l="l" t="t" r="r" b="b"/>
              <a:pathLst>
                <a:path w="885" h="758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421" y="379"/>
                  </a:lnTo>
                  <a:lnTo>
                    <a:pt x="884" y="758"/>
                  </a:lnTo>
                  <a:lnTo>
                    <a:pt x="884" y="758"/>
                  </a:lnTo>
                  <a:lnTo>
                    <a:pt x="464" y="37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3" name="Google Shape;5623;p67"/>
            <p:cNvSpPr/>
            <p:nvPr/>
          </p:nvSpPr>
          <p:spPr>
            <a:xfrm>
              <a:off x="746950" y="4375050"/>
              <a:ext cx="248150" cy="314375"/>
            </a:xfrm>
            <a:custGeom>
              <a:avLst/>
              <a:gdLst/>
              <a:ahLst/>
              <a:cxnLst/>
              <a:rect l="l" t="t" r="r" b="b"/>
              <a:pathLst>
                <a:path w="9926" h="12575" extrusionOk="0">
                  <a:moveTo>
                    <a:pt x="1" y="1"/>
                  </a:moveTo>
                  <a:lnTo>
                    <a:pt x="85" y="884"/>
                  </a:lnTo>
                  <a:lnTo>
                    <a:pt x="211" y="1725"/>
                  </a:lnTo>
                  <a:lnTo>
                    <a:pt x="337" y="2566"/>
                  </a:lnTo>
                  <a:lnTo>
                    <a:pt x="547" y="3407"/>
                  </a:lnTo>
                  <a:lnTo>
                    <a:pt x="758" y="4206"/>
                  </a:lnTo>
                  <a:lnTo>
                    <a:pt x="921" y="4674"/>
                  </a:lnTo>
                  <a:lnTo>
                    <a:pt x="921" y="4674"/>
                  </a:lnTo>
                  <a:lnTo>
                    <a:pt x="673" y="2608"/>
                  </a:lnTo>
                  <a:lnTo>
                    <a:pt x="421" y="463"/>
                  </a:lnTo>
                  <a:lnTo>
                    <a:pt x="379" y="295"/>
                  </a:lnTo>
                  <a:lnTo>
                    <a:pt x="295" y="169"/>
                  </a:lnTo>
                  <a:lnTo>
                    <a:pt x="169" y="85"/>
                  </a:lnTo>
                  <a:lnTo>
                    <a:pt x="1" y="1"/>
                  </a:lnTo>
                  <a:close/>
                  <a:moveTo>
                    <a:pt x="921" y="4674"/>
                  </a:moveTo>
                  <a:lnTo>
                    <a:pt x="926" y="4711"/>
                  </a:lnTo>
                  <a:lnTo>
                    <a:pt x="937" y="4718"/>
                  </a:lnTo>
                  <a:lnTo>
                    <a:pt x="937" y="4718"/>
                  </a:lnTo>
                  <a:lnTo>
                    <a:pt x="921" y="4674"/>
                  </a:lnTo>
                  <a:close/>
                  <a:moveTo>
                    <a:pt x="937" y="4718"/>
                  </a:moveTo>
                  <a:lnTo>
                    <a:pt x="1052" y="5047"/>
                  </a:lnTo>
                  <a:lnTo>
                    <a:pt x="1346" y="5804"/>
                  </a:lnTo>
                  <a:lnTo>
                    <a:pt x="1725" y="6603"/>
                  </a:lnTo>
                  <a:lnTo>
                    <a:pt x="3449" y="7781"/>
                  </a:lnTo>
                  <a:lnTo>
                    <a:pt x="5089" y="9042"/>
                  </a:lnTo>
                  <a:lnTo>
                    <a:pt x="6897" y="10304"/>
                  </a:lnTo>
                  <a:lnTo>
                    <a:pt x="6813" y="9925"/>
                  </a:lnTo>
                  <a:lnTo>
                    <a:pt x="6687" y="9463"/>
                  </a:lnTo>
                  <a:lnTo>
                    <a:pt x="6435" y="8748"/>
                  </a:lnTo>
                  <a:lnTo>
                    <a:pt x="6182" y="7865"/>
                  </a:lnTo>
                  <a:lnTo>
                    <a:pt x="5972" y="6982"/>
                  </a:lnTo>
                  <a:lnTo>
                    <a:pt x="5636" y="5173"/>
                  </a:lnTo>
                  <a:lnTo>
                    <a:pt x="5636" y="5089"/>
                  </a:lnTo>
                  <a:lnTo>
                    <a:pt x="5678" y="5047"/>
                  </a:lnTo>
                  <a:lnTo>
                    <a:pt x="5720" y="5005"/>
                  </a:lnTo>
                  <a:lnTo>
                    <a:pt x="5804" y="4963"/>
                  </a:lnTo>
                  <a:lnTo>
                    <a:pt x="5762" y="4921"/>
                  </a:lnTo>
                  <a:lnTo>
                    <a:pt x="5636" y="4837"/>
                  </a:lnTo>
                  <a:lnTo>
                    <a:pt x="5383" y="4795"/>
                  </a:lnTo>
                  <a:lnTo>
                    <a:pt x="5131" y="4837"/>
                  </a:lnTo>
                  <a:lnTo>
                    <a:pt x="4963" y="4963"/>
                  </a:lnTo>
                  <a:lnTo>
                    <a:pt x="4879" y="5047"/>
                  </a:lnTo>
                  <a:lnTo>
                    <a:pt x="4795" y="5173"/>
                  </a:lnTo>
                  <a:lnTo>
                    <a:pt x="4795" y="5299"/>
                  </a:lnTo>
                  <a:lnTo>
                    <a:pt x="4795" y="5426"/>
                  </a:lnTo>
                  <a:lnTo>
                    <a:pt x="4963" y="7486"/>
                  </a:lnTo>
                  <a:lnTo>
                    <a:pt x="3996" y="6771"/>
                  </a:lnTo>
                  <a:lnTo>
                    <a:pt x="2986" y="6056"/>
                  </a:lnTo>
                  <a:lnTo>
                    <a:pt x="1977" y="5384"/>
                  </a:lnTo>
                  <a:lnTo>
                    <a:pt x="937" y="4718"/>
                  </a:lnTo>
                  <a:close/>
                  <a:moveTo>
                    <a:pt x="6939" y="9168"/>
                  </a:moveTo>
                  <a:lnTo>
                    <a:pt x="7402" y="10640"/>
                  </a:lnTo>
                  <a:lnTo>
                    <a:pt x="7654" y="10850"/>
                  </a:lnTo>
                  <a:lnTo>
                    <a:pt x="8159" y="11271"/>
                  </a:lnTo>
                  <a:lnTo>
                    <a:pt x="8664" y="11692"/>
                  </a:lnTo>
                  <a:lnTo>
                    <a:pt x="9168" y="12112"/>
                  </a:lnTo>
                  <a:lnTo>
                    <a:pt x="9421" y="12280"/>
                  </a:lnTo>
                  <a:lnTo>
                    <a:pt x="9673" y="12448"/>
                  </a:lnTo>
                  <a:lnTo>
                    <a:pt x="9925" y="12575"/>
                  </a:lnTo>
                  <a:lnTo>
                    <a:pt x="9210" y="11649"/>
                  </a:lnTo>
                  <a:lnTo>
                    <a:pt x="8495" y="10808"/>
                  </a:lnTo>
                  <a:lnTo>
                    <a:pt x="7738" y="9967"/>
                  </a:lnTo>
                  <a:lnTo>
                    <a:pt x="6939" y="9168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4" name="Google Shape;5624;p67"/>
            <p:cNvSpPr/>
            <p:nvPr/>
          </p:nvSpPr>
          <p:spPr>
            <a:xfrm>
              <a:off x="920425" y="4604250"/>
              <a:ext cx="74675" cy="85175"/>
            </a:xfrm>
            <a:custGeom>
              <a:avLst/>
              <a:gdLst/>
              <a:ahLst/>
              <a:cxnLst/>
              <a:rect l="l" t="t" r="r" b="b"/>
              <a:pathLst>
                <a:path w="2987" h="3407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463" y="1472"/>
                  </a:lnTo>
                  <a:lnTo>
                    <a:pt x="463" y="1472"/>
                  </a:lnTo>
                  <a:lnTo>
                    <a:pt x="715" y="1682"/>
                  </a:lnTo>
                  <a:lnTo>
                    <a:pt x="715" y="1682"/>
                  </a:lnTo>
                  <a:lnTo>
                    <a:pt x="1220" y="2103"/>
                  </a:lnTo>
                  <a:lnTo>
                    <a:pt x="1725" y="2524"/>
                  </a:lnTo>
                  <a:lnTo>
                    <a:pt x="2229" y="2944"/>
                  </a:lnTo>
                  <a:lnTo>
                    <a:pt x="2482" y="3112"/>
                  </a:lnTo>
                  <a:lnTo>
                    <a:pt x="2734" y="3280"/>
                  </a:lnTo>
                  <a:lnTo>
                    <a:pt x="2734" y="3280"/>
                  </a:lnTo>
                  <a:lnTo>
                    <a:pt x="2986" y="3407"/>
                  </a:lnTo>
                  <a:lnTo>
                    <a:pt x="2986" y="3407"/>
                  </a:lnTo>
                  <a:lnTo>
                    <a:pt x="2271" y="2481"/>
                  </a:lnTo>
                  <a:lnTo>
                    <a:pt x="1556" y="1640"/>
                  </a:lnTo>
                  <a:lnTo>
                    <a:pt x="799" y="79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5" name="Google Shape;5625;p67"/>
            <p:cNvSpPr/>
            <p:nvPr/>
          </p:nvSpPr>
          <p:spPr>
            <a:xfrm>
              <a:off x="746950" y="4375050"/>
              <a:ext cx="172450" cy="257600"/>
            </a:xfrm>
            <a:custGeom>
              <a:avLst/>
              <a:gdLst/>
              <a:ahLst/>
              <a:cxnLst/>
              <a:rect l="l" t="t" r="r" b="b"/>
              <a:pathLst>
                <a:path w="6898" h="10304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85" y="884"/>
                  </a:lnTo>
                  <a:lnTo>
                    <a:pt x="211" y="1725"/>
                  </a:lnTo>
                  <a:lnTo>
                    <a:pt x="337" y="2566"/>
                  </a:lnTo>
                  <a:lnTo>
                    <a:pt x="547" y="3407"/>
                  </a:lnTo>
                  <a:lnTo>
                    <a:pt x="758" y="4206"/>
                  </a:lnTo>
                  <a:lnTo>
                    <a:pt x="1052" y="5047"/>
                  </a:lnTo>
                  <a:lnTo>
                    <a:pt x="1346" y="5804"/>
                  </a:lnTo>
                  <a:lnTo>
                    <a:pt x="1725" y="6603"/>
                  </a:lnTo>
                  <a:lnTo>
                    <a:pt x="1725" y="6603"/>
                  </a:lnTo>
                  <a:lnTo>
                    <a:pt x="3449" y="7781"/>
                  </a:lnTo>
                  <a:lnTo>
                    <a:pt x="5089" y="9042"/>
                  </a:lnTo>
                  <a:lnTo>
                    <a:pt x="5089" y="9042"/>
                  </a:lnTo>
                  <a:lnTo>
                    <a:pt x="6897" y="10304"/>
                  </a:lnTo>
                  <a:lnTo>
                    <a:pt x="6897" y="10304"/>
                  </a:lnTo>
                  <a:lnTo>
                    <a:pt x="6813" y="9925"/>
                  </a:lnTo>
                  <a:lnTo>
                    <a:pt x="6687" y="9463"/>
                  </a:lnTo>
                  <a:lnTo>
                    <a:pt x="6435" y="8748"/>
                  </a:lnTo>
                  <a:lnTo>
                    <a:pt x="6435" y="8748"/>
                  </a:lnTo>
                  <a:lnTo>
                    <a:pt x="6182" y="7865"/>
                  </a:lnTo>
                  <a:lnTo>
                    <a:pt x="5972" y="6982"/>
                  </a:lnTo>
                  <a:lnTo>
                    <a:pt x="5636" y="5173"/>
                  </a:lnTo>
                  <a:lnTo>
                    <a:pt x="5636" y="5173"/>
                  </a:lnTo>
                  <a:lnTo>
                    <a:pt x="5636" y="5089"/>
                  </a:lnTo>
                  <a:lnTo>
                    <a:pt x="5678" y="5047"/>
                  </a:lnTo>
                  <a:lnTo>
                    <a:pt x="5720" y="5005"/>
                  </a:lnTo>
                  <a:lnTo>
                    <a:pt x="5804" y="4963"/>
                  </a:lnTo>
                  <a:lnTo>
                    <a:pt x="5804" y="4963"/>
                  </a:lnTo>
                  <a:lnTo>
                    <a:pt x="5804" y="4963"/>
                  </a:lnTo>
                  <a:lnTo>
                    <a:pt x="5804" y="4963"/>
                  </a:lnTo>
                  <a:lnTo>
                    <a:pt x="5804" y="4963"/>
                  </a:lnTo>
                  <a:lnTo>
                    <a:pt x="5804" y="4963"/>
                  </a:lnTo>
                  <a:lnTo>
                    <a:pt x="5804" y="4963"/>
                  </a:lnTo>
                  <a:lnTo>
                    <a:pt x="5804" y="4963"/>
                  </a:lnTo>
                  <a:lnTo>
                    <a:pt x="5846" y="5005"/>
                  </a:lnTo>
                  <a:lnTo>
                    <a:pt x="5846" y="5005"/>
                  </a:lnTo>
                  <a:lnTo>
                    <a:pt x="5762" y="4921"/>
                  </a:lnTo>
                  <a:lnTo>
                    <a:pt x="5636" y="4837"/>
                  </a:lnTo>
                  <a:lnTo>
                    <a:pt x="5383" y="4795"/>
                  </a:lnTo>
                  <a:lnTo>
                    <a:pt x="5383" y="4795"/>
                  </a:lnTo>
                  <a:lnTo>
                    <a:pt x="5131" y="4837"/>
                  </a:lnTo>
                  <a:lnTo>
                    <a:pt x="4963" y="4963"/>
                  </a:lnTo>
                  <a:lnTo>
                    <a:pt x="4879" y="5047"/>
                  </a:lnTo>
                  <a:lnTo>
                    <a:pt x="4795" y="5173"/>
                  </a:lnTo>
                  <a:lnTo>
                    <a:pt x="4795" y="5299"/>
                  </a:lnTo>
                  <a:lnTo>
                    <a:pt x="4795" y="5426"/>
                  </a:lnTo>
                  <a:lnTo>
                    <a:pt x="4795" y="5426"/>
                  </a:lnTo>
                  <a:lnTo>
                    <a:pt x="4963" y="7486"/>
                  </a:lnTo>
                  <a:lnTo>
                    <a:pt x="4963" y="7486"/>
                  </a:lnTo>
                  <a:lnTo>
                    <a:pt x="3996" y="6771"/>
                  </a:lnTo>
                  <a:lnTo>
                    <a:pt x="2986" y="6056"/>
                  </a:lnTo>
                  <a:lnTo>
                    <a:pt x="1977" y="5384"/>
                  </a:lnTo>
                  <a:lnTo>
                    <a:pt x="926" y="4711"/>
                  </a:lnTo>
                  <a:lnTo>
                    <a:pt x="926" y="4711"/>
                  </a:lnTo>
                  <a:lnTo>
                    <a:pt x="673" y="2608"/>
                  </a:lnTo>
                  <a:lnTo>
                    <a:pt x="421" y="463"/>
                  </a:lnTo>
                  <a:lnTo>
                    <a:pt x="421" y="463"/>
                  </a:lnTo>
                  <a:lnTo>
                    <a:pt x="379" y="295"/>
                  </a:lnTo>
                  <a:lnTo>
                    <a:pt x="295" y="169"/>
                  </a:lnTo>
                  <a:lnTo>
                    <a:pt x="169" y="85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6" name="Google Shape;5626;p67"/>
            <p:cNvSpPr/>
            <p:nvPr/>
          </p:nvSpPr>
          <p:spPr>
            <a:xfrm>
              <a:off x="623950" y="4351925"/>
              <a:ext cx="153525" cy="180850"/>
            </a:xfrm>
            <a:custGeom>
              <a:avLst/>
              <a:gdLst/>
              <a:ahLst/>
              <a:cxnLst/>
              <a:rect l="l" t="t" r="r" b="b"/>
              <a:pathLst>
                <a:path w="6141" h="7234" extrusionOk="0">
                  <a:moveTo>
                    <a:pt x="0" y="1"/>
                  </a:moveTo>
                  <a:lnTo>
                    <a:pt x="295" y="1052"/>
                  </a:lnTo>
                  <a:lnTo>
                    <a:pt x="631" y="2145"/>
                  </a:lnTo>
                  <a:lnTo>
                    <a:pt x="1010" y="3197"/>
                  </a:lnTo>
                  <a:lnTo>
                    <a:pt x="1430" y="4248"/>
                  </a:lnTo>
                  <a:lnTo>
                    <a:pt x="2355" y="4879"/>
                  </a:lnTo>
                  <a:lnTo>
                    <a:pt x="4837" y="6351"/>
                  </a:lnTo>
                  <a:lnTo>
                    <a:pt x="4626" y="6393"/>
                  </a:lnTo>
                  <a:lnTo>
                    <a:pt x="5888" y="7234"/>
                  </a:lnTo>
                  <a:lnTo>
                    <a:pt x="5972" y="7066"/>
                  </a:lnTo>
                  <a:lnTo>
                    <a:pt x="6140" y="7192"/>
                  </a:lnTo>
                  <a:lnTo>
                    <a:pt x="5888" y="6477"/>
                  </a:lnTo>
                  <a:lnTo>
                    <a:pt x="5593" y="5720"/>
                  </a:lnTo>
                  <a:lnTo>
                    <a:pt x="5299" y="5047"/>
                  </a:lnTo>
                  <a:lnTo>
                    <a:pt x="5131" y="4669"/>
                  </a:lnTo>
                  <a:lnTo>
                    <a:pt x="4921" y="3743"/>
                  </a:lnTo>
                  <a:lnTo>
                    <a:pt x="4752" y="2818"/>
                  </a:lnTo>
                  <a:lnTo>
                    <a:pt x="4668" y="1893"/>
                  </a:lnTo>
                  <a:lnTo>
                    <a:pt x="4584" y="968"/>
                  </a:lnTo>
                  <a:lnTo>
                    <a:pt x="4458" y="1052"/>
                  </a:lnTo>
                  <a:lnTo>
                    <a:pt x="4374" y="1136"/>
                  </a:lnTo>
                  <a:lnTo>
                    <a:pt x="4290" y="1304"/>
                  </a:lnTo>
                  <a:lnTo>
                    <a:pt x="4290" y="1473"/>
                  </a:lnTo>
                  <a:lnTo>
                    <a:pt x="4332" y="2314"/>
                  </a:lnTo>
                  <a:lnTo>
                    <a:pt x="4416" y="3197"/>
                  </a:lnTo>
                  <a:lnTo>
                    <a:pt x="4626" y="4879"/>
                  </a:lnTo>
                  <a:lnTo>
                    <a:pt x="3112" y="3996"/>
                  </a:lnTo>
                  <a:lnTo>
                    <a:pt x="1556" y="3155"/>
                  </a:lnTo>
                  <a:lnTo>
                    <a:pt x="1220" y="2440"/>
                  </a:lnTo>
                  <a:lnTo>
                    <a:pt x="968" y="1725"/>
                  </a:lnTo>
                  <a:lnTo>
                    <a:pt x="757" y="968"/>
                  </a:lnTo>
                  <a:lnTo>
                    <a:pt x="673" y="211"/>
                  </a:lnTo>
                  <a:lnTo>
                    <a:pt x="631" y="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7" name="Google Shape;5627;p67"/>
            <p:cNvSpPr/>
            <p:nvPr/>
          </p:nvSpPr>
          <p:spPr>
            <a:xfrm>
              <a:off x="623950" y="4351925"/>
              <a:ext cx="153525" cy="180850"/>
            </a:xfrm>
            <a:custGeom>
              <a:avLst/>
              <a:gdLst/>
              <a:ahLst/>
              <a:cxnLst/>
              <a:rect l="l" t="t" r="r" b="b"/>
              <a:pathLst>
                <a:path w="6141" h="723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95" y="1052"/>
                  </a:lnTo>
                  <a:lnTo>
                    <a:pt x="631" y="2145"/>
                  </a:lnTo>
                  <a:lnTo>
                    <a:pt x="1010" y="3197"/>
                  </a:lnTo>
                  <a:lnTo>
                    <a:pt x="1430" y="4248"/>
                  </a:lnTo>
                  <a:lnTo>
                    <a:pt x="1430" y="4248"/>
                  </a:lnTo>
                  <a:lnTo>
                    <a:pt x="2355" y="4879"/>
                  </a:lnTo>
                  <a:lnTo>
                    <a:pt x="2355" y="4879"/>
                  </a:lnTo>
                  <a:lnTo>
                    <a:pt x="4837" y="6351"/>
                  </a:lnTo>
                  <a:lnTo>
                    <a:pt x="4837" y="6351"/>
                  </a:lnTo>
                  <a:lnTo>
                    <a:pt x="4626" y="6393"/>
                  </a:lnTo>
                  <a:lnTo>
                    <a:pt x="4626" y="6393"/>
                  </a:lnTo>
                  <a:lnTo>
                    <a:pt x="5888" y="7234"/>
                  </a:lnTo>
                  <a:lnTo>
                    <a:pt x="5888" y="7234"/>
                  </a:lnTo>
                  <a:lnTo>
                    <a:pt x="5972" y="7066"/>
                  </a:lnTo>
                  <a:lnTo>
                    <a:pt x="5972" y="7066"/>
                  </a:lnTo>
                  <a:lnTo>
                    <a:pt x="6140" y="7192"/>
                  </a:lnTo>
                  <a:lnTo>
                    <a:pt x="6140" y="7192"/>
                  </a:lnTo>
                  <a:lnTo>
                    <a:pt x="5888" y="6477"/>
                  </a:lnTo>
                  <a:lnTo>
                    <a:pt x="5593" y="5720"/>
                  </a:lnTo>
                  <a:lnTo>
                    <a:pt x="5299" y="5047"/>
                  </a:lnTo>
                  <a:lnTo>
                    <a:pt x="5131" y="4669"/>
                  </a:lnTo>
                  <a:lnTo>
                    <a:pt x="5131" y="4669"/>
                  </a:lnTo>
                  <a:lnTo>
                    <a:pt x="4921" y="3743"/>
                  </a:lnTo>
                  <a:lnTo>
                    <a:pt x="4752" y="2818"/>
                  </a:lnTo>
                  <a:lnTo>
                    <a:pt x="4668" y="1893"/>
                  </a:lnTo>
                  <a:lnTo>
                    <a:pt x="4584" y="968"/>
                  </a:lnTo>
                  <a:lnTo>
                    <a:pt x="4584" y="968"/>
                  </a:lnTo>
                  <a:lnTo>
                    <a:pt x="4458" y="1052"/>
                  </a:lnTo>
                  <a:lnTo>
                    <a:pt x="4374" y="1136"/>
                  </a:lnTo>
                  <a:lnTo>
                    <a:pt x="4290" y="1304"/>
                  </a:lnTo>
                  <a:lnTo>
                    <a:pt x="4290" y="1473"/>
                  </a:lnTo>
                  <a:lnTo>
                    <a:pt x="4290" y="1473"/>
                  </a:lnTo>
                  <a:lnTo>
                    <a:pt x="4332" y="2314"/>
                  </a:lnTo>
                  <a:lnTo>
                    <a:pt x="4416" y="3197"/>
                  </a:lnTo>
                  <a:lnTo>
                    <a:pt x="4626" y="4879"/>
                  </a:lnTo>
                  <a:lnTo>
                    <a:pt x="4626" y="4879"/>
                  </a:lnTo>
                  <a:lnTo>
                    <a:pt x="3112" y="3996"/>
                  </a:lnTo>
                  <a:lnTo>
                    <a:pt x="1556" y="3155"/>
                  </a:lnTo>
                  <a:lnTo>
                    <a:pt x="1556" y="3155"/>
                  </a:lnTo>
                  <a:lnTo>
                    <a:pt x="1220" y="2440"/>
                  </a:lnTo>
                  <a:lnTo>
                    <a:pt x="968" y="1725"/>
                  </a:lnTo>
                  <a:lnTo>
                    <a:pt x="757" y="968"/>
                  </a:lnTo>
                  <a:lnTo>
                    <a:pt x="673" y="211"/>
                  </a:lnTo>
                  <a:lnTo>
                    <a:pt x="673" y="211"/>
                  </a:lnTo>
                  <a:lnTo>
                    <a:pt x="631" y="85"/>
                  </a:lnTo>
                  <a:lnTo>
                    <a:pt x="631" y="85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8" name="Google Shape;5628;p67"/>
            <p:cNvSpPr/>
            <p:nvPr/>
          </p:nvSpPr>
          <p:spPr>
            <a:xfrm>
              <a:off x="532475" y="4351925"/>
              <a:ext cx="119875" cy="123025"/>
            </a:xfrm>
            <a:custGeom>
              <a:avLst/>
              <a:gdLst/>
              <a:ahLst/>
              <a:cxnLst/>
              <a:rect l="l" t="t" r="r" b="b"/>
              <a:pathLst>
                <a:path w="4795" h="4921" extrusionOk="0">
                  <a:moveTo>
                    <a:pt x="253" y="716"/>
                  </a:moveTo>
                  <a:lnTo>
                    <a:pt x="85" y="842"/>
                  </a:lnTo>
                  <a:lnTo>
                    <a:pt x="1" y="1052"/>
                  </a:lnTo>
                  <a:lnTo>
                    <a:pt x="169" y="1599"/>
                  </a:lnTo>
                  <a:lnTo>
                    <a:pt x="253" y="1641"/>
                  </a:lnTo>
                  <a:lnTo>
                    <a:pt x="3071" y="3197"/>
                  </a:lnTo>
                  <a:lnTo>
                    <a:pt x="1599" y="1977"/>
                  </a:lnTo>
                  <a:lnTo>
                    <a:pt x="926" y="1346"/>
                  </a:lnTo>
                  <a:lnTo>
                    <a:pt x="253" y="716"/>
                  </a:lnTo>
                  <a:close/>
                  <a:moveTo>
                    <a:pt x="3365" y="1"/>
                  </a:moveTo>
                  <a:lnTo>
                    <a:pt x="3365" y="127"/>
                  </a:lnTo>
                  <a:lnTo>
                    <a:pt x="3323" y="253"/>
                  </a:lnTo>
                  <a:lnTo>
                    <a:pt x="3407" y="800"/>
                  </a:lnTo>
                  <a:lnTo>
                    <a:pt x="3491" y="1346"/>
                  </a:lnTo>
                  <a:lnTo>
                    <a:pt x="3617" y="1851"/>
                  </a:lnTo>
                  <a:lnTo>
                    <a:pt x="3786" y="2356"/>
                  </a:lnTo>
                  <a:lnTo>
                    <a:pt x="3786" y="2356"/>
                  </a:lnTo>
                  <a:lnTo>
                    <a:pt x="716" y="674"/>
                  </a:lnTo>
                  <a:lnTo>
                    <a:pt x="590" y="631"/>
                  </a:lnTo>
                  <a:lnTo>
                    <a:pt x="337" y="631"/>
                  </a:lnTo>
                  <a:lnTo>
                    <a:pt x="1389" y="1515"/>
                  </a:lnTo>
                  <a:lnTo>
                    <a:pt x="2482" y="2356"/>
                  </a:lnTo>
                  <a:lnTo>
                    <a:pt x="3575" y="3155"/>
                  </a:lnTo>
                  <a:lnTo>
                    <a:pt x="4669" y="3954"/>
                  </a:lnTo>
                  <a:lnTo>
                    <a:pt x="4669" y="3954"/>
                  </a:lnTo>
                  <a:lnTo>
                    <a:pt x="4543" y="3701"/>
                  </a:lnTo>
                  <a:lnTo>
                    <a:pt x="4206" y="2818"/>
                  </a:lnTo>
                  <a:lnTo>
                    <a:pt x="3870" y="1893"/>
                  </a:lnTo>
                  <a:lnTo>
                    <a:pt x="3617" y="968"/>
                  </a:lnTo>
                  <a:lnTo>
                    <a:pt x="3365" y="1"/>
                  </a:lnTo>
                  <a:close/>
                  <a:moveTo>
                    <a:pt x="3828" y="3785"/>
                  </a:moveTo>
                  <a:lnTo>
                    <a:pt x="3239" y="3954"/>
                  </a:lnTo>
                  <a:lnTo>
                    <a:pt x="2692" y="4164"/>
                  </a:lnTo>
                  <a:lnTo>
                    <a:pt x="2440" y="4290"/>
                  </a:lnTo>
                  <a:lnTo>
                    <a:pt x="2188" y="4458"/>
                  </a:lnTo>
                  <a:lnTo>
                    <a:pt x="1977" y="4669"/>
                  </a:lnTo>
                  <a:lnTo>
                    <a:pt x="1809" y="4879"/>
                  </a:lnTo>
                  <a:lnTo>
                    <a:pt x="1809" y="4921"/>
                  </a:lnTo>
                  <a:lnTo>
                    <a:pt x="2692" y="4711"/>
                  </a:lnTo>
                  <a:lnTo>
                    <a:pt x="3575" y="4626"/>
                  </a:lnTo>
                  <a:lnTo>
                    <a:pt x="4206" y="4626"/>
                  </a:lnTo>
                  <a:lnTo>
                    <a:pt x="4753" y="4584"/>
                  </a:lnTo>
                  <a:lnTo>
                    <a:pt x="4795" y="4542"/>
                  </a:lnTo>
                  <a:lnTo>
                    <a:pt x="3828" y="3785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9" name="Google Shape;5629;p67"/>
            <p:cNvSpPr/>
            <p:nvPr/>
          </p:nvSpPr>
          <p:spPr>
            <a:xfrm>
              <a:off x="577700" y="4446550"/>
              <a:ext cx="74650" cy="28400"/>
            </a:xfrm>
            <a:custGeom>
              <a:avLst/>
              <a:gdLst/>
              <a:ahLst/>
              <a:cxnLst/>
              <a:rect l="l" t="t" r="r" b="b"/>
              <a:pathLst>
                <a:path w="2986" h="1136" fill="none" extrusionOk="0">
                  <a:moveTo>
                    <a:pt x="2019" y="0"/>
                  </a:moveTo>
                  <a:lnTo>
                    <a:pt x="2019" y="0"/>
                  </a:lnTo>
                  <a:lnTo>
                    <a:pt x="1430" y="169"/>
                  </a:lnTo>
                  <a:lnTo>
                    <a:pt x="883" y="379"/>
                  </a:lnTo>
                  <a:lnTo>
                    <a:pt x="631" y="505"/>
                  </a:lnTo>
                  <a:lnTo>
                    <a:pt x="379" y="673"/>
                  </a:lnTo>
                  <a:lnTo>
                    <a:pt x="168" y="884"/>
                  </a:lnTo>
                  <a:lnTo>
                    <a:pt x="0" y="1094"/>
                  </a:lnTo>
                  <a:lnTo>
                    <a:pt x="0" y="1094"/>
                  </a:lnTo>
                  <a:lnTo>
                    <a:pt x="0" y="1136"/>
                  </a:lnTo>
                  <a:lnTo>
                    <a:pt x="0" y="1136"/>
                  </a:lnTo>
                  <a:lnTo>
                    <a:pt x="883" y="926"/>
                  </a:lnTo>
                  <a:lnTo>
                    <a:pt x="1766" y="841"/>
                  </a:lnTo>
                  <a:lnTo>
                    <a:pt x="1766" y="841"/>
                  </a:lnTo>
                  <a:lnTo>
                    <a:pt x="1766" y="841"/>
                  </a:lnTo>
                  <a:lnTo>
                    <a:pt x="1766" y="841"/>
                  </a:lnTo>
                  <a:lnTo>
                    <a:pt x="1808" y="841"/>
                  </a:lnTo>
                  <a:lnTo>
                    <a:pt x="1808" y="841"/>
                  </a:lnTo>
                  <a:lnTo>
                    <a:pt x="1808" y="841"/>
                  </a:lnTo>
                  <a:lnTo>
                    <a:pt x="1808" y="841"/>
                  </a:lnTo>
                  <a:lnTo>
                    <a:pt x="1808" y="841"/>
                  </a:lnTo>
                  <a:lnTo>
                    <a:pt x="2019" y="841"/>
                  </a:lnTo>
                  <a:lnTo>
                    <a:pt x="2019" y="841"/>
                  </a:lnTo>
                  <a:lnTo>
                    <a:pt x="2061" y="841"/>
                  </a:lnTo>
                  <a:lnTo>
                    <a:pt x="2061" y="841"/>
                  </a:lnTo>
                  <a:lnTo>
                    <a:pt x="2145" y="841"/>
                  </a:lnTo>
                  <a:lnTo>
                    <a:pt x="2145" y="841"/>
                  </a:lnTo>
                  <a:lnTo>
                    <a:pt x="2145" y="841"/>
                  </a:lnTo>
                  <a:lnTo>
                    <a:pt x="2145" y="841"/>
                  </a:lnTo>
                  <a:lnTo>
                    <a:pt x="2145" y="841"/>
                  </a:lnTo>
                  <a:lnTo>
                    <a:pt x="2271" y="841"/>
                  </a:lnTo>
                  <a:lnTo>
                    <a:pt x="2271" y="841"/>
                  </a:lnTo>
                  <a:lnTo>
                    <a:pt x="2397" y="841"/>
                  </a:lnTo>
                  <a:lnTo>
                    <a:pt x="2397" y="841"/>
                  </a:lnTo>
                  <a:lnTo>
                    <a:pt x="2944" y="799"/>
                  </a:lnTo>
                  <a:lnTo>
                    <a:pt x="2944" y="799"/>
                  </a:lnTo>
                  <a:lnTo>
                    <a:pt x="2986" y="757"/>
                  </a:lnTo>
                  <a:lnTo>
                    <a:pt x="2986" y="757"/>
                  </a:lnTo>
                  <a:lnTo>
                    <a:pt x="201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0" name="Google Shape;5630;p67"/>
            <p:cNvSpPr/>
            <p:nvPr/>
          </p:nvSpPr>
          <p:spPr>
            <a:xfrm>
              <a:off x="532475" y="4369800"/>
              <a:ext cx="76775" cy="62050"/>
            </a:xfrm>
            <a:custGeom>
              <a:avLst/>
              <a:gdLst/>
              <a:ahLst/>
              <a:cxnLst/>
              <a:rect l="l" t="t" r="r" b="b"/>
              <a:pathLst>
                <a:path w="3071" h="2482" fill="none" extrusionOk="0">
                  <a:moveTo>
                    <a:pt x="253" y="1"/>
                  </a:moveTo>
                  <a:lnTo>
                    <a:pt x="253" y="1"/>
                  </a:lnTo>
                  <a:lnTo>
                    <a:pt x="85" y="127"/>
                  </a:lnTo>
                  <a:lnTo>
                    <a:pt x="1" y="337"/>
                  </a:lnTo>
                  <a:lnTo>
                    <a:pt x="1" y="337"/>
                  </a:lnTo>
                  <a:lnTo>
                    <a:pt x="169" y="884"/>
                  </a:lnTo>
                  <a:lnTo>
                    <a:pt x="169" y="884"/>
                  </a:lnTo>
                  <a:lnTo>
                    <a:pt x="253" y="926"/>
                  </a:lnTo>
                  <a:lnTo>
                    <a:pt x="253" y="926"/>
                  </a:lnTo>
                  <a:lnTo>
                    <a:pt x="3071" y="2482"/>
                  </a:lnTo>
                  <a:lnTo>
                    <a:pt x="3071" y="2482"/>
                  </a:lnTo>
                  <a:lnTo>
                    <a:pt x="1599" y="1262"/>
                  </a:lnTo>
                  <a:lnTo>
                    <a:pt x="926" y="631"/>
                  </a:lnTo>
                  <a:lnTo>
                    <a:pt x="25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1" name="Google Shape;5631;p67"/>
            <p:cNvSpPr/>
            <p:nvPr/>
          </p:nvSpPr>
          <p:spPr>
            <a:xfrm>
              <a:off x="540900" y="4351925"/>
              <a:ext cx="108300" cy="98850"/>
            </a:xfrm>
            <a:custGeom>
              <a:avLst/>
              <a:gdLst/>
              <a:ahLst/>
              <a:cxnLst/>
              <a:rect l="l" t="t" r="r" b="b"/>
              <a:pathLst>
                <a:path w="4332" h="3954" fill="none" extrusionOk="0">
                  <a:moveTo>
                    <a:pt x="3028" y="1"/>
                  </a:moveTo>
                  <a:lnTo>
                    <a:pt x="3028" y="1"/>
                  </a:lnTo>
                  <a:lnTo>
                    <a:pt x="3028" y="127"/>
                  </a:lnTo>
                  <a:lnTo>
                    <a:pt x="2986" y="253"/>
                  </a:lnTo>
                  <a:lnTo>
                    <a:pt x="2986" y="253"/>
                  </a:lnTo>
                  <a:lnTo>
                    <a:pt x="3070" y="800"/>
                  </a:lnTo>
                  <a:lnTo>
                    <a:pt x="3154" y="1346"/>
                  </a:lnTo>
                  <a:lnTo>
                    <a:pt x="3280" y="1851"/>
                  </a:lnTo>
                  <a:lnTo>
                    <a:pt x="3449" y="2356"/>
                  </a:lnTo>
                  <a:lnTo>
                    <a:pt x="3449" y="2356"/>
                  </a:lnTo>
                  <a:lnTo>
                    <a:pt x="379" y="674"/>
                  </a:lnTo>
                  <a:lnTo>
                    <a:pt x="379" y="674"/>
                  </a:lnTo>
                  <a:lnTo>
                    <a:pt x="253" y="631"/>
                  </a:lnTo>
                  <a:lnTo>
                    <a:pt x="126" y="631"/>
                  </a:lnTo>
                  <a:lnTo>
                    <a:pt x="126" y="631"/>
                  </a:lnTo>
                  <a:lnTo>
                    <a:pt x="0" y="631"/>
                  </a:lnTo>
                  <a:lnTo>
                    <a:pt x="0" y="631"/>
                  </a:lnTo>
                  <a:lnTo>
                    <a:pt x="1052" y="1515"/>
                  </a:lnTo>
                  <a:lnTo>
                    <a:pt x="2145" y="2356"/>
                  </a:lnTo>
                  <a:lnTo>
                    <a:pt x="3238" y="3155"/>
                  </a:lnTo>
                  <a:lnTo>
                    <a:pt x="4332" y="3954"/>
                  </a:lnTo>
                  <a:lnTo>
                    <a:pt x="4332" y="3954"/>
                  </a:lnTo>
                  <a:lnTo>
                    <a:pt x="4206" y="3701"/>
                  </a:lnTo>
                  <a:lnTo>
                    <a:pt x="4206" y="3701"/>
                  </a:lnTo>
                  <a:lnTo>
                    <a:pt x="3869" y="2818"/>
                  </a:lnTo>
                  <a:lnTo>
                    <a:pt x="3533" y="1893"/>
                  </a:lnTo>
                  <a:lnTo>
                    <a:pt x="3280" y="968"/>
                  </a:lnTo>
                  <a:lnTo>
                    <a:pt x="302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2" name="Google Shape;5632;p67"/>
            <p:cNvSpPr/>
            <p:nvPr/>
          </p:nvSpPr>
          <p:spPr>
            <a:xfrm>
              <a:off x="580850" y="4474925"/>
              <a:ext cx="174550" cy="100950"/>
            </a:xfrm>
            <a:custGeom>
              <a:avLst/>
              <a:gdLst/>
              <a:ahLst/>
              <a:cxnLst/>
              <a:rect l="l" t="t" r="r" b="b"/>
              <a:pathLst>
                <a:path w="6982" h="4038" extrusionOk="0">
                  <a:moveTo>
                    <a:pt x="1052" y="1"/>
                  </a:moveTo>
                  <a:lnTo>
                    <a:pt x="505" y="85"/>
                  </a:lnTo>
                  <a:lnTo>
                    <a:pt x="0" y="169"/>
                  </a:lnTo>
                  <a:lnTo>
                    <a:pt x="337" y="169"/>
                  </a:lnTo>
                  <a:lnTo>
                    <a:pt x="589" y="127"/>
                  </a:lnTo>
                  <a:lnTo>
                    <a:pt x="1052" y="1"/>
                  </a:lnTo>
                  <a:close/>
                  <a:moveTo>
                    <a:pt x="5635" y="1599"/>
                  </a:moveTo>
                  <a:lnTo>
                    <a:pt x="5089" y="1725"/>
                  </a:lnTo>
                  <a:lnTo>
                    <a:pt x="4584" y="1893"/>
                  </a:lnTo>
                  <a:lnTo>
                    <a:pt x="4079" y="2061"/>
                  </a:lnTo>
                  <a:lnTo>
                    <a:pt x="3575" y="2314"/>
                  </a:lnTo>
                  <a:lnTo>
                    <a:pt x="3112" y="2566"/>
                  </a:lnTo>
                  <a:lnTo>
                    <a:pt x="2650" y="2902"/>
                  </a:lnTo>
                  <a:lnTo>
                    <a:pt x="2271" y="3239"/>
                  </a:lnTo>
                  <a:lnTo>
                    <a:pt x="1935" y="3659"/>
                  </a:lnTo>
                  <a:lnTo>
                    <a:pt x="1851" y="3786"/>
                  </a:lnTo>
                  <a:lnTo>
                    <a:pt x="1893" y="3912"/>
                  </a:lnTo>
                  <a:lnTo>
                    <a:pt x="1977" y="3996"/>
                  </a:lnTo>
                  <a:lnTo>
                    <a:pt x="2061" y="4038"/>
                  </a:lnTo>
                  <a:lnTo>
                    <a:pt x="2145" y="4038"/>
                  </a:lnTo>
                  <a:lnTo>
                    <a:pt x="3365" y="3533"/>
                  </a:lnTo>
                  <a:lnTo>
                    <a:pt x="4500" y="3071"/>
                  </a:lnTo>
                  <a:lnTo>
                    <a:pt x="5089" y="2860"/>
                  </a:lnTo>
                  <a:lnTo>
                    <a:pt x="5677" y="2692"/>
                  </a:lnTo>
                  <a:lnTo>
                    <a:pt x="6308" y="2566"/>
                  </a:lnTo>
                  <a:lnTo>
                    <a:pt x="6981" y="2482"/>
                  </a:lnTo>
                  <a:lnTo>
                    <a:pt x="5635" y="1599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3" name="Google Shape;5633;p67"/>
            <p:cNvSpPr/>
            <p:nvPr/>
          </p:nvSpPr>
          <p:spPr>
            <a:xfrm>
              <a:off x="627100" y="4514875"/>
              <a:ext cx="128300" cy="61000"/>
            </a:xfrm>
            <a:custGeom>
              <a:avLst/>
              <a:gdLst/>
              <a:ahLst/>
              <a:cxnLst/>
              <a:rect l="l" t="t" r="r" b="b"/>
              <a:pathLst>
                <a:path w="5132" h="2440" fill="none" extrusionOk="0">
                  <a:moveTo>
                    <a:pt x="3785" y="1"/>
                  </a:moveTo>
                  <a:lnTo>
                    <a:pt x="3785" y="1"/>
                  </a:lnTo>
                  <a:lnTo>
                    <a:pt x="3239" y="127"/>
                  </a:lnTo>
                  <a:lnTo>
                    <a:pt x="2734" y="295"/>
                  </a:lnTo>
                  <a:lnTo>
                    <a:pt x="2229" y="463"/>
                  </a:lnTo>
                  <a:lnTo>
                    <a:pt x="1725" y="716"/>
                  </a:lnTo>
                  <a:lnTo>
                    <a:pt x="1262" y="968"/>
                  </a:lnTo>
                  <a:lnTo>
                    <a:pt x="800" y="1304"/>
                  </a:lnTo>
                  <a:lnTo>
                    <a:pt x="421" y="1641"/>
                  </a:lnTo>
                  <a:lnTo>
                    <a:pt x="85" y="2061"/>
                  </a:lnTo>
                  <a:lnTo>
                    <a:pt x="85" y="2061"/>
                  </a:lnTo>
                  <a:lnTo>
                    <a:pt x="1" y="2188"/>
                  </a:lnTo>
                  <a:lnTo>
                    <a:pt x="43" y="2314"/>
                  </a:lnTo>
                  <a:lnTo>
                    <a:pt x="127" y="2398"/>
                  </a:lnTo>
                  <a:lnTo>
                    <a:pt x="211" y="2440"/>
                  </a:lnTo>
                  <a:lnTo>
                    <a:pt x="211" y="2440"/>
                  </a:lnTo>
                  <a:lnTo>
                    <a:pt x="295" y="2440"/>
                  </a:lnTo>
                  <a:lnTo>
                    <a:pt x="295" y="2440"/>
                  </a:lnTo>
                  <a:lnTo>
                    <a:pt x="1515" y="1935"/>
                  </a:lnTo>
                  <a:lnTo>
                    <a:pt x="2650" y="1473"/>
                  </a:lnTo>
                  <a:lnTo>
                    <a:pt x="3239" y="1262"/>
                  </a:lnTo>
                  <a:lnTo>
                    <a:pt x="3827" y="1094"/>
                  </a:lnTo>
                  <a:lnTo>
                    <a:pt x="4458" y="968"/>
                  </a:lnTo>
                  <a:lnTo>
                    <a:pt x="5131" y="884"/>
                  </a:lnTo>
                  <a:lnTo>
                    <a:pt x="5131" y="884"/>
                  </a:lnTo>
                  <a:lnTo>
                    <a:pt x="378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4" name="Google Shape;5634;p67"/>
            <p:cNvSpPr/>
            <p:nvPr/>
          </p:nvSpPr>
          <p:spPr>
            <a:xfrm>
              <a:off x="580850" y="4474925"/>
              <a:ext cx="26300" cy="4250"/>
            </a:xfrm>
            <a:custGeom>
              <a:avLst/>
              <a:gdLst/>
              <a:ahLst/>
              <a:cxnLst/>
              <a:rect l="l" t="t" r="r" b="b"/>
              <a:pathLst>
                <a:path w="1052" h="170" fill="none" extrusionOk="0">
                  <a:moveTo>
                    <a:pt x="1052" y="1"/>
                  </a:moveTo>
                  <a:lnTo>
                    <a:pt x="1052" y="1"/>
                  </a:lnTo>
                  <a:lnTo>
                    <a:pt x="505" y="85"/>
                  </a:lnTo>
                  <a:lnTo>
                    <a:pt x="0" y="169"/>
                  </a:lnTo>
                  <a:lnTo>
                    <a:pt x="0" y="169"/>
                  </a:lnTo>
                  <a:lnTo>
                    <a:pt x="42" y="169"/>
                  </a:lnTo>
                  <a:lnTo>
                    <a:pt x="42" y="169"/>
                  </a:lnTo>
                  <a:lnTo>
                    <a:pt x="126" y="169"/>
                  </a:lnTo>
                  <a:lnTo>
                    <a:pt x="126" y="169"/>
                  </a:lnTo>
                  <a:lnTo>
                    <a:pt x="337" y="169"/>
                  </a:lnTo>
                  <a:lnTo>
                    <a:pt x="589" y="127"/>
                  </a:lnTo>
                  <a:lnTo>
                    <a:pt x="105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5" name="Google Shape;5635;p67"/>
            <p:cNvSpPr/>
            <p:nvPr/>
          </p:nvSpPr>
          <p:spPr>
            <a:xfrm>
              <a:off x="725925" y="4616850"/>
              <a:ext cx="179800" cy="66275"/>
            </a:xfrm>
            <a:custGeom>
              <a:avLst/>
              <a:gdLst/>
              <a:ahLst/>
              <a:cxnLst/>
              <a:rect l="l" t="t" r="r" b="b"/>
              <a:pathLst>
                <a:path w="7192" h="2651" extrusionOk="0">
                  <a:moveTo>
                    <a:pt x="5972" y="1"/>
                  </a:moveTo>
                  <a:lnTo>
                    <a:pt x="5888" y="85"/>
                  </a:lnTo>
                  <a:lnTo>
                    <a:pt x="5762" y="127"/>
                  </a:lnTo>
                  <a:lnTo>
                    <a:pt x="5636" y="127"/>
                  </a:lnTo>
                  <a:lnTo>
                    <a:pt x="5215" y="169"/>
                  </a:lnTo>
                  <a:lnTo>
                    <a:pt x="4248" y="169"/>
                  </a:lnTo>
                  <a:lnTo>
                    <a:pt x="3659" y="295"/>
                  </a:lnTo>
                  <a:lnTo>
                    <a:pt x="3113" y="422"/>
                  </a:lnTo>
                  <a:lnTo>
                    <a:pt x="2524" y="632"/>
                  </a:lnTo>
                  <a:lnTo>
                    <a:pt x="2019" y="884"/>
                  </a:lnTo>
                  <a:lnTo>
                    <a:pt x="1472" y="1136"/>
                  </a:lnTo>
                  <a:lnTo>
                    <a:pt x="968" y="1473"/>
                  </a:lnTo>
                  <a:lnTo>
                    <a:pt x="505" y="1809"/>
                  </a:lnTo>
                  <a:lnTo>
                    <a:pt x="43" y="2188"/>
                  </a:lnTo>
                  <a:lnTo>
                    <a:pt x="1" y="2272"/>
                  </a:lnTo>
                  <a:lnTo>
                    <a:pt x="1" y="2356"/>
                  </a:lnTo>
                  <a:lnTo>
                    <a:pt x="1" y="2482"/>
                  </a:lnTo>
                  <a:lnTo>
                    <a:pt x="127" y="2608"/>
                  </a:lnTo>
                  <a:lnTo>
                    <a:pt x="295" y="2650"/>
                  </a:lnTo>
                  <a:lnTo>
                    <a:pt x="421" y="2608"/>
                  </a:lnTo>
                  <a:lnTo>
                    <a:pt x="1178" y="2188"/>
                  </a:lnTo>
                  <a:lnTo>
                    <a:pt x="1977" y="1809"/>
                  </a:lnTo>
                  <a:lnTo>
                    <a:pt x="2818" y="1515"/>
                  </a:lnTo>
                  <a:lnTo>
                    <a:pt x="3239" y="1389"/>
                  </a:lnTo>
                  <a:lnTo>
                    <a:pt x="3701" y="1305"/>
                  </a:lnTo>
                  <a:lnTo>
                    <a:pt x="3869" y="1305"/>
                  </a:lnTo>
                  <a:lnTo>
                    <a:pt x="4500" y="1136"/>
                  </a:lnTo>
                  <a:lnTo>
                    <a:pt x="5089" y="1052"/>
                  </a:lnTo>
                  <a:lnTo>
                    <a:pt x="5678" y="1010"/>
                  </a:lnTo>
                  <a:lnTo>
                    <a:pt x="6309" y="968"/>
                  </a:lnTo>
                  <a:lnTo>
                    <a:pt x="6603" y="968"/>
                  </a:lnTo>
                  <a:lnTo>
                    <a:pt x="7023" y="1010"/>
                  </a:lnTo>
                  <a:lnTo>
                    <a:pt x="7108" y="1052"/>
                  </a:lnTo>
                  <a:lnTo>
                    <a:pt x="7192" y="884"/>
                  </a:lnTo>
                  <a:lnTo>
                    <a:pt x="5972" y="1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6" name="Google Shape;5636;p67"/>
            <p:cNvSpPr/>
            <p:nvPr/>
          </p:nvSpPr>
          <p:spPr>
            <a:xfrm>
              <a:off x="725925" y="4616850"/>
              <a:ext cx="179800" cy="66275"/>
            </a:xfrm>
            <a:custGeom>
              <a:avLst/>
              <a:gdLst/>
              <a:ahLst/>
              <a:cxnLst/>
              <a:rect l="l" t="t" r="r" b="b"/>
              <a:pathLst>
                <a:path w="7192" h="2651" fill="none" extrusionOk="0">
                  <a:moveTo>
                    <a:pt x="5972" y="1"/>
                  </a:moveTo>
                  <a:lnTo>
                    <a:pt x="5972" y="1"/>
                  </a:lnTo>
                  <a:lnTo>
                    <a:pt x="5888" y="85"/>
                  </a:lnTo>
                  <a:lnTo>
                    <a:pt x="5888" y="85"/>
                  </a:lnTo>
                  <a:lnTo>
                    <a:pt x="5762" y="127"/>
                  </a:lnTo>
                  <a:lnTo>
                    <a:pt x="5636" y="127"/>
                  </a:lnTo>
                  <a:lnTo>
                    <a:pt x="5215" y="169"/>
                  </a:lnTo>
                  <a:lnTo>
                    <a:pt x="5215" y="169"/>
                  </a:lnTo>
                  <a:lnTo>
                    <a:pt x="4879" y="169"/>
                  </a:lnTo>
                  <a:lnTo>
                    <a:pt x="4879" y="169"/>
                  </a:lnTo>
                  <a:lnTo>
                    <a:pt x="4500" y="169"/>
                  </a:lnTo>
                  <a:lnTo>
                    <a:pt x="4500" y="169"/>
                  </a:lnTo>
                  <a:lnTo>
                    <a:pt x="4248" y="169"/>
                  </a:lnTo>
                  <a:lnTo>
                    <a:pt x="4248" y="169"/>
                  </a:lnTo>
                  <a:lnTo>
                    <a:pt x="3659" y="295"/>
                  </a:lnTo>
                  <a:lnTo>
                    <a:pt x="3113" y="422"/>
                  </a:lnTo>
                  <a:lnTo>
                    <a:pt x="2524" y="632"/>
                  </a:lnTo>
                  <a:lnTo>
                    <a:pt x="2019" y="884"/>
                  </a:lnTo>
                  <a:lnTo>
                    <a:pt x="1472" y="1136"/>
                  </a:lnTo>
                  <a:lnTo>
                    <a:pt x="968" y="1473"/>
                  </a:lnTo>
                  <a:lnTo>
                    <a:pt x="505" y="1809"/>
                  </a:lnTo>
                  <a:lnTo>
                    <a:pt x="43" y="2188"/>
                  </a:lnTo>
                  <a:lnTo>
                    <a:pt x="43" y="2188"/>
                  </a:lnTo>
                  <a:lnTo>
                    <a:pt x="1" y="2272"/>
                  </a:lnTo>
                  <a:lnTo>
                    <a:pt x="1" y="2356"/>
                  </a:lnTo>
                  <a:lnTo>
                    <a:pt x="1" y="2482"/>
                  </a:lnTo>
                  <a:lnTo>
                    <a:pt x="127" y="2608"/>
                  </a:lnTo>
                  <a:lnTo>
                    <a:pt x="295" y="2650"/>
                  </a:lnTo>
                  <a:lnTo>
                    <a:pt x="295" y="2650"/>
                  </a:lnTo>
                  <a:lnTo>
                    <a:pt x="421" y="2608"/>
                  </a:lnTo>
                  <a:lnTo>
                    <a:pt x="421" y="2608"/>
                  </a:lnTo>
                  <a:lnTo>
                    <a:pt x="1178" y="2188"/>
                  </a:lnTo>
                  <a:lnTo>
                    <a:pt x="1977" y="1809"/>
                  </a:lnTo>
                  <a:lnTo>
                    <a:pt x="2818" y="1515"/>
                  </a:lnTo>
                  <a:lnTo>
                    <a:pt x="3239" y="1389"/>
                  </a:lnTo>
                  <a:lnTo>
                    <a:pt x="3701" y="1305"/>
                  </a:lnTo>
                  <a:lnTo>
                    <a:pt x="3701" y="1305"/>
                  </a:lnTo>
                  <a:lnTo>
                    <a:pt x="3869" y="1305"/>
                  </a:lnTo>
                  <a:lnTo>
                    <a:pt x="3869" y="1305"/>
                  </a:lnTo>
                  <a:lnTo>
                    <a:pt x="4500" y="1136"/>
                  </a:lnTo>
                  <a:lnTo>
                    <a:pt x="5089" y="1052"/>
                  </a:lnTo>
                  <a:lnTo>
                    <a:pt x="5678" y="1010"/>
                  </a:lnTo>
                  <a:lnTo>
                    <a:pt x="6309" y="968"/>
                  </a:lnTo>
                  <a:lnTo>
                    <a:pt x="6309" y="968"/>
                  </a:lnTo>
                  <a:lnTo>
                    <a:pt x="6309" y="968"/>
                  </a:lnTo>
                  <a:lnTo>
                    <a:pt x="6309" y="968"/>
                  </a:lnTo>
                  <a:lnTo>
                    <a:pt x="6309" y="968"/>
                  </a:lnTo>
                  <a:lnTo>
                    <a:pt x="6309" y="968"/>
                  </a:lnTo>
                  <a:lnTo>
                    <a:pt x="6309" y="968"/>
                  </a:lnTo>
                  <a:lnTo>
                    <a:pt x="6519" y="968"/>
                  </a:lnTo>
                  <a:lnTo>
                    <a:pt x="6519" y="968"/>
                  </a:lnTo>
                  <a:lnTo>
                    <a:pt x="6519" y="968"/>
                  </a:lnTo>
                  <a:lnTo>
                    <a:pt x="6561" y="968"/>
                  </a:lnTo>
                  <a:lnTo>
                    <a:pt x="6561" y="968"/>
                  </a:lnTo>
                  <a:lnTo>
                    <a:pt x="6603" y="968"/>
                  </a:lnTo>
                  <a:lnTo>
                    <a:pt x="6603" y="968"/>
                  </a:lnTo>
                  <a:lnTo>
                    <a:pt x="7023" y="1010"/>
                  </a:lnTo>
                  <a:lnTo>
                    <a:pt x="7023" y="1010"/>
                  </a:lnTo>
                  <a:lnTo>
                    <a:pt x="7108" y="1052"/>
                  </a:lnTo>
                  <a:lnTo>
                    <a:pt x="7108" y="1052"/>
                  </a:lnTo>
                  <a:lnTo>
                    <a:pt x="7192" y="884"/>
                  </a:lnTo>
                  <a:lnTo>
                    <a:pt x="7192" y="884"/>
                  </a:lnTo>
                  <a:lnTo>
                    <a:pt x="597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7" name="Google Shape;5637;p67"/>
            <p:cNvSpPr/>
            <p:nvPr/>
          </p:nvSpPr>
          <p:spPr>
            <a:xfrm>
              <a:off x="971925" y="4688350"/>
              <a:ext cx="35775" cy="31575"/>
            </a:xfrm>
            <a:custGeom>
              <a:avLst/>
              <a:gdLst/>
              <a:ahLst/>
              <a:cxnLst/>
              <a:rect l="l" t="t" r="r" b="b"/>
              <a:pathLst>
                <a:path w="1431" h="1263" extrusionOk="0">
                  <a:moveTo>
                    <a:pt x="1" y="1"/>
                  </a:moveTo>
                  <a:lnTo>
                    <a:pt x="1178" y="1262"/>
                  </a:lnTo>
                  <a:lnTo>
                    <a:pt x="1347" y="1220"/>
                  </a:lnTo>
                  <a:lnTo>
                    <a:pt x="1431" y="122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CA5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8" name="Google Shape;5638;p67"/>
            <p:cNvSpPr/>
            <p:nvPr/>
          </p:nvSpPr>
          <p:spPr>
            <a:xfrm>
              <a:off x="971925" y="4688350"/>
              <a:ext cx="35775" cy="31575"/>
            </a:xfrm>
            <a:custGeom>
              <a:avLst/>
              <a:gdLst/>
              <a:ahLst/>
              <a:cxnLst/>
              <a:rect l="l" t="t" r="r" b="b"/>
              <a:pathLst>
                <a:path w="1431" h="1263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178" y="1262"/>
                  </a:lnTo>
                  <a:lnTo>
                    <a:pt x="1178" y="1262"/>
                  </a:lnTo>
                  <a:lnTo>
                    <a:pt x="1347" y="1220"/>
                  </a:lnTo>
                  <a:lnTo>
                    <a:pt x="1347" y="1220"/>
                  </a:lnTo>
                  <a:lnTo>
                    <a:pt x="1389" y="1220"/>
                  </a:lnTo>
                  <a:lnTo>
                    <a:pt x="1389" y="1220"/>
                  </a:lnTo>
                  <a:lnTo>
                    <a:pt x="1431" y="1220"/>
                  </a:lnTo>
                  <a:lnTo>
                    <a:pt x="1431" y="1220"/>
                  </a:lnTo>
                  <a:lnTo>
                    <a:pt x="1431" y="122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9" name="Google Shape;5639;p67"/>
            <p:cNvSpPr/>
            <p:nvPr/>
          </p:nvSpPr>
          <p:spPr>
            <a:xfrm>
              <a:off x="531425" y="4179500"/>
              <a:ext cx="528850" cy="543575"/>
            </a:xfrm>
            <a:custGeom>
              <a:avLst/>
              <a:gdLst/>
              <a:ahLst/>
              <a:cxnLst/>
              <a:rect l="l" t="t" r="r" b="b"/>
              <a:pathLst>
                <a:path w="21154" h="21743" extrusionOk="0">
                  <a:moveTo>
                    <a:pt x="12785" y="3786"/>
                  </a:moveTo>
                  <a:lnTo>
                    <a:pt x="12659" y="3870"/>
                  </a:lnTo>
                  <a:lnTo>
                    <a:pt x="12575" y="3996"/>
                  </a:lnTo>
                  <a:lnTo>
                    <a:pt x="12491" y="4164"/>
                  </a:lnTo>
                  <a:lnTo>
                    <a:pt x="12533" y="4332"/>
                  </a:lnTo>
                  <a:lnTo>
                    <a:pt x="12785" y="3786"/>
                  </a:lnTo>
                  <a:close/>
                  <a:moveTo>
                    <a:pt x="43" y="7949"/>
                  </a:moveTo>
                  <a:lnTo>
                    <a:pt x="1" y="8075"/>
                  </a:lnTo>
                  <a:lnTo>
                    <a:pt x="43" y="8243"/>
                  </a:lnTo>
                  <a:lnTo>
                    <a:pt x="85" y="8370"/>
                  </a:lnTo>
                  <a:lnTo>
                    <a:pt x="211" y="8496"/>
                  </a:lnTo>
                  <a:lnTo>
                    <a:pt x="43" y="7949"/>
                  </a:lnTo>
                  <a:close/>
                  <a:moveTo>
                    <a:pt x="3870" y="6645"/>
                  </a:moveTo>
                  <a:lnTo>
                    <a:pt x="3743" y="6687"/>
                  </a:lnTo>
                  <a:lnTo>
                    <a:pt x="3617" y="6729"/>
                  </a:lnTo>
                  <a:lnTo>
                    <a:pt x="3491" y="6814"/>
                  </a:lnTo>
                  <a:lnTo>
                    <a:pt x="3407" y="6898"/>
                  </a:lnTo>
                  <a:lnTo>
                    <a:pt x="3659" y="7865"/>
                  </a:lnTo>
                  <a:lnTo>
                    <a:pt x="3912" y="8790"/>
                  </a:lnTo>
                  <a:lnTo>
                    <a:pt x="4248" y="9715"/>
                  </a:lnTo>
                  <a:lnTo>
                    <a:pt x="4585" y="10598"/>
                  </a:lnTo>
                  <a:lnTo>
                    <a:pt x="4711" y="10851"/>
                  </a:lnTo>
                  <a:lnTo>
                    <a:pt x="4711" y="10851"/>
                  </a:lnTo>
                  <a:lnTo>
                    <a:pt x="3617" y="10052"/>
                  </a:lnTo>
                  <a:lnTo>
                    <a:pt x="2524" y="9253"/>
                  </a:lnTo>
                  <a:lnTo>
                    <a:pt x="1431" y="8412"/>
                  </a:lnTo>
                  <a:lnTo>
                    <a:pt x="379" y="7528"/>
                  </a:lnTo>
                  <a:lnTo>
                    <a:pt x="295" y="7613"/>
                  </a:lnTo>
                  <a:lnTo>
                    <a:pt x="968" y="8243"/>
                  </a:lnTo>
                  <a:lnTo>
                    <a:pt x="1641" y="8874"/>
                  </a:lnTo>
                  <a:lnTo>
                    <a:pt x="3113" y="10094"/>
                  </a:lnTo>
                  <a:lnTo>
                    <a:pt x="4080" y="10640"/>
                  </a:lnTo>
                  <a:lnTo>
                    <a:pt x="3870" y="10682"/>
                  </a:lnTo>
                  <a:lnTo>
                    <a:pt x="4837" y="11439"/>
                  </a:lnTo>
                  <a:lnTo>
                    <a:pt x="4795" y="11481"/>
                  </a:lnTo>
                  <a:lnTo>
                    <a:pt x="5299" y="11439"/>
                  </a:lnTo>
                  <a:lnTo>
                    <a:pt x="5426" y="11397"/>
                  </a:lnTo>
                  <a:lnTo>
                    <a:pt x="6056" y="11776"/>
                  </a:lnTo>
                  <a:lnTo>
                    <a:pt x="5131" y="11145"/>
                  </a:lnTo>
                  <a:lnTo>
                    <a:pt x="4711" y="10094"/>
                  </a:lnTo>
                  <a:lnTo>
                    <a:pt x="4332" y="9042"/>
                  </a:lnTo>
                  <a:lnTo>
                    <a:pt x="3996" y="7949"/>
                  </a:lnTo>
                  <a:lnTo>
                    <a:pt x="3701" y="6898"/>
                  </a:lnTo>
                  <a:lnTo>
                    <a:pt x="4332" y="6982"/>
                  </a:lnTo>
                  <a:lnTo>
                    <a:pt x="4248" y="6856"/>
                  </a:lnTo>
                  <a:lnTo>
                    <a:pt x="4164" y="6729"/>
                  </a:lnTo>
                  <a:lnTo>
                    <a:pt x="3996" y="6687"/>
                  </a:lnTo>
                  <a:lnTo>
                    <a:pt x="3870" y="6645"/>
                  </a:lnTo>
                  <a:close/>
                  <a:moveTo>
                    <a:pt x="3617" y="11523"/>
                  </a:moveTo>
                  <a:lnTo>
                    <a:pt x="2734" y="11608"/>
                  </a:lnTo>
                  <a:lnTo>
                    <a:pt x="1851" y="11818"/>
                  </a:lnTo>
                  <a:lnTo>
                    <a:pt x="1851" y="11860"/>
                  </a:lnTo>
                  <a:lnTo>
                    <a:pt x="1893" y="11902"/>
                  </a:lnTo>
                  <a:lnTo>
                    <a:pt x="1977" y="11986"/>
                  </a:lnTo>
                  <a:lnTo>
                    <a:pt x="2482" y="11902"/>
                  </a:lnTo>
                  <a:lnTo>
                    <a:pt x="3029" y="11818"/>
                  </a:lnTo>
                  <a:lnTo>
                    <a:pt x="3407" y="11692"/>
                  </a:lnTo>
                  <a:lnTo>
                    <a:pt x="4248" y="11523"/>
                  </a:lnTo>
                  <a:close/>
                  <a:moveTo>
                    <a:pt x="15266" y="1"/>
                  </a:moveTo>
                  <a:lnTo>
                    <a:pt x="15140" y="43"/>
                  </a:lnTo>
                  <a:lnTo>
                    <a:pt x="15014" y="169"/>
                  </a:lnTo>
                  <a:lnTo>
                    <a:pt x="15014" y="1305"/>
                  </a:lnTo>
                  <a:lnTo>
                    <a:pt x="15140" y="3660"/>
                  </a:lnTo>
                  <a:lnTo>
                    <a:pt x="15392" y="6057"/>
                  </a:lnTo>
                  <a:lnTo>
                    <a:pt x="15098" y="5720"/>
                  </a:lnTo>
                  <a:lnTo>
                    <a:pt x="15224" y="7108"/>
                  </a:lnTo>
                  <a:lnTo>
                    <a:pt x="15014" y="6687"/>
                  </a:lnTo>
                  <a:lnTo>
                    <a:pt x="14761" y="6267"/>
                  </a:lnTo>
                  <a:lnTo>
                    <a:pt x="14467" y="5888"/>
                  </a:lnTo>
                  <a:lnTo>
                    <a:pt x="14131" y="5552"/>
                  </a:lnTo>
                  <a:lnTo>
                    <a:pt x="13794" y="5173"/>
                  </a:lnTo>
                  <a:lnTo>
                    <a:pt x="13458" y="4879"/>
                  </a:lnTo>
                  <a:lnTo>
                    <a:pt x="13037" y="4585"/>
                  </a:lnTo>
                  <a:lnTo>
                    <a:pt x="12617" y="4332"/>
                  </a:lnTo>
                  <a:lnTo>
                    <a:pt x="12533" y="4332"/>
                  </a:lnTo>
                  <a:lnTo>
                    <a:pt x="12575" y="4459"/>
                  </a:lnTo>
                  <a:lnTo>
                    <a:pt x="12617" y="4543"/>
                  </a:lnTo>
                  <a:lnTo>
                    <a:pt x="12827" y="4753"/>
                  </a:lnTo>
                  <a:lnTo>
                    <a:pt x="13290" y="5131"/>
                  </a:lnTo>
                  <a:lnTo>
                    <a:pt x="13710" y="5510"/>
                  </a:lnTo>
                  <a:lnTo>
                    <a:pt x="14257" y="6057"/>
                  </a:lnTo>
                  <a:lnTo>
                    <a:pt x="14551" y="6393"/>
                  </a:lnTo>
                  <a:lnTo>
                    <a:pt x="14845" y="6771"/>
                  </a:lnTo>
                  <a:lnTo>
                    <a:pt x="15182" y="7150"/>
                  </a:lnTo>
                  <a:lnTo>
                    <a:pt x="15350" y="7318"/>
                  </a:lnTo>
                  <a:lnTo>
                    <a:pt x="15518" y="7444"/>
                  </a:lnTo>
                  <a:lnTo>
                    <a:pt x="15813" y="9841"/>
                  </a:lnTo>
                  <a:lnTo>
                    <a:pt x="15476" y="9505"/>
                  </a:lnTo>
                  <a:lnTo>
                    <a:pt x="15687" y="10809"/>
                  </a:lnTo>
                  <a:lnTo>
                    <a:pt x="15855" y="12070"/>
                  </a:lnTo>
                  <a:lnTo>
                    <a:pt x="15855" y="12070"/>
                  </a:lnTo>
                  <a:lnTo>
                    <a:pt x="15308" y="11355"/>
                  </a:lnTo>
                  <a:lnTo>
                    <a:pt x="14677" y="10640"/>
                  </a:lnTo>
                  <a:lnTo>
                    <a:pt x="14004" y="10010"/>
                  </a:lnTo>
                  <a:lnTo>
                    <a:pt x="13247" y="9421"/>
                  </a:lnTo>
                  <a:lnTo>
                    <a:pt x="12659" y="9000"/>
                  </a:lnTo>
                  <a:lnTo>
                    <a:pt x="12028" y="8622"/>
                  </a:lnTo>
                  <a:lnTo>
                    <a:pt x="11397" y="8285"/>
                  </a:lnTo>
                  <a:lnTo>
                    <a:pt x="10724" y="7991"/>
                  </a:lnTo>
                  <a:lnTo>
                    <a:pt x="11229" y="6982"/>
                  </a:lnTo>
                  <a:lnTo>
                    <a:pt x="11229" y="6982"/>
                  </a:lnTo>
                  <a:lnTo>
                    <a:pt x="11019" y="7066"/>
                  </a:lnTo>
                  <a:lnTo>
                    <a:pt x="10850" y="7234"/>
                  </a:lnTo>
                  <a:lnTo>
                    <a:pt x="10724" y="7402"/>
                  </a:lnTo>
                  <a:lnTo>
                    <a:pt x="10640" y="7613"/>
                  </a:lnTo>
                  <a:lnTo>
                    <a:pt x="10640" y="7823"/>
                  </a:lnTo>
                  <a:lnTo>
                    <a:pt x="10682" y="8033"/>
                  </a:lnTo>
                  <a:lnTo>
                    <a:pt x="10808" y="8201"/>
                  </a:lnTo>
                  <a:lnTo>
                    <a:pt x="11019" y="8370"/>
                  </a:lnTo>
                  <a:lnTo>
                    <a:pt x="11776" y="8748"/>
                  </a:lnTo>
                  <a:lnTo>
                    <a:pt x="12533" y="9169"/>
                  </a:lnTo>
                  <a:lnTo>
                    <a:pt x="13247" y="9673"/>
                  </a:lnTo>
                  <a:lnTo>
                    <a:pt x="13920" y="10178"/>
                  </a:lnTo>
                  <a:lnTo>
                    <a:pt x="14593" y="10767"/>
                  </a:lnTo>
                  <a:lnTo>
                    <a:pt x="15224" y="11355"/>
                  </a:lnTo>
                  <a:lnTo>
                    <a:pt x="15813" y="12028"/>
                  </a:lnTo>
                  <a:lnTo>
                    <a:pt x="16359" y="12701"/>
                  </a:lnTo>
                  <a:lnTo>
                    <a:pt x="16023" y="10094"/>
                  </a:lnTo>
                  <a:lnTo>
                    <a:pt x="15771" y="7486"/>
                  </a:lnTo>
                  <a:lnTo>
                    <a:pt x="16107" y="6729"/>
                  </a:lnTo>
                  <a:lnTo>
                    <a:pt x="16570" y="6015"/>
                  </a:lnTo>
                  <a:lnTo>
                    <a:pt x="17074" y="5342"/>
                  </a:lnTo>
                  <a:lnTo>
                    <a:pt x="17663" y="4711"/>
                  </a:lnTo>
                  <a:lnTo>
                    <a:pt x="17579" y="4585"/>
                  </a:lnTo>
                  <a:lnTo>
                    <a:pt x="17411" y="4501"/>
                  </a:lnTo>
                  <a:lnTo>
                    <a:pt x="16906" y="5005"/>
                  </a:lnTo>
                  <a:lnTo>
                    <a:pt x="16443" y="5594"/>
                  </a:lnTo>
                  <a:lnTo>
                    <a:pt x="16065" y="6183"/>
                  </a:lnTo>
                  <a:lnTo>
                    <a:pt x="15687" y="6814"/>
                  </a:lnTo>
                  <a:lnTo>
                    <a:pt x="15476" y="3449"/>
                  </a:lnTo>
                  <a:lnTo>
                    <a:pt x="15266" y="1"/>
                  </a:lnTo>
                  <a:close/>
                  <a:moveTo>
                    <a:pt x="19219" y="8327"/>
                  </a:moveTo>
                  <a:lnTo>
                    <a:pt x="19093" y="8370"/>
                  </a:lnTo>
                  <a:lnTo>
                    <a:pt x="18672" y="8874"/>
                  </a:lnTo>
                  <a:lnTo>
                    <a:pt x="18252" y="9379"/>
                  </a:lnTo>
                  <a:lnTo>
                    <a:pt x="17873" y="9925"/>
                  </a:lnTo>
                  <a:lnTo>
                    <a:pt x="17537" y="10514"/>
                  </a:lnTo>
                  <a:lnTo>
                    <a:pt x="17243" y="11103"/>
                  </a:lnTo>
                  <a:lnTo>
                    <a:pt x="16990" y="11692"/>
                  </a:lnTo>
                  <a:lnTo>
                    <a:pt x="16738" y="12322"/>
                  </a:lnTo>
                  <a:lnTo>
                    <a:pt x="16528" y="12953"/>
                  </a:lnTo>
                  <a:lnTo>
                    <a:pt x="16654" y="13121"/>
                  </a:lnTo>
                  <a:lnTo>
                    <a:pt x="16906" y="12491"/>
                  </a:lnTo>
                  <a:lnTo>
                    <a:pt x="17200" y="11860"/>
                  </a:lnTo>
                  <a:lnTo>
                    <a:pt x="17495" y="11313"/>
                  </a:lnTo>
                  <a:lnTo>
                    <a:pt x="17789" y="10724"/>
                  </a:lnTo>
                  <a:lnTo>
                    <a:pt x="18126" y="10178"/>
                  </a:lnTo>
                  <a:lnTo>
                    <a:pt x="18504" y="9631"/>
                  </a:lnTo>
                  <a:lnTo>
                    <a:pt x="18925" y="9126"/>
                  </a:lnTo>
                  <a:lnTo>
                    <a:pt x="19345" y="8580"/>
                  </a:lnTo>
                  <a:lnTo>
                    <a:pt x="19387" y="8496"/>
                  </a:lnTo>
                  <a:lnTo>
                    <a:pt x="19387" y="8454"/>
                  </a:lnTo>
                  <a:lnTo>
                    <a:pt x="19345" y="8370"/>
                  </a:lnTo>
                  <a:lnTo>
                    <a:pt x="19219" y="8327"/>
                  </a:lnTo>
                  <a:close/>
                  <a:moveTo>
                    <a:pt x="8327" y="13290"/>
                  </a:moveTo>
                  <a:lnTo>
                    <a:pt x="7612" y="13416"/>
                  </a:lnTo>
                  <a:lnTo>
                    <a:pt x="8958" y="14299"/>
                  </a:lnTo>
                  <a:lnTo>
                    <a:pt x="9210" y="14299"/>
                  </a:lnTo>
                  <a:lnTo>
                    <a:pt x="9421" y="14257"/>
                  </a:lnTo>
                  <a:lnTo>
                    <a:pt x="9589" y="14131"/>
                  </a:lnTo>
                  <a:lnTo>
                    <a:pt x="8327" y="13290"/>
                  </a:lnTo>
                  <a:close/>
                  <a:moveTo>
                    <a:pt x="8495" y="7823"/>
                  </a:moveTo>
                  <a:lnTo>
                    <a:pt x="8285" y="7865"/>
                  </a:lnTo>
                  <a:lnTo>
                    <a:pt x="8369" y="8790"/>
                  </a:lnTo>
                  <a:lnTo>
                    <a:pt x="8453" y="9715"/>
                  </a:lnTo>
                  <a:lnTo>
                    <a:pt x="8622" y="10640"/>
                  </a:lnTo>
                  <a:lnTo>
                    <a:pt x="8832" y="11566"/>
                  </a:lnTo>
                  <a:lnTo>
                    <a:pt x="9000" y="11944"/>
                  </a:lnTo>
                  <a:lnTo>
                    <a:pt x="9294" y="12617"/>
                  </a:lnTo>
                  <a:lnTo>
                    <a:pt x="9589" y="13374"/>
                  </a:lnTo>
                  <a:lnTo>
                    <a:pt x="9841" y="14089"/>
                  </a:lnTo>
                  <a:lnTo>
                    <a:pt x="10346" y="14425"/>
                  </a:lnTo>
                  <a:lnTo>
                    <a:pt x="10346" y="14425"/>
                  </a:lnTo>
                  <a:lnTo>
                    <a:pt x="9967" y="13626"/>
                  </a:lnTo>
                  <a:lnTo>
                    <a:pt x="9673" y="12869"/>
                  </a:lnTo>
                  <a:lnTo>
                    <a:pt x="9379" y="12028"/>
                  </a:lnTo>
                  <a:lnTo>
                    <a:pt x="9168" y="11229"/>
                  </a:lnTo>
                  <a:lnTo>
                    <a:pt x="8958" y="10388"/>
                  </a:lnTo>
                  <a:lnTo>
                    <a:pt x="8832" y="9547"/>
                  </a:lnTo>
                  <a:lnTo>
                    <a:pt x="8706" y="8706"/>
                  </a:lnTo>
                  <a:lnTo>
                    <a:pt x="8622" y="7823"/>
                  </a:lnTo>
                  <a:close/>
                  <a:moveTo>
                    <a:pt x="14425" y="12785"/>
                  </a:moveTo>
                  <a:lnTo>
                    <a:pt x="14341" y="12827"/>
                  </a:lnTo>
                  <a:lnTo>
                    <a:pt x="14299" y="12869"/>
                  </a:lnTo>
                  <a:lnTo>
                    <a:pt x="14257" y="12911"/>
                  </a:lnTo>
                  <a:lnTo>
                    <a:pt x="14257" y="12995"/>
                  </a:lnTo>
                  <a:lnTo>
                    <a:pt x="14593" y="14804"/>
                  </a:lnTo>
                  <a:lnTo>
                    <a:pt x="14803" y="15687"/>
                  </a:lnTo>
                  <a:lnTo>
                    <a:pt x="15056" y="16570"/>
                  </a:lnTo>
                  <a:lnTo>
                    <a:pt x="14972" y="15687"/>
                  </a:lnTo>
                  <a:lnTo>
                    <a:pt x="14888" y="14846"/>
                  </a:lnTo>
                  <a:lnTo>
                    <a:pt x="14635" y="13206"/>
                  </a:lnTo>
                  <a:lnTo>
                    <a:pt x="14593" y="12953"/>
                  </a:lnTo>
                  <a:lnTo>
                    <a:pt x="14467" y="12827"/>
                  </a:lnTo>
                  <a:lnTo>
                    <a:pt x="14425" y="12785"/>
                  </a:lnTo>
                  <a:close/>
                  <a:moveTo>
                    <a:pt x="21027" y="12659"/>
                  </a:moveTo>
                  <a:lnTo>
                    <a:pt x="21069" y="12953"/>
                  </a:lnTo>
                  <a:lnTo>
                    <a:pt x="20943" y="12911"/>
                  </a:lnTo>
                  <a:lnTo>
                    <a:pt x="20817" y="12953"/>
                  </a:lnTo>
                  <a:lnTo>
                    <a:pt x="20481" y="13290"/>
                  </a:lnTo>
                  <a:lnTo>
                    <a:pt x="20102" y="13668"/>
                  </a:lnTo>
                  <a:lnTo>
                    <a:pt x="19724" y="14131"/>
                  </a:lnTo>
                  <a:lnTo>
                    <a:pt x="19387" y="14635"/>
                  </a:lnTo>
                  <a:lnTo>
                    <a:pt x="19093" y="15140"/>
                  </a:lnTo>
                  <a:lnTo>
                    <a:pt x="18841" y="15687"/>
                  </a:lnTo>
                  <a:lnTo>
                    <a:pt x="18672" y="16233"/>
                  </a:lnTo>
                  <a:lnTo>
                    <a:pt x="18630" y="16486"/>
                  </a:lnTo>
                  <a:lnTo>
                    <a:pt x="18630" y="16738"/>
                  </a:lnTo>
                  <a:lnTo>
                    <a:pt x="18672" y="17159"/>
                  </a:lnTo>
                  <a:lnTo>
                    <a:pt x="18714" y="17285"/>
                  </a:lnTo>
                  <a:lnTo>
                    <a:pt x="18756" y="17285"/>
                  </a:lnTo>
                  <a:lnTo>
                    <a:pt x="18883" y="17074"/>
                  </a:lnTo>
                  <a:lnTo>
                    <a:pt x="18967" y="16822"/>
                  </a:lnTo>
                  <a:lnTo>
                    <a:pt x="19177" y="16275"/>
                  </a:lnTo>
                  <a:lnTo>
                    <a:pt x="19303" y="15771"/>
                  </a:lnTo>
                  <a:lnTo>
                    <a:pt x="19513" y="15266"/>
                  </a:lnTo>
                  <a:lnTo>
                    <a:pt x="19513" y="15224"/>
                  </a:lnTo>
                  <a:lnTo>
                    <a:pt x="19597" y="15140"/>
                  </a:lnTo>
                  <a:lnTo>
                    <a:pt x="19892" y="14677"/>
                  </a:lnTo>
                  <a:lnTo>
                    <a:pt x="20186" y="14215"/>
                  </a:lnTo>
                  <a:lnTo>
                    <a:pt x="20523" y="13794"/>
                  </a:lnTo>
                  <a:lnTo>
                    <a:pt x="20901" y="13416"/>
                  </a:lnTo>
                  <a:lnTo>
                    <a:pt x="21069" y="13164"/>
                  </a:lnTo>
                  <a:lnTo>
                    <a:pt x="21153" y="12995"/>
                  </a:lnTo>
                  <a:lnTo>
                    <a:pt x="21153" y="12869"/>
                  </a:lnTo>
                  <a:lnTo>
                    <a:pt x="21111" y="12785"/>
                  </a:lnTo>
                  <a:lnTo>
                    <a:pt x="21027" y="12659"/>
                  </a:lnTo>
                  <a:close/>
                  <a:moveTo>
                    <a:pt x="14089" y="18462"/>
                  </a:moveTo>
                  <a:lnTo>
                    <a:pt x="13458" y="18504"/>
                  </a:lnTo>
                  <a:lnTo>
                    <a:pt x="12869" y="18546"/>
                  </a:lnTo>
                  <a:lnTo>
                    <a:pt x="12280" y="18630"/>
                  </a:lnTo>
                  <a:lnTo>
                    <a:pt x="11649" y="18799"/>
                  </a:lnTo>
                  <a:lnTo>
                    <a:pt x="12196" y="18757"/>
                  </a:lnTo>
                  <a:lnTo>
                    <a:pt x="12953" y="18799"/>
                  </a:lnTo>
                  <a:lnTo>
                    <a:pt x="14089" y="18799"/>
                  </a:lnTo>
                  <a:lnTo>
                    <a:pt x="14467" y="18757"/>
                  </a:lnTo>
                  <a:lnTo>
                    <a:pt x="14719" y="18672"/>
                  </a:lnTo>
                  <a:lnTo>
                    <a:pt x="14888" y="18546"/>
                  </a:lnTo>
                  <a:lnTo>
                    <a:pt x="14803" y="18504"/>
                  </a:lnTo>
                  <a:lnTo>
                    <a:pt x="14383" y="18462"/>
                  </a:lnTo>
                  <a:close/>
                  <a:moveTo>
                    <a:pt x="15056" y="16570"/>
                  </a:moveTo>
                  <a:lnTo>
                    <a:pt x="15308" y="17285"/>
                  </a:lnTo>
                  <a:lnTo>
                    <a:pt x="15434" y="17747"/>
                  </a:lnTo>
                  <a:lnTo>
                    <a:pt x="15518" y="18126"/>
                  </a:lnTo>
                  <a:lnTo>
                    <a:pt x="13710" y="16864"/>
                  </a:lnTo>
                  <a:lnTo>
                    <a:pt x="13710" y="16864"/>
                  </a:lnTo>
                  <a:lnTo>
                    <a:pt x="13752" y="16906"/>
                  </a:lnTo>
                  <a:lnTo>
                    <a:pt x="13836" y="17327"/>
                  </a:lnTo>
                  <a:lnTo>
                    <a:pt x="13794" y="17411"/>
                  </a:lnTo>
                  <a:lnTo>
                    <a:pt x="13752" y="17495"/>
                  </a:lnTo>
                  <a:lnTo>
                    <a:pt x="14972" y="18378"/>
                  </a:lnTo>
                  <a:lnTo>
                    <a:pt x="15014" y="18294"/>
                  </a:lnTo>
                  <a:lnTo>
                    <a:pt x="15056" y="17958"/>
                  </a:lnTo>
                  <a:lnTo>
                    <a:pt x="16359" y="19135"/>
                  </a:lnTo>
                  <a:lnTo>
                    <a:pt x="17621" y="20355"/>
                  </a:lnTo>
                  <a:lnTo>
                    <a:pt x="19051" y="21574"/>
                  </a:lnTo>
                  <a:lnTo>
                    <a:pt x="18967" y="21574"/>
                  </a:lnTo>
                  <a:lnTo>
                    <a:pt x="18798" y="21616"/>
                  </a:lnTo>
                  <a:lnTo>
                    <a:pt x="18841" y="21700"/>
                  </a:lnTo>
                  <a:lnTo>
                    <a:pt x="18925" y="21742"/>
                  </a:lnTo>
                  <a:lnTo>
                    <a:pt x="19093" y="21742"/>
                  </a:lnTo>
                  <a:lnTo>
                    <a:pt x="19177" y="21658"/>
                  </a:lnTo>
                  <a:lnTo>
                    <a:pt x="19219" y="21574"/>
                  </a:lnTo>
                  <a:lnTo>
                    <a:pt x="19219" y="21490"/>
                  </a:lnTo>
                  <a:lnTo>
                    <a:pt x="19345" y="21532"/>
                  </a:lnTo>
                  <a:lnTo>
                    <a:pt x="19471" y="21574"/>
                  </a:lnTo>
                  <a:lnTo>
                    <a:pt x="19682" y="21532"/>
                  </a:lnTo>
                  <a:lnTo>
                    <a:pt x="19766" y="21490"/>
                  </a:lnTo>
                  <a:lnTo>
                    <a:pt x="19808" y="21406"/>
                  </a:lnTo>
                  <a:lnTo>
                    <a:pt x="19976" y="21112"/>
                  </a:lnTo>
                  <a:lnTo>
                    <a:pt x="20144" y="20859"/>
                  </a:lnTo>
                  <a:lnTo>
                    <a:pt x="20354" y="20270"/>
                  </a:lnTo>
                  <a:lnTo>
                    <a:pt x="20018" y="20859"/>
                  </a:lnTo>
                  <a:lnTo>
                    <a:pt x="19682" y="21448"/>
                  </a:lnTo>
                  <a:lnTo>
                    <a:pt x="19387" y="20313"/>
                  </a:lnTo>
                  <a:lnTo>
                    <a:pt x="19093" y="19177"/>
                  </a:lnTo>
                  <a:lnTo>
                    <a:pt x="19177" y="20228"/>
                  </a:lnTo>
                  <a:lnTo>
                    <a:pt x="19177" y="20733"/>
                  </a:lnTo>
                  <a:lnTo>
                    <a:pt x="19177" y="21238"/>
                  </a:lnTo>
                  <a:lnTo>
                    <a:pt x="19177" y="21322"/>
                  </a:lnTo>
                  <a:lnTo>
                    <a:pt x="18546" y="20397"/>
                  </a:lnTo>
                  <a:lnTo>
                    <a:pt x="18294" y="20270"/>
                  </a:lnTo>
                  <a:lnTo>
                    <a:pt x="18042" y="20102"/>
                  </a:lnTo>
                  <a:lnTo>
                    <a:pt x="17789" y="19934"/>
                  </a:lnTo>
                  <a:lnTo>
                    <a:pt x="17285" y="19514"/>
                  </a:lnTo>
                  <a:lnTo>
                    <a:pt x="16780" y="19093"/>
                  </a:lnTo>
                  <a:lnTo>
                    <a:pt x="16275" y="18672"/>
                  </a:lnTo>
                  <a:lnTo>
                    <a:pt x="16023" y="18462"/>
                  </a:lnTo>
                  <a:lnTo>
                    <a:pt x="15560" y="16990"/>
                  </a:lnTo>
                  <a:lnTo>
                    <a:pt x="15056" y="16570"/>
                  </a:lnTo>
                  <a:close/>
                </a:path>
              </a:pathLst>
            </a:custGeom>
            <a:solidFill>
              <a:srgbClr val="1E140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67"/>
            <p:cNvSpPr/>
            <p:nvPr/>
          </p:nvSpPr>
          <p:spPr>
            <a:xfrm>
              <a:off x="822650" y="4641050"/>
              <a:ext cx="80975" cy="8425"/>
            </a:xfrm>
            <a:custGeom>
              <a:avLst/>
              <a:gdLst/>
              <a:ahLst/>
              <a:cxnLst/>
              <a:rect l="l" t="t" r="r" b="b"/>
              <a:pathLst>
                <a:path w="3239" h="337" fill="none" extrusionOk="0">
                  <a:moveTo>
                    <a:pt x="2440" y="0"/>
                  </a:moveTo>
                  <a:lnTo>
                    <a:pt x="2440" y="0"/>
                  </a:lnTo>
                  <a:lnTo>
                    <a:pt x="2440" y="0"/>
                  </a:lnTo>
                  <a:lnTo>
                    <a:pt x="2440" y="0"/>
                  </a:lnTo>
                  <a:lnTo>
                    <a:pt x="1809" y="42"/>
                  </a:lnTo>
                  <a:lnTo>
                    <a:pt x="1220" y="84"/>
                  </a:lnTo>
                  <a:lnTo>
                    <a:pt x="631" y="168"/>
                  </a:lnTo>
                  <a:lnTo>
                    <a:pt x="0" y="337"/>
                  </a:lnTo>
                  <a:lnTo>
                    <a:pt x="0" y="337"/>
                  </a:lnTo>
                  <a:lnTo>
                    <a:pt x="547" y="295"/>
                  </a:lnTo>
                  <a:lnTo>
                    <a:pt x="547" y="295"/>
                  </a:lnTo>
                  <a:lnTo>
                    <a:pt x="1304" y="337"/>
                  </a:lnTo>
                  <a:lnTo>
                    <a:pt x="1304" y="337"/>
                  </a:lnTo>
                  <a:lnTo>
                    <a:pt x="2103" y="337"/>
                  </a:lnTo>
                  <a:lnTo>
                    <a:pt x="2103" y="337"/>
                  </a:lnTo>
                  <a:lnTo>
                    <a:pt x="2440" y="337"/>
                  </a:lnTo>
                  <a:lnTo>
                    <a:pt x="2818" y="295"/>
                  </a:lnTo>
                  <a:lnTo>
                    <a:pt x="2818" y="295"/>
                  </a:lnTo>
                  <a:lnTo>
                    <a:pt x="3070" y="210"/>
                  </a:lnTo>
                  <a:lnTo>
                    <a:pt x="3239" y="84"/>
                  </a:lnTo>
                  <a:lnTo>
                    <a:pt x="3239" y="84"/>
                  </a:lnTo>
                  <a:lnTo>
                    <a:pt x="3154" y="42"/>
                  </a:lnTo>
                  <a:lnTo>
                    <a:pt x="3154" y="42"/>
                  </a:lnTo>
                  <a:lnTo>
                    <a:pt x="2734" y="0"/>
                  </a:lnTo>
                  <a:lnTo>
                    <a:pt x="2734" y="0"/>
                  </a:lnTo>
                  <a:lnTo>
                    <a:pt x="2692" y="0"/>
                  </a:lnTo>
                  <a:lnTo>
                    <a:pt x="2692" y="0"/>
                  </a:lnTo>
                  <a:lnTo>
                    <a:pt x="2650" y="0"/>
                  </a:lnTo>
                  <a:lnTo>
                    <a:pt x="2650" y="0"/>
                  </a:lnTo>
                  <a:lnTo>
                    <a:pt x="2650" y="0"/>
                  </a:lnTo>
                  <a:lnTo>
                    <a:pt x="2440" y="0"/>
                  </a:lnTo>
                  <a:lnTo>
                    <a:pt x="2440" y="0"/>
                  </a:lnTo>
                  <a:lnTo>
                    <a:pt x="244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67"/>
            <p:cNvSpPr/>
            <p:nvPr/>
          </p:nvSpPr>
          <p:spPr>
            <a:xfrm>
              <a:off x="721725" y="4511725"/>
              <a:ext cx="49425" cy="25250"/>
            </a:xfrm>
            <a:custGeom>
              <a:avLst/>
              <a:gdLst/>
              <a:ahLst/>
              <a:cxnLst/>
              <a:rect l="l" t="t" r="r" b="b"/>
              <a:pathLst>
                <a:path w="1977" h="1010" fill="none" extrusionOk="0">
                  <a:moveTo>
                    <a:pt x="715" y="1"/>
                  </a:moveTo>
                  <a:lnTo>
                    <a:pt x="715" y="1"/>
                  </a:lnTo>
                  <a:lnTo>
                    <a:pt x="0" y="127"/>
                  </a:lnTo>
                  <a:lnTo>
                    <a:pt x="0" y="127"/>
                  </a:lnTo>
                  <a:lnTo>
                    <a:pt x="1346" y="1010"/>
                  </a:lnTo>
                  <a:lnTo>
                    <a:pt x="1346" y="1010"/>
                  </a:lnTo>
                  <a:lnTo>
                    <a:pt x="1598" y="1010"/>
                  </a:lnTo>
                  <a:lnTo>
                    <a:pt x="1598" y="1010"/>
                  </a:lnTo>
                  <a:lnTo>
                    <a:pt x="1809" y="968"/>
                  </a:lnTo>
                  <a:lnTo>
                    <a:pt x="1977" y="842"/>
                  </a:lnTo>
                  <a:lnTo>
                    <a:pt x="1977" y="842"/>
                  </a:lnTo>
                  <a:lnTo>
                    <a:pt x="71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2" name="Google Shape;5642;p67"/>
            <p:cNvSpPr/>
            <p:nvPr/>
          </p:nvSpPr>
          <p:spPr>
            <a:xfrm>
              <a:off x="874175" y="4499125"/>
              <a:ext cx="166125" cy="223950"/>
            </a:xfrm>
            <a:custGeom>
              <a:avLst/>
              <a:gdLst/>
              <a:ahLst/>
              <a:cxnLst/>
              <a:rect l="l" t="t" r="r" b="b"/>
              <a:pathLst>
                <a:path w="6645" h="8958" fill="none" extrusionOk="0">
                  <a:moveTo>
                    <a:pt x="715" y="0"/>
                  </a:moveTo>
                  <a:lnTo>
                    <a:pt x="715" y="0"/>
                  </a:lnTo>
                  <a:lnTo>
                    <a:pt x="715" y="0"/>
                  </a:lnTo>
                  <a:lnTo>
                    <a:pt x="715" y="0"/>
                  </a:lnTo>
                  <a:lnTo>
                    <a:pt x="631" y="42"/>
                  </a:lnTo>
                  <a:lnTo>
                    <a:pt x="589" y="84"/>
                  </a:lnTo>
                  <a:lnTo>
                    <a:pt x="547" y="126"/>
                  </a:lnTo>
                  <a:lnTo>
                    <a:pt x="547" y="210"/>
                  </a:lnTo>
                  <a:lnTo>
                    <a:pt x="547" y="210"/>
                  </a:lnTo>
                  <a:lnTo>
                    <a:pt x="883" y="2019"/>
                  </a:lnTo>
                  <a:lnTo>
                    <a:pt x="1093" y="2902"/>
                  </a:lnTo>
                  <a:lnTo>
                    <a:pt x="1346" y="3785"/>
                  </a:lnTo>
                  <a:lnTo>
                    <a:pt x="1346" y="3785"/>
                  </a:lnTo>
                  <a:lnTo>
                    <a:pt x="1598" y="4500"/>
                  </a:lnTo>
                  <a:lnTo>
                    <a:pt x="1724" y="4962"/>
                  </a:lnTo>
                  <a:lnTo>
                    <a:pt x="1808" y="5341"/>
                  </a:lnTo>
                  <a:lnTo>
                    <a:pt x="1808" y="5341"/>
                  </a:lnTo>
                  <a:lnTo>
                    <a:pt x="1808" y="5341"/>
                  </a:lnTo>
                  <a:lnTo>
                    <a:pt x="0" y="4079"/>
                  </a:lnTo>
                  <a:lnTo>
                    <a:pt x="0" y="4079"/>
                  </a:lnTo>
                  <a:lnTo>
                    <a:pt x="42" y="4121"/>
                  </a:lnTo>
                  <a:lnTo>
                    <a:pt x="42" y="4121"/>
                  </a:lnTo>
                  <a:lnTo>
                    <a:pt x="126" y="4542"/>
                  </a:lnTo>
                  <a:lnTo>
                    <a:pt x="84" y="4626"/>
                  </a:lnTo>
                  <a:lnTo>
                    <a:pt x="42" y="4710"/>
                  </a:lnTo>
                  <a:lnTo>
                    <a:pt x="42" y="4710"/>
                  </a:lnTo>
                  <a:lnTo>
                    <a:pt x="1262" y="5593"/>
                  </a:lnTo>
                  <a:lnTo>
                    <a:pt x="1262" y="5593"/>
                  </a:lnTo>
                  <a:lnTo>
                    <a:pt x="1304" y="5509"/>
                  </a:lnTo>
                  <a:lnTo>
                    <a:pt x="1304" y="5509"/>
                  </a:lnTo>
                  <a:lnTo>
                    <a:pt x="1346" y="5173"/>
                  </a:lnTo>
                  <a:lnTo>
                    <a:pt x="1346" y="5173"/>
                  </a:lnTo>
                  <a:lnTo>
                    <a:pt x="2649" y="6350"/>
                  </a:lnTo>
                  <a:lnTo>
                    <a:pt x="3911" y="7570"/>
                  </a:lnTo>
                  <a:lnTo>
                    <a:pt x="3911" y="7570"/>
                  </a:lnTo>
                  <a:lnTo>
                    <a:pt x="5341" y="8789"/>
                  </a:lnTo>
                  <a:lnTo>
                    <a:pt x="5341" y="8789"/>
                  </a:lnTo>
                  <a:lnTo>
                    <a:pt x="5341" y="8789"/>
                  </a:lnTo>
                  <a:lnTo>
                    <a:pt x="5341" y="8789"/>
                  </a:lnTo>
                  <a:lnTo>
                    <a:pt x="5299" y="8789"/>
                  </a:lnTo>
                  <a:lnTo>
                    <a:pt x="5299" y="8789"/>
                  </a:lnTo>
                  <a:lnTo>
                    <a:pt x="5257" y="8789"/>
                  </a:lnTo>
                  <a:lnTo>
                    <a:pt x="5257" y="8789"/>
                  </a:lnTo>
                  <a:lnTo>
                    <a:pt x="5088" y="8831"/>
                  </a:lnTo>
                  <a:lnTo>
                    <a:pt x="5088" y="8831"/>
                  </a:lnTo>
                  <a:lnTo>
                    <a:pt x="5131" y="8915"/>
                  </a:lnTo>
                  <a:lnTo>
                    <a:pt x="5131" y="8915"/>
                  </a:lnTo>
                  <a:lnTo>
                    <a:pt x="5215" y="8957"/>
                  </a:lnTo>
                  <a:lnTo>
                    <a:pt x="5299" y="8957"/>
                  </a:lnTo>
                  <a:lnTo>
                    <a:pt x="5299" y="8957"/>
                  </a:lnTo>
                  <a:lnTo>
                    <a:pt x="5383" y="8957"/>
                  </a:lnTo>
                  <a:lnTo>
                    <a:pt x="5467" y="8873"/>
                  </a:lnTo>
                  <a:lnTo>
                    <a:pt x="5509" y="8789"/>
                  </a:lnTo>
                  <a:lnTo>
                    <a:pt x="5509" y="8705"/>
                  </a:lnTo>
                  <a:lnTo>
                    <a:pt x="5509" y="8705"/>
                  </a:lnTo>
                  <a:lnTo>
                    <a:pt x="5635" y="8747"/>
                  </a:lnTo>
                  <a:lnTo>
                    <a:pt x="5761" y="8789"/>
                  </a:lnTo>
                  <a:lnTo>
                    <a:pt x="5761" y="8789"/>
                  </a:lnTo>
                  <a:lnTo>
                    <a:pt x="5972" y="8747"/>
                  </a:lnTo>
                  <a:lnTo>
                    <a:pt x="6056" y="8705"/>
                  </a:lnTo>
                  <a:lnTo>
                    <a:pt x="6098" y="8621"/>
                  </a:lnTo>
                  <a:lnTo>
                    <a:pt x="6098" y="8621"/>
                  </a:lnTo>
                  <a:lnTo>
                    <a:pt x="6266" y="8327"/>
                  </a:lnTo>
                  <a:lnTo>
                    <a:pt x="6434" y="8074"/>
                  </a:lnTo>
                  <a:lnTo>
                    <a:pt x="6644" y="7485"/>
                  </a:lnTo>
                  <a:lnTo>
                    <a:pt x="6644" y="7485"/>
                  </a:lnTo>
                  <a:lnTo>
                    <a:pt x="6308" y="8074"/>
                  </a:lnTo>
                  <a:lnTo>
                    <a:pt x="5972" y="8663"/>
                  </a:lnTo>
                  <a:lnTo>
                    <a:pt x="5972" y="8663"/>
                  </a:lnTo>
                  <a:lnTo>
                    <a:pt x="5677" y="7528"/>
                  </a:lnTo>
                  <a:lnTo>
                    <a:pt x="5383" y="6392"/>
                  </a:lnTo>
                  <a:lnTo>
                    <a:pt x="5383" y="6392"/>
                  </a:lnTo>
                  <a:lnTo>
                    <a:pt x="5467" y="7443"/>
                  </a:lnTo>
                  <a:lnTo>
                    <a:pt x="5467" y="7948"/>
                  </a:lnTo>
                  <a:lnTo>
                    <a:pt x="5467" y="8453"/>
                  </a:lnTo>
                  <a:lnTo>
                    <a:pt x="5467" y="8453"/>
                  </a:lnTo>
                  <a:lnTo>
                    <a:pt x="5467" y="8537"/>
                  </a:lnTo>
                  <a:lnTo>
                    <a:pt x="5467" y="8537"/>
                  </a:lnTo>
                  <a:lnTo>
                    <a:pt x="4836" y="7612"/>
                  </a:lnTo>
                  <a:lnTo>
                    <a:pt x="4836" y="7612"/>
                  </a:lnTo>
                  <a:lnTo>
                    <a:pt x="4584" y="7485"/>
                  </a:lnTo>
                  <a:lnTo>
                    <a:pt x="4584" y="7485"/>
                  </a:lnTo>
                  <a:lnTo>
                    <a:pt x="4332" y="7317"/>
                  </a:lnTo>
                  <a:lnTo>
                    <a:pt x="4079" y="7149"/>
                  </a:lnTo>
                  <a:lnTo>
                    <a:pt x="3575" y="6729"/>
                  </a:lnTo>
                  <a:lnTo>
                    <a:pt x="3070" y="6308"/>
                  </a:lnTo>
                  <a:lnTo>
                    <a:pt x="2565" y="5887"/>
                  </a:lnTo>
                  <a:lnTo>
                    <a:pt x="2565" y="5887"/>
                  </a:lnTo>
                  <a:lnTo>
                    <a:pt x="2313" y="5677"/>
                  </a:lnTo>
                  <a:lnTo>
                    <a:pt x="2313" y="5677"/>
                  </a:lnTo>
                  <a:lnTo>
                    <a:pt x="1850" y="4205"/>
                  </a:lnTo>
                  <a:lnTo>
                    <a:pt x="1850" y="4205"/>
                  </a:lnTo>
                  <a:lnTo>
                    <a:pt x="1346" y="3785"/>
                  </a:lnTo>
                  <a:lnTo>
                    <a:pt x="1346" y="3785"/>
                  </a:lnTo>
                  <a:lnTo>
                    <a:pt x="1262" y="2902"/>
                  </a:lnTo>
                  <a:lnTo>
                    <a:pt x="1178" y="2061"/>
                  </a:lnTo>
                  <a:lnTo>
                    <a:pt x="925" y="421"/>
                  </a:lnTo>
                  <a:lnTo>
                    <a:pt x="925" y="421"/>
                  </a:lnTo>
                  <a:lnTo>
                    <a:pt x="883" y="168"/>
                  </a:lnTo>
                  <a:lnTo>
                    <a:pt x="757" y="42"/>
                  </a:lnTo>
                  <a:lnTo>
                    <a:pt x="757" y="42"/>
                  </a:lnTo>
                  <a:lnTo>
                    <a:pt x="715" y="0"/>
                  </a:lnTo>
                  <a:lnTo>
                    <a:pt x="715" y="0"/>
                  </a:lnTo>
                  <a:lnTo>
                    <a:pt x="715" y="0"/>
                  </a:lnTo>
                  <a:lnTo>
                    <a:pt x="71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3" name="Google Shape;5643;p67"/>
            <p:cNvSpPr/>
            <p:nvPr/>
          </p:nvSpPr>
          <p:spPr>
            <a:xfrm>
              <a:off x="997175" y="4495950"/>
              <a:ext cx="63100" cy="115675"/>
            </a:xfrm>
            <a:custGeom>
              <a:avLst/>
              <a:gdLst/>
              <a:ahLst/>
              <a:cxnLst/>
              <a:rect l="l" t="t" r="r" b="b"/>
              <a:pathLst>
                <a:path w="2524" h="4627" fill="none" extrusionOk="0">
                  <a:moveTo>
                    <a:pt x="2397" y="1"/>
                  </a:moveTo>
                  <a:lnTo>
                    <a:pt x="2397" y="1"/>
                  </a:lnTo>
                  <a:lnTo>
                    <a:pt x="2439" y="295"/>
                  </a:lnTo>
                  <a:lnTo>
                    <a:pt x="2439" y="295"/>
                  </a:lnTo>
                  <a:lnTo>
                    <a:pt x="2439" y="295"/>
                  </a:lnTo>
                  <a:lnTo>
                    <a:pt x="2439" y="295"/>
                  </a:lnTo>
                  <a:lnTo>
                    <a:pt x="2439" y="295"/>
                  </a:lnTo>
                  <a:lnTo>
                    <a:pt x="2439" y="295"/>
                  </a:lnTo>
                  <a:lnTo>
                    <a:pt x="2313" y="253"/>
                  </a:lnTo>
                  <a:lnTo>
                    <a:pt x="2313" y="253"/>
                  </a:lnTo>
                  <a:lnTo>
                    <a:pt x="2313" y="253"/>
                  </a:lnTo>
                  <a:lnTo>
                    <a:pt x="2313" y="253"/>
                  </a:lnTo>
                  <a:lnTo>
                    <a:pt x="2313" y="253"/>
                  </a:lnTo>
                  <a:lnTo>
                    <a:pt x="2313" y="253"/>
                  </a:lnTo>
                  <a:lnTo>
                    <a:pt x="2313" y="253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2187" y="295"/>
                  </a:lnTo>
                  <a:lnTo>
                    <a:pt x="1851" y="632"/>
                  </a:lnTo>
                  <a:lnTo>
                    <a:pt x="1472" y="1010"/>
                  </a:lnTo>
                  <a:lnTo>
                    <a:pt x="1094" y="1473"/>
                  </a:lnTo>
                  <a:lnTo>
                    <a:pt x="757" y="1977"/>
                  </a:lnTo>
                  <a:lnTo>
                    <a:pt x="463" y="2482"/>
                  </a:lnTo>
                  <a:lnTo>
                    <a:pt x="211" y="3029"/>
                  </a:lnTo>
                  <a:lnTo>
                    <a:pt x="42" y="3575"/>
                  </a:lnTo>
                  <a:lnTo>
                    <a:pt x="0" y="3828"/>
                  </a:lnTo>
                  <a:lnTo>
                    <a:pt x="0" y="4080"/>
                  </a:lnTo>
                  <a:lnTo>
                    <a:pt x="0" y="4080"/>
                  </a:lnTo>
                  <a:lnTo>
                    <a:pt x="42" y="4501"/>
                  </a:lnTo>
                  <a:lnTo>
                    <a:pt x="42" y="4501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84" y="4627"/>
                  </a:lnTo>
                  <a:lnTo>
                    <a:pt x="126" y="4627"/>
                  </a:lnTo>
                  <a:lnTo>
                    <a:pt x="126" y="4627"/>
                  </a:lnTo>
                  <a:lnTo>
                    <a:pt x="126" y="4627"/>
                  </a:lnTo>
                  <a:lnTo>
                    <a:pt x="126" y="4627"/>
                  </a:lnTo>
                  <a:lnTo>
                    <a:pt x="126" y="4627"/>
                  </a:lnTo>
                  <a:lnTo>
                    <a:pt x="126" y="4627"/>
                  </a:lnTo>
                  <a:lnTo>
                    <a:pt x="253" y="4416"/>
                  </a:lnTo>
                  <a:lnTo>
                    <a:pt x="337" y="4164"/>
                  </a:lnTo>
                  <a:lnTo>
                    <a:pt x="547" y="3617"/>
                  </a:lnTo>
                  <a:lnTo>
                    <a:pt x="673" y="3113"/>
                  </a:lnTo>
                  <a:lnTo>
                    <a:pt x="883" y="2608"/>
                  </a:lnTo>
                  <a:lnTo>
                    <a:pt x="883" y="2608"/>
                  </a:lnTo>
                  <a:lnTo>
                    <a:pt x="883" y="2566"/>
                  </a:lnTo>
                  <a:lnTo>
                    <a:pt x="883" y="2566"/>
                  </a:lnTo>
                  <a:lnTo>
                    <a:pt x="967" y="2482"/>
                  </a:lnTo>
                  <a:lnTo>
                    <a:pt x="967" y="2482"/>
                  </a:lnTo>
                  <a:lnTo>
                    <a:pt x="1262" y="2019"/>
                  </a:lnTo>
                  <a:lnTo>
                    <a:pt x="1556" y="1557"/>
                  </a:lnTo>
                  <a:lnTo>
                    <a:pt x="1893" y="1136"/>
                  </a:lnTo>
                  <a:lnTo>
                    <a:pt x="2271" y="758"/>
                  </a:lnTo>
                  <a:lnTo>
                    <a:pt x="2271" y="758"/>
                  </a:lnTo>
                  <a:lnTo>
                    <a:pt x="2439" y="506"/>
                  </a:lnTo>
                  <a:lnTo>
                    <a:pt x="2439" y="506"/>
                  </a:lnTo>
                  <a:lnTo>
                    <a:pt x="2523" y="337"/>
                  </a:lnTo>
                  <a:lnTo>
                    <a:pt x="2523" y="211"/>
                  </a:lnTo>
                  <a:lnTo>
                    <a:pt x="2481" y="127"/>
                  </a:lnTo>
                  <a:lnTo>
                    <a:pt x="239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4" name="Google Shape;5644;p67"/>
            <p:cNvSpPr/>
            <p:nvPr/>
          </p:nvSpPr>
          <p:spPr>
            <a:xfrm>
              <a:off x="577700" y="4467575"/>
              <a:ext cx="59950" cy="11600"/>
            </a:xfrm>
            <a:custGeom>
              <a:avLst/>
              <a:gdLst/>
              <a:ahLst/>
              <a:cxnLst/>
              <a:rect l="l" t="t" r="r" b="b"/>
              <a:pathLst>
                <a:path w="2398" h="464" fill="none" extrusionOk="0">
                  <a:moveTo>
                    <a:pt x="1808" y="0"/>
                  </a:moveTo>
                  <a:lnTo>
                    <a:pt x="1808" y="0"/>
                  </a:lnTo>
                  <a:lnTo>
                    <a:pt x="1808" y="0"/>
                  </a:lnTo>
                  <a:lnTo>
                    <a:pt x="1766" y="0"/>
                  </a:lnTo>
                  <a:lnTo>
                    <a:pt x="1766" y="0"/>
                  </a:lnTo>
                  <a:lnTo>
                    <a:pt x="1766" y="0"/>
                  </a:lnTo>
                  <a:lnTo>
                    <a:pt x="1766" y="0"/>
                  </a:lnTo>
                  <a:lnTo>
                    <a:pt x="883" y="85"/>
                  </a:lnTo>
                  <a:lnTo>
                    <a:pt x="0" y="295"/>
                  </a:lnTo>
                  <a:lnTo>
                    <a:pt x="0" y="295"/>
                  </a:lnTo>
                  <a:lnTo>
                    <a:pt x="0" y="337"/>
                  </a:lnTo>
                  <a:lnTo>
                    <a:pt x="42" y="379"/>
                  </a:lnTo>
                  <a:lnTo>
                    <a:pt x="126" y="463"/>
                  </a:lnTo>
                  <a:lnTo>
                    <a:pt x="126" y="463"/>
                  </a:lnTo>
                  <a:lnTo>
                    <a:pt x="631" y="379"/>
                  </a:lnTo>
                  <a:lnTo>
                    <a:pt x="1178" y="295"/>
                  </a:lnTo>
                  <a:lnTo>
                    <a:pt x="1178" y="295"/>
                  </a:lnTo>
                  <a:lnTo>
                    <a:pt x="1556" y="169"/>
                  </a:lnTo>
                  <a:lnTo>
                    <a:pt x="1556" y="169"/>
                  </a:lnTo>
                  <a:lnTo>
                    <a:pt x="2397" y="0"/>
                  </a:lnTo>
                  <a:lnTo>
                    <a:pt x="2397" y="0"/>
                  </a:lnTo>
                  <a:lnTo>
                    <a:pt x="2271" y="0"/>
                  </a:lnTo>
                  <a:lnTo>
                    <a:pt x="2271" y="0"/>
                  </a:lnTo>
                  <a:lnTo>
                    <a:pt x="2145" y="0"/>
                  </a:lnTo>
                  <a:lnTo>
                    <a:pt x="2145" y="0"/>
                  </a:lnTo>
                  <a:lnTo>
                    <a:pt x="2145" y="0"/>
                  </a:lnTo>
                  <a:lnTo>
                    <a:pt x="2145" y="0"/>
                  </a:lnTo>
                  <a:lnTo>
                    <a:pt x="2145" y="0"/>
                  </a:lnTo>
                  <a:lnTo>
                    <a:pt x="2061" y="0"/>
                  </a:lnTo>
                  <a:lnTo>
                    <a:pt x="2061" y="0"/>
                  </a:lnTo>
                  <a:lnTo>
                    <a:pt x="2019" y="0"/>
                  </a:lnTo>
                  <a:lnTo>
                    <a:pt x="2019" y="0"/>
                  </a:lnTo>
                  <a:lnTo>
                    <a:pt x="1808" y="0"/>
                  </a:lnTo>
                  <a:lnTo>
                    <a:pt x="180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5" name="Google Shape;5645;p67"/>
            <p:cNvSpPr/>
            <p:nvPr/>
          </p:nvSpPr>
          <p:spPr>
            <a:xfrm>
              <a:off x="944600" y="4387675"/>
              <a:ext cx="71525" cy="119875"/>
            </a:xfrm>
            <a:custGeom>
              <a:avLst/>
              <a:gdLst/>
              <a:ahLst/>
              <a:cxnLst/>
              <a:rect l="l" t="t" r="r" b="b"/>
              <a:pathLst>
                <a:path w="2861" h="4795" fill="none" extrusionOk="0">
                  <a:moveTo>
                    <a:pt x="2692" y="0"/>
                  </a:moveTo>
                  <a:lnTo>
                    <a:pt x="2692" y="0"/>
                  </a:lnTo>
                  <a:lnTo>
                    <a:pt x="2692" y="0"/>
                  </a:lnTo>
                  <a:lnTo>
                    <a:pt x="2692" y="0"/>
                  </a:lnTo>
                  <a:lnTo>
                    <a:pt x="2566" y="43"/>
                  </a:lnTo>
                  <a:lnTo>
                    <a:pt x="2566" y="43"/>
                  </a:lnTo>
                  <a:lnTo>
                    <a:pt x="2566" y="43"/>
                  </a:lnTo>
                  <a:lnTo>
                    <a:pt x="2566" y="43"/>
                  </a:lnTo>
                  <a:lnTo>
                    <a:pt x="2145" y="547"/>
                  </a:lnTo>
                  <a:lnTo>
                    <a:pt x="1725" y="1052"/>
                  </a:lnTo>
                  <a:lnTo>
                    <a:pt x="1346" y="1598"/>
                  </a:lnTo>
                  <a:lnTo>
                    <a:pt x="1010" y="2187"/>
                  </a:lnTo>
                  <a:lnTo>
                    <a:pt x="716" y="2776"/>
                  </a:lnTo>
                  <a:lnTo>
                    <a:pt x="463" y="3365"/>
                  </a:lnTo>
                  <a:lnTo>
                    <a:pt x="211" y="3995"/>
                  </a:lnTo>
                  <a:lnTo>
                    <a:pt x="1" y="4626"/>
                  </a:lnTo>
                  <a:lnTo>
                    <a:pt x="1" y="4626"/>
                  </a:lnTo>
                  <a:lnTo>
                    <a:pt x="127" y="4794"/>
                  </a:lnTo>
                  <a:lnTo>
                    <a:pt x="127" y="4794"/>
                  </a:lnTo>
                  <a:lnTo>
                    <a:pt x="379" y="4164"/>
                  </a:lnTo>
                  <a:lnTo>
                    <a:pt x="673" y="3533"/>
                  </a:lnTo>
                  <a:lnTo>
                    <a:pt x="968" y="2986"/>
                  </a:lnTo>
                  <a:lnTo>
                    <a:pt x="1262" y="2397"/>
                  </a:lnTo>
                  <a:lnTo>
                    <a:pt x="1599" y="1851"/>
                  </a:lnTo>
                  <a:lnTo>
                    <a:pt x="1977" y="1304"/>
                  </a:lnTo>
                  <a:lnTo>
                    <a:pt x="2398" y="799"/>
                  </a:lnTo>
                  <a:lnTo>
                    <a:pt x="2818" y="253"/>
                  </a:lnTo>
                  <a:lnTo>
                    <a:pt x="2818" y="253"/>
                  </a:lnTo>
                  <a:lnTo>
                    <a:pt x="2860" y="169"/>
                  </a:lnTo>
                  <a:lnTo>
                    <a:pt x="2860" y="169"/>
                  </a:lnTo>
                  <a:lnTo>
                    <a:pt x="2860" y="127"/>
                  </a:lnTo>
                  <a:lnTo>
                    <a:pt x="2860" y="127"/>
                  </a:lnTo>
                  <a:lnTo>
                    <a:pt x="2860" y="127"/>
                  </a:lnTo>
                  <a:lnTo>
                    <a:pt x="2860" y="127"/>
                  </a:lnTo>
                  <a:lnTo>
                    <a:pt x="2818" y="43"/>
                  </a:lnTo>
                  <a:lnTo>
                    <a:pt x="2692" y="0"/>
                  </a:lnTo>
                  <a:lnTo>
                    <a:pt x="2692" y="0"/>
                  </a:lnTo>
                  <a:lnTo>
                    <a:pt x="2692" y="0"/>
                  </a:lnTo>
                  <a:lnTo>
                    <a:pt x="26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6" name="Google Shape;5646;p67"/>
            <p:cNvSpPr/>
            <p:nvPr/>
          </p:nvSpPr>
          <p:spPr>
            <a:xfrm>
              <a:off x="531425" y="4378200"/>
              <a:ext cx="5300" cy="13700"/>
            </a:xfrm>
            <a:custGeom>
              <a:avLst/>
              <a:gdLst/>
              <a:ahLst/>
              <a:cxnLst/>
              <a:rect l="l" t="t" r="r" b="b"/>
              <a:pathLst>
                <a:path w="212" h="548" fill="none" extrusionOk="0">
                  <a:moveTo>
                    <a:pt x="43" y="1"/>
                  </a:moveTo>
                  <a:lnTo>
                    <a:pt x="43" y="1"/>
                  </a:lnTo>
                  <a:lnTo>
                    <a:pt x="1" y="127"/>
                  </a:lnTo>
                  <a:lnTo>
                    <a:pt x="43" y="295"/>
                  </a:lnTo>
                  <a:lnTo>
                    <a:pt x="85" y="422"/>
                  </a:lnTo>
                  <a:lnTo>
                    <a:pt x="211" y="548"/>
                  </a:lnTo>
                  <a:lnTo>
                    <a:pt x="211" y="548"/>
                  </a:lnTo>
                  <a:lnTo>
                    <a:pt x="4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7" name="Google Shape;5647;p67"/>
            <p:cNvSpPr/>
            <p:nvPr/>
          </p:nvSpPr>
          <p:spPr>
            <a:xfrm>
              <a:off x="738550" y="4375050"/>
              <a:ext cx="51525" cy="165100"/>
            </a:xfrm>
            <a:custGeom>
              <a:avLst/>
              <a:gdLst/>
              <a:ahLst/>
              <a:cxnLst/>
              <a:rect l="l" t="t" r="r" b="b"/>
              <a:pathLst>
                <a:path w="2061" h="6604" fill="none" extrusionOk="0">
                  <a:moveTo>
                    <a:pt x="210" y="1"/>
                  </a:moveTo>
                  <a:lnTo>
                    <a:pt x="210" y="1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84" y="968"/>
                  </a:lnTo>
                  <a:lnTo>
                    <a:pt x="168" y="1893"/>
                  </a:lnTo>
                  <a:lnTo>
                    <a:pt x="337" y="2818"/>
                  </a:lnTo>
                  <a:lnTo>
                    <a:pt x="547" y="3744"/>
                  </a:lnTo>
                  <a:lnTo>
                    <a:pt x="547" y="3744"/>
                  </a:lnTo>
                  <a:lnTo>
                    <a:pt x="715" y="4122"/>
                  </a:lnTo>
                  <a:lnTo>
                    <a:pt x="1009" y="4795"/>
                  </a:lnTo>
                  <a:lnTo>
                    <a:pt x="1304" y="5552"/>
                  </a:lnTo>
                  <a:lnTo>
                    <a:pt x="1556" y="6267"/>
                  </a:lnTo>
                  <a:lnTo>
                    <a:pt x="1556" y="6267"/>
                  </a:lnTo>
                  <a:lnTo>
                    <a:pt x="2061" y="6603"/>
                  </a:lnTo>
                  <a:lnTo>
                    <a:pt x="2061" y="6603"/>
                  </a:lnTo>
                  <a:lnTo>
                    <a:pt x="1682" y="5804"/>
                  </a:lnTo>
                  <a:lnTo>
                    <a:pt x="1388" y="5047"/>
                  </a:lnTo>
                  <a:lnTo>
                    <a:pt x="1094" y="4206"/>
                  </a:lnTo>
                  <a:lnTo>
                    <a:pt x="883" y="3407"/>
                  </a:lnTo>
                  <a:lnTo>
                    <a:pt x="673" y="2566"/>
                  </a:lnTo>
                  <a:lnTo>
                    <a:pt x="547" y="1725"/>
                  </a:lnTo>
                  <a:lnTo>
                    <a:pt x="421" y="884"/>
                  </a:lnTo>
                  <a:lnTo>
                    <a:pt x="337" y="1"/>
                  </a:lnTo>
                  <a:lnTo>
                    <a:pt x="337" y="1"/>
                  </a:lnTo>
                  <a:lnTo>
                    <a:pt x="21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8" name="Google Shape;5648;p67"/>
            <p:cNvSpPr/>
            <p:nvPr/>
          </p:nvSpPr>
          <p:spPr>
            <a:xfrm>
              <a:off x="538800" y="4345625"/>
              <a:ext cx="144050" cy="128275"/>
            </a:xfrm>
            <a:custGeom>
              <a:avLst/>
              <a:gdLst/>
              <a:ahLst/>
              <a:cxnLst/>
              <a:rect l="l" t="t" r="r" b="b"/>
              <a:pathLst>
                <a:path w="5762" h="5131" fill="none" extrusionOk="0">
                  <a:moveTo>
                    <a:pt x="3575" y="0"/>
                  </a:moveTo>
                  <a:lnTo>
                    <a:pt x="3575" y="0"/>
                  </a:lnTo>
                  <a:lnTo>
                    <a:pt x="3448" y="42"/>
                  </a:lnTo>
                  <a:lnTo>
                    <a:pt x="3322" y="84"/>
                  </a:lnTo>
                  <a:lnTo>
                    <a:pt x="3196" y="169"/>
                  </a:lnTo>
                  <a:lnTo>
                    <a:pt x="3112" y="253"/>
                  </a:lnTo>
                  <a:lnTo>
                    <a:pt x="3112" y="253"/>
                  </a:lnTo>
                  <a:lnTo>
                    <a:pt x="3364" y="1220"/>
                  </a:lnTo>
                  <a:lnTo>
                    <a:pt x="3617" y="2145"/>
                  </a:lnTo>
                  <a:lnTo>
                    <a:pt x="3953" y="3070"/>
                  </a:lnTo>
                  <a:lnTo>
                    <a:pt x="4290" y="3953"/>
                  </a:lnTo>
                  <a:lnTo>
                    <a:pt x="4290" y="3953"/>
                  </a:lnTo>
                  <a:lnTo>
                    <a:pt x="4416" y="4206"/>
                  </a:lnTo>
                  <a:lnTo>
                    <a:pt x="4416" y="4206"/>
                  </a:lnTo>
                  <a:lnTo>
                    <a:pt x="4416" y="4206"/>
                  </a:lnTo>
                  <a:lnTo>
                    <a:pt x="3322" y="3407"/>
                  </a:lnTo>
                  <a:lnTo>
                    <a:pt x="2229" y="2608"/>
                  </a:lnTo>
                  <a:lnTo>
                    <a:pt x="1136" y="1767"/>
                  </a:lnTo>
                  <a:lnTo>
                    <a:pt x="84" y="883"/>
                  </a:lnTo>
                  <a:lnTo>
                    <a:pt x="84" y="883"/>
                  </a:lnTo>
                  <a:lnTo>
                    <a:pt x="0" y="968"/>
                  </a:lnTo>
                  <a:lnTo>
                    <a:pt x="0" y="968"/>
                  </a:lnTo>
                  <a:lnTo>
                    <a:pt x="673" y="1598"/>
                  </a:lnTo>
                  <a:lnTo>
                    <a:pt x="1346" y="2229"/>
                  </a:lnTo>
                  <a:lnTo>
                    <a:pt x="2818" y="3449"/>
                  </a:lnTo>
                  <a:lnTo>
                    <a:pt x="2818" y="3449"/>
                  </a:lnTo>
                  <a:lnTo>
                    <a:pt x="3785" y="3995"/>
                  </a:lnTo>
                  <a:lnTo>
                    <a:pt x="3785" y="3995"/>
                  </a:lnTo>
                  <a:lnTo>
                    <a:pt x="3575" y="4037"/>
                  </a:lnTo>
                  <a:lnTo>
                    <a:pt x="3575" y="4037"/>
                  </a:lnTo>
                  <a:lnTo>
                    <a:pt x="4542" y="4794"/>
                  </a:lnTo>
                  <a:lnTo>
                    <a:pt x="4542" y="4794"/>
                  </a:lnTo>
                  <a:lnTo>
                    <a:pt x="4542" y="4794"/>
                  </a:lnTo>
                  <a:lnTo>
                    <a:pt x="4500" y="4836"/>
                  </a:lnTo>
                  <a:lnTo>
                    <a:pt x="4500" y="4836"/>
                  </a:lnTo>
                  <a:lnTo>
                    <a:pt x="5004" y="4794"/>
                  </a:lnTo>
                  <a:lnTo>
                    <a:pt x="5004" y="4794"/>
                  </a:lnTo>
                  <a:lnTo>
                    <a:pt x="5131" y="4752"/>
                  </a:lnTo>
                  <a:lnTo>
                    <a:pt x="5131" y="4752"/>
                  </a:lnTo>
                  <a:lnTo>
                    <a:pt x="5761" y="5131"/>
                  </a:lnTo>
                  <a:lnTo>
                    <a:pt x="5761" y="5131"/>
                  </a:lnTo>
                  <a:lnTo>
                    <a:pt x="4836" y="4500"/>
                  </a:lnTo>
                  <a:lnTo>
                    <a:pt x="4836" y="4500"/>
                  </a:lnTo>
                  <a:lnTo>
                    <a:pt x="4416" y="3449"/>
                  </a:lnTo>
                  <a:lnTo>
                    <a:pt x="4037" y="2397"/>
                  </a:lnTo>
                  <a:lnTo>
                    <a:pt x="3701" y="1304"/>
                  </a:lnTo>
                  <a:lnTo>
                    <a:pt x="3406" y="253"/>
                  </a:lnTo>
                  <a:lnTo>
                    <a:pt x="3406" y="253"/>
                  </a:lnTo>
                  <a:lnTo>
                    <a:pt x="3406" y="253"/>
                  </a:lnTo>
                  <a:lnTo>
                    <a:pt x="4037" y="337"/>
                  </a:lnTo>
                  <a:lnTo>
                    <a:pt x="4037" y="337"/>
                  </a:lnTo>
                  <a:lnTo>
                    <a:pt x="3953" y="211"/>
                  </a:lnTo>
                  <a:lnTo>
                    <a:pt x="3869" y="84"/>
                  </a:lnTo>
                  <a:lnTo>
                    <a:pt x="3701" y="42"/>
                  </a:lnTo>
                  <a:lnTo>
                    <a:pt x="357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9" name="Google Shape;5649;p67"/>
            <p:cNvSpPr/>
            <p:nvPr/>
          </p:nvSpPr>
          <p:spPr>
            <a:xfrm>
              <a:off x="843675" y="4274125"/>
              <a:ext cx="7375" cy="13700"/>
            </a:xfrm>
            <a:custGeom>
              <a:avLst/>
              <a:gdLst/>
              <a:ahLst/>
              <a:cxnLst/>
              <a:rect l="l" t="t" r="r" b="b"/>
              <a:pathLst>
                <a:path w="295" h="548" fill="none" extrusionOk="0">
                  <a:moveTo>
                    <a:pt x="295" y="1"/>
                  </a:moveTo>
                  <a:lnTo>
                    <a:pt x="295" y="1"/>
                  </a:lnTo>
                  <a:lnTo>
                    <a:pt x="169" y="85"/>
                  </a:lnTo>
                  <a:lnTo>
                    <a:pt x="85" y="211"/>
                  </a:lnTo>
                  <a:lnTo>
                    <a:pt x="1" y="379"/>
                  </a:lnTo>
                  <a:lnTo>
                    <a:pt x="43" y="547"/>
                  </a:lnTo>
                  <a:lnTo>
                    <a:pt x="43" y="547"/>
                  </a:lnTo>
                  <a:lnTo>
                    <a:pt x="29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0" name="Google Shape;5650;p67"/>
            <p:cNvSpPr/>
            <p:nvPr/>
          </p:nvSpPr>
          <p:spPr>
            <a:xfrm>
              <a:off x="797425" y="4179500"/>
              <a:ext cx="175600" cy="317525"/>
            </a:xfrm>
            <a:custGeom>
              <a:avLst/>
              <a:gdLst/>
              <a:ahLst/>
              <a:cxnLst/>
              <a:rect l="l" t="t" r="r" b="b"/>
              <a:pathLst>
                <a:path w="7024" h="12701" fill="none" extrusionOk="0">
                  <a:moveTo>
                    <a:pt x="4626" y="1"/>
                  </a:moveTo>
                  <a:lnTo>
                    <a:pt x="4626" y="1"/>
                  </a:lnTo>
                  <a:lnTo>
                    <a:pt x="4500" y="43"/>
                  </a:lnTo>
                  <a:lnTo>
                    <a:pt x="4374" y="169"/>
                  </a:lnTo>
                  <a:lnTo>
                    <a:pt x="4374" y="169"/>
                  </a:lnTo>
                  <a:lnTo>
                    <a:pt x="4374" y="1305"/>
                  </a:lnTo>
                  <a:lnTo>
                    <a:pt x="4374" y="1305"/>
                  </a:lnTo>
                  <a:lnTo>
                    <a:pt x="4500" y="3660"/>
                  </a:lnTo>
                  <a:lnTo>
                    <a:pt x="4752" y="6057"/>
                  </a:lnTo>
                  <a:lnTo>
                    <a:pt x="4752" y="6057"/>
                  </a:lnTo>
                  <a:lnTo>
                    <a:pt x="4458" y="5720"/>
                  </a:lnTo>
                  <a:lnTo>
                    <a:pt x="4458" y="5720"/>
                  </a:lnTo>
                  <a:lnTo>
                    <a:pt x="4584" y="7108"/>
                  </a:lnTo>
                  <a:lnTo>
                    <a:pt x="4584" y="7108"/>
                  </a:lnTo>
                  <a:lnTo>
                    <a:pt x="4584" y="7108"/>
                  </a:lnTo>
                  <a:lnTo>
                    <a:pt x="4374" y="6687"/>
                  </a:lnTo>
                  <a:lnTo>
                    <a:pt x="4121" y="6267"/>
                  </a:lnTo>
                  <a:lnTo>
                    <a:pt x="3827" y="5888"/>
                  </a:lnTo>
                  <a:lnTo>
                    <a:pt x="3491" y="5552"/>
                  </a:lnTo>
                  <a:lnTo>
                    <a:pt x="3154" y="5173"/>
                  </a:lnTo>
                  <a:lnTo>
                    <a:pt x="2818" y="4879"/>
                  </a:lnTo>
                  <a:lnTo>
                    <a:pt x="2397" y="4585"/>
                  </a:lnTo>
                  <a:lnTo>
                    <a:pt x="1977" y="4332"/>
                  </a:lnTo>
                  <a:lnTo>
                    <a:pt x="1977" y="4332"/>
                  </a:lnTo>
                  <a:lnTo>
                    <a:pt x="1977" y="4332"/>
                  </a:lnTo>
                  <a:lnTo>
                    <a:pt x="1977" y="4332"/>
                  </a:lnTo>
                  <a:lnTo>
                    <a:pt x="1977" y="4332"/>
                  </a:lnTo>
                  <a:lnTo>
                    <a:pt x="1977" y="4332"/>
                  </a:lnTo>
                  <a:lnTo>
                    <a:pt x="1977" y="4332"/>
                  </a:lnTo>
                  <a:lnTo>
                    <a:pt x="1977" y="4332"/>
                  </a:lnTo>
                  <a:lnTo>
                    <a:pt x="1935" y="4332"/>
                  </a:lnTo>
                  <a:lnTo>
                    <a:pt x="1935" y="4332"/>
                  </a:lnTo>
                  <a:lnTo>
                    <a:pt x="1935" y="4332"/>
                  </a:lnTo>
                  <a:lnTo>
                    <a:pt x="1935" y="4332"/>
                  </a:lnTo>
                  <a:lnTo>
                    <a:pt x="1935" y="4332"/>
                  </a:lnTo>
                  <a:lnTo>
                    <a:pt x="1935" y="4332"/>
                  </a:lnTo>
                  <a:lnTo>
                    <a:pt x="1935" y="4332"/>
                  </a:lnTo>
                  <a:lnTo>
                    <a:pt x="1893" y="4332"/>
                  </a:lnTo>
                  <a:lnTo>
                    <a:pt x="1893" y="4332"/>
                  </a:lnTo>
                  <a:lnTo>
                    <a:pt x="1935" y="4459"/>
                  </a:lnTo>
                  <a:lnTo>
                    <a:pt x="1977" y="4543"/>
                  </a:lnTo>
                  <a:lnTo>
                    <a:pt x="1977" y="4543"/>
                  </a:lnTo>
                  <a:lnTo>
                    <a:pt x="2187" y="4753"/>
                  </a:lnTo>
                  <a:lnTo>
                    <a:pt x="2187" y="4753"/>
                  </a:lnTo>
                  <a:lnTo>
                    <a:pt x="2650" y="5131"/>
                  </a:lnTo>
                  <a:lnTo>
                    <a:pt x="3070" y="5510"/>
                  </a:lnTo>
                  <a:lnTo>
                    <a:pt x="3070" y="5510"/>
                  </a:lnTo>
                  <a:lnTo>
                    <a:pt x="3617" y="6057"/>
                  </a:lnTo>
                  <a:lnTo>
                    <a:pt x="3617" y="6057"/>
                  </a:lnTo>
                  <a:lnTo>
                    <a:pt x="3911" y="6393"/>
                  </a:lnTo>
                  <a:lnTo>
                    <a:pt x="4205" y="6771"/>
                  </a:lnTo>
                  <a:lnTo>
                    <a:pt x="4542" y="7150"/>
                  </a:lnTo>
                  <a:lnTo>
                    <a:pt x="4710" y="7318"/>
                  </a:lnTo>
                  <a:lnTo>
                    <a:pt x="4878" y="7444"/>
                  </a:lnTo>
                  <a:lnTo>
                    <a:pt x="4878" y="7444"/>
                  </a:lnTo>
                  <a:lnTo>
                    <a:pt x="5173" y="9841"/>
                  </a:lnTo>
                  <a:lnTo>
                    <a:pt x="5173" y="9841"/>
                  </a:lnTo>
                  <a:lnTo>
                    <a:pt x="4836" y="9505"/>
                  </a:lnTo>
                  <a:lnTo>
                    <a:pt x="4836" y="9505"/>
                  </a:lnTo>
                  <a:lnTo>
                    <a:pt x="5047" y="10809"/>
                  </a:lnTo>
                  <a:lnTo>
                    <a:pt x="5215" y="12070"/>
                  </a:lnTo>
                  <a:lnTo>
                    <a:pt x="5215" y="12070"/>
                  </a:lnTo>
                  <a:lnTo>
                    <a:pt x="5215" y="12070"/>
                  </a:lnTo>
                  <a:lnTo>
                    <a:pt x="4668" y="11355"/>
                  </a:lnTo>
                  <a:lnTo>
                    <a:pt x="4037" y="10640"/>
                  </a:lnTo>
                  <a:lnTo>
                    <a:pt x="3364" y="10010"/>
                  </a:lnTo>
                  <a:lnTo>
                    <a:pt x="2607" y="9421"/>
                  </a:lnTo>
                  <a:lnTo>
                    <a:pt x="2607" y="9421"/>
                  </a:lnTo>
                  <a:lnTo>
                    <a:pt x="2019" y="9000"/>
                  </a:lnTo>
                  <a:lnTo>
                    <a:pt x="1388" y="8622"/>
                  </a:lnTo>
                  <a:lnTo>
                    <a:pt x="757" y="8285"/>
                  </a:lnTo>
                  <a:lnTo>
                    <a:pt x="84" y="7991"/>
                  </a:lnTo>
                  <a:lnTo>
                    <a:pt x="84" y="7991"/>
                  </a:lnTo>
                  <a:lnTo>
                    <a:pt x="84" y="7991"/>
                  </a:lnTo>
                  <a:lnTo>
                    <a:pt x="589" y="6982"/>
                  </a:lnTo>
                  <a:lnTo>
                    <a:pt x="589" y="6982"/>
                  </a:lnTo>
                  <a:lnTo>
                    <a:pt x="379" y="7066"/>
                  </a:lnTo>
                  <a:lnTo>
                    <a:pt x="210" y="7234"/>
                  </a:lnTo>
                  <a:lnTo>
                    <a:pt x="84" y="7402"/>
                  </a:lnTo>
                  <a:lnTo>
                    <a:pt x="0" y="7613"/>
                  </a:lnTo>
                  <a:lnTo>
                    <a:pt x="0" y="7823"/>
                  </a:lnTo>
                  <a:lnTo>
                    <a:pt x="42" y="8033"/>
                  </a:lnTo>
                  <a:lnTo>
                    <a:pt x="168" y="8201"/>
                  </a:lnTo>
                  <a:lnTo>
                    <a:pt x="379" y="8370"/>
                  </a:lnTo>
                  <a:lnTo>
                    <a:pt x="379" y="8370"/>
                  </a:lnTo>
                  <a:lnTo>
                    <a:pt x="1136" y="8748"/>
                  </a:lnTo>
                  <a:lnTo>
                    <a:pt x="1893" y="9169"/>
                  </a:lnTo>
                  <a:lnTo>
                    <a:pt x="2607" y="9673"/>
                  </a:lnTo>
                  <a:lnTo>
                    <a:pt x="3280" y="10178"/>
                  </a:lnTo>
                  <a:lnTo>
                    <a:pt x="3953" y="10767"/>
                  </a:lnTo>
                  <a:lnTo>
                    <a:pt x="4584" y="11355"/>
                  </a:lnTo>
                  <a:lnTo>
                    <a:pt x="5173" y="12028"/>
                  </a:lnTo>
                  <a:lnTo>
                    <a:pt x="5719" y="12701"/>
                  </a:lnTo>
                  <a:lnTo>
                    <a:pt x="5719" y="12701"/>
                  </a:lnTo>
                  <a:lnTo>
                    <a:pt x="5383" y="10094"/>
                  </a:lnTo>
                  <a:lnTo>
                    <a:pt x="5131" y="7486"/>
                  </a:lnTo>
                  <a:lnTo>
                    <a:pt x="5131" y="7486"/>
                  </a:lnTo>
                  <a:lnTo>
                    <a:pt x="5131" y="7486"/>
                  </a:lnTo>
                  <a:lnTo>
                    <a:pt x="5467" y="6729"/>
                  </a:lnTo>
                  <a:lnTo>
                    <a:pt x="5930" y="6015"/>
                  </a:lnTo>
                  <a:lnTo>
                    <a:pt x="6434" y="5342"/>
                  </a:lnTo>
                  <a:lnTo>
                    <a:pt x="7023" y="4711"/>
                  </a:lnTo>
                  <a:lnTo>
                    <a:pt x="7023" y="4711"/>
                  </a:lnTo>
                  <a:lnTo>
                    <a:pt x="7023" y="4711"/>
                  </a:lnTo>
                  <a:lnTo>
                    <a:pt x="7023" y="4711"/>
                  </a:lnTo>
                  <a:lnTo>
                    <a:pt x="6939" y="4585"/>
                  </a:lnTo>
                  <a:lnTo>
                    <a:pt x="6771" y="4501"/>
                  </a:lnTo>
                  <a:lnTo>
                    <a:pt x="6771" y="4501"/>
                  </a:lnTo>
                  <a:lnTo>
                    <a:pt x="6266" y="5005"/>
                  </a:lnTo>
                  <a:lnTo>
                    <a:pt x="5803" y="5594"/>
                  </a:lnTo>
                  <a:lnTo>
                    <a:pt x="5425" y="6183"/>
                  </a:lnTo>
                  <a:lnTo>
                    <a:pt x="5047" y="6814"/>
                  </a:lnTo>
                  <a:lnTo>
                    <a:pt x="5047" y="6814"/>
                  </a:lnTo>
                  <a:lnTo>
                    <a:pt x="4836" y="3449"/>
                  </a:lnTo>
                  <a:lnTo>
                    <a:pt x="462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B898D8D9-39EC-9720-938F-1329117CA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621" y="733544"/>
            <a:ext cx="1394181" cy="2488588"/>
          </a:xfrm>
          <a:prstGeom prst="rect">
            <a:avLst/>
          </a:prstGeom>
        </p:spPr>
      </p:pic>
      <p:sp>
        <p:nvSpPr>
          <p:cNvPr id="5546" name="Google Shape;5546;p67"/>
          <p:cNvSpPr/>
          <p:nvPr/>
        </p:nvSpPr>
        <p:spPr>
          <a:xfrm>
            <a:off x="5450503" y="484894"/>
            <a:ext cx="1472789" cy="3057296"/>
          </a:xfrm>
          <a:custGeom>
            <a:avLst/>
            <a:gdLst/>
            <a:ahLst/>
            <a:cxnLst/>
            <a:rect l="l" t="t" r="r" b="b"/>
            <a:pathLst>
              <a:path w="61960" h="122466" extrusionOk="0">
                <a:moveTo>
                  <a:pt x="52217" y="0"/>
                </a:moveTo>
                <a:lnTo>
                  <a:pt x="9743" y="0"/>
                </a:lnTo>
                <a:lnTo>
                  <a:pt x="9743" y="0"/>
                </a:lnTo>
                <a:lnTo>
                  <a:pt x="8803" y="0"/>
                </a:lnTo>
                <a:lnTo>
                  <a:pt x="7778" y="171"/>
                </a:lnTo>
                <a:lnTo>
                  <a:pt x="6838" y="427"/>
                </a:lnTo>
                <a:lnTo>
                  <a:pt x="5983" y="769"/>
                </a:lnTo>
                <a:lnTo>
                  <a:pt x="5129" y="1111"/>
                </a:lnTo>
                <a:lnTo>
                  <a:pt x="4359" y="1624"/>
                </a:lnTo>
                <a:lnTo>
                  <a:pt x="3590" y="2222"/>
                </a:lnTo>
                <a:lnTo>
                  <a:pt x="2907" y="2820"/>
                </a:lnTo>
                <a:lnTo>
                  <a:pt x="2223" y="3504"/>
                </a:lnTo>
                <a:lnTo>
                  <a:pt x="1710" y="4273"/>
                </a:lnTo>
                <a:lnTo>
                  <a:pt x="1197" y="5042"/>
                </a:lnTo>
                <a:lnTo>
                  <a:pt x="770" y="5897"/>
                </a:lnTo>
                <a:lnTo>
                  <a:pt x="514" y="6837"/>
                </a:lnTo>
                <a:lnTo>
                  <a:pt x="257" y="7777"/>
                </a:lnTo>
                <a:lnTo>
                  <a:pt x="86" y="8717"/>
                </a:lnTo>
                <a:lnTo>
                  <a:pt x="1" y="9743"/>
                </a:lnTo>
                <a:lnTo>
                  <a:pt x="1" y="112723"/>
                </a:lnTo>
                <a:lnTo>
                  <a:pt x="1" y="112723"/>
                </a:lnTo>
                <a:lnTo>
                  <a:pt x="86" y="113748"/>
                </a:lnTo>
                <a:lnTo>
                  <a:pt x="257" y="114688"/>
                </a:lnTo>
                <a:lnTo>
                  <a:pt x="514" y="115629"/>
                </a:lnTo>
                <a:lnTo>
                  <a:pt x="770" y="116569"/>
                </a:lnTo>
                <a:lnTo>
                  <a:pt x="1197" y="117423"/>
                </a:lnTo>
                <a:lnTo>
                  <a:pt x="1710" y="118192"/>
                </a:lnTo>
                <a:lnTo>
                  <a:pt x="2223" y="118962"/>
                </a:lnTo>
                <a:lnTo>
                  <a:pt x="2907" y="119645"/>
                </a:lnTo>
                <a:lnTo>
                  <a:pt x="3590" y="120243"/>
                </a:lnTo>
                <a:lnTo>
                  <a:pt x="4359" y="120842"/>
                </a:lnTo>
                <a:lnTo>
                  <a:pt x="5129" y="121354"/>
                </a:lnTo>
                <a:lnTo>
                  <a:pt x="5983" y="121696"/>
                </a:lnTo>
                <a:lnTo>
                  <a:pt x="6838" y="122038"/>
                </a:lnTo>
                <a:lnTo>
                  <a:pt x="7778" y="122294"/>
                </a:lnTo>
                <a:lnTo>
                  <a:pt x="8803" y="122465"/>
                </a:lnTo>
                <a:lnTo>
                  <a:pt x="9743" y="122465"/>
                </a:lnTo>
                <a:lnTo>
                  <a:pt x="52217" y="122465"/>
                </a:lnTo>
                <a:lnTo>
                  <a:pt x="52217" y="122465"/>
                </a:lnTo>
                <a:lnTo>
                  <a:pt x="53243" y="122465"/>
                </a:lnTo>
                <a:lnTo>
                  <a:pt x="54183" y="122294"/>
                </a:lnTo>
                <a:lnTo>
                  <a:pt x="55123" y="122038"/>
                </a:lnTo>
                <a:lnTo>
                  <a:pt x="55978" y="121696"/>
                </a:lnTo>
                <a:lnTo>
                  <a:pt x="56832" y="121354"/>
                </a:lnTo>
                <a:lnTo>
                  <a:pt x="57687" y="120842"/>
                </a:lnTo>
                <a:lnTo>
                  <a:pt x="58371" y="120243"/>
                </a:lnTo>
                <a:lnTo>
                  <a:pt x="59054" y="119645"/>
                </a:lnTo>
                <a:lnTo>
                  <a:pt x="59738" y="118962"/>
                </a:lnTo>
                <a:lnTo>
                  <a:pt x="60251" y="118192"/>
                </a:lnTo>
                <a:lnTo>
                  <a:pt x="60764" y="117423"/>
                </a:lnTo>
                <a:lnTo>
                  <a:pt x="61191" y="116569"/>
                </a:lnTo>
                <a:lnTo>
                  <a:pt x="61533" y="115629"/>
                </a:lnTo>
                <a:lnTo>
                  <a:pt x="61704" y="114688"/>
                </a:lnTo>
                <a:lnTo>
                  <a:pt x="61875" y="113748"/>
                </a:lnTo>
                <a:lnTo>
                  <a:pt x="61960" y="112723"/>
                </a:lnTo>
                <a:lnTo>
                  <a:pt x="61960" y="9743"/>
                </a:lnTo>
                <a:lnTo>
                  <a:pt x="61960" y="9743"/>
                </a:lnTo>
                <a:lnTo>
                  <a:pt x="61875" y="8717"/>
                </a:lnTo>
                <a:lnTo>
                  <a:pt x="61704" y="7777"/>
                </a:lnTo>
                <a:lnTo>
                  <a:pt x="61533" y="6837"/>
                </a:lnTo>
                <a:lnTo>
                  <a:pt x="61191" y="5897"/>
                </a:lnTo>
                <a:lnTo>
                  <a:pt x="60764" y="5042"/>
                </a:lnTo>
                <a:lnTo>
                  <a:pt x="60251" y="4273"/>
                </a:lnTo>
                <a:lnTo>
                  <a:pt x="59738" y="3504"/>
                </a:lnTo>
                <a:lnTo>
                  <a:pt x="59054" y="2820"/>
                </a:lnTo>
                <a:lnTo>
                  <a:pt x="58371" y="2222"/>
                </a:lnTo>
                <a:lnTo>
                  <a:pt x="57687" y="1624"/>
                </a:lnTo>
                <a:lnTo>
                  <a:pt x="56832" y="1111"/>
                </a:lnTo>
                <a:lnTo>
                  <a:pt x="55978" y="769"/>
                </a:lnTo>
                <a:lnTo>
                  <a:pt x="55123" y="427"/>
                </a:lnTo>
                <a:lnTo>
                  <a:pt x="54183" y="171"/>
                </a:lnTo>
                <a:lnTo>
                  <a:pt x="53243" y="0"/>
                </a:lnTo>
                <a:lnTo>
                  <a:pt x="52217" y="0"/>
                </a:lnTo>
                <a:lnTo>
                  <a:pt x="52217" y="0"/>
                </a:lnTo>
                <a:close/>
                <a:moveTo>
                  <a:pt x="24870" y="5042"/>
                </a:moveTo>
                <a:lnTo>
                  <a:pt x="24870" y="5042"/>
                </a:lnTo>
                <a:lnTo>
                  <a:pt x="24955" y="5042"/>
                </a:lnTo>
                <a:lnTo>
                  <a:pt x="37176" y="5042"/>
                </a:lnTo>
                <a:lnTo>
                  <a:pt x="37176" y="5042"/>
                </a:lnTo>
                <a:lnTo>
                  <a:pt x="37433" y="5042"/>
                </a:lnTo>
                <a:lnTo>
                  <a:pt x="37689" y="5213"/>
                </a:lnTo>
                <a:lnTo>
                  <a:pt x="37860" y="5469"/>
                </a:lnTo>
                <a:lnTo>
                  <a:pt x="37946" y="5811"/>
                </a:lnTo>
                <a:lnTo>
                  <a:pt x="37946" y="5811"/>
                </a:lnTo>
                <a:lnTo>
                  <a:pt x="37860" y="6068"/>
                </a:lnTo>
                <a:lnTo>
                  <a:pt x="37689" y="6324"/>
                </a:lnTo>
                <a:lnTo>
                  <a:pt x="37433" y="6495"/>
                </a:lnTo>
                <a:lnTo>
                  <a:pt x="37091" y="6580"/>
                </a:lnTo>
                <a:lnTo>
                  <a:pt x="37091" y="6580"/>
                </a:lnTo>
                <a:lnTo>
                  <a:pt x="37091" y="6580"/>
                </a:lnTo>
                <a:lnTo>
                  <a:pt x="24870" y="6580"/>
                </a:lnTo>
                <a:lnTo>
                  <a:pt x="24870" y="6580"/>
                </a:lnTo>
                <a:lnTo>
                  <a:pt x="24870" y="6580"/>
                </a:lnTo>
                <a:lnTo>
                  <a:pt x="24528" y="6495"/>
                </a:lnTo>
                <a:lnTo>
                  <a:pt x="24272" y="6324"/>
                </a:lnTo>
                <a:lnTo>
                  <a:pt x="24101" y="6068"/>
                </a:lnTo>
                <a:lnTo>
                  <a:pt x="24101" y="5811"/>
                </a:lnTo>
                <a:lnTo>
                  <a:pt x="24101" y="5811"/>
                </a:lnTo>
                <a:lnTo>
                  <a:pt x="24101" y="5469"/>
                </a:lnTo>
                <a:lnTo>
                  <a:pt x="24272" y="5213"/>
                </a:lnTo>
                <a:lnTo>
                  <a:pt x="24528" y="5042"/>
                </a:lnTo>
                <a:lnTo>
                  <a:pt x="24870" y="5042"/>
                </a:lnTo>
                <a:lnTo>
                  <a:pt x="24870" y="5042"/>
                </a:lnTo>
                <a:close/>
                <a:moveTo>
                  <a:pt x="31023" y="119389"/>
                </a:moveTo>
                <a:lnTo>
                  <a:pt x="31023" y="119389"/>
                </a:lnTo>
                <a:lnTo>
                  <a:pt x="30340" y="119303"/>
                </a:lnTo>
                <a:lnTo>
                  <a:pt x="29741" y="119132"/>
                </a:lnTo>
                <a:lnTo>
                  <a:pt x="29143" y="118791"/>
                </a:lnTo>
                <a:lnTo>
                  <a:pt x="28630" y="118449"/>
                </a:lnTo>
                <a:lnTo>
                  <a:pt x="28288" y="117936"/>
                </a:lnTo>
                <a:lnTo>
                  <a:pt x="27947" y="117338"/>
                </a:lnTo>
                <a:lnTo>
                  <a:pt x="27776" y="116740"/>
                </a:lnTo>
                <a:lnTo>
                  <a:pt x="27690" y="116056"/>
                </a:lnTo>
                <a:lnTo>
                  <a:pt x="27690" y="116056"/>
                </a:lnTo>
                <a:lnTo>
                  <a:pt x="27776" y="115458"/>
                </a:lnTo>
                <a:lnTo>
                  <a:pt x="27947" y="114774"/>
                </a:lnTo>
                <a:lnTo>
                  <a:pt x="28288" y="114261"/>
                </a:lnTo>
                <a:lnTo>
                  <a:pt x="28630" y="113748"/>
                </a:lnTo>
                <a:lnTo>
                  <a:pt x="29143" y="113407"/>
                </a:lnTo>
                <a:lnTo>
                  <a:pt x="29741" y="113065"/>
                </a:lnTo>
                <a:lnTo>
                  <a:pt x="30340" y="112894"/>
                </a:lnTo>
                <a:lnTo>
                  <a:pt x="31023" y="112808"/>
                </a:lnTo>
                <a:lnTo>
                  <a:pt x="31023" y="112808"/>
                </a:lnTo>
                <a:lnTo>
                  <a:pt x="31621" y="112894"/>
                </a:lnTo>
                <a:lnTo>
                  <a:pt x="32305" y="113065"/>
                </a:lnTo>
                <a:lnTo>
                  <a:pt x="32818" y="113407"/>
                </a:lnTo>
                <a:lnTo>
                  <a:pt x="33331" y="113748"/>
                </a:lnTo>
                <a:lnTo>
                  <a:pt x="33758" y="114261"/>
                </a:lnTo>
                <a:lnTo>
                  <a:pt x="34014" y="114774"/>
                </a:lnTo>
                <a:lnTo>
                  <a:pt x="34185" y="115458"/>
                </a:lnTo>
                <a:lnTo>
                  <a:pt x="34271" y="116056"/>
                </a:lnTo>
                <a:lnTo>
                  <a:pt x="34271" y="116056"/>
                </a:lnTo>
                <a:lnTo>
                  <a:pt x="34185" y="116740"/>
                </a:lnTo>
                <a:lnTo>
                  <a:pt x="34014" y="117338"/>
                </a:lnTo>
                <a:lnTo>
                  <a:pt x="33758" y="117936"/>
                </a:lnTo>
                <a:lnTo>
                  <a:pt x="33331" y="118449"/>
                </a:lnTo>
                <a:lnTo>
                  <a:pt x="32818" y="118791"/>
                </a:lnTo>
                <a:lnTo>
                  <a:pt x="32305" y="119132"/>
                </a:lnTo>
                <a:lnTo>
                  <a:pt x="31621" y="119303"/>
                </a:lnTo>
                <a:lnTo>
                  <a:pt x="31023" y="119389"/>
                </a:lnTo>
                <a:lnTo>
                  <a:pt x="31023" y="119389"/>
                </a:lnTo>
                <a:close/>
                <a:moveTo>
                  <a:pt x="59482" y="108877"/>
                </a:moveTo>
                <a:lnTo>
                  <a:pt x="2479" y="108877"/>
                </a:lnTo>
                <a:lnTo>
                  <a:pt x="2479" y="13588"/>
                </a:lnTo>
                <a:lnTo>
                  <a:pt x="59482" y="13588"/>
                </a:lnTo>
                <a:lnTo>
                  <a:pt x="59482" y="10887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DD673E-4393-20F8-734A-96DB3011CAC1}"/>
              </a:ext>
            </a:extLst>
          </p:cNvPr>
          <p:cNvSpPr txBox="1"/>
          <p:nvPr/>
        </p:nvSpPr>
        <p:spPr>
          <a:xfrm>
            <a:off x="187018" y="2698912"/>
            <a:ext cx="3797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https://trab-iot-73mr-niltonguerra.vercel.app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6699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75" name="Google Shape;13575;p8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0054" cy="896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tcha Time! by Slidesgo">
  <a:themeElements>
    <a:clrScheme name="Simple Light">
      <a:dk1>
        <a:srgbClr val="2C1100"/>
      </a:dk1>
      <a:lt1>
        <a:srgbClr val="FFFAF4"/>
      </a:lt1>
      <a:dk2>
        <a:srgbClr val="71B90D"/>
      </a:dk2>
      <a:lt2>
        <a:srgbClr val="5A8408"/>
      </a:lt2>
      <a:accent1>
        <a:srgbClr val="8E2B00"/>
      </a:accent1>
      <a:accent2>
        <a:srgbClr val="C94106"/>
      </a:accent2>
      <a:accent3>
        <a:srgbClr val="6D2100"/>
      </a:accent3>
      <a:accent4>
        <a:srgbClr val="8EE01B"/>
      </a:accent4>
      <a:accent5>
        <a:srgbClr val="90CE39"/>
      </a:accent5>
      <a:accent6>
        <a:srgbClr val="325700"/>
      </a:accent6>
      <a:hlink>
        <a:srgbClr val="2C11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97</Words>
  <Application>Microsoft Office PowerPoint</Application>
  <PresentationFormat>Apresentação na tela (16:9)</PresentationFormat>
  <Paragraphs>24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7" baseType="lpstr">
      <vt:lpstr>Proxima Nova Semibold</vt:lpstr>
      <vt:lpstr>Nunito</vt:lpstr>
      <vt:lpstr>Patrick Hand</vt:lpstr>
      <vt:lpstr>Arial</vt:lpstr>
      <vt:lpstr>Nunito SemiBold</vt:lpstr>
      <vt:lpstr>Nunito ExtraBold</vt:lpstr>
      <vt:lpstr>Proxima Nova</vt:lpstr>
      <vt:lpstr>Matcha Time! by Slidesgo</vt:lpstr>
      <vt:lpstr>Slidesgo Final Pages</vt:lpstr>
      <vt:lpstr>Hort Conect!</vt:lpstr>
      <vt:lpstr>Como?</vt:lpstr>
      <vt:lpstr>O que ele Nos traz?</vt:lpstr>
      <vt:lpstr>Receitas</vt:lpstr>
      <vt:lpstr>100% responsivo!!!</vt:lpstr>
      <vt:lpstr>É só apontar, e pronto!</vt:lpstr>
      <vt:lpstr>Bora dar uma olhada no app!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Hort Conect!</dc:title>
  <cp:lastModifiedBy>NILTON DIONISIO GUERRA</cp:lastModifiedBy>
  <cp:revision>3</cp:revision>
  <dcterms:modified xsi:type="dcterms:W3CDTF">2023-11-21T18:08:43Z</dcterms:modified>
</cp:coreProperties>
</file>