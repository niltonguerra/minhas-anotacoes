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70" r:id="rId4"/>
    <p:sldId id="269" r:id="rId5"/>
    <p:sldId id="257" r:id="rId6"/>
    <p:sldId id="265" r:id="rId7"/>
    <p:sldId id="268" r:id="rId8"/>
    <p:sldId id="266" r:id="rId9"/>
    <p:sldId id="267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09B"/>
    <a:srgbClr val="19ADA9"/>
    <a:srgbClr val="05C3EE"/>
    <a:srgbClr val="068E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33" autoAdjust="0"/>
    <p:restoredTop sz="94660"/>
  </p:normalViewPr>
  <p:slideViewPr>
    <p:cSldViewPr snapToGrid="0">
      <p:cViewPr>
        <p:scale>
          <a:sx n="66" d="100"/>
          <a:sy n="66" d="100"/>
        </p:scale>
        <p:origin x="1674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D72EA-3386-45CC-8C2A-04EE87F89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7B132E-3FD3-42DD-B065-FC80A6217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16DAE8-448B-481C-B6D5-67CEB653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42488E-69CA-47BD-842F-A1BB9F54C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0D689A-EE0B-4F5B-B449-B3E55473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859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D7F44-8BB4-4E53-83E1-81AF7C6F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27B894-6575-4D58-AAAB-731CD5FDE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4554A0-6B72-405F-84B2-CE94D86A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163CD6-B378-41AA-A296-D2CFD6A6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9A7FC8-BA5A-4EC4-95F4-8F4E92F7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5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52DE2-3F8E-4A27-86C5-D9C59D757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004037-E1C6-463D-9189-B3BC6B541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96E586-FF8E-4259-9FF6-F9BCAC056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3838C9-CAA7-4F6C-98CF-83D8F483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3E0A9B-974C-468B-A283-882C1304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49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4A34E-5FA1-4579-BCE8-60FEE92AA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235B64-F951-4943-A787-EFF51E293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930276-4F69-417C-9F0A-E5652109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843673-4B5A-43A4-A940-5C64187A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29D29C-8225-48B5-AD2F-5F70A1B00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8499B1-EE4E-4C17-800C-E0B7C61A8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76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BB52C5-8E86-45A1-BDED-CBDEFB618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0679FB-CB80-4431-8AF3-45797708C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970729-CFF6-4269-BD5D-D921DAAD1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8826B38-7E28-47C0-A9E8-1DD7995BC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11803E-78B5-40C9-8CF6-E5211C1EB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52A080E-676A-416B-A1D6-5732E954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BD0863-CB95-46B1-B525-4B4A327D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D318239-4067-4983-BCB7-FC3A014E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55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6220B-1C90-4930-9ED9-C7E5131F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1F45C8B-0728-4506-94FF-0DAC3CC1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E650BA6-8423-4CE5-AAF2-7AC8E862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E38F4A2-682A-40B9-9B1D-77010CF32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688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6757A21-2EF5-419F-B897-7D766B8B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D2194C-AAF9-4AB1-9833-7DB6306F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955BE6-4C2D-47AF-A0B2-6B8139FB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3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E683AA-A687-4AB6-B84C-BDC3402FB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E1D543-7448-4879-BE0C-243DD643A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F79AD8-AA43-4429-8A6D-27F2C7E5D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4880A0-8F23-499E-911E-D007F419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41A48C-CD69-457F-9816-66DFEC906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CBFCFE-AAAE-4B4E-84A6-C6026855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81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77AF-9F68-4D3C-BCF2-59F63BE3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152FC1-581E-4CEC-B386-4DC100021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5A89F59-46B7-4056-B038-09F0CEBB7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E18154-E093-401A-B231-4E8D98645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386BF9-4A2A-4BCB-B2E2-54133D94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915ED7-9DFF-4C1A-A62C-1221E36C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04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A580B-6009-47A3-AAD5-690C53CF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F29B593-3241-4E43-A185-B3793DC6D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8CD350-F07E-4B6B-99A1-D2706CA4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4EAF4E-64D4-41BA-83A1-E36C3E0A2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CBD993-0921-4E0F-83B4-9FF4DBDA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50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B283065-ECE5-4F9F-8359-8983E995F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818D1A-4BC0-40D1-AE56-59FA03CCA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AE4ACC-98FA-4832-92C0-DA49A8A7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0535EF-312A-461E-9406-09572BA1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0740E2-7940-4E99-B45B-8E9852FE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823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B1F65DC-73F4-4FEE-8994-5FB0E66E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D0B7CB-3304-4054-92BE-82C64E286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347956-AE24-4C76-9990-4CC7F0CF9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B8D13-FCD5-4020-8998-6CB424820C46}" type="datetimeFigureOut">
              <a:rPr lang="pt-BR" smtClean="0"/>
              <a:t>14/10/2021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E6E943-4633-4610-A80E-59E2EEFFB1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336519-02BA-4466-BBF3-2D400102A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8C4EF-F272-4A55-B122-B363E42AC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2991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microsoft.com/office/2007/relationships/hdphoto" Target="../media/hdphoto1.wdp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8.png"/><Relationship Id="rId10" Type="http://schemas.openxmlformats.org/officeDocument/2006/relationships/image" Target="../media/image10.jpeg"/><Relationship Id="rId4" Type="http://schemas.openxmlformats.org/officeDocument/2006/relationships/image" Target="../media/image3.jpeg"/><Relationship Id="rId9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osango 15">
            <a:extLst>
              <a:ext uri="{FF2B5EF4-FFF2-40B4-BE49-F238E27FC236}">
                <a16:creationId xmlns:a16="http://schemas.microsoft.com/office/drawing/2014/main" id="{4E45D4B0-4521-4A94-900C-37E5D9E2F970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osango 1">
            <a:extLst>
              <a:ext uri="{FF2B5EF4-FFF2-40B4-BE49-F238E27FC236}">
                <a16:creationId xmlns:a16="http://schemas.microsoft.com/office/drawing/2014/main" id="{AD278572-269F-492A-AC78-91A86DACCDC1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Losango 4">
            <a:extLst>
              <a:ext uri="{FF2B5EF4-FFF2-40B4-BE49-F238E27FC236}">
                <a16:creationId xmlns:a16="http://schemas.microsoft.com/office/drawing/2014/main" id="{C430BA9A-5742-46D1-BCE2-122BFBD869CC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Losango 5">
            <a:extLst>
              <a:ext uri="{FF2B5EF4-FFF2-40B4-BE49-F238E27FC236}">
                <a16:creationId xmlns:a16="http://schemas.microsoft.com/office/drawing/2014/main" id="{A6808C9A-F5A5-4D35-A585-DE934DBE92C3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515EFC35-DABD-4D45-9C20-7A66FD59FF1D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Losango 7">
            <a:extLst>
              <a:ext uri="{FF2B5EF4-FFF2-40B4-BE49-F238E27FC236}">
                <a16:creationId xmlns:a16="http://schemas.microsoft.com/office/drawing/2014/main" id="{0772434F-3587-4DF5-8879-A78EE01FDE0B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DE7B1D6C-6F3A-46CB-88A0-EAE41329288D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075ABAB0-876B-4DFA-BE4C-CA5CAB9EBE0D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BF31DB38-BA22-401E-92EC-06708D350CA7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25A31B54-7337-4BBF-8B7B-011230BCF9E3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Picture 8" descr="símbolo do ícone do vetor da câmera para site e aplicativo móvel 2243843  Vetor no Vecteezy">
            <a:extLst>
              <a:ext uri="{FF2B5EF4-FFF2-40B4-BE49-F238E27FC236}">
                <a16:creationId xmlns:a16="http://schemas.microsoft.com/office/drawing/2014/main" id="{4309B117-6B49-48A3-9DB7-2C23DF5B9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2143" y1="65714" x2="66633" y2="559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464" y="4831480"/>
            <a:ext cx="1191021" cy="119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Losango 16">
            <a:extLst>
              <a:ext uri="{FF2B5EF4-FFF2-40B4-BE49-F238E27FC236}">
                <a16:creationId xmlns:a16="http://schemas.microsoft.com/office/drawing/2014/main" id="{D1E83369-C340-460E-8EF2-D303904FA104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50005707-DFB2-4D76-9351-DD9CD2ABCE26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Losango 18">
            <a:extLst>
              <a:ext uri="{FF2B5EF4-FFF2-40B4-BE49-F238E27FC236}">
                <a16:creationId xmlns:a16="http://schemas.microsoft.com/office/drawing/2014/main" id="{8E656504-6A69-4392-AEC6-BB095D5EB83C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468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sango 2">
            <a:extLst>
              <a:ext uri="{FF2B5EF4-FFF2-40B4-BE49-F238E27FC236}">
                <a16:creationId xmlns:a16="http://schemas.microsoft.com/office/drawing/2014/main" id="{DCD929C6-76E5-4FD1-87B4-B336235A1961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Losango 3">
            <a:extLst>
              <a:ext uri="{FF2B5EF4-FFF2-40B4-BE49-F238E27FC236}">
                <a16:creationId xmlns:a16="http://schemas.microsoft.com/office/drawing/2014/main" id="{43084858-80AD-4D7B-BBFA-EABA5ECE690D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Losango 4">
            <a:extLst>
              <a:ext uri="{FF2B5EF4-FFF2-40B4-BE49-F238E27FC236}">
                <a16:creationId xmlns:a16="http://schemas.microsoft.com/office/drawing/2014/main" id="{037DE0C6-EEB8-4C54-99E2-3D0D0DBB6BBB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Losango 5">
            <a:extLst>
              <a:ext uri="{FF2B5EF4-FFF2-40B4-BE49-F238E27FC236}">
                <a16:creationId xmlns:a16="http://schemas.microsoft.com/office/drawing/2014/main" id="{E222544F-171E-4D46-B5EF-655090A66689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A61093DF-E084-482F-8D21-43D56100EBE6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Losango 7">
            <a:extLst>
              <a:ext uri="{FF2B5EF4-FFF2-40B4-BE49-F238E27FC236}">
                <a16:creationId xmlns:a16="http://schemas.microsoft.com/office/drawing/2014/main" id="{9830E24C-DF87-4478-B484-FFA730D1C6DD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D9788C09-AAB1-4B91-B7AC-6FE2D810B5AB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F83DC9A6-3FA0-4F3C-A194-A33A0F8EF0D2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Losango 10">
            <a:extLst>
              <a:ext uri="{FF2B5EF4-FFF2-40B4-BE49-F238E27FC236}">
                <a16:creationId xmlns:a16="http://schemas.microsoft.com/office/drawing/2014/main" id="{A90C549F-18B7-495E-A5B2-B69BF88E5D08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D8BD52AF-BC17-4BEB-A0F4-2FB8401DD202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4F46FF9F-A52C-4584-8B53-16D15070221A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9F36C3A2-0131-4B0F-92CE-1BECE52B6F38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FEAFC543-63B9-47A9-A131-F9A1196D89E4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7E316FA-DD01-4642-8927-486EAC035554}"/>
              </a:ext>
            </a:extLst>
          </p:cNvPr>
          <p:cNvSpPr/>
          <p:nvPr/>
        </p:nvSpPr>
        <p:spPr>
          <a:xfrm>
            <a:off x="1566987" y="1010255"/>
            <a:ext cx="8374636" cy="5950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41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osango 7">
            <a:extLst>
              <a:ext uri="{FF2B5EF4-FFF2-40B4-BE49-F238E27FC236}">
                <a16:creationId xmlns:a16="http://schemas.microsoft.com/office/drawing/2014/main" id="{4D7F63E1-6791-4CC2-9FBB-CC0A9C8735F7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3D33318F-F689-4D84-B883-662CDD6C6CE1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1CDFFEF7-84F9-4730-B0F4-ED09CBA7DBA5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Losango 10">
            <a:extLst>
              <a:ext uri="{FF2B5EF4-FFF2-40B4-BE49-F238E27FC236}">
                <a16:creationId xmlns:a16="http://schemas.microsoft.com/office/drawing/2014/main" id="{D0ACF759-6FD8-4432-AAC6-DF6D5661C877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6C300840-7423-4DBD-BB9E-AE1437E04886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507C0DAE-88C9-40E4-BE98-FBA511E7A8F2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2499F67B-321A-4116-BC7A-66AFD657FBC2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1FAC87D1-2C78-409D-966A-63433B152F48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0DA69B81-492D-4152-9C27-BBD7E1C1C421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Losango 16">
            <a:extLst>
              <a:ext uri="{FF2B5EF4-FFF2-40B4-BE49-F238E27FC236}">
                <a16:creationId xmlns:a16="http://schemas.microsoft.com/office/drawing/2014/main" id="{4853CBF2-F33D-401B-874F-1E054B68E69F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3D12245C-69F5-4734-B74E-47DEDCC8FCD8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Losango 18">
            <a:extLst>
              <a:ext uri="{FF2B5EF4-FFF2-40B4-BE49-F238E27FC236}">
                <a16:creationId xmlns:a16="http://schemas.microsoft.com/office/drawing/2014/main" id="{EC7FCA9E-8CBB-4572-AD91-D65C74F39E24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AF157090-E014-43FA-B998-3E33DED58CCB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ns Robo | Vetores, fotos de arquivo e PSD grátis">
            <a:extLst>
              <a:ext uri="{FF2B5EF4-FFF2-40B4-BE49-F238E27FC236}">
                <a16:creationId xmlns:a16="http://schemas.microsoft.com/office/drawing/2014/main" id="{B63F525C-5FC6-4A05-A8CD-F13906A21A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0" t="528" r="8285" b="54107"/>
          <a:stretch/>
        </p:blipFill>
        <p:spPr bwMode="auto">
          <a:xfrm>
            <a:off x="11077576" y="5397500"/>
            <a:ext cx="111442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E85F632-DF6A-4AAA-8B48-0C89E70A32FB}"/>
              </a:ext>
            </a:extLst>
          </p:cNvPr>
          <p:cNvSpPr txBox="1"/>
          <p:nvPr/>
        </p:nvSpPr>
        <p:spPr>
          <a:xfrm>
            <a:off x="4610100" y="879721"/>
            <a:ext cx="297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Orçamento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5AA9677-8732-49BE-85C8-1894C13E2BEC}"/>
              </a:ext>
            </a:extLst>
          </p:cNvPr>
          <p:cNvSpPr/>
          <p:nvPr/>
        </p:nvSpPr>
        <p:spPr>
          <a:xfrm>
            <a:off x="5229225" y="2157159"/>
            <a:ext cx="577215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O valor da instalação foi : _________</a:t>
            </a:r>
          </a:p>
          <a:p>
            <a:r>
              <a:rPr lang="pt-BR" sz="2400" b="1" dirty="0"/>
              <a:t>	</a:t>
            </a:r>
          </a:p>
          <a:p>
            <a:r>
              <a:rPr lang="pt-BR" sz="2400" b="1" dirty="0"/>
              <a:t>O valor da mão de obra foi: ________</a:t>
            </a:r>
          </a:p>
          <a:p>
            <a:endParaRPr lang="pt-BR" sz="2400" b="1" dirty="0"/>
          </a:p>
          <a:p>
            <a:pPr algn="r"/>
            <a:r>
              <a:rPr lang="pt-BR" sz="2400" b="1" dirty="0"/>
              <a:t>Valor total: XXXX</a:t>
            </a:r>
          </a:p>
          <a:p>
            <a:endParaRPr lang="pt-BR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09076D2-D315-478B-92E2-D0EDDB14236F}"/>
              </a:ext>
            </a:extLst>
          </p:cNvPr>
          <p:cNvSpPr/>
          <p:nvPr/>
        </p:nvSpPr>
        <p:spPr>
          <a:xfrm>
            <a:off x="886103" y="2359330"/>
            <a:ext cx="2864928" cy="2857671"/>
          </a:xfrm>
          <a:prstGeom prst="ellipse">
            <a:avLst/>
          </a:prstGeom>
          <a:solidFill>
            <a:schemeClr val="bg1"/>
          </a:solidFill>
          <a:ln w="168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5" name="Imagem 34" descr="Vetores Calculadora: Desenho vetorial, imagens vetoriais Calculadora|  Depositphotos">
            <a:extLst>
              <a:ext uri="{FF2B5EF4-FFF2-40B4-BE49-F238E27FC236}">
                <a16:creationId xmlns:a16="http://schemas.microsoft.com/office/drawing/2014/main" id="{4EABDCD2-912D-452F-85A9-A1E14BEE5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9803" b="80197" l="19695" r="8008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46" t="14266" r="12363" b="12254"/>
          <a:stretch>
            <a:fillRect/>
          </a:stretch>
        </p:blipFill>
        <p:spPr bwMode="auto">
          <a:xfrm>
            <a:off x="1012755" y="2556051"/>
            <a:ext cx="2555040" cy="2486937"/>
          </a:xfrm>
          <a:custGeom>
            <a:avLst/>
            <a:gdLst>
              <a:gd name="connsiteX0" fmla="*/ 1277520 w 2555040"/>
              <a:gd name="connsiteY0" fmla="*/ 0 h 2486937"/>
              <a:gd name="connsiteX1" fmla="*/ 2525988 w 2555040"/>
              <a:gd name="connsiteY1" fmla="*/ 787842 h 2486937"/>
              <a:gd name="connsiteX2" fmla="*/ 2555040 w 2555040"/>
              <a:gd name="connsiteY2" fmla="*/ 863411 h 2486937"/>
              <a:gd name="connsiteX3" fmla="*/ 2555040 w 2555040"/>
              <a:gd name="connsiteY3" fmla="*/ 1716483 h 2486937"/>
              <a:gd name="connsiteX4" fmla="*/ 2525988 w 2555040"/>
              <a:gd name="connsiteY4" fmla="*/ 1792053 h 2486937"/>
              <a:gd name="connsiteX5" fmla="*/ 1804926 w 2555040"/>
              <a:gd name="connsiteY5" fmla="*/ 2478524 h 2486937"/>
              <a:gd name="connsiteX6" fmla="*/ 1780781 w 2555040"/>
              <a:gd name="connsiteY6" fmla="*/ 2486937 h 2486937"/>
              <a:gd name="connsiteX7" fmla="*/ 774260 w 2555040"/>
              <a:gd name="connsiteY7" fmla="*/ 2486937 h 2486937"/>
              <a:gd name="connsiteX8" fmla="*/ 750114 w 2555040"/>
              <a:gd name="connsiteY8" fmla="*/ 2478524 h 2486937"/>
              <a:gd name="connsiteX9" fmla="*/ 29053 w 2555040"/>
              <a:gd name="connsiteY9" fmla="*/ 1792053 h 2486937"/>
              <a:gd name="connsiteX10" fmla="*/ 0 w 2555040"/>
              <a:gd name="connsiteY10" fmla="*/ 1716483 h 2486937"/>
              <a:gd name="connsiteX11" fmla="*/ 0 w 2555040"/>
              <a:gd name="connsiteY11" fmla="*/ 863411 h 2486937"/>
              <a:gd name="connsiteX12" fmla="*/ 29053 w 2555040"/>
              <a:gd name="connsiteY12" fmla="*/ 787842 h 2486937"/>
              <a:gd name="connsiteX13" fmla="*/ 1277520 w 2555040"/>
              <a:gd name="connsiteY13" fmla="*/ 0 h 248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55040" h="2486937">
                <a:moveTo>
                  <a:pt x="1277520" y="0"/>
                </a:moveTo>
                <a:cubicBezTo>
                  <a:pt x="1838757" y="0"/>
                  <a:pt x="2320296" y="324860"/>
                  <a:pt x="2525988" y="787842"/>
                </a:cubicBezTo>
                <a:lnTo>
                  <a:pt x="2555040" y="863411"/>
                </a:lnTo>
                <a:lnTo>
                  <a:pt x="2555040" y="1716483"/>
                </a:lnTo>
                <a:lnTo>
                  <a:pt x="2525988" y="1792053"/>
                </a:lnTo>
                <a:cubicBezTo>
                  <a:pt x="2388860" y="2100707"/>
                  <a:pt x="2129133" y="2347974"/>
                  <a:pt x="1804926" y="2478524"/>
                </a:cubicBezTo>
                <a:lnTo>
                  <a:pt x="1780781" y="2486937"/>
                </a:lnTo>
                <a:lnTo>
                  <a:pt x="774260" y="2486937"/>
                </a:lnTo>
                <a:lnTo>
                  <a:pt x="750114" y="2478524"/>
                </a:lnTo>
                <a:cubicBezTo>
                  <a:pt x="425907" y="2347974"/>
                  <a:pt x="166181" y="2100707"/>
                  <a:pt x="29053" y="1792053"/>
                </a:cubicBezTo>
                <a:lnTo>
                  <a:pt x="0" y="1716483"/>
                </a:lnTo>
                <a:lnTo>
                  <a:pt x="0" y="863411"/>
                </a:lnTo>
                <a:lnTo>
                  <a:pt x="29053" y="787842"/>
                </a:lnTo>
                <a:cubicBezTo>
                  <a:pt x="234745" y="324860"/>
                  <a:pt x="716283" y="0"/>
                  <a:pt x="127752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86832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osango 6">
            <a:extLst>
              <a:ext uri="{FF2B5EF4-FFF2-40B4-BE49-F238E27FC236}">
                <a16:creationId xmlns:a16="http://schemas.microsoft.com/office/drawing/2014/main" id="{64AD50EB-5759-4007-88AE-821DD32A812B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66A6E4E8-921D-4F15-8724-F687B8247B7D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Losango 9">
            <a:extLst>
              <a:ext uri="{FF2B5EF4-FFF2-40B4-BE49-F238E27FC236}">
                <a16:creationId xmlns:a16="http://schemas.microsoft.com/office/drawing/2014/main" id="{F1C561BC-BF3B-4938-9739-816F458CDBCC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Losango 10">
            <a:extLst>
              <a:ext uri="{FF2B5EF4-FFF2-40B4-BE49-F238E27FC236}">
                <a16:creationId xmlns:a16="http://schemas.microsoft.com/office/drawing/2014/main" id="{03E6384A-BC32-4314-B93C-78BB0B550610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27E829D9-CE16-4A61-A60F-01DC7D76FA80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5EB4BE18-BFA3-4230-AE99-E39880D9F846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57FC3A8C-F9D8-4530-99C6-2E4045FACCC5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4ABC6BD1-60FF-45F6-850B-E0ADA8FC7E55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Losango 16">
            <a:extLst>
              <a:ext uri="{FF2B5EF4-FFF2-40B4-BE49-F238E27FC236}">
                <a16:creationId xmlns:a16="http://schemas.microsoft.com/office/drawing/2014/main" id="{F1E9F59B-41C6-4F9D-B837-0F583D09788D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B4206E6C-1B9B-4911-B571-ADE9A8CE4BED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Losango 18">
            <a:extLst>
              <a:ext uri="{FF2B5EF4-FFF2-40B4-BE49-F238E27FC236}">
                <a16:creationId xmlns:a16="http://schemas.microsoft.com/office/drawing/2014/main" id="{9F0122CD-DCCE-4EF9-AD0D-CE96D7DAAF3F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BBD311CA-CEEE-4098-8BEB-91CEFAD5F59B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Losango 20">
            <a:extLst>
              <a:ext uri="{FF2B5EF4-FFF2-40B4-BE49-F238E27FC236}">
                <a16:creationId xmlns:a16="http://schemas.microsoft.com/office/drawing/2014/main" id="{D3C9C81F-69EE-439D-9473-25A9AE5608A2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ns Robo | Vetores, fotos de arquivo e PSD grátis">
            <a:extLst>
              <a:ext uri="{FF2B5EF4-FFF2-40B4-BE49-F238E27FC236}">
                <a16:creationId xmlns:a16="http://schemas.microsoft.com/office/drawing/2014/main" id="{07A6F5F4-A878-42AA-A4FC-688E5A5EB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0" t="528" r="8285" b="54107"/>
          <a:stretch/>
        </p:blipFill>
        <p:spPr bwMode="auto">
          <a:xfrm>
            <a:off x="11077576" y="5397500"/>
            <a:ext cx="111442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dispositivo para medir o consumo de eletricidade. ilustração vetorial plana  isolada no fundo branco. 2097189 Vetor no Vecteezy">
            <a:extLst>
              <a:ext uri="{FF2B5EF4-FFF2-40B4-BE49-F238E27FC236}">
                <a16:creationId xmlns:a16="http://schemas.microsoft.com/office/drawing/2014/main" id="{2492E9F4-2CF6-4771-842E-450026322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1" t="16461" r="27945" b="16031"/>
          <a:stretch/>
        </p:blipFill>
        <p:spPr bwMode="auto">
          <a:xfrm>
            <a:off x="1730763" y="2225089"/>
            <a:ext cx="2467272" cy="328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758688D-4A02-4700-B2A7-36C9F5302007}"/>
              </a:ext>
            </a:extLst>
          </p:cNvPr>
          <p:cNvSpPr txBox="1"/>
          <p:nvPr/>
        </p:nvSpPr>
        <p:spPr>
          <a:xfrm>
            <a:off x="0" y="121489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Monitor de consumo de energia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70A13A8-48A9-4C6F-8A06-42151060D81C}"/>
              </a:ext>
            </a:extLst>
          </p:cNvPr>
          <p:cNvSpPr txBox="1"/>
          <p:nvPr/>
        </p:nvSpPr>
        <p:spPr>
          <a:xfrm>
            <a:off x="5986793" y="2807422"/>
            <a:ext cx="47712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Vantagens:</a:t>
            </a:r>
          </a:p>
          <a:p>
            <a:endParaRPr lang="pt-BR" sz="2400" b="1" dirty="0"/>
          </a:p>
          <a:p>
            <a:r>
              <a:rPr lang="pt-BR" sz="2400" b="1" dirty="0"/>
              <a:t>Diminuição do consumo de energia.</a:t>
            </a:r>
          </a:p>
          <a:p>
            <a:endParaRPr lang="pt-BR" sz="2400" b="1" dirty="0"/>
          </a:p>
          <a:p>
            <a:r>
              <a:rPr lang="pt-BR" sz="2400" b="1" dirty="0"/>
              <a:t>Controle do consumo de energia.</a:t>
            </a:r>
          </a:p>
        </p:txBody>
      </p:sp>
      <p:pic>
        <p:nvPicPr>
          <p:cNvPr id="12" name="Picture 8" descr="símbolo do ícone do vetor da câmera para site e aplicativo móvel 2243843  Vetor no Vecteezy">
            <a:extLst>
              <a:ext uri="{FF2B5EF4-FFF2-40B4-BE49-F238E27FC236}">
                <a16:creationId xmlns:a16="http://schemas.microsoft.com/office/drawing/2014/main" id="{DC98C403-9CEA-43A8-AA48-57C7965C9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2143" y1="65714" x2="66633" y2="559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464" y="4831480"/>
            <a:ext cx="1191021" cy="119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09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osango 11">
            <a:extLst>
              <a:ext uri="{FF2B5EF4-FFF2-40B4-BE49-F238E27FC236}">
                <a16:creationId xmlns:a16="http://schemas.microsoft.com/office/drawing/2014/main" id="{03F11AEB-A065-4FD8-9C61-70313703AAEC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7FD69603-4036-4B08-9303-366C7336C9DA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B6537D8E-61F3-416D-A97F-8376D3E63D1A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24BA90E5-2CAA-4EF8-A903-9D05AD3DA77B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Losango 16">
            <a:extLst>
              <a:ext uri="{FF2B5EF4-FFF2-40B4-BE49-F238E27FC236}">
                <a16:creationId xmlns:a16="http://schemas.microsoft.com/office/drawing/2014/main" id="{C268380F-E4F0-4B32-A094-E78F9ACE7D45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7005882C-06CB-4F95-AA62-4D46543E3C2D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Losango 18">
            <a:extLst>
              <a:ext uri="{FF2B5EF4-FFF2-40B4-BE49-F238E27FC236}">
                <a16:creationId xmlns:a16="http://schemas.microsoft.com/office/drawing/2014/main" id="{5CF99F11-4257-4FCF-BC25-04758E77DBFA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696FA5F6-75B4-488C-BF55-E3D6DD822352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Losango 20">
            <a:extLst>
              <a:ext uri="{FF2B5EF4-FFF2-40B4-BE49-F238E27FC236}">
                <a16:creationId xmlns:a16="http://schemas.microsoft.com/office/drawing/2014/main" id="{14F9BCDB-8D24-4822-9B65-5BA5284D497C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Losango 21">
            <a:extLst>
              <a:ext uri="{FF2B5EF4-FFF2-40B4-BE49-F238E27FC236}">
                <a16:creationId xmlns:a16="http://schemas.microsoft.com/office/drawing/2014/main" id="{A883DCAA-9D0C-4B83-BE0B-9EFB76706F2F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Losango 22">
            <a:extLst>
              <a:ext uri="{FF2B5EF4-FFF2-40B4-BE49-F238E27FC236}">
                <a16:creationId xmlns:a16="http://schemas.microsoft.com/office/drawing/2014/main" id="{EF0BB788-BF01-4E40-8E65-5F4DFBF4E12E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Losango 23">
            <a:extLst>
              <a:ext uri="{FF2B5EF4-FFF2-40B4-BE49-F238E27FC236}">
                <a16:creationId xmlns:a16="http://schemas.microsoft.com/office/drawing/2014/main" id="{025A5646-28E0-431F-935F-D0956E340294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Losango 24">
            <a:extLst>
              <a:ext uri="{FF2B5EF4-FFF2-40B4-BE49-F238E27FC236}">
                <a16:creationId xmlns:a16="http://schemas.microsoft.com/office/drawing/2014/main" id="{2C67101A-A330-42C5-8FBC-CAC39A6662F2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 descr="Imagens Robo | Vetores, fotos de arquivo e PSD grátis">
            <a:extLst>
              <a:ext uri="{FF2B5EF4-FFF2-40B4-BE49-F238E27FC236}">
                <a16:creationId xmlns:a16="http://schemas.microsoft.com/office/drawing/2014/main" id="{07A6F5F4-A878-42AA-A4FC-688E5A5EB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0" t="528" r="8285" b="54107"/>
          <a:stretch/>
        </p:blipFill>
        <p:spPr bwMode="auto">
          <a:xfrm>
            <a:off x="11077576" y="5397500"/>
            <a:ext cx="111442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símbolo do ícone do vetor da câmera para site e aplicativo móvel 2243843  Vetor no Vecteezy">
            <a:extLst>
              <a:ext uri="{FF2B5EF4-FFF2-40B4-BE49-F238E27FC236}">
                <a16:creationId xmlns:a16="http://schemas.microsoft.com/office/drawing/2014/main" id="{13962C5A-0DAE-4BC0-9018-FE80BE34B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143" y1="65714" x2="66633" y2="559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577" y="5769401"/>
            <a:ext cx="1191021" cy="119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">
            <a:extLst>
              <a:ext uri="{FF2B5EF4-FFF2-40B4-BE49-F238E27FC236}">
                <a16:creationId xmlns:a16="http://schemas.microsoft.com/office/drawing/2014/main" id="{AC1A09CA-6356-4B76-848F-7E2E6F5C2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7C09011D-0144-4881-8A2F-1CC98331952A}"/>
              </a:ext>
            </a:extLst>
          </p:cNvPr>
          <p:cNvSpPr txBox="1"/>
          <p:nvPr/>
        </p:nvSpPr>
        <p:spPr>
          <a:xfrm>
            <a:off x="-1580282" y="80846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Central de Incêndio </a:t>
            </a:r>
          </a:p>
        </p:txBody>
      </p:sp>
      <p:pic>
        <p:nvPicPr>
          <p:cNvPr id="33" name="Picture 2" descr="Imagens Robo | Vetores, fotos de arquivo e PSD grátis">
            <a:extLst>
              <a:ext uri="{FF2B5EF4-FFF2-40B4-BE49-F238E27FC236}">
                <a16:creationId xmlns:a16="http://schemas.microsoft.com/office/drawing/2014/main" id="{535EB0B2-3CE7-4B1D-9CDF-7B0D149F79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0" t="528" r="8285" b="54107"/>
          <a:stretch/>
        </p:blipFill>
        <p:spPr bwMode="auto">
          <a:xfrm>
            <a:off x="11077576" y="5397500"/>
            <a:ext cx="111442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899D439C-51F5-4B61-80AE-ABFA0D40F1AF}"/>
              </a:ext>
            </a:extLst>
          </p:cNvPr>
          <p:cNvSpPr txBox="1"/>
          <p:nvPr/>
        </p:nvSpPr>
        <p:spPr>
          <a:xfrm>
            <a:off x="9540722" y="3081483"/>
            <a:ext cx="24803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DIFERENCIAL!</a:t>
            </a:r>
          </a:p>
          <a:p>
            <a:pPr algn="ctr"/>
            <a:endParaRPr lang="pt-BR" sz="2400" b="1" dirty="0"/>
          </a:p>
          <a:p>
            <a:pPr algn="ctr"/>
            <a:r>
              <a:rPr lang="pt-BR" sz="2400" b="1" dirty="0"/>
              <a:t>Identificação dos cômodos da casa no sistema de incêndio.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B8F67E45-1256-420E-8E9A-CFF446436E51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1"/>
          <a:stretch/>
        </p:blipFill>
        <p:spPr>
          <a:xfrm flipH="1">
            <a:off x="-533788" y="2192191"/>
            <a:ext cx="7591956" cy="47406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7" name="Retângulo 36">
            <a:extLst>
              <a:ext uri="{FF2B5EF4-FFF2-40B4-BE49-F238E27FC236}">
                <a16:creationId xmlns:a16="http://schemas.microsoft.com/office/drawing/2014/main" id="{09B2B324-6856-4904-B654-D990F4B34C26}"/>
              </a:ext>
            </a:extLst>
          </p:cNvPr>
          <p:cNvSpPr/>
          <p:nvPr/>
        </p:nvSpPr>
        <p:spPr>
          <a:xfrm>
            <a:off x="6613001" y="1540357"/>
            <a:ext cx="3079611" cy="4473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lang="pt-BR" sz="2400" b="1" dirty="0"/>
              <a:t>VANTAGENS!</a:t>
            </a:r>
          </a:p>
          <a:p>
            <a:pPr algn="ctr">
              <a:lnSpc>
                <a:spcPts val="2000"/>
              </a:lnSpc>
            </a:pPr>
            <a:endParaRPr lang="pt-BR" sz="2400" b="1" dirty="0"/>
          </a:p>
          <a:p>
            <a:pPr algn="ctr" fontAlgn="base">
              <a:lnSpc>
                <a:spcPts val="2000"/>
              </a:lnSpc>
            </a:pPr>
            <a:r>
              <a:rPr lang="pt-BR" sz="2400" b="1" dirty="0"/>
              <a:t>Melhora a gestão de acidentes.</a:t>
            </a:r>
          </a:p>
          <a:p>
            <a:pPr algn="ctr" fontAlgn="base">
              <a:lnSpc>
                <a:spcPts val="2000"/>
              </a:lnSpc>
            </a:pPr>
            <a:endParaRPr lang="pt-BR" sz="2400" b="1" dirty="0"/>
          </a:p>
          <a:p>
            <a:pPr algn="ctr">
              <a:lnSpc>
                <a:spcPts val="2000"/>
              </a:lnSpc>
            </a:pPr>
            <a:r>
              <a:rPr lang="pt-BR" sz="2400" b="1" dirty="0"/>
              <a:t>Ajuda na preservação de vidas e patrimônios.</a:t>
            </a:r>
          </a:p>
          <a:p>
            <a:pPr algn="ctr">
              <a:lnSpc>
                <a:spcPts val="2000"/>
              </a:lnSpc>
            </a:pPr>
            <a:endParaRPr lang="pt-BR" sz="2400" b="1" dirty="0"/>
          </a:p>
          <a:p>
            <a:pPr algn="ctr">
              <a:lnSpc>
                <a:spcPts val="2000"/>
              </a:lnSpc>
            </a:pPr>
            <a:r>
              <a:rPr lang="pt-BR" sz="2400" b="1" dirty="0"/>
              <a:t>Contribui para a regulamentação do empreendimento.</a:t>
            </a:r>
          </a:p>
          <a:p>
            <a:pPr algn="ctr">
              <a:lnSpc>
                <a:spcPts val="2000"/>
              </a:lnSpc>
            </a:pPr>
            <a:endParaRPr lang="pt-BR" sz="2400" b="1" dirty="0"/>
          </a:p>
          <a:p>
            <a:pPr algn="ctr">
              <a:lnSpc>
                <a:spcPts val="2000"/>
              </a:lnSpc>
            </a:pPr>
            <a:r>
              <a:rPr lang="pt-BR" sz="2400" b="1" dirty="0"/>
              <a:t>Garantia de proteção com um investimento acessível.</a:t>
            </a:r>
          </a:p>
          <a:p>
            <a:endParaRPr lang="pt-B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11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osango 11">
            <a:extLst>
              <a:ext uri="{FF2B5EF4-FFF2-40B4-BE49-F238E27FC236}">
                <a16:creationId xmlns:a16="http://schemas.microsoft.com/office/drawing/2014/main" id="{824E0EDC-5311-43E1-8BDA-15D0F9DC0B84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2D9B5D6E-FB12-4A74-8750-47FD8AC6E3EE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E57A4F11-1BC3-405A-95B4-FFCB5FA2F149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Losango 16">
            <a:extLst>
              <a:ext uri="{FF2B5EF4-FFF2-40B4-BE49-F238E27FC236}">
                <a16:creationId xmlns:a16="http://schemas.microsoft.com/office/drawing/2014/main" id="{D695D3CC-A461-4C96-A317-345DED3C9CA4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D0F792F9-E771-4C42-A022-5DB43614206E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Losango 18">
            <a:extLst>
              <a:ext uri="{FF2B5EF4-FFF2-40B4-BE49-F238E27FC236}">
                <a16:creationId xmlns:a16="http://schemas.microsoft.com/office/drawing/2014/main" id="{81986D7A-65FC-4701-94AC-6F80DF07EF23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6F798FE8-3F3C-46AC-B542-E1A46E8A39CA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Losango 20">
            <a:extLst>
              <a:ext uri="{FF2B5EF4-FFF2-40B4-BE49-F238E27FC236}">
                <a16:creationId xmlns:a16="http://schemas.microsoft.com/office/drawing/2014/main" id="{DBEA4F40-758B-4D04-9C7A-F121FD9DA14D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Losango 21">
            <a:extLst>
              <a:ext uri="{FF2B5EF4-FFF2-40B4-BE49-F238E27FC236}">
                <a16:creationId xmlns:a16="http://schemas.microsoft.com/office/drawing/2014/main" id="{B3E4CFE6-F64F-4B23-8283-2C98E7151C6E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Losango 22">
            <a:extLst>
              <a:ext uri="{FF2B5EF4-FFF2-40B4-BE49-F238E27FC236}">
                <a16:creationId xmlns:a16="http://schemas.microsoft.com/office/drawing/2014/main" id="{928994CF-C098-4A86-91B8-220EC24C30C4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Losango 23">
            <a:extLst>
              <a:ext uri="{FF2B5EF4-FFF2-40B4-BE49-F238E27FC236}">
                <a16:creationId xmlns:a16="http://schemas.microsoft.com/office/drawing/2014/main" id="{E9D51F0B-F03D-485B-AE21-C35FA0A8025D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Losango 24">
            <a:extLst>
              <a:ext uri="{FF2B5EF4-FFF2-40B4-BE49-F238E27FC236}">
                <a16:creationId xmlns:a16="http://schemas.microsoft.com/office/drawing/2014/main" id="{0040E2C5-6E49-44B4-A761-1ED51764B4E7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Losango 25">
            <a:extLst>
              <a:ext uri="{FF2B5EF4-FFF2-40B4-BE49-F238E27FC236}">
                <a16:creationId xmlns:a16="http://schemas.microsoft.com/office/drawing/2014/main" id="{2CA7E4E0-5B24-45F7-9219-AFE9E7F33357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ns Robo | Vetores, fotos de arquivo e PSD grátis">
            <a:extLst>
              <a:ext uri="{FF2B5EF4-FFF2-40B4-BE49-F238E27FC236}">
                <a16:creationId xmlns:a16="http://schemas.microsoft.com/office/drawing/2014/main" id="{07A6F5F4-A878-42AA-A4FC-688E5A5EB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0" t="528" r="8285" b="54107"/>
          <a:stretch/>
        </p:blipFill>
        <p:spPr bwMode="auto">
          <a:xfrm>
            <a:off x="11077576" y="5397500"/>
            <a:ext cx="111442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758688D-4A02-4700-B2A7-36C9F5302007}"/>
              </a:ext>
            </a:extLst>
          </p:cNvPr>
          <p:cNvSpPr txBox="1"/>
          <p:nvPr/>
        </p:nvSpPr>
        <p:spPr>
          <a:xfrm>
            <a:off x="-133223" y="7642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Sistema de Monitoramento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738D45-DD49-465A-B3E4-307E9B349E90}"/>
              </a:ext>
            </a:extLst>
          </p:cNvPr>
          <p:cNvSpPr txBox="1"/>
          <p:nvPr/>
        </p:nvSpPr>
        <p:spPr>
          <a:xfrm>
            <a:off x="4601994" y="2280115"/>
            <a:ext cx="7018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Diferencial!</a:t>
            </a:r>
          </a:p>
          <a:p>
            <a:pPr algn="ctr"/>
            <a:r>
              <a:rPr lang="pt-BR" sz="2400" b="1" dirty="0"/>
              <a:t>Acompanhamento das câmeras pelo celular!</a:t>
            </a:r>
          </a:p>
        </p:txBody>
      </p:sp>
      <p:pic>
        <p:nvPicPr>
          <p:cNvPr id="11" name="Picture 8" descr="símbolo do ícone do vetor da câmera para site e aplicativo móvel 2243843  Vetor no Vecteezy">
            <a:extLst>
              <a:ext uri="{FF2B5EF4-FFF2-40B4-BE49-F238E27FC236}">
                <a16:creationId xmlns:a16="http://schemas.microsoft.com/office/drawing/2014/main" id="{7E8034D4-43FA-4A86-82DF-E50A7618C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2143" y1="65714" x2="66633" y2="559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464" y="4831480"/>
            <a:ext cx="1191021" cy="119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174F0F2-02EA-430A-B434-63EEFC73B1E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95" b="94211" l="3000" r="98000">
                        <a14:foregroundMark x1="88556" y1="90526" x2="96667" y2="87895"/>
                        <a14:foregroundMark x1="93222" y1="80395" x2="93222" y2="80395"/>
                        <a14:foregroundMark x1="92222" y1="95921" x2="98222" y2="94211"/>
                        <a14:foregroundMark x1="98222" y1="94211" x2="98222" y2="94211"/>
                        <a14:foregroundMark x1="13333" y1="31579" x2="18000" y2="15263"/>
                        <a14:foregroundMark x1="3000" y1="20526" x2="7444" y2="15658"/>
                        <a14:foregroundMark x1="10889" y1="7632" x2="16778" y2="4605"/>
                        <a14:foregroundMark x1="92667" y1="81053" x2="95778" y2="77895"/>
                        <a14:foregroundMark x1="15778" y1="2500" x2="17111" y2="395"/>
                        <a14:foregroundMark x1="14556" y1="1842" x2="20111" y2="19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414"/>
          <a:stretch/>
        </p:blipFill>
        <p:spPr>
          <a:xfrm flipH="1">
            <a:off x="0" y="1799605"/>
            <a:ext cx="3899940" cy="3595842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7B67522D-5095-4787-A2C4-CDFAA9DE4B3B}"/>
              </a:ext>
            </a:extLst>
          </p:cNvPr>
          <p:cNvSpPr txBox="1"/>
          <p:nvPr/>
        </p:nvSpPr>
        <p:spPr>
          <a:xfrm>
            <a:off x="4601993" y="3424645"/>
            <a:ext cx="70180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Vantagens!</a:t>
            </a:r>
          </a:p>
          <a:p>
            <a:pPr algn="ctr"/>
            <a:r>
              <a:rPr lang="pt-BR" sz="2400" b="1" dirty="0"/>
              <a:t>Prevenção contra roubos.</a:t>
            </a:r>
          </a:p>
          <a:p>
            <a:pPr algn="ctr"/>
            <a:r>
              <a:rPr lang="pt-BR" sz="2400" b="1" dirty="0"/>
              <a:t>Controle de ambiente 24 horas por dia.</a:t>
            </a:r>
          </a:p>
          <a:p>
            <a:pPr algn="ctr"/>
            <a:r>
              <a:rPr lang="pt-BR" sz="2400" b="1" dirty="0"/>
              <a:t>Facilita a gestão de pessoas.</a:t>
            </a:r>
          </a:p>
          <a:p>
            <a:pPr algn="ctr"/>
            <a:endParaRPr lang="pt-BR" sz="2400" b="1" dirty="0">
              <a:solidFill>
                <a:schemeClr val="bg1"/>
              </a:solidFill>
            </a:endParaRPr>
          </a:p>
          <a:p>
            <a:pPr algn="ctr"/>
            <a:endParaRPr lang="pt-BR" sz="2400" b="1" dirty="0">
              <a:solidFill>
                <a:schemeClr val="bg1"/>
              </a:solidFill>
            </a:endParaRPr>
          </a:p>
          <a:p>
            <a:pPr algn="ctr"/>
            <a:endParaRPr lang="pt-BR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913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osango 9">
            <a:extLst>
              <a:ext uri="{FF2B5EF4-FFF2-40B4-BE49-F238E27FC236}">
                <a16:creationId xmlns:a16="http://schemas.microsoft.com/office/drawing/2014/main" id="{F7AFBFBB-EAB0-4DCD-9195-77E4E5F1B101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Losango 10">
            <a:extLst>
              <a:ext uri="{FF2B5EF4-FFF2-40B4-BE49-F238E27FC236}">
                <a16:creationId xmlns:a16="http://schemas.microsoft.com/office/drawing/2014/main" id="{6AE4B857-FD1F-4667-BA8D-7F606932AA4A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450203FD-29AF-4E4A-BAFF-CF6431F77238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C671679E-6BF6-4D17-8520-6E7AF4AD6674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5859D00D-E0CE-44EE-8891-3EC5A3E24840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7BD8C76A-8A84-471F-A4F2-DE58A51B52C4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577883F6-E279-4EF6-8F41-FF93A1DE2695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Losango 16">
            <a:extLst>
              <a:ext uri="{FF2B5EF4-FFF2-40B4-BE49-F238E27FC236}">
                <a16:creationId xmlns:a16="http://schemas.microsoft.com/office/drawing/2014/main" id="{C59331BC-A8F4-47B8-8C08-3869BC1C93A6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D42EA90A-991E-4335-B1BD-40A79A8D71B8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2D6A243B-955B-46C2-A977-D8E6A3FBEE32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Losango 20">
            <a:extLst>
              <a:ext uri="{FF2B5EF4-FFF2-40B4-BE49-F238E27FC236}">
                <a16:creationId xmlns:a16="http://schemas.microsoft.com/office/drawing/2014/main" id="{91CDB518-60AE-48FF-BB8E-D2C507D109A1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Losango 21">
            <a:extLst>
              <a:ext uri="{FF2B5EF4-FFF2-40B4-BE49-F238E27FC236}">
                <a16:creationId xmlns:a16="http://schemas.microsoft.com/office/drawing/2014/main" id="{E9988214-1DB1-47D5-AFCB-F37D3155A43D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Losango 22">
            <a:extLst>
              <a:ext uri="{FF2B5EF4-FFF2-40B4-BE49-F238E27FC236}">
                <a16:creationId xmlns:a16="http://schemas.microsoft.com/office/drawing/2014/main" id="{7B17E484-0D7D-4082-BC3C-31D249E1C395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ns Robo | Vetores, fotos de arquivo e PSD grátis">
            <a:extLst>
              <a:ext uri="{FF2B5EF4-FFF2-40B4-BE49-F238E27FC236}">
                <a16:creationId xmlns:a16="http://schemas.microsoft.com/office/drawing/2014/main" id="{07A6F5F4-A878-42AA-A4FC-688E5A5EB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0" t="528" r="8285" b="54107"/>
          <a:stretch/>
        </p:blipFill>
        <p:spPr bwMode="auto">
          <a:xfrm>
            <a:off x="11077576" y="5397500"/>
            <a:ext cx="111442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758688D-4A02-4700-B2A7-36C9F5302007}"/>
              </a:ext>
            </a:extLst>
          </p:cNvPr>
          <p:cNvSpPr txBox="1"/>
          <p:nvPr/>
        </p:nvSpPr>
        <p:spPr>
          <a:xfrm>
            <a:off x="0" y="91613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Alexa</a:t>
            </a:r>
            <a:endParaRPr lang="pt-BR" sz="4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cor">
            <a:extLst>
              <a:ext uri="{FF2B5EF4-FFF2-40B4-BE49-F238E27FC236}">
                <a16:creationId xmlns:a16="http://schemas.microsoft.com/office/drawing/2014/main" id="{4611A696-CEAC-4B01-B5B7-A638A8927D15}"/>
              </a:ext>
            </a:extLst>
          </p:cNvPr>
          <p:cNvSpPr/>
          <p:nvPr/>
        </p:nvSpPr>
        <p:spPr>
          <a:xfrm>
            <a:off x="7508234" y="2837602"/>
            <a:ext cx="2560594" cy="2594059"/>
          </a:xfrm>
          <a:custGeom>
            <a:avLst/>
            <a:gdLst>
              <a:gd name="connsiteX0" fmla="*/ 1280297 w 2560594"/>
              <a:gd name="connsiteY0" fmla="*/ 0 h 2594059"/>
              <a:gd name="connsiteX1" fmla="*/ 2560594 w 2560594"/>
              <a:gd name="connsiteY1" fmla="*/ 1280297 h 2594059"/>
              <a:gd name="connsiteX2" fmla="*/ 2553984 w 2560594"/>
              <a:gd name="connsiteY2" fmla="*/ 1411200 h 2594059"/>
              <a:gd name="connsiteX3" fmla="*/ 2553173 w 2560594"/>
              <a:gd name="connsiteY3" fmla="*/ 1416514 h 2594059"/>
              <a:gd name="connsiteX4" fmla="*/ 2553173 w 2560594"/>
              <a:gd name="connsiteY4" fmla="*/ 1578650 h 2594059"/>
              <a:gd name="connsiteX5" fmla="*/ 2515959 w 2560594"/>
              <a:gd name="connsiteY5" fmla="*/ 1807250 h 2594059"/>
              <a:gd name="connsiteX6" fmla="*/ 2430898 w 2560594"/>
              <a:gd name="connsiteY6" fmla="*/ 2014585 h 2594059"/>
              <a:gd name="connsiteX7" fmla="*/ 2308624 w 2560594"/>
              <a:gd name="connsiteY7" fmla="*/ 2227236 h 2594059"/>
              <a:gd name="connsiteX8" fmla="*/ 2048126 w 2560594"/>
              <a:gd name="connsiteY8" fmla="*/ 2503682 h 2594059"/>
              <a:gd name="connsiteX9" fmla="*/ 1702568 w 2560594"/>
              <a:gd name="connsiteY9" fmla="*/ 2572794 h 2594059"/>
              <a:gd name="connsiteX10" fmla="*/ 1128410 w 2560594"/>
              <a:gd name="connsiteY10" fmla="*/ 2594059 h 2594059"/>
              <a:gd name="connsiteX11" fmla="*/ 618047 w 2560594"/>
              <a:gd name="connsiteY11" fmla="*/ 2508998 h 2594059"/>
              <a:gd name="connsiteX12" fmla="*/ 522354 w 2560594"/>
              <a:gd name="connsiteY12" fmla="*/ 2450519 h 2594059"/>
              <a:gd name="connsiteX13" fmla="*/ 214010 w 2560594"/>
              <a:gd name="connsiteY13" fmla="*/ 2062431 h 2594059"/>
              <a:gd name="connsiteX14" fmla="*/ 118317 w 2560594"/>
              <a:gd name="connsiteY14" fmla="*/ 1902943 h 2594059"/>
              <a:gd name="connsiteX15" fmla="*/ 62439 w 2560594"/>
              <a:gd name="connsiteY15" fmla="*/ 1674349 h 2594059"/>
              <a:gd name="connsiteX16" fmla="*/ 57559 w 2560594"/>
              <a:gd name="connsiteY16" fmla="*/ 1661019 h 2594059"/>
              <a:gd name="connsiteX17" fmla="*/ 0 w 2560594"/>
              <a:gd name="connsiteY17" fmla="*/ 1280297 h 2594059"/>
              <a:gd name="connsiteX18" fmla="*/ 1280297 w 2560594"/>
              <a:gd name="connsiteY18" fmla="*/ 0 h 2594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60594" h="2594059">
                <a:moveTo>
                  <a:pt x="1280297" y="0"/>
                </a:moveTo>
                <a:cubicBezTo>
                  <a:pt x="1987386" y="0"/>
                  <a:pt x="2560594" y="573208"/>
                  <a:pt x="2560594" y="1280297"/>
                </a:cubicBezTo>
                <a:cubicBezTo>
                  <a:pt x="2560594" y="1324490"/>
                  <a:pt x="2558355" y="1368160"/>
                  <a:pt x="2553984" y="1411200"/>
                </a:cubicBezTo>
                <a:lnTo>
                  <a:pt x="2553173" y="1416514"/>
                </a:lnTo>
                <a:lnTo>
                  <a:pt x="2553173" y="1578650"/>
                </a:lnTo>
                <a:lnTo>
                  <a:pt x="2515959" y="1807250"/>
                </a:lnTo>
                <a:lnTo>
                  <a:pt x="2430898" y="2014585"/>
                </a:lnTo>
                <a:lnTo>
                  <a:pt x="2308624" y="2227236"/>
                </a:lnTo>
                <a:lnTo>
                  <a:pt x="2048126" y="2503682"/>
                </a:lnTo>
                <a:lnTo>
                  <a:pt x="1702568" y="2572794"/>
                </a:lnTo>
                <a:lnTo>
                  <a:pt x="1128410" y="2594059"/>
                </a:lnTo>
                <a:lnTo>
                  <a:pt x="618047" y="2508998"/>
                </a:lnTo>
                <a:lnTo>
                  <a:pt x="522354" y="2450519"/>
                </a:lnTo>
                <a:lnTo>
                  <a:pt x="214010" y="2062431"/>
                </a:lnTo>
                <a:lnTo>
                  <a:pt x="118317" y="1902943"/>
                </a:lnTo>
                <a:lnTo>
                  <a:pt x="62439" y="1674349"/>
                </a:lnTo>
                <a:lnTo>
                  <a:pt x="57559" y="1661019"/>
                </a:lnTo>
                <a:cubicBezTo>
                  <a:pt x="20152" y="1540749"/>
                  <a:pt x="0" y="1412876"/>
                  <a:pt x="0" y="1280297"/>
                </a:cubicBezTo>
                <a:cubicBezTo>
                  <a:pt x="0" y="573208"/>
                  <a:pt x="573208" y="0"/>
                  <a:pt x="1280297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Echo Dot (4ª geração) Smart Speaker Amazon com Alexa Preta - Assistente  Virtual - Magazine Luiza">
            <a:extLst>
              <a:ext uri="{FF2B5EF4-FFF2-40B4-BE49-F238E27FC236}">
                <a16:creationId xmlns:a16="http://schemas.microsoft.com/office/drawing/2014/main" id="{91B6B81F-864F-4D1C-B710-6FC43BE09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19250" y1="69000" x2="16737" y2="68471"/>
                        <a14:foregroundMark x1="20200" y1="69200" x2="19250" y2="69000"/>
                        <a14:foregroundMark x1="18334" y1="68000" x2="19400" y2="68600"/>
                        <a14:foregroundMark x1="17379" y1="67463" x2="18334" y2="68000"/>
                        <a14:foregroundMark x1="15904" y1="66634" x2="17084" y2="67297"/>
                        <a14:foregroundMark x1="16640" y1="67600" x2="15999" y2="66799"/>
                        <a14:foregroundMark x1="16800" y1="67800" x2="16640" y2="67600"/>
                        <a14:foregroundMark x1="17225" y1="69200" x2="17600" y2="69800"/>
                        <a14:foregroundMark x1="16475" y1="68000" x2="17225" y2="69200"/>
                        <a14:foregroundMark x1="16381" y1="67850" x2="16475" y2="68000"/>
                        <a14:foregroundMark x1="17000" y1="67200" x2="15200" y2="65600"/>
                        <a14:foregroundMark x1="15200" y1="65000" x2="15200" y2="65000"/>
                        <a14:foregroundMark x1="14400" y1="64200" x2="14400" y2="64200"/>
                        <a14:foregroundMark x1="14000" y1="64000" x2="14000" y2="64000"/>
                        <a14:foregroundMark x1="14400" y1="64400" x2="14400" y2="64400"/>
                        <a14:backgroundMark x1="25000" y1="41400" x2="14800" y2="50000"/>
                        <a14:backgroundMark x1="17600" y1="56200" x2="52600" y2="38200"/>
                        <a14:backgroundMark x1="52600" y1="38200" x2="53400" y2="41800"/>
                        <a14:backgroundMark x1="59400" y1="47200" x2="78400" y2="45800"/>
                        <a14:backgroundMark x1="78400" y1="45800" x2="51600" y2="61600"/>
                        <a14:backgroundMark x1="51600" y1="61600" x2="36000" y2="61400"/>
                        <a14:backgroundMark x1="36000" y1="61400" x2="28000" y2="46600"/>
                        <a14:backgroundMark x1="28000" y1="46600" x2="40000" y2="32600"/>
                        <a14:backgroundMark x1="40000" y1="32600" x2="60200" y2="25200"/>
                        <a14:backgroundMark x1="60200" y1="25200" x2="68400" y2="38400"/>
                        <a14:backgroundMark x1="68400" y1="38400" x2="53000" y2="41600"/>
                        <a14:backgroundMark x1="53000" y1="41600" x2="40400" y2="30600"/>
                        <a14:backgroundMark x1="40400" y1="30600" x2="55000" y2="21800"/>
                        <a14:backgroundMark x1="55000" y1="21800" x2="60200" y2="40200"/>
                        <a14:backgroundMark x1="60200" y1="40200" x2="47800" y2="30600"/>
                        <a14:backgroundMark x1="47800" y1="30600" x2="71000" y2="35200"/>
                        <a14:backgroundMark x1="71000" y1="35200" x2="64200" y2="57600"/>
                        <a14:backgroundMark x1="64200" y1="57600" x2="62200" y2="39800"/>
                        <a14:backgroundMark x1="62200" y1="39800" x2="80600" y2="30800"/>
                        <a14:backgroundMark x1="80600" y1="30800" x2="60000" y2="43400"/>
                        <a14:backgroundMark x1="60000" y1="43400" x2="59800" y2="24800"/>
                        <a14:backgroundMark x1="59800" y1="24800" x2="52000" y2="41400"/>
                        <a14:backgroundMark x1="52000" y1="41400" x2="39000" y2="50800"/>
                        <a14:backgroundMark x1="39000" y1="50800" x2="47400" y2="29400"/>
                        <a14:backgroundMark x1="47400" y1="29400" x2="36400" y2="43400"/>
                        <a14:backgroundMark x1="36400" y1="43400" x2="47800" y2="26800"/>
                        <a14:backgroundMark x1="47800" y1="26800" x2="34800" y2="35600"/>
                        <a14:backgroundMark x1="34800" y1="35600" x2="32800" y2="16000"/>
                        <a14:backgroundMark x1="32800" y1="16000" x2="23000" y2="33400"/>
                        <a14:backgroundMark x1="23000" y1="33400" x2="23600" y2="15800"/>
                        <a14:backgroundMark x1="23600" y1="15800" x2="7800" y2="50400"/>
                        <a14:backgroundMark x1="16871" y1="64400" x2="17000" y2="64600"/>
                        <a14:backgroundMark x1="16730" y1="64183" x2="16871" y2="64400"/>
                        <a14:backgroundMark x1="7800" y1="50400" x2="15946" y2="62973"/>
                        <a14:backgroundMark x1="20909" y1="65662" x2="33200" y2="69000"/>
                        <a14:backgroundMark x1="17000" y1="64600" x2="18017" y2="64876"/>
                        <a14:backgroundMark x1="33200" y1="69000" x2="65000" y2="60000"/>
                        <a14:backgroundMark x1="65000" y1="60000" x2="88000" y2="36000"/>
                        <a14:backgroundMark x1="88000" y1="36000" x2="76000" y2="21800"/>
                        <a14:backgroundMark x1="76000" y1="21800" x2="55800" y2="13600"/>
                        <a14:backgroundMark x1="55800" y1="13600" x2="40000" y2="22400"/>
                        <a14:backgroundMark x1="40000" y1="22400" x2="26600" y2="56600"/>
                        <a14:backgroundMark x1="26600" y1="56600" x2="34600" y2="41400"/>
                        <a14:backgroundMark x1="34600" y1="41400" x2="18800" y2="41400"/>
                        <a14:backgroundMark x1="18800" y1="41400" x2="21800" y2="59200"/>
                        <a14:backgroundMark x1="21800" y1="59200" x2="35800" y2="47600"/>
                        <a14:backgroundMark x1="35800" y1="47600" x2="24000" y2="30000"/>
                        <a14:backgroundMark x1="24000" y1="30000" x2="44000" y2="17600"/>
                        <a14:backgroundMark x1="44000" y1="17600" x2="60800" y2="15000"/>
                        <a14:backgroundMark x1="60800" y1="15000" x2="74200" y2="7400"/>
                        <a14:backgroundMark x1="74200" y1="7400" x2="73800" y2="7400"/>
                        <a14:backgroundMark x1="81600" y1="47200" x2="69800" y2="57800"/>
                        <a14:backgroundMark x1="69800" y1="57800" x2="39200" y2="68400"/>
                        <a14:backgroundMark x1="39200" y1="68400" x2="38200" y2="68600"/>
                        <a14:backgroundMark x1="61200" y1="64400" x2="46800" y2="67000"/>
                        <a14:backgroundMark x1="47200" y1="67400" x2="40600" y2="69400"/>
                        <a14:backgroundMark x1="39400" y1="70600" x2="40600" y2="68600"/>
                        <a14:backgroundMark x1="37400" y1="41000" x2="33800" y2="45000"/>
                        <a14:backgroundMark x1="35600" y1="44800" x2="40400" y2="40200"/>
                        <a14:backgroundMark x1="59600" y1="82400" x2="40800" y2="82400"/>
                        <a14:backgroundMark x1="58800" y1="82000" x2="53200" y2="82400"/>
                        <a14:backgroundMark x1="58400" y1="82000" x2="52600" y2="81400"/>
                        <a14:backgroundMark x1="53800" y1="82200" x2="46400" y2="81000"/>
                        <a14:backgroundMark x1="64800" y1="80600" x2="64800" y2="80600"/>
                        <a14:backgroundMark x1="17659" y1="70893" x2="17201" y2="70023"/>
                        <a14:backgroundMark x1="45000" y1="82400" x2="39000" y2="80800"/>
                        <a14:backgroundMark x1="17600" y1="71400" x2="14800" y2="66600"/>
                        <a14:backgroundMark x1="14146" y1="65000" x2="14000" y2="64600"/>
                        <a14:backgroundMark x1="17000" y1="72800" x2="14146" y2="65000"/>
                        <a14:backgroundMark x1="18200" y1="73200" x2="14800" y2="66400"/>
                        <a14:backgroundMark x1="20600" y1="75800" x2="14600" y2="66600"/>
                        <a14:backgroundMark x1="16834" y1="69352" x2="15400" y2="67600"/>
                        <a14:backgroundMark x1="17600" y1="71200" x2="16582" y2="68741"/>
                        <a14:backgroundMark x1="17000" y1="70000" x2="17000" y2="70000"/>
                        <a14:backgroundMark x1="17400" y1="70200" x2="17400" y2="70200"/>
                        <a14:backgroundMark x1="17000" y1="69200" x2="17000" y2="69200"/>
                        <a14:backgroundMark x1="17200" y1="70000" x2="17200" y2="70000"/>
                        <a14:backgroundMark x1="15600" y1="68000" x2="15600" y2="68000"/>
                        <a14:backgroundMark x1="15800" y1="67600" x2="15800" y2="67600"/>
                        <a14:backgroundMark x1="16000" y1="68000" x2="16000" y2="68000"/>
                        <a14:backgroundMark x1="17200" y1="69800" x2="17200" y2="69800"/>
                        <a14:backgroundMark x1="17600" y1="70400" x2="17600" y2="70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085" y="2956326"/>
            <a:ext cx="3091759" cy="3091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 Alexa Logo - PNG e Vetor - Download de Logo">
            <a:extLst>
              <a:ext uri="{FF2B5EF4-FFF2-40B4-BE49-F238E27FC236}">
                <a16:creationId xmlns:a16="http://schemas.microsoft.com/office/drawing/2014/main" id="{8649AF5D-0410-4300-A164-8E01E568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187" y="1548060"/>
            <a:ext cx="2585546" cy="1108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D0B8A5F-A798-49C8-AD8C-713C8E42698F}"/>
              </a:ext>
            </a:extLst>
          </p:cNvPr>
          <p:cNvSpPr txBox="1"/>
          <p:nvPr/>
        </p:nvSpPr>
        <p:spPr>
          <a:xfrm>
            <a:off x="504893" y="1696907"/>
            <a:ext cx="3091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Vantagens:</a:t>
            </a:r>
          </a:p>
          <a:p>
            <a:pPr algn="ctr"/>
            <a:endParaRPr lang="pt-BR" sz="2400" b="1" dirty="0"/>
          </a:p>
          <a:p>
            <a:pPr algn="ctr"/>
            <a:r>
              <a:rPr lang="pt-BR" sz="2400" b="1" dirty="0"/>
              <a:t>Acionamento por voz.</a:t>
            </a:r>
          </a:p>
          <a:p>
            <a:pPr algn="ctr"/>
            <a:r>
              <a:rPr lang="pt-BR" sz="2400" b="1" dirty="0"/>
              <a:t>Criação de cenários.</a:t>
            </a:r>
            <a:endParaRPr lang="pt-BR" dirty="0"/>
          </a:p>
        </p:txBody>
      </p:sp>
      <p:pic>
        <p:nvPicPr>
          <p:cNvPr id="1032" name="Picture 8" descr="símbolo do ícone do vetor da câmera para site e aplicativo móvel 2243843  Vetor no Vecteezy">
            <a:extLst>
              <a:ext uri="{FF2B5EF4-FFF2-40B4-BE49-F238E27FC236}">
                <a16:creationId xmlns:a16="http://schemas.microsoft.com/office/drawing/2014/main" id="{44474EA6-16D2-41F8-98E5-97CCA69DC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2143" y1="65714" x2="66633" y2="559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464" y="4831480"/>
            <a:ext cx="1191021" cy="119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stura">
            <a:extLst>
              <a:ext uri="{FF2B5EF4-FFF2-40B4-BE49-F238E27FC236}">
                <a16:creationId xmlns:a16="http://schemas.microsoft.com/office/drawing/2014/main" id="{E1F4E93B-0A75-4FAA-BB8C-61BCDA5664AD}"/>
              </a:ext>
            </a:extLst>
          </p:cNvPr>
          <p:cNvSpPr/>
          <p:nvPr/>
        </p:nvSpPr>
        <p:spPr>
          <a:xfrm>
            <a:off x="7497398" y="2820974"/>
            <a:ext cx="2560594" cy="2594059"/>
          </a:xfrm>
          <a:custGeom>
            <a:avLst/>
            <a:gdLst>
              <a:gd name="connsiteX0" fmla="*/ 1280297 w 2560594"/>
              <a:gd name="connsiteY0" fmla="*/ 0 h 2594059"/>
              <a:gd name="connsiteX1" fmla="*/ 2560594 w 2560594"/>
              <a:gd name="connsiteY1" fmla="*/ 1280297 h 2594059"/>
              <a:gd name="connsiteX2" fmla="*/ 2553984 w 2560594"/>
              <a:gd name="connsiteY2" fmla="*/ 1411200 h 2594059"/>
              <a:gd name="connsiteX3" fmla="*/ 2553173 w 2560594"/>
              <a:gd name="connsiteY3" fmla="*/ 1416514 h 2594059"/>
              <a:gd name="connsiteX4" fmla="*/ 2553173 w 2560594"/>
              <a:gd name="connsiteY4" fmla="*/ 1578650 h 2594059"/>
              <a:gd name="connsiteX5" fmla="*/ 2515959 w 2560594"/>
              <a:gd name="connsiteY5" fmla="*/ 1807250 h 2594059"/>
              <a:gd name="connsiteX6" fmla="*/ 2430898 w 2560594"/>
              <a:gd name="connsiteY6" fmla="*/ 2014585 h 2594059"/>
              <a:gd name="connsiteX7" fmla="*/ 2308624 w 2560594"/>
              <a:gd name="connsiteY7" fmla="*/ 2227236 h 2594059"/>
              <a:gd name="connsiteX8" fmla="*/ 2048126 w 2560594"/>
              <a:gd name="connsiteY8" fmla="*/ 2503682 h 2594059"/>
              <a:gd name="connsiteX9" fmla="*/ 1702568 w 2560594"/>
              <a:gd name="connsiteY9" fmla="*/ 2572794 h 2594059"/>
              <a:gd name="connsiteX10" fmla="*/ 1128410 w 2560594"/>
              <a:gd name="connsiteY10" fmla="*/ 2594059 h 2594059"/>
              <a:gd name="connsiteX11" fmla="*/ 618047 w 2560594"/>
              <a:gd name="connsiteY11" fmla="*/ 2508998 h 2594059"/>
              <a:gd name="connsiteX12" fmla="*/ 522354 w 2560594"/>
              <a:gd name="connsiteY12" fmla="*/ 2450519 h 2594059"/>
              <a:gd name="connsiteX13" fmla="*/ 214010 w 2560594"/>
              <a:gd name="connsiteY13" fmla="*/ 2062431 h 2594059"/>
              <a:gd name="connsiteX14" fmla="*/ 118317 w 2560594"/>
              <a:gd name="connsiteY14" fmla="*/ 1902943 h 2594059"/>
              <a:gd name="connsiteX15" fmla="*/ 62439 w 2560594"/>
              <a:gd name="connsiteY15" fmla="*/ 1674349 h 2594059"/>
              <a:gd name="connsiteX16" fmla="*/ 57559 w 2560594"/>
              <a:gd name="connsiteY16" fmla="*/ 1661019 h 2594059"/>
              <a:gd name="connsiteX17" fmla="*/ 0 w 2560594"/>
              <a:gd name="connsiteY17" fmla="*/ 1280297 h 2594059"/>
              <a:gd name="connsiteX18" fmla="*/ 1280297 w 2560594"/>
              <a:gd name="connsiteY18" fmla="*/ 0 h 2594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60594" h="2594059">
                <a:moveTo>
                  <a:pt x="1280297" y="0"/>
                </a:moveTo>
                <a:cubicBezTo>
                  <a:pt x="1987386" y="0"/>
                  <a:pt x="2560594" y="573208"/>
                  <a:pt x="2560594" y="1280297"/>
                </a:cubicBezTo>
                <a:cubicBezTo>
                  <a:pt x="2560594" y="1324490"/>
                  <a:pt x="2558355" y="1368160"/>
                  <a:pt x="2553984" y="1411200"/>
                </a:cubicBezTo>
                <a:lnTo>
                  <a:pt x="2553173" y="1416514"/>
                </a:lnTo>
                <a:lnTo>
                  <a:pt x="2553173" y="1578650"/>
                </a:lnTo>
                <a:lnTo>
                  <a:pt x="2515959" y="1807250"/>
                </a:lnTo>
                <a:lnTo>
                  <a:pt x="2430898" y="2014585"/>
                </a:lnTo>
                <a:lnTo>
                  <a:pt x="2308624" y="2227236"/>
                </a:lnTo>
                <a:lnTo>
                  <a:pt x="2048126" y="2503682"/>
                </a:lnTo>
                <a:lnTo>
                  <a:pt x="1702568" y="2572794"/>
                </a:lnTo>
                <a:lnTo>
                  <a:pt x="1128410" y="2594059"/>
                </a:lnTo>
                <a:lnTo>
                  <a:pt x="618047" y="2508998"/>
                </a:lnTo>
                <a:lnTo>
                  <a:pt x="522354" y="2450519"/>
                </a:lnTo>
                <a:lnTo>
                  <a:pt x="214010" y="2062431"/>
                </a:lnTo>
                <a:lnTo>
                  <a:pt x="118317" y="1902943"/>
                </a:lnTo>
                <a:lnTo>
                  <a:pt x="62439" y="1674349"/>
                </a:lnTo>
                <a:lnTo>
                  <a:pt x="57559" y="1661019"/>
                </a:lnTo>
                <a:cubicBezTo>
                  <a:pt x="20152" y="1540749"/>
                  <a:pt x="0" y="1412876"/>
                  <a:pt x="0" y="1280297"/>
                </a:cubicBezTo>
                <a:cubicBezTo>
                  <a:pt x="0" y="573208"/>
                  <a:pt x="573208" y="0"/>
                  <a:pt x="1280297" y="0"/>
                </a:cubicBezTo>
                <a:close/>
              </a:path>
            </a:pathLst>
          </a:custGeom>
          <a:blipFill dpi="0" rotWithShape="1">
            <a:blip r:embed="rId10">
              <a:alphaModFix amt="3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579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osango 11">
            <a:extLst>
              <a:ext uri="{FF2B5EF4-FFF2-40B4-BE49-F238E27FC236}">
                <a16:creationId xmlns:a16="http://schemas.microsoft.com/office/drawing/2014/main" id="{9F9265BD-76BB-4E06-A18E-07FBC0E26363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B8C6D640-3F4E-46BA-93D3-1288242598FA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F1194E7A-A42C-4050-A117-6D82484ECA2A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5F5B4800-04CC-46D0-B8E4-E89EDC0B027D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C3B44AEC-478A-4CE0-9180-8C166F14B283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Losango 16">
            <a:extLst>
              <a:ext uri="{FF2B5EF4-FFF2-40B4-BE49-F238E27FC236}">
                <a16:creationId xmlns:a16="http://schemas.microsoft.com/office/drawing/2014/main" id="{EB38409D-E00A-429D-B318-4F285DF462A6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E655EABE-6CD5-4FCF-8A11-E7FA8C0E1C48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Losango 18">
            <a:extLst>
              <a:ext uri="{FF2B5EF4-FFF2-40B4-BE49-F238E27FC236}">
                <a16:creationId xmlns:a16="http://schemas.microsoft.com/office/drawing/2014/main" id="{DDF1C1B2-1378-49E9-BC32-7F4377933E41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62DCB4D4-A191-4461-B69B-CC129CAF4499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Losango 20">
            <a:extLst>
              <a:ext uri="{FF2B5EF4-FFF2-40B4-BE49-F238E27FC236}">
                <a16:creationId xmlns:a16="http://schemas.microsoft.com/office/drawing/2014/main" id="{DE1542AA-6E0B-46BB-A9DC-A686007665CF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Losango 21">
            <a:extLst>
              <a:ext uri="{FF2B5EF4-FFF2-40B4-BE49-F238E27FC236}">
                <a16:creationId xmlns:a16="http://schemas.microsoft.com/office/drawing/2014/main" id="{3E8FC4A1-5FBE-47AF-A58A-18322304FBD0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Losango 22">
            <a:extLst>
              <a:ext uri="{FF2B5EF4-FFF2-40B4-BE49-F238E27FC236}">
                <a16:creationId xmlns:a16="http://schemas.microsoft.com/office/drawing/2014/main" id="{003892BB-8465-404B-849D-F11E32EB1966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Losango 23">
            <a:extLst>
              <a:ext uri="{FF2B5EF4-FFF2-40B4-BE49-F238E27FC236}">
                <a16:creationId xmlns:a16="http://schemas.microsoft.com/office/drawing/2014/main" id="{62DECD60-4C65-40B9-BAE7-4CB66518925B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ns Robo | Vetores, fotos de arquivo e PSD grátis">
            <a:extLst>
              <a:ext uri="{FF2B5EF4-FFF2-40B4-BE49-F238E27FC236}">
                <a16:creationId xmlns:a16="http://schemas.microsoft.com/office/drawing/2014/main" id="{07A6F5F4-A878-42AA-A4FC-688E5A5EB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0" t="528" r="8285" b="54107"/>
          <a:stretch/>
        </p:blipFill>
        <p:spPr bwMode="auto">
          <a:xfrm>
            <a:off x="11077576" y="5397500"/>
            <a:ext cx="111442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758688D-4A02-4700-B2A7-36C9F5302007}"/>
              </a:ext>
            </a:extLst>
          </p:cNvPr>
          <p:cNvSpPr txBox="1"/>
          <p:nvPr/>
        </p:nvSpPr>
        <p:spPr>
          <a:xfrm>
            <a:off x="0" y="121489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Portão da Casa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738D45-DD49-465A-B3E4-307E9B349E90}"/>
              </a:ext>
            </a:extLst>
          </p:cNvPr>
          <p:cNvSpPr txBox="1"/>
          <p:nvPr/>
        </p:nvSpPr>
        <p:spPr>
          <a:xfrm>
            <a:off x="6221238" y="2598313"/>
            <a:ext cx="47148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Diferencial!</a:t>
            </a:r>
          </a:p>
          <a:p>
            <a:endParaRPr lang="pt-BR" sz="2400" dirty="0"/>
          </a:p>
          <a:p>
            <a:r>
              <a:rPr lang="pt-BR" sz="2400" dirty="0"/>
              <a:t>Atendimento de pessoas via distancia com acesso a  áudio e vídeo.</a:t>
            </a:r>
          </a:p>
        </p:txBody>
      </p:sp>
      <p:pic>
        <p:nvPicPr>
          <p:cNvPr id="11" name="Picture 8" descr="símbolo do ícone do vetor da câmera para site e aplicativo móvel 2243843  Vetor no Vecteezy">
            <a:extLst>
              <a:ext uri="{FF2B5EF4-FFF2-40B4-BE49-F238E27FC236}">
                <a16:creationId xmlns:a16="http://schemas.microsoft.com/office/drawing/2014/main" id="{82E2A956-9668-4B5A-91A3-E6BC0B789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2143" y1="65714" x2="66633" y2="559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464" y="4831480"/>
            <a:ext cx="1191021" cy="119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adeado fechado | Ícone Gratis">
            <a:extLst>
              <a:ext uri="{FF2B5EF4-FFF2-40B4-BE49-F238E27FC236}">
                <a16:creationId xmlns:a16="http://schemas.microsoft.com/office/drawing/2014/main" id="{AA0957DF-49EE-4E26-9F71-B2E508979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2535692"/>
            <a:ext cx="2762863" cy="276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095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osango 6">
            <a:extLst>
              <a:ext uri="{FF2B5EF4-FFF2-40B4-BE49-F238E27FC236}">
                <a16:creationId xmlns:a16="http://schemas.microsoft.com/office/drawing/2014/main" id="{EAAC2A67-F068-4C88-A76A-FCD78FCFA5A5}"/>
              </a:ext>
            </a:extLst>
          </p:cNvPr>
          <p:cNvSpPr/>
          <p:nvPr/>
        </p:nvSpPr>
        <p:spPr>
          <a:xfrm>
            <a:off x="9941623" y="2993194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8C3C0788-3335-4D3C-9D18-35F6BADDF3AF}"/>
              </a:ext>
            </a:extLst>
          </p:cNvPr>
          <p:cNvSpPr/>
          <p:nvPr/>
        </p:nvSpPr>
        <p:spPr>
          <a:xfrm>
            <a:off x="-386636" y="210349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652A0729-AAB3-4B09-910D-74AFC54F6045}"/>
              </a:ext>
            </a:extLst>
          </p:cNvPr>
          <p:cNvSpPr/>
          <p:nvPr/>
        </p:nvSpPr>
        <p:spPr>
          <a:xfrm>
            <a:off x="1580282" y="63861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Losango 12">
            <a:extLst>
              <a:ext uri="{FF2B5EF4-FFF2-40B4-BE49-F238E27FC236}">
                <a16:creationId xmlns:a16="http://schemas.microsoft.com/office/drawing/2014/main" id="{CCF65940-32F4-4A46-8081-A4F4992CA999}"/>
              </a:ext>
            </a:extLst>
          </p:cNvPr>
          <p:cNvSpPr/>
          <p:nvPr/>
        </p:nvSpPr>
        <p:spPr>
          <a:xfrm>
            <a:off x="3029135" y="2500972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Losango 13">
            <a:extLst>
              <a:ext uri="{FF2B5EF4-FFF2-40B4-BE49-F238E27FC236}">
                <a16:creationId xmlns:a16="http://schemas.microsoft.com/office/drawing/2014/main" id="{AD1917A2-A64F-4A8B-9B5F-C0A0BC5919C1}"/>
              </a:ext>
            </a:extLst>
          </p:cNvPr>
          <p:cNvSpPr/>
          <p:nvPr/>
        </p:nvSpPr>
        <p:spPr>
          <a:xfrm>
            <a:off x="4647147" y="831563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Losango 14">
            <a:extLst>
              <a:ext uri="{FF2B5EF4-FFF2-40B4-BE49-F238E27FC236}">
                <a16:creationId xmlns:a16="http://schemas.microsoft.com/office/drawing/2014/main" id="{7015352E-459D-4ED8-9659-1D89D1AF2A28}"/>
              </a:ext>
            </a:extLst>
          </p:cNvPr>
          <p:cNvSpPr/>
          <p:nvPr/>
        </p:nvSpPr>
        <p:spPr>
          <a:xfrm>
            <a:off x="6645125" y="-40161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Losango 15">
            <a:extLst>
              <a:ext uri="{FF2B5EF4-FFF2-40B4-BE49-F238E27FC236}">
                <a16:creationId xmlns:a16="http://schemas.microsoft.com/office/drawing/2014/main" id="{F2CCA28B-39F9-41D0-AFCB-EFCFF9D09373}"/>
              </a:ext>
            </a:extLst>
          </p:cNvPr>
          <p:cNvSpPr/>
          <p:nvPr/>
        </p:nvSpPr>
        <p:spPr>
          <a:xfrm>
            <a:off x="6180579" y="2611251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Losango 16">
            <a:extLst>
              <a:ext uri="{FF2B5EF4-FFF2-40B4-BE49-F238E27FC236}">
                <a16:creationId xmlns:a16="http://schemas.microsoft.com/office/drawing/2014/main" id="{0B15CB8E-433E-48BC-A787-EA69DF01B642}"/>
              </a:ext>
            </a:extLst>
          </p:cNvPr>
          <p:cNvSpPr/>
          <p:nvPr/>
        </p:nvSpPr>
        <p:spPr>
          <a:xfrm>
            <a:off x="8263137" y="1303799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Losango 17">
            <a:extLst>
              <a:ext uri="{FF2B5EF4-FFF2-40B4-BE49-F238E27FC236}">
                <a16:creationId xmlns:a16="http://schemas.microsoft.com/office/drawing/2014/main" id="{AEF57D37-506F-4434-9F3C-F6A6EA8C618E}"/>
              </a:ext>
            </a:extLst>
          </p:cNvPr>
          <p:cNvSpPr/>
          <p:nvPr/>
        </p:nvSpPr>
        <p:spPr>
          <a:xfrm>
            <a:off x="3262190" y="-10132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Losango 18">
            <a:extLst>
              <a:ext uri="{FF2B5EF4-FFF2-40B4-BE49-F238E27FC236}">
                <a16:creationId xmlns:a16="http://schemas.microsoft.com/office/drawing/2014/main" id="{858D2FFC-F43A-48AB-948E-188A2BC695CF}"/>
              </a:ext>
            </a:extLst>
          </p:cNvPr>
          <p:cNvSpPr/>
          <p:nvPr/>
        </p:nvSpPr>
        <p:spPr>
          <a:xfrm>
            <a:off x="10261115" y="692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Losango 19">
            <a:extLst>
              <a:ext uri="{FF2B5EF4-FFF2-40B4-BE49-F238E27FC236}">
                <a16:creationId xmlns:a16="http://schemas.microsoft.com/office/drawing/2014/main" id="{F481925C-C108-4326-99FD-1DC9CE73C26C}"/>
              </a:ext>
            </a:extLst>
          </p:cNvPr>
          <p:cNvSpPr/>
          <p:nvPr/>
        </p:nvSpPr>
        <p:spPr>
          <a:xfrm>
            <a:off x="1146797" y="3893557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1" name="Losango 20">
            <a:extLst>
              <a:ext uri="{FF2B5EF4-FFF2-40B4-BE49-F238E27FC236}">
                <a16:creationId xmlns:a16="http://schemas.microsoft.com/office/drawing/2014/main" id="{C0E580B3-DB07-43C3-881E-C6D79A1FF226}"/>
              </a:ext>
            </a:extLst>
          </p:cNvPr>
          <p:cNvSpPr/>
          <p:nvPr/>
        </p:nvSpPr>
        <p:spPr>
          <a:xfrm>
            <a:off x="-2022903" y="362135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Losango 21">
            <a:extLst>
              <a:ext uri="{FF2B5EF4-FFF2-40B4-BE49-F238E27FC236}">
                <a16:creationId xmlns:a16="http://schemas.microsoft.com/office/drawing/2014/main" id="{B43F6582-D387-43CA-AAE0-A76E4B7E3A24}"/>
              </a:ext>
            </a:extLst>
          </p:cNvPr>
          <p:cNvSpPr/>
          <p:nvPr/>
        </p:nvSpPr>
        <p:spPr>
          <a:xfrm>
            <a:off x="-152764" y="-1051348"/>
            <a:ext cx="3066865" cy="3066865"/>
          </a:xfrm>
          <a:prstGeom prst="diamond">
            <a:avLst/>
          </a:prstGeom>
          <a:noFill/>
          <a:ln w="28575">
            <a:solidFill>
              <a:schemeClr val="bg2">
                <a:lumMod val="75000"/>
                <a:alpha val="6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ns Robo | Vetores, fotos de arquivo e PSD grátis">
            <a:extLst>
              <a:ext uri="{FF2B5EF4-FFF2-40B4-BE49-F238E27FC236}">
                <a16:creationId xmlns:a16="http://schemas.microsoft.com/office/drawing/2014/main" id="{07A6F5F4-A878-42AA-A4FC-688E5A5EB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00" t="528" r="8285" b="54107"/>
          <a:stretch/>
        </p:blipFill>
        <p:spPr bwMode="auto">
          <a:xfrm>
            <a:off x="11077576" y="5397500"/>
            <a:ext cx="1114424" cy="146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758688D-4A02-4700-B2A7-36C9F5302007}"/>
              </a:ext>
            </a:extLst>
          </p:cNvPr>
          <p:cNvSpPr txBox="1"/>
          <p:nvPr/>
        </p:nvSpPr>
        <p:spPr>
          <a:xfrm>
            <a:off x="0" y="1214899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Iluminação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738D45-DD49-465A-B3E4-307E9B349E90}"/>
              </a:ext>
            </a:extLst>
          </p:cNvPr>
          <p:cNvSpPr txBox="1"/>
          <p:nvPr/>
        </p:nvSpPr>
        <p:spPr>
          <a:xfrm>
            <a:off x="6572610" y="2892488"/>
            <a:ext cx="47148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Diferencial!</a:t>
            </a:r>
          </a:p>
          <a:p>
            <a:endParaRPr lang="pt-BR" sz="2400" dirty="0"/>
          </a:p>
          <a:p>
            <a:r>
              <a:rPr lang="pt-BR" sz="2400" dirty="0"/>
              <a:t>Acionamento por voz.</a:t>
            </a:r>
          </a:p>
          <a:p>
            <a:r>
              <a:rPr lang="pt-BR" sz="2400" dirty="0"/>
              <a:t>Acionamento por  presença.</a:t>
            </a:r>
          </a:p>
          <a:p>
            <a:r>
              <a:rPr lang="pt-BR" sz="2400" dirty="0"/>
              <a:t>Criação de cenários interativos.</a:t>
            </a:r>
          </a:p>
        </p:txBody>
      </p:sp>
      <p:pic>
        <p:nvPicPr>
          <p:cNvPr id="11" name="Picture 8" descr="símbolo do ícone do vetor da câmera para site e aplicativo móvel 2243843  Vetor no Vecteezy">
            <a:extLst>
              <a:ext uri="{FF2B5EF4-FFF2-40B4-BE49-F238E27FC236}">
                <a16:creationId xmlns:a16="http://schemas.microsoft.com/office/drawing/2014/main" id="{F75E1ECA-9722-4747-AD86-ECEF4B143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2143" y1="65714" x2="66633" y2="559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464" y="4831480"/>
            <a:ext cx="1191021" cy="1191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âmpada | Ícone Gratis">
            <a:extLst>
              <a:ext uri="{FF2B5EF4-FFF2-40B4-BE49-F238E27FC236}">
                <a16:creationId xmlns:a16="http://schemas.microsoft.com/office/drawing/2014/main" id="{205CA442-8120-4963-A443-26989AB9C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185" y="1991249"/>
            <a:ext cx="3352265" cy="3352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79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533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874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8AB13F85-CBD5-41E8-AB32-4868E5B71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5" b="89976" l="9953" r="90715">
                        <a14:foregroundMark x1="30995" y1="49642" x2="46894" y2="42243"/>
                        <a14:foregroundMark x1="46894" y1="42243" x2="83901" y2="48329"/>
                        <a14:foregroundMark x1="83901" y1="48329" x2="72478" y2="59427"/>
                        <a14:foregroundMark x1="72478" y1="59427" x2="37475" y2="57041"/>
                        <a14:foregroundMark x1="37475" y1="57041" x2="79559" y2="60501"/>
                        <a14:foregroundMark x1="79559" y1="60501" x2="36273" y2="58473"/>
                        <a14:foregroundMark x1="36273" y1="58473" x2="43153" y2="44749"/>
                        <a14:foregroundMark x1="43153" y1="44749" x2="78023" y2="52148"/>
                        <a14:foregroundMark x1="78023" y1="52148" x2="88043" y2="44988"/>
                        <a14:foregroundMark x1="88043" y1="44988" x2="65197" y2="38783"/>
                        <a14:foregroundMark x1="65197" y1="38783" x2="41550" y2="41289"/>
                        <a14:foregroundMark x1="41550" y1="41289" x2="51837" y2="50597"/>
                        <a14:foregroundMark x1="51837" y1="50597" x2="75685" y2="50597"/>
                        <a14:foregroundMark x1="75685" y1="50597" x2="85237" y2="42840"/>
                        <a14:foregroundMark x1="85237" y1="42840" x2="76152" y2="58473"/>
                        <a14:foregroundMark x1="76152" y1="58473" x2="67535" y2="45585"/>
                        <a14:foregroundMark x1="67535" y1="45585" x2="58116" y2="64320"/>
                        <a14:foregroundMark x1="58116" y1="64320" x2="50033" y2="48687"/>
                        <a14:foregroundMark x1="50033" y1="48687" x2="41416" y2="61933"/>
                        <a14:foregroundMark x1="41416" y1="61933" x2="47161" y2="42601"/>
                        <a14:foregroundMark x1="47161" y1="42601" x2="58517" y2="42721"/>
                        <a14:foregroundMark x1="58517" y1="42721" x2="66533" y2="50119"/>
                        <a14:foregroundMark x1="89913" y1="60501" x2="87709" y2="59427"/>
                        <a14:foregroundMark x1="84102" y1="59905" x2="88243" y2="61933"/>
                        <a14:foregroundMark x1="89045" y1="60501" x2="87108" y2="45227"/>
                        <a14:foregroundMark x1="90180" y1="63365" x2="88043" y2="43675"/>
                        <a14:foregroundMark x1="88043" y1="43675" x2="40882" y2="34845"/>
                        <a14:foregroundMark x1="40882" y1="34845" x2="33467" y2="50477"/>
                        <a14:foregroundMark x1="33467" y1="50477" x2="36941" y2="68258"/>
                        <a14:foregroundMark x1="36941" y1="68258" x2="48497" y2="62888"/>
                        <a14:foregroundMark x1="48497" y1="62888" x2="72144" y2="67542"/>
                        <a14:foregroundMark x1="72144" y1="67542" x2="82432" y2="65990"/>
                        <a14:foregroundMark x1="82432" y1="65990" x2="90715" y2="52625"/>
                        <a14:foregroundMark x1="90715" y1="52625" x2="81363" y2="40095"/>
                        <a14:foregroundMark x1="81363" y1="40095" x2="72278" y2="36874"/>
                        <a14:foregroundMark x1="36807" y1="45227" x2="38744" y2="39260"/>
                        <a14:foregroundMark x1="37609" y1="43198" x2="37609" y2="43675"/>
                        <a14:foregroundMark x1="90715" y1="57995" x2="86840" y2="40692"/>
                        <a14:foregroundMark x1="86840" y1="40692" x2="82432" y2="383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4698"/>
            <a:ext cx="2730500" cy="15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569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162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NILTON DIONISIO GUERRA</dc:creator>
  <cp:lastModifiedBy>NILTON DIONISIO GUERRA</cp:lastModifiedBy>
  <cp:revision>36</cp:revision>
  <dcterms:created xsi:type="dcterms:W3CDTF">2021-10-08T16:30:09Z</dcterms:created>
  <dcterms:modified xsi:type="dcterms:W3CDTF">2021-10-14T19:39:49Z</dcterms:modified>
</cp:coreProperties>
</file>