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RONNY DE SOUSA" userId="7766a9d9-77fd-498d-8322-f6da8d912cdf" providerId="ADAL" clId="{8E96E814-3221-4A91-A60A-6CFDD98546D4}"/>
    <pc:docChg chg="undo redo custSel addSld delSld modSld">
      <pc:chgData name="CARLOS RONNY DE SOUSA" userId="7766a9d9-77fd-498d-8322-f6da8d912cdf" providerId="ADAL" clId="{8E96E814-3221-4A91-A60A-6CFDD98546D4}" dt="2023-08-14T19:10:17.766" v="138" actId="27636"/>
      <pc:docMkLst>
        <pc:docMk/>
      </pc:docMkLst>
      <pc:sldChg chg="modSp mod">
        <pc:chgData name="CARLOS RONNY DE SOUSA" userId="7766a9d9-77fd-498d-8322-f6da8d912cdf" providerId="ADAL" clId="{8E96E814-3221-4A91-A60A-6CFDD98546D4}" dt="2023-08-14T18:49:36.861" v="57" actId="27636"/>
        <pc:sldMkLst>
          <pc:docMk/>
          <pc:sldMk cId="719896917" sldId="256"/>
        </pc:sldMkLst>
        <pc:spChg chg="mod">
          <ac:chgData name="CARLOS RONNY DE SOUSA" userId="7766a9d9-77fd-498d-8322-f6da8d912cdf" providerId="ADAL" clId="{8E96E814-3221-4A91-A60A-6CFDD98546D4}" dt="2023-08-14T18:49:36.861" v="57" actId="27636"/>
          <ac:spMkLst>
            <pc:docMk/>
            <pc:sldMk cId="719896917" sldId="256"/>
            <ac:spMk id="2" creationId="{D29D2A6F-D0AC-38C2-52E0-8BB8877DD2AC}"/>
          </ac:spMkLst>
        </pc:spChg>
      </pc:sldChg>
      <pc:sldChg chg="modSp new mod">
        <pc:chgData name="CARLOS RONNY DE SOUSA" userId="7766a9d9-77fd-498d-8322-f6da8d912cdf" providerId="ADAL" clId="{8E96E814-3221-4A91-A60A-6CFDD98546D4}" dt="2023-08-14T18:50:13.241" v="64" actId="20577"/>
        <pc:sldMkLst>
          <pc:docMk/>
          <pc:sldMk cId="1604486646" sldId="257"/>
        </pc:sldMkLst>
        <pc:spChg chg="mod">
          <ac:chgData name="CARLOS RONNY DE SOUSA" userId="7766a9d9-77fd-498d-8322-f6da8d912cdf" providerId="ADAL" clId="{8E96E814-3221-4A91-A60A-6CFDD98546D4}" dt="2023-08-14T18:50:00.322" v="61" actId="20577"/>
          <ac:spMkLst>
            <pc:docMk/>
            <pc:sldMk cId="1604486646" sldId="257"/>
            <ac:spMk id="2" creationId="{08B0C8C8-C0FB-BD30-7E6B-9185CBA96C5C}"/>
          </ac:spMkLst>
        </pc:spChg>
        <pc:spChg chg="mod">
          <ac:chgData name="CARLOS RONNY DE SOUSA" userId="7766a9d9-77fd-498d-8322-f6da8d912cdf" providerId="ADAL" clId="{8E96E814-3221-4A91-A60A-6CFDD98546D4}" dt="2023-08-14T18:50:13.241" v="64" actId="20577"/>
          <ac:spMkLst>
            <pc:docMk/>
            <pc:sldMk cId="1604486646" sldId="257"/>
            <ac:spMk id="3" creationId="{AA88BF45-07FB-FAA4-A307-52487F0E4CA9}"/>
          </ac:spMkLst>
        </pc:spChg>
      </pc:sldChg>
      <pc:sldChg chg="modSp new mod">
        <pc:chgData name="CARLOS RONNY DE SOUSA" userId="7766a9d9-77fd-498d-8322-f6da8d912cdf" providerId="ADAL" clId="{8E96E814-3221-4A91-A60A-6CFDD98546D4}" dt="2023-08-14T18:50:40.476" v="72"/>
        <pc:sldMkLst>
          <pc:docMk/>
          <pc:sldMk cId="2374242482" sldId="258"/>
        </pc:sldMkLst>
        <pc:spChg chg="mod">
          <ac:chgData name="CARLOS RONNY DE SOUSA" userId="7766a9d9-77fd-498d-8322-f6da8d912cdf" providerId="ADAL" clId="{8E96E814-3221-4A91-A60A-6CFDD98546D4}" dt="2023-08-14T18:50:32.868" v="70"/>
          <ac:spMkLst>
            <pc:docMk/>
            <pc:sldMk cId="2374242482" sldId="258"/>
            <ac:spMk id="2" creationId="{514EB0B1-0102-4719-F1F2-9FCEACD4625A}"/>
          </ac:spMkLst>
        </pc:spChg>
        <pc:spChg chg="mod">
          <ac:chgData name="CARLOS RONNY DE SOUSA" userId="7766a9d9-77fd-498d-8322-f6da8d912cdf" providerId="ADAL" clId="{8E96E814-3221-4A91-A60A-6CFDD98546D4}" dt="2023-08-14T18:50:40.476" v="72"/>
          <ac:spMkLst>
            <pc:docMk/>
            <pc:sldMk cId="2374242482" sldId="258"/>
            <ac:spMk id="3" creationId="{4D6D41E6-1C14-E92B-5FB0-AD26208FAD45}"/>
          </ac:spMkLst>
        </pc:spChg>
      </pc:sldChg>
      <pc:sldChg chg="del">
        <pc:chgData name="CARLOS RONNY DE SOUSA" userId="7766a9d9-77fd-498d-8322-f6da8d912cdf" providerId="ADAL" clId="{8E96E814-3221-4A91-A60A-6CFDD98546D4}" dt="2023-08-14T18:48:30.110" v="0" actId="47"/>
        <pc:sldMkLst>
          <pc:docMk/>
          <pc:sldMk cId="2642021828" sldId="258"/>
        </pc:sldMkLst>
      </pc:sldChg>
      <pc:sldChg chg="modSp new mod">
        <pc:chgData name="CARLOS RONNY DE SOUSA" userId="7766a9d9-77fd-498d-8322-f6da8d912cdf" providerId="ADAL" clId="{8E96E814-3221-4A91-A60A-6CFDD98546D4}" dt="2023-08-14T19:07:09.211" v="84" actId="20577"/>
        <pc:sldMkLst>
          <pc:docMk/>
          <pc:sldMk cId="263446946" sldId="259"/>
        </pc:sldMkLst>
        <pc:spChg chg="mod">
          <ac:chgData name="CARLOS RONNY DE SOUSA" userId="7766a9d9-77fd-498d-8322-f6da8d912cdf" providerId="ADAL" clId="{8E96E814-3221-4A91-A60A-6CFDD98546D4}" dt="2023-08-14T18:50:59.052" v="76"/>
          <ac:spMkLst>
            <pc:docMk/>
            <pc:sldMk cId="263446946" sldId="259"/>
            <ac:spMk id="2" creationId="{9553996B-04FC-B36D-ED5C-8F28F9B31C56}"/>
          </ac:spMkLst>
        </pc:spChg>
        <pc:spChg chg="mod">
          <ac:chgData name="CARLOS RONNY DE SOUSA" userId="7766a9d9-77fd-498d-8322-f6da8d912cdf" providerId="ADAL" clId="{8E96E814-3221-4A91-A60A-6CFDD98546D4}" dt="2023-08-14T19:07:09.211" v="84" actId="20577"/>
          <ac:spMkLst>
            <pc:docMk/>
            <pc:sldMk cId="263446946" sldId="259"/>
            <ac:spMk id="3" creationId="{C389D415-2479-A3E8-8C9D-434D61437F6C}"/>
          </ac:spMkLst>
        </pc:spChg>
      </pc:sldChg>
      <pc:sldChg chg="del">
        <pc:chgData name="CARLOS RONNY DE SOUSA" userId="7766a9d9-77fd-498d-8322-f6da8d912cdf" providerId="ADAL" clId="{8E96E814-3221-4A91-A60A-6CFDD98546D4}" dt="2023-08-14T18:48:30.276" v="1" actId="47"/>
        <pc:sldMkLst>
          <pc:docMk/>
          <pc:sldMk cId="606751531" sldId="259"/>
        </pc:sldMkLst>
      </pc:sldChg>
      <pc:sldChg chg="del">
        <pc:chgData name="CARLOS RONNY DE SOUSA" userId="7766a9d9-77fd-498d-8322-f6da8d912cdf" providerId="ADAL" clId="{8E96E814-3221-4A91-A60A-6CFDD98546D4}" dt="2023-08-14T18:48:30.660" v="2" actId="47"/>
        <pc:sldMkLst>
          <pc:docMk/>
          <pc:sldMk cId="1520969778" sldId="260"/>
        </pc:sldMkLst>
      </pc:sldChg>
      <pc:sldChg chg="modSp new mod">
        <pc:chgData name="CARLOS RONNY DE SOUSA" userId="7766a9d9-77fd-498d-8322-f6da8d912cdf" providerId="ADAL" clId="{8E96E814-3221-4A91-A60A-6CFDD98546D4}" dt="2023-08-14T19:08:01.594" v="96" actId="5793"/>
        <pc:sldMkLst>
          <pc:docMk/>
          <pc:sldMk cId="1824326928" sldId="260"/>
        </pc:sldMkLst>
        <pc:spChg chg="mod">
          <ac:chgData name="CARLOS RONNY DE SOUSA" userId="7766a9d9-77fd-498d-8322-f6da8d912cdf" providerId="ADAL" clId="{8E96E814-3221-4A91-A60A-6CFDD98546D4}" dt="2023-08-14T19:07:53.127" v="94"/>
          <ac:spMkLst>
            <pc:docMk/>
            <pc:sldMk cId="1824326928" sldId="260"/>
            <ac:spMk id="2" creationId="{3EA2117B-D688-1BB4-B7DA-8F39DDA123F6}"/>
          </ac:spMkLst>
        </pc:spChg>
        <pc:spChg chg="mod">
          <ac:chgData name="CARLOS RONNY DE SOUSA" userId="7766a9d9-77fd-498d-8322-f6da8d912cdf" providerId="ADAL" clId="{8E96E814-3221-4A91-A60A-6CFDD98546D4}" dt="2023-08-14T19:08:01.594" v="96" actId="5793"/>
          <ac:spMkLst>
            <pc:docMk/>
            <pc:sldMk cId="1824326928" sldId="260"/>
            <ac:spMk id="3" creationId="{96096F39-36A2-DDC3-7512-09EAE298223D}"/>
          </ac:spMkLst>
        </pc:spChg>
      </pc:sldChg>
      <pc:sldChg chg="modSp new del mod">
        <pc:chgData name="CARLOS RONNY DE SOUSA" userId="7766a9d9-77fd-498d-8322-f6da8d912cdf" providerId="ADAL" clId="{8E96E814-3221-4A91-A60A-6CFDD98546D4}" dt="2023-08-14T19:07:37.616" v="90" actId="680"/>
        <pc:sldMkLst>
          <pc:docMk/>
          <pc:sldMk cId="3860874647" sldId="260"/>
        </pc:sldMkLst>
        <pc:spChg chg="mod">
          <ac:chgData name="CARLOS RONNY DE SOUSA" userId="7766a9d9-77fd-498d-8322-f6da8d912cdf" providerId="ADAL" clId="{8E96E814-3221-4A91-A60A-6CFDD98546D4}" dt="2023-08-14T19:07:36.732" v="89" actId="14100"/>
          <ac:spMkLst>
            <pc:docMk/>
            <pc:sldMk cId="3860874647" sldId="260"/>
            <ac:spMk id="3" creationId="{C2D08025-BE8A-638D-50D4-75A2D9D0DA2E}"/>
          </ac:spMkLst>
        </pc:spChg>
      </pc:sldChg>
      <pc:sldChg chg="del">
        <pc:chgData name="CARLOS RONNY DE SOUSA" userId="7766a9d9-77fd-498d-8322-f6da8d912cdf" providerId="ADAL" clId="{8E96E814-3221-4A91-A60A-6CFDD98546D4}" dt="2023-08-14T18:48:30.822" v="3" actId="47"/>
        <pc:sldMkLst>
          <pc:docMk/>
          <pc:sldMk cId="150666393" sldId="261"/>
        </pc:sldMkLst>
      </pc:sldChg>
      <pc:sldChg chg="modSp new mod">
        <pc:chgData name="CARLOS RONNY DE SOUSA" userId="7766a9d9-77fd-498d-8322-f6da8d912cdf" providerId="ADAL" clId="{8E96E814-3221-4A91-A60A-6CFDD98546D4}" dt="2023-08-14T19:08:57.841" v="110" actId="1076"/>
        <pc:sldMkLst>
          <pc:docMk/>
          <pc:sldMk cId="3548711761" sldId="261"/>
        </pc:sldMkLst>
        <pc:spChg chg="mod">
          <ac:chgData name="CARLOS RONNY DE SOUSA" userId="7766a9d9-77fd-498d-8322-f6da8d912cdf" providerId="ADAL" clId="{8E96E814-3221-4A91-A60A-6CFDD98546D4}" dt="2023-08-14T19:08:25.057" v="102"/>
          <ac:spMkLst>
            <pc:docMk/>
            <pc:sldMk cId="3548711761" sldId="261"/>
            <ac:spMk id="2" creationId="{5B39167E-08B9-8282-594C-6BEF44E28F69}"/>
          </ac:spMkLst>
        </pc:spChg>
        <pc:spChg chg="mod">
          <ac:chgData name="CARLOS RONNY DE SOUSA" userId="7766a9d9-77fd-498d-8322-f6da8d912cdf" providerId="ADAL" clId="{8E96E814-3221-4A91-A60A-6CFDD98546D4}" dt="2023-08-14T19:08:57.841" v="110" actId="1076"/>
          <ac:spMkLst>
            <pc:docMk/>
            <pc:sldMk cId="3548711761" sldId="261"/>
            <ac:spMk id="3" creationId="{D2647CE0-F817-C0B6-7B55-4AF05A8AAE5E}"/>
          </ac:spMkLst>
        </pc:spChg>
      </pc:sldChg>
      <pc:sldChg chg="modSp new mod">
        <pc:chgData name="CARLOS RONNY DE SOUSA" userId="7766a9d9-77fd-498d-8322-f6da8d912cdf" providerId="ADAL" clId="{8E96E814-3221-4A91-A60A-6CFDD98546D4}" dt="2023-08-14T19:09:32.829" v="122"/>
        <pc:sldMkLst>
          <pc:docMk/>
          <pc:sldMk cId="301635465" sldId="262"/>
        </pc:sldMkLst>
        <pc:spChg chg="mod">
          <ac:chgData name="CARLOS RONNY DE SOUSA" userId="7766a9d9-77fd-498d-8322-f6da8d912cdf" providerId="ADAL" clId="{8E96E814-3221-4A91-A60A-6CFDD98546D4}" dt="2023-08-14T19:09:22.766" v="117"/>
          <ac:spMkLst>
            <pc:docMk/>
            <pc:sldMk cId="301635465" sldId="262"/>
            <ac:spMk id="2" creationId="{DA190176-83B1-01F1-4BD8-1AA21351CB37}"/>
          </ac:spMkLst>
        </pc:spChg>
        <pc:spChg chg="mod">
          <ac:chgData name="CARLOS RONNY DE SOUSA" userId="7766a9d9-77fd-498d-8322-f6da8d912cdf" providerId="ADAL" clId="{8E96E814-3221-4A91-A60A-6CFDD98546D4}" dt="2023-08-14T19:09:32.829" v="122"/>
          <ac:spMkLst>
            <pc:docMk/>
            <pc:sldMk cId="301635465" sldId="262"/>
            <ac:spMk id="3" creationId="{99D82A94-47E3-C30B-D9FC-476F3E9D0742}"/>
          </ac:spMkLst>
        </pc:spChg>
      </pc:sldChg>
      <pc:sldChg chg="del">
        <pc:chgData name="CARLOS RONNY DE SOUSA" userId="7766a9d9-77fd-498d-8322-f6da8d912cdf" providerId="ADAL" clId="{8E96E814-3221-4A91-A60A-6CFDD98546D4}" dt="2023-08-14T18:48:30.987" v="4" actId="47"/>
        <pc:sldMkLst>
          <pc:docMk/>
          <pc:sldMk cId="1358775673" sldId="262"/>
        </pc:sldMkLst>
      </pc:sldChg>
      <pc:sldChg chg="del">
        <pc:chgData name="CARLOS RONNY DE SOUSA" userId="7766a9d9-77fd-498d-8322-f6da8d912cdf" providerId="ADAL" clId="{8E96E814-3221-4A91-A60A-6CFDD98546D4}" dt="2023-08-14T18:48:31.182" v="5" actId="47"/>
        <pc:sldMkLst>
          <pc:docMk/>
          <pc:sldMk cId="957403052" sldId="263"/>
        </pc:sldMkLst>
      </pc:sldChg>
      <pc:sldChg chg="modSp new mod">
        <pc:chgData name="CARLOS RONNY DE SOUSA" userId="7766a9d9-77fd-498d-8322-f6da8d912cdf" providerId="ADAL" clId="{8E96E814-3221-4A91-A60A-6CFDD98546D4}" dt="2023-08-14T19:10:17.766" v="138" actId="27636"/>
        <pc:sldMkLst>
          <pc:docMk/>
          <pc:sldMk cId="961773579" sldId="263"/>
        </pc:sldMkLst>
        <pc:spChg chg="mod">
          <ac:chgData name="CARLOS RONNY DE SOUSA" userId="7766a9d9-77fd-498d-8322-f6da8d912cdf" providerId="ADAL" clId="{8E96E814-3221-4A91-A60A-6CFDD98546D4}" dt="2023-08-14T19:10:03.904" v="128"/>
          <ac:spMkLst>
            <pc:docMk/>
            <pc:sldMk cId="961773579" sldId="263"/>
            <ac:spMk id="2" creationId="{78976867-E82E-B9E0-4647-5E8078E8FE1B}"/>
          </ac:spMkLst>
        </pc:spChg>
        <pc:spChg chg="mod">
          <ac:chgData name="CARLOS RONNY DE SOUSA" userId="7766a9d9-77fd-498d-8322-f6da8d912cdf" providerId="ADAL" clId="{8E96E814-3221-4A91-A60A-6CFDD98546D4}" dt="2023-08-14T19:10:17.766" v="138" actId="27636"/>
          <ac:spMkLst>
            <pc:docMk/>
            <pc:sldMk cId="961773579" sldId="263"/>
            <ac:spMk id="3" creationId="{146DD21D-F96C-A570-7681-627FBA0EEFE8}"/>
          </ac:spMkLst>
        </pc:spChg>
      </pc:sldChg>
      <pc:sldChg chg="del">
        <pc:chgData name="CARLOS RONNY DE SOUSA" userId="7766a9d9-77fd-498d-8322-f6da8d912cdf" providerId="ADAL" clId="{8E96E814-3221-4A91-A60A-6CFDD98546D4}" dt="2023-08-14T18:48:31.376" v="6" actId="47"/>
        <pc:sldMkLst>
          <pc:docMk/>
          <pc:sldMk cId="686321523" sldId="264"/>
        </pc:sldMkLst>
      </pc:sldChg>
      <pc:sldChg chg="del">
        <pc:chgData name="CARLOS RONNY DE SOUSA" userId="7766a9d9-77fd-498d-8322-f6da8d912cdf" providerId="ADAL" clId="{8E96E814-3221-4A91-A60A-6CFDD98546D4}" dt="2023-08-14T18:48:31.562" v="7" actId="47"/>
        <pc:sldMkLst>
          <pc:docMk/>
          <pc:sldMk cId="3162180901" sldId="265"/>
        </pc:sldMkLst>
      </pc:sldChg>
      <pc:sldChg chg="del">
        <pc:chgData name="CARLOS RONNY DE SOUSA" userId="7766a9d9-77fd-498d-8322-f6da8d912cdf" providerId="ADAL" clId="{8E96E814-3221-4A91-A60A-6CFDD98546D4}" dt="2023-08-14T18:48:31.766" v="8" actId="47"/>
        <pc:sldMkLst>
          <pc:docMk/>
          <pc:sldMk cId="1077122010" sldId="266"/>
        </pc:sldMkLst>
      </pc:sldChg>
      <pc:sldChg chg="del">
        <pc:chgData name="CARLOS RONNY DE SOUSA" userId="7766a9d9-77fd-498d-8322-f6da8d912cdf" providerId="ADAL" clId="{8E96E814-3221-4A91-A60A-6CFDD98546D4}" dt="2023-08-14T18:48:31.922" v="9" actId="47"/>
        <pc:sldMkLst>
          <pc:docMk/>
          <pc:sldMk cId="3000708375" sldId="267"/>
        </pc:sldMkLst>
      </pc:sldChg>
      <pc:sldChg chg="del">
        <pc:chgData name="CARLOS RONNY DE SOUSA" userId="7766a9d9-77fd-498d-8322-f6da8d912cdf" providerId="ADAL" clId="{8E96E814-3221-4A91-A60A-6CFDD98546D4}" dt="2023-08-14T18:48:32.107" v="10" actId="47"/>
        <pc:sldMkLst>
          <pc:docMk/>
          <pc:sldMk cId="3820136427" sldId="268"/>
        </pc:sldMkLst>
      </pc:sldChg>
      <pc:sldChg chg="del">
        <pc:chgData name="CARLOS RONNY DE SOUSA" userId="7766a9d9-77fd-498d-8322-f6da8d912cdf" providerId="ADAL" clId="{8E96E814-3221-4A91-A60A-6CFDD98546D4}" dt="2023-08-14T18:48:32.299" v="11" actId="47"/>
        <pc:sldMkLst>
          <pc:docMk/>
          <pc:sldMk cId="313161629" sldId="269"/>
        </pc:sldMkLst>
      </pc:sldChg>
      <pc:sldChg chg="del">
        <pc:chgData name="CARLOS RONNY DE SOUSA" userId="7766a9d9-77fd-498d-8322-f6da8d912cdf" providerId="ADAL" clId="{8E96E814-3221-4A91-A60A-6CFDD98546D4}" dt="2023-08-14T18:48:32.492" v="12" actId="47"/>
        <pc:sldMkLst>
          <pc:docMk/>
          <pc:sldMk cId="953563249" sldId="270"/>
        </pc:sldMkLst>
      </pc:sldChg>
      <pc:sldChg chg="del">
        <pc:chgData name="CARLOS RONNY DE SOUSA" userId="7766a9d9-77fd-498d-8322-f6da8d912cdf" providerId="ADAL" clId="{8E96E814-3221-4A91-A60A-6CFDD98546D4}" dt="2023-08-14T18:48:32.985" v="13" actId="47"/>
        <pc:sldMkLst>
          <pc:docMk/>
          <pc:sldMk cId="607470519" sldId="271"/>
        </pc:sldMkLst>
      </pc:sldChg>
      <pc:sldChg chg="del">
        <pc:chgData name="CARLOS RONNY DE SOUSA" userId="7766a9d9-77fd-498d-8322-f6da8d912cdf" providerId="ADAL" clId="{8E96E814-3221-4A91-A60A-6CFDD98546D4}" dt="2023-08-14T18:48:33.177" v="14" actId="47"/>
        <pc:sldMkLst>
          <pc:docMk/>
          <pc:sldMk cId="3675744667" sldId="272"/>
        </pc:sldMkLst>
      </pc:sldChg>
      <pc:sldChg chg="del">
        <pc:chgData name="CARLOS RONNY DE SOUSA" userId="7766a9d9-77fd-498d-8322-f6da8d912cdf" providerId="ADAL" clId="{8E96E814-3221-4A91-A60A-6CFDD98546D4}" dt="2023-08-14T18:48:33.379" v="15" actId="47"/>
        <pc:sldMkLst>
          <pc:docMk/>
          <pc:sldMk cId="1250046001" sldId="273"/>
        </pc:sldMkLst>
      </pc:sldChg>
      <pc:sldChg chg="del">
        <pc:chgData name="CARLOS RONNY DE SOUSA" userId="7766a9d9-77fd-498d-8322-f6da8d912cdf" providerId="ADAL" clId="{8E96E814-3221-4A91-A60A-6CFDD98546D4}" dt="2023-08-14T18:48:33.582" v="16" actId="47"/>
        <pc:sldMkLst>
          <pc:docMk/>
          <pc:sldMk cId="1983672807" sldId="274"/>
        </pc:sldMkLst>
      </pc:sldChg>
      <pc:sldChg chg="del">
        <pc:chgData name="CARLOS RONNY DE SOUSA" userId="7766a9d9-77fd-498d-8322-f6da8d912cdf" providerId="ADAL" clId="{8E96E814-3221-4A91-A60A-6CFDD98546D4}" dt="2023-08-14T18:48:33.778" v="17" actId="47"/>
        <pc:sldMkLst>
          <pc:docMk/>
          <pc:sldMk cId="235121466" sldId="275"/>
        </pc:sldMkLst>
      </pc:sldChg>
      <pc:sldChg chg="del">
        <pc:chgData name="CARLOS RONNY DE SOUSA" userId="7766a9d9-77fd-498d-8322-f6da8d912cdf" providerId="ADAL" clId="{8E96E814-3221-4A91-A60A-6CFDD98546D4}" dt="2023-08-14T18:48:33.995" v="18" actId="47"/>
        <pc:sldMkLst>
          <pc:docMk/>
          <pc:sldMk cId="2015813410" sldId="276"/>
        </pc:sldMkLst>
      </pc:sldChg>
      <pc:sldChg chg="del">
        <pc:chgData name="CARLOS RONNY DE SOUSA" userId="7766a9d9-77fd-498d-8322-f6da8d912cdf" providerId="ADAL" clId="{8E96E814-3221-4A91-A60A-6CFDD98546D4}" dt="2023-08-14T18:48:34.202" v="19" actId="47"/>
        <pc:sldMkLst>
          <pc:docMk/>
          <pc:sldMk cId="1427085002" sldId="277"/>
        </pc:sldMkLst>
      </pc:sldChg>
      <pc:sldChg chg="del">
        <pc:chgData name="CARLOS RONNY DE SOUSA" userId="7766a9d9-77fd-498d-8322-f6da8d912cdf" providerId="ADAL" clId="{8E96E814-3221-4A91-A60A-6CFDD98546D4}" dt="2023-08-14T18:48:34.475" v="20" actId="47"/>
        <pc:sldMkLst>
          <pc:docMk/>
          <pc:sldMk cId="216770498" sldId="278"/>
        </pc:sldMkLst>
      </pc:sldChg>
      <pc:sldChg chg="del">
        <pc:chgData name="CARLOS RONNY DE SOUSA" userId="7766a9d9-77fd-498d-8322-f6da8d912cdf" providerId="ADAL" clId="{8E96E814-3221-4A91-A60A-6CFDD98546D4}" dt="2023-08-14T18:48:34.691" v="21" actId="47"/>
        <pc:sldMkLst>
          <pc:docMk/>
          <pc:sldMk cId="2047254128" sldId="279"/>
        </pc:sldMkLst>
      </pc:sldChg>
      <pc:sldChg chg="del">
        <pc:chgData name="CARLOS RONNY DE SOUSA" userId="7766a9d9-77fd-498d-8322-f6da8d912cdf" providerId="ADAL" clId="{8E96E814-3221-4A91-A60A-6CFDD98546D4}" dt="2023-08-14T18:48:34.900" v="22" actId="47"/>
        <pc:sldMkLst>
          <pc:docMk/>
          <pc:sldMk cId="742872776" sldId="280"/>
        </pc:sldMkLst>
      </pc:sldChg>
      <pc:sldChg chg="del">
        <pc:chgData name="CARLOS RONNY DE SOUSA" userId="7766a9d9-77fd-498d-8322-f6da8d912cdf" providerId="ADAL" clId="{8E96E814-3221-4A91-A60A-6CFDD98546D4}" dt="2023-08-14T18:48:35.092" v="23" actId="47"/>
        <pc:sldMkLst>
          <pc:docMk/>
          <pc:sldMk cId="2190252635" sldId="281"/>
        </pc:sldMkLst>
      </pc:sldChg>
      <pc:sldChg chg="del">
        <pc:chgData name="CARLOS RONNY DE SOUSA" userId="7766a9d9-77fd-498d-8322-f6da8d912cdf" providerId="ADAL" clId="{8E96E814-3221-4A91-A60A-6CFDD98546D4}" dt="2023-08-14T18:48:35.298" v="24" actId="47"/>
        <pc:sldMkLst>
          <pc:docMk/>
          <pc:sldMk cId="2743137565" sldId="282"/>
        </pc:sldMkLst>
      </pc:sldChg>
      <pc:sldChg chg="del">
        <pc:chgData name="CARLOS RONNY DE SOUSA" userId="7766a9d9-77fd-498d-8322-f6da8d912cdf" providerId="ADAL" clId="{8E96E814-3221-4A91-A60A-6CFDD98546D4}" dt="2023-08-14T18:48:35.506" v="25" actId="47"/>
        <pc:sldMkLst>
          <pc:docMk/>
          <pc:sldMk cId="1978159982" sldId="283"/>
        </pc:sldMkLst>
      </pc:sldChg>
      <pc:sldChg chg="del">
        <pc:chgData name="CARLOS RONNY DE SOUSA" userId="7766a9d9-77fd-498d-8322-f6da8d912cdf" providerId="ADAL" clId="{8E96E814-3221-4A91-A60A-6CFDD98546D4}" dt="2023-08-14T18:48:35.706" v="26" actId="47"/>
        <pc:sldMkLst>
          <pc:docMk/>
          <pc:sldMk cId="2038936018" sldId="284"/>
        </pc:sldMkLst>
      </pc:sldChg>
      <pc:sldChg chg="del">
        <pc:chgData name="CARLOS RONNY DE SOUSA" userId="7766a9d9-77fd-498d-8322-f6da8d912cdf" providerId="ADAL" clId="{8E96E814-3221-4A91-A60A-6CFDD98546D4}" dt="2023-08-14T18:48:35.904" v="27" actId="47"/>
        <pc:sldMkLst>
          <pc:docMk/>
          <pc:sldMk cId="2186652617" sldId="285"/>
        </pc:sldMkLst>
      </pc:sldChg>
      <pc:sldChg chg="del">
        <pc:chgData name="CARLOS RONNY DE SOUSA" userId="7766a9d9-77fd-498d-8322-f6da8d912cdf" providerId="ADAL" clId="{8E96E814-3221-4A91-A60A-6CFDD98546D4}" dt="2023-08-14T18:48:36.121" v="28" actId="47"/>
        <pc:sldMkLst>
          <pc:docMk/>
          <pc:sldMk cId="265616556" sldId="286"/>
        </pc:sldMkLst>
      </pc:sldChg>
      <pc:sldChg chg="del">
        <pc:chgData name="CARLOS RONNY DE SOUSA" userId="7766a9d9-77fd-498d-8322-f6da8d912cdf" providerId="ADAL" clId="{8E96E814-3221-4A91-A60A-6CFDD98546D4}" dt="2023-08-14T18:48:36.330" v="29" actId="47"/>
        <pc:sldMkLst>
          <pc:docMk/>
          <pc:sldMk cId="1388875227" sldId="287"/>
        </pc:sldMkLst>
      </pc:sldChg>
      <pc:sldChg chg="del">
        <pc:chgData name="CARLOS RONNY DE SOUSA" userId="7766a9d9-77fd-498d-8322-f6da8d912cdf" providerId="ADAL" clId="{8E96E814-3221-4A91-A60A-6CFDD98546D4}" dt="2023-08-14T18:48:36.545" v="30" actId="47"/>
        <pc:sldMkLst>
          <pc:docMk/>
          <pc:sldMk cId="3633726908" sldId="288"/>
        </pc:sldMkLst>
      </pc:sldChg>
      <pc:sldChg chg="del">
        <pc:chgData name="CARLOS RONNY DE SOUSA" userId="7766a9d9-77fd-498d-8322-f6da8d912cdf" providerId="ADAL" clId="{8E96E814-3221-4A91-A60A-6CFDD98546D4}" dt="2023-08-14T18:48:36.762" v="31" actId="47"/>
        <pc:sldMkLst>
          <pc:docMk/>
          <pc:sldMk cId="3712789463" sldId="289"/>
        </pc:sldMkLst>
      </pc:sldChg>
      <pc:sldChg chg="del">
        <pc:chgData name="CARLOS RONNY DE SOUSA" userId="7766a9d9-77fd-498d-8322-f6da8d912cdf" providerId="ADAL" clId="{8E96E814-3221-4A91-A60A-6CFDD98546D4}" dt="2023-08-14T18:48:36.967" v="32" actId="47"/>
        <pc:sldMkLst>
          <pc:docMk/>
          <pc:sldMk cId="1573506896" sldId="290"/>
        </pc:sldMkLst>
      </pc:sldChg>
      <pc:sldChg chg="del">
        <pc:chgData name="CARLOS RONNY DE SOUSA" userId="7766a9d9-77fd-498d-8322-f6da8d912cdf" providerId="ADAL" clId="{8E96E814-3221-4A91-A60A-6CFDD98546D4}" dt="2023-08-14T18:48:37.194" v="33" actId="47"/>
        <pc:sldMkLst>
          <pc:docMk/>
          <pc:sldMk cId="2257755061" sldId="291"/>
        </pc:sldMkLst>
      </pc:sldChg>
      <pc:sldChg chg="del">
        <pc:chgData name="CARLOS RONNY DE SOUSA" userId="7766a9d9-77fd-498d-8322-f6da8d912cdf" providerId="ADAL" clId="{8E96E814-3221-4A91-A60A-6CFDD98546D4}" dt="2023-08-14T18:48:37.771" v="34" actId="47"/>
        <pc:sldMkLst>
          <pc:docMk/>
          <pc:sldMk cId="1843250225" sldId="292"/>
        </pc:sldMkLst>
      </pc:sldChg>
      <pc:sldChg chg="del">
        <pc:chgData name="CARLOS RONNY DE SOUSA" userId="7766a9d9-77fd-498d-8322-f6da8d912cdf" providerId="ADAL" clId="{8E96E814-3221-4A91-A60A-6CFDD98546D4}" dt="2023-08-14T18:48:38.017" v="35" actId="47"/>
        <pc:sldMkLst>
          <pc:docMk/>
          <pc:sldMk cId="306864413" sldId="293"/>
        </pc:sldMkLst>
      </pc:sldChg>
      <pc:sldChg chg="del">
        <pc:chgData name="CARLOS RONNY DE SOUSA" userId="7766a9d9-77fd-498d-8322-f6da8d912cdf" providerId="ADAL" clId="{8E96E814-3221-4A91-A60A-6CFDD98546D4}" dt="2023-08-14T18:48:38.214" v="36" actId="47"/>
        <pc:sldMkLst>
          <pc:docMk/>
          <pc:sldMk cId="2365888617" sldId="294"/>
        </pc:sldMkLst>
      </pc:sldChg>
      <pc:sldChg chg="del">
        <pc:chgData name="CARLOS RONNY DE SOUSA" userId="7766a9d9-77fd-498d-8322-f6da8d912cdf" providerId="ADAL" clId="{8E96E814-3221-4A91-A60A-6CFDD98546D4}" dt="2023-08-14T18:48:39.247" v="39" actId="47"/>
        <pc:sldMkLst>
          <pc:docMk/>
          <pc:sldMk cId="787393314" sldId="295"/>
        </pc:sldMkLst>
      </pc:sldChg>
      <pc:sldChg chg="del">
        <pc:chgData name="CARLOS RONNY DE SOUSA" userId="7766a9d9-77fd-498d-8322-f6da8d912cdf" providerId="ADAL" clId="{8E96E814-3221-4A91-A60A-6CFDD98546D4}" dt="2023-08-14T18:48:38.766" v="37" actId="47"/>
        <pc:sldMkLst>
          <pc:docMk/>
          <pc:sldMk cId="418283406" sldId="296"/>
        </pc:sldMkLst>
      </pc:sldChg>
      <pc:sldChg chg="del">
        <pc:chgData name="CARLOS RONNY DE SOUSA" userId="7766a9d9-77fd-498d-8322-f6da8d912cdf" providerId="ADAL" clId="{8E96E814-3221-4A91-A60A-6CFDD98546D4}" dt="2023-08-14T18:48:38.993" v="38" actId="47"/>
        <pc:sldMkLst>
          <pc:docMk/>
          <pc:sldMk cId="3711227793" sldId="297"/>
        </pc:sldMkLst>
      </pc:sldChg>
    </pc:docChg>
  </pc:docChgLst>
  <pc:docChgLst>
    <pc:chgData name="CARLOS RONNY DE SOUSA" userId="7766a9d9-77fd-498d-8322-f6da8d912cdf" providerId="ADAL" clId="{01E4E31F-B00E-47C5-92AB-1A792C532E54}"/>
    <pc:docChg chg="undo redo custSel modSld">
      <pc:chgData name="CARLOS RONNY DE SOUSA" userId="7766a9d9-77fd-498d-8322-f6da8d912cdf" providerId="ADAL" clId="{01E4E31F-B00E-47C5-92AB-1A792C532E54}" dt="2023-08-07T04:53:35.813" v="324" actId="26606"/>
      <pc:docMkLst>
        <pc:docMk/>
      </pc:docMkLst>
      <pc:sldChg chg="modSp mod">
        <pc:chgData name="CARLOS RONNY DE SOUSA" userId="7766a9d9-77fd-498d-8322-f6da8d912cdf" providerId="ADAL" clId="{01E4E31F-B00E-47C5-92AB-1A792C532E54}" dt="2023-08-07T04:08:15.913" v="58" actId="113"/>
        <pc:sldMkLst>
          <pc:docMk/>
          <pc:sldMk cId="3162180901" sldId="265"/>
        </pc:sldMkLst>
        <pc:spChg chg="mod">
          <ac:chgData name="CARLOS RONNY DE SOUSA" userId="7766a9d9-77fd-498d-8322-f6da8d912cdf" providerId="ADAL" clId="{01E4E31F-B00E-47C5-92AB-1A792C532E54}" dt="2023-08-07T04:08:12.713" v="57" actId="113"/>
          <ac:spMkLst>
            <pc:docMk/>
            <pc:sldMk cId="3162180901" sldId="265"/>
            <ac:spMk id="4" creationId="{B4791FF1-66A6-F3E0-1008-D57F9AC6BFF8}"/>
          </ac:spMkLst>
        </pc:spChg>
        <pc:spChg chg="mod">
          <ac:chgData name="CARLOS RONNY DE SOUSA" userId="7766a9d9-77fd-498d-8322-f6da8d912cdf" providerId="ADAL" clId="{01E4E31F-B00E-47C5-92AB-1A792C532E54}" dt="2023-08-07T04:08:15.913" v="58" actId="113"/>
          <ac:spMkLst>
            <pc:docMk/>
            <pc:sldMk cId="3162180901" sldId="265"/>
            <ac:spMk id="6" creationId="{149AA654-9F94-3162-F7F9-95B18379C1AD}"/>
          </ac:spMkLst>
        </pc:spChg>
      </pc:sldChg>
      <pc:sldChg chg="addSp delSp modSp mod setBg">
        <pc:chgData name="CARLOS RONNY DE SOUSA" userId="7766a9d9-77fd-498d-8322-f6da8d912cdf" providerId="ADAL" clId="{01E4E31F-B00E-47C5-92AB-1A792C532E54}" dt="2023-08-07T04:11:08.972" v="68" actId="1076"/>
        <pc:sldMkLst>
          <pc:docMk/>
          <pc:sldMk cId="3820136427" sldId="268"/>
        </pc:sldMkLst>
        <pc:spChg chg="mod">
          <ac:chgData name="CARLOS RONNY DE SOUSA" userId="7766a9d9-77fd-498d-8322-f6da8d912cdf" providerId="ADAL" clId="{01E4E31F-B00E-47C5-92AB-1A792C532E54}" dt="2023-08-07T04:10:43.043" v="65" actId="26606"/>
          <ac:spMkLst>
            <pc:docMk/>
            <pc:sldMk cId="3820136427" sldId="268"/>
            <ac:spMk id="2" creationId="{EF10BF9E-F0F3-9879-5094-AB76E14F05C4}"/>
          </ac:spMkLst>
        </pc:spChg>
        <pc:spChg chg="mod">
          <ac:chgData name="CARLOS RONNY DE SOUSA" userId="7766a9d9-77fd-498d-8322-f6da8d912cdf" providerId="ADAL" clId="{01E4E31F-B00E-47C5-92AB-1A792C532E54}" dt="2023-08-07T04:10:43.043" v="65" actId="26606"/>
          <ac:spMkLst>
            <pc:docMk/>
            <pc:sldMk cId="3820136427" sldId="268"/>
            <ac:spMk id="3" creationId="{7738934D-3EDA-E6CF-76F5-667398C0CC40}"/>
          </ac:spMkLst>
        </pc:spChg>
        <pc:picChg chg="add del mod">
          <ac:chgData name="CARLOS RONNY DE SOUSA" userId="7766a9d9-77fd-498d-8322-f6da8d912cdf" providerId="ADAL" clId="{01E4E31F-B00E-47C5-92AB-1A792C532E54}" dt="2023-08-07T04:10:43.705" v="66"/>
          <ac:picMkLst>
            <pc:docMk/>
            <pc:sldMk cId="3820136427" sldId="268"/>
            <ac:picMk id="1026" creationId="{DD4C95F9-B414-6BDB-5394-ADF6C919116A}"/>
          </ac:picMkLst>
        </pc:picChg>
        <pc:picChg chg="add mod">
          <ac:chgData name="CARLOS RONNY DE SOUSA" userId="7766a9d9-77fd-498d-8322-f6da8d912cdf" providerId="ADAL" clId="{01E4E31F-B00E-47C5-92AB-1A792C532E54}" dt="2023-08-07T04:11:08.972" v="68" actId="1076"/>
          <ac:picMkLst>
            <pc:docMk/>
            <pc:sldMk cId="3820136427" sldId="268"/>
            <ac:picMk id="1028" creationId="{B2D55849-6C3B-A031-53D4-02251D9A65A5}"/>
          </ac:picMkLst>
        </pc:picChg>
      </pc:sldChg>
      <pc:sldChg chg="addSp delSp modSp">
        <pc:chgData name="CARLOS RONNY DE SOUSA" userId="7766a9d9-77fd-498d-8322-f6da8d912cdf" providerId="ADAL" clId="{01E4E31F-B00E-47C5-92AB-1A792C532E54}" dt="2023-08-07T04:13:53.354" v="78" actId="1076"/>
        <pc:sldMkLst>
          <pc:docMk/>
          <pc:sldMk cId="313161629" sldId="269"/>
        </pc:sldMkLst>
        <pc:spChg chg="add del">
          <ac:chgData name="CARLOS RONNY DE SOUSA" userId="7766a9d9-77fd-498d-8322-f6da8d912cdf" providerId="ADAL" clId="{01E4E31F-B00E-47C5-92AB-1A792C532E54}" dt="2023-08-07T04:12:46.823" v="70"/>
          <ac:spMkLst>
            <pc:docMk/>
            <pc:sldMk cId="313161629" sldId="269"/>
            <ac:spMk id="4" creationId="{C96710F3-C8AA-34BA-111A-B0181055EB6C}"/>
          </ac:spMkLst>
        </pc:spChg>
        <pc:spChg chg="add del">
          <ac:chgData name="CARLOS RONNY DE SOUSA" userId="7766a9d9-77fd-498d-8322-f6da8d912cdf" providerId="ADAL" clId="{01E4E31F-B00E-47C5-92AB-1A792C532E54}" dt="2023-08-07T04:12:54.415" v="72"/>
          <ac:spMkLst>
            <pc:docMk/>
            <pc:sldMk cId="313161629" sldId="269"/>
            <ac:spMk id="5" creationId="{CB5A120F-7984-C72C-6F09-0D385EB1AFA8}"/>
          </ac:spMkLst>
        </pc:spChg>
        <pc:spChg chg="add del">
          <ac:chgData name="CARLOS RONNY DE SOUSA" userId="7766a9d9-77fd-498d-8322-f6da8d912cdf" providerId="ADAL" clId="{01E4E31F-B00E-47C5-92AB-1A792C532E54}" dt="2023-08-07T04:13:02.838" v="74"/>
          <ac:spMkLst>
            <pc:docMk/>
            <pc:sldMk cId="313161629" sldId="269"/>
            <ac:spMk id="6" creationId="{2711DDE5-E3FB-F838-CCF1-01D9BCD0D2F0}"/>
          </ac:spMkLst>
        </pc:spChg>
        <pc:spChg chg="add del">
          <ac:chgData name="CARLOS RONNY DE SOUSA" userId="7766a9d9-77fd-498d-8322-f6da8d912cdf" providerId="ADAL" clId="{01E4E31F-B00E-47C5-92AB-1A792C532E54}" dt="2023-08-07T04:13:13.079" v="76"/>
          <ac:spMkLst>
            <pc:docMk/>
            <pc:sldMk cId="313161629" sldId="269"/>
            <ac:spMk id="7" creationId="{D17CE962-B5BE-79D5-363B-121EC17819E3}"/>
          </ac:spMkLst>
        </pc:spChg>
        <pc:picChg chg="add mod">
          <ac:chgData name="CARLOS RONNY DE SOUSA" userId="7766a9d9-77fd-498d-8322-f6da8d912cdf" providerId="ADAL" clId="{01E4E31F-B00E-47C5-92AB-1A792C532E54}" dt="2023-08-07T04:13:53.354" v="78" actId="1076"/>
          <ac:picMkLst>
            <pc:docMk/>
            <pc:sldMk cId="313161629" sldId="269"/>
            <ac:picMk id="2058" creationId="{E95EF234-375A-81E3-3529-685F37A35D2E}"/>
          </ac:picMkLst>
        </pc:picChg>
      </pc:sldChg>
      <pc:sldChg chg="addSp modSp">
        <pc:chgData name="CARLOS RONNY DE SOUSA" userId="7766a9d9-77fd-498d-8322-f6da8d912cdf" providerId="ADAL" clId="{01E4E31F-B00E-47C5-92AB-1A792C532E54}" dt="2023-08-07T04:15:25.481" v="81" actId="1076"/>
        <pc:sldMkLst>
          <pc:docMk/>
          <pc:sldMk cId="953563249" sldId="270"/>
        </pc:sldMkLst>
        <pc:picChg chg="add mod">
          <ac:chgData name="CARLOS RONNY DE SOUSA" userId="7766a9d9-77fd-498d-8322-f6da8d912cdf" providerId="ADAL" clId="{01E4E31F-B00E-47C5-92AB-1A792C532E54}" dt="2023-08-07T04:15:25.481" v="81" actId="1076"/>
          <ac:picMkLst>
            <pc:docMk/>
            <pc:sldMk cId="953563249" sldId="270"/>
            <ac:picMk id="3074" creationId="{86A767F5-C90D-DDFD-D0B6-D51F6CD651AB}"/>
          </ac:picMkLst>
        </pc:picChg>
      </pc:sldChg>
      <pc:sldChg chg="addSp delSp modSp mod">
        <pc:chgData name="CARLOS RONNY DE SOUSA" userId="7766a9d9-77fd-498d-8322-f6da8d912cdf" providerId="ADAL" clId="{01E4E31F-B00E-47C5-92AB-1A792C532E54}" dt="2023-08-07T04:18:05.911" v="91" actId="1076"/>
        <pc:sldMkLst>
          <pc:docMk/>
          <pc:sldMk cId="607470519" sldId="271"/>
        </pc:sldMkLst>
        <pc:spChg chg="add del mod">
          <ac:chgData name="CARLOS RONNY DE SOUSA" userId="7766a9d9-77fd-498d-8322-f6da8d912cdf" providerId="ADAL" clId="{01E4E31F-B00E-47C5-92AB-1A792C532E54}" dt="2023-08-07T04:16:54.579" v="87" actId="26606"/>
          <ac:spMkLst>
            <pc:docMk/>
            <pc:sldMk cId="607470519" sldId="271"/>
            <ac:spMk id="3" creationId="{C01859CE-05BC-5483-2352-2A7799CF7C77}"/>
          </ac:spMkLst>
        </pc:spChg>
        <pc:graphicFrameChg chg="add del">
          <ac:chgData name="CARLOS RONNY DE SOUSA" userId="7766a9d9-77fd-498d-8322-f6da8d912cdf" providerId="ADAL" clId="{01E4E31F-B00E-47C5-92AB-1A792C532E54}" dt="2023-08-07T04:16:54.579" v="87" actId="26606"/>
          <ac:graphicFrameMkLst>
            <pc:docMk/>
            <pc:sldMk cId="607470519" sldId="271"/>
            <ac:graphicFrameMk id="5" creationId="{DE200540-7E7D-6F75-A862-4519A425747B}"/>
          </ac:graphicFrameMkLst>
        </pc:graphicFrameChg>
        <pc:picChg chg="add mod">
          <ac:chgData name="CARLOS RONNY DE SOUSA" userId="7766a9d9-77fd-498d-8322-f6da8d912cdf" providerId="ADAL" clId="{01E4E31F-B00E-47C5-92AB-1A792C532E54}" dt="2023-08-07T04:18:05.911" v="91" actId="1076"/>
          <ac:picMkLst>
            <pc:docMk/>
            <pc:sldMk cId="607470519" sldId="271"/>
            <ac:picMk id="4098" creationId="{976910EB-CEB1-456F-171D-5DE624C5DB20}"/>
          </ac:picMkLst>
        </pc:picChg>
      </pc:sldChg>
      <pc:sldChg chg="addSp modSp mod">
        <pc:chgData name="CARLOS RONNY DE SOUSA" userId="7766a9d9-77fd-498d-8322-f6da8d912cdf" providerId="ADAL" clId="{01E4E31F-B00E-47C5-92AB-1A792C532E54}" dt="2023-08-07T04:25:39.173" v="212" actId="20577"/>
        <pc:sldMkLst>
          <pc:docMk/>
          <pc:sldMk cId="3675744667" sldId="272"/>
        </pc:sldMkLst>
        <pc:spChg chg="mod">
          <ac:chgData name="CARLOS RONNY DE SOUSA" userId="7766a9d9-77fd-498d-8322-f6da8d912cdf" providerId="ADAL" clId="{01E4E31F-B00E-47C5-92AB-1A792C532E54}" dt="2023-08-07T04:22:40.958" v="123" actId="20577"/>
          <ac:spMkLst>
            <pc:docMk/>
            <pc:sldMk cId="3675744667" sldId="272"/>
            <ac:spMk id="3" creationId="{E15EB5D6-A4CE-E9A9-AC49-D7D928643BD5}"/>
          </ac:spMkLst>
        </pc:spChg>
        <pc:spChg chg="add mod">
          <ac:chgData name="CARLOS RONNY DE SOUSA" userId="7766a9d9-77fd-498d-8322-f6da8d912cdf" providerId="ADAL" clId="{01E4E31F-B00E-47C5-92AB-1A792C532E54}" dt="2023-08-07T04:22:50.365" v="127"/>
          <ac:spMkLst>
            <pc:docMk/>
            <pc:sldMk cId="3675744667" sldId="272"/>
            <ac:spMk id="6" creationId="{E8DCABEE-39FF-9182-32EA-79FE6B95C4FA}"/>
          </ac:spMkLst>
        </pc:spChg>
        <pc:spChg chg="add mod">
          <ac:chgData name="CARLOS RONNY DE SOUSA" userId="7766a9d9-77fd-498d-8322-f6da8d912cdf" providerId="ADAL" clId="{01E4E31F-B00E-47C5-92AB-1A792C532E54}" dt="2023-08-07T04:22:50.365" v="127"/>
          <ac:spMkLst>
            <pc:docMk/>
            <pc:sldMk cId="3675744667" sldId="272"/>
            <ac:spMk id="7" creationId="{A753D29D-23A9-2CF8-FB37-47881C5AC3BB}"/>
          </ac:spMkLst>
        </pc:spChg>
        <pc:grpChg chg="add mod">
          <ac:chgData name="CARLOS RONNY DE SOUSA" userId="7766a9d9-77fd-498d-8322-f6da8d912cdf" providerId="ADAL" clId="{01E4E31F-B00E-47C5-92AB-1A792C532E54}" dt="2023-08-07T04:22:50.365" v="127"/>
          <ac:grpSpMkLst>
            <pc:docMk/>
            <pc:sldMk cId="3675744667" sldId="272"/>
            <ac:grpSpMk id="5" creationId="{FC00BF83-0873-FF2C-4D7C-ED5757684914}"/>
          </ac:grpSpMkLst>
        </pc:grpChg>
        <pc:graphicFrameChg chg="add mod modGraphic">
          <ac:chgData name="CARLOS RONNY DE SOUSA" userId="7766a9d9-77fd-498d-8322-f6da8d912cdf" providerId="ADAL" clId="{01E4E31F-B00E-47C5-92AB-1A792C532E54}" dt="2023-08-07T04:25:14.558" v="186" actId="20577"/>
          <ac:graphicFrameMkLst>
            <pc:docMk/>
            <pc:sldMk cId="3675744667" sldId="272"/>
            <ac:graphicFrameMk id="4" creationId="{D246A1AA-F29A-CF56-E4BD-513221A6AE66}"/>
          </ac:graphicFrameMkLst>
        </pc:graphicFrameChg>
        <pc:graphicFrameChg chg="add mod">
          <ac:chgData name="CARLOS RONNY DE SOUSA" userId="7766a9d9-77fd-498d-8322-f6da8d912cdf" providerId="ADAL" clId="{01E4E31F-B00E-47C5-92AB-1A792C532E54}" dt="2023-08-07T04:25:39.173" v="212" actId="20577"/>
          <ac:graphicFrameMkLst>
            <pc:docMk/>
            <pc:sldMk cId="3675744667" sldId="272"/>
            <ac:graphicFrameMk id="8" creationId="{7846FB57-4F2A-A652-9AE4-DC53608EB0D7}"/>
          </ac:graphicFrameMkLst>
        </pc:graphicFrameChg>
      </pc:sldChg>
      <pc:sldChg chg="addSp modSp mod">
        <pc:chgData name="CARLOS RONNY DE SOUSA" userId="7766a9d9-77fd-498d-8322-f6da8d912cdf" providerId="ADAL" clId="{01E4E31F-B00E-47C5-92AB-1A792C532E54}" dt="2023-08-07T04:31:00.020" v="246" actId="27957"/>
        <pc:sldMkLst>
          <pc:docMk/>
          <pc:sldMk cId="1250046001" sldId="273"/>
        </pc:sldMkLst>
        <pc:spChg chg="mod">
          <ac:chgData name="CARLOS RONNY DE SOUSA" userId="7766a9d9-77fd-498d-8322-f6da8d912cdf" providerId="ADAL" clId="{01E4E31F-B00E-47C5-92AB-1A792C532E54}" dt="2023-08-07T04:27:53.359" v="213" actId="14100"/>
          <ac:spMkLst>
            <pc:docMk/>
            <pc:sldMk cId="1250046001" sldId="273"/>
            <ac:spMk id="3" creationId="{CA69EA1D-F4D4-CD49-A5B0-775322793853}"/>
          </ac:spMkLst>
        </pc:spChg>
        <pc:graphicFrameChg chg="add mod modGraphic">
          <ac:chgData name="CARLOS RONNY DE SOUSA" userId="7766a9d9-77fd-498d-8322-f6da8d912cdf" providerId="ADAL" clId="{01E4E31F-B00E-47C5-92AB-1A792C532E54}" dt="2023-08-07T04:31:00.020" v="246" actId="27957"/>
          <ac:graphicFrameMkLst>
            <pc:docMk/>
            <pc:sldMk cId="1250046001" sldId="273"/>
            <ac:graphicFrameMk id="4" creationId="{61E61393-BDDE-52CA-4826-D439BA4276FD}"/>
          </ac:graphicFrameMkLst>
        </pc:graphicFrameChg>
      </pc:sldChg>
      <pc:sldChg chg="addSp delSp modSp mod setBg">
        <pc:chgData name="CARLOS RONNY DE SOUSA" userId="7766a9d9-77fd-498d-8322-f6da8d912cdf" providerId="ADAL" clId="{01E4E31F-B00E-47C5-92AB-1A792C532E54}" dt="2023-08-07T04:34:01.741" v="247" actId="26606"/>
        <pc:sldMkLst>
          <pc:docMk/>
          <pc:sldMk cId="1983672807" sldId="274"/>
        </pc:sldMkLst>
        <pc:spChg chg="mod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2" creationId="{33609A33-8ABD-278D-CD9F-DA51058CF9D6}"/>
          </ac:spMkLst>
        </pc:spChg>
        <pc:spChg chg="del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3" creationId="{880F5B33-5EBE-5E41-F274-297C04E4DC6D}"/>
          </ac:spMkLst>
        </pc:spChg>
        <pc:spChg chg="add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9" creationId="{8E7CFAA6-1DBB-43B0-BD82-2FB83CF4E4A4}"/>
          </ac:spMkLst>
        </pc:spChg>
        <pc:graphicFrameChg chg="add">
          <ac:chgData name="CARLOS RONNY DE SOUSA" userId="7766a9d9-77fd-498d-8322-f6da8d912cdf" providerId="ADAL" clId="{01E4E31F-B00E-47C5-92AB-1A792C532E54}" dt="2023-08-07T04:34:01.741" v="247" actId="26606"/>
          <ac:graphicFrameMkLst>
            <pc:docMk/>
            <pc:sldMk cId="1983672807" sldId="274"/>
            <ac:graphicFrameMk id="5" creationId="{37191058-10AF-25EB-8BAB-22ADFA9DD909}"/>
          </ac:graphicFrameMkLst>
        </pc:graphicFrameChg>
      </pc:sldChg>
      <pc:sldChg chg="addSp delSp modSp mod setBg setClrOvrMap modNotesTx">
        <pc:chgData name="CARLOS RONNY DE SOUSA" userId="7766a9d9-77fd-498d-8322-f6da8d912cdf" providerId="ADAL" clId="{01E4E31F-B00E-47C5-92AB-1A792C532E54}" dt="2023-08-07T04:39:36.041" v="272" actId="26606"/>
        <pc:sldMkLst>
          <pc:docMk/>
          <pc:sldMk cId="235121466" sldId="275"/>
        </pc:sldMkLst>
        <pc:spChg chg="mod">
          <ac:chgData name="CARLOS RONNY DE SOUSA" userId="7766a9d9-77fd-498d-8322-f6da8d912cdf" providerId="ADAL" clId="{01E4E31F-B00E-47C5-92AB-1A792C532E54}" dt="2023-08-07T04:39:36.041" v="272" actId="26606"/>
          <ac:spMkLst>
            <pc:docMk/>
            <pc:sldMk cId="235121466" sldId="275"/>
            <ac:spMk id="2" creationId="{6497E3BB-159C-B85E-7EE2-5D7138C9DD22}"/>
          </ac:spMkLst>
        </pc:spChg>
        <pc:spChg chg="mod ord">
          <ac:chgData name="CARLOS RONNY DE SOUSA" userId="7766a9d9-77fd-498d-8322-f6da8d912cdf" providerId="ADAL" clId="{01E4E31F-B00E-47C5-92AB-1A792C532E54}" dt="2023-08-07T04:39:36.041" v="272" actId="26606"/>
          <ac:spMkLst>
            <pc:docMk/>
            <pc:sldMk cId="235121466" sldId="275"/>
            <ac:spMk id="3" creationId="{A9768134-42D4-BD13-1BD1-C1E57936C972}"/>
          </ac:spMkLst>
        </pc:spChg>
        <pc:spChg chg="add del">
          <ac:chgData name="CARLOS RONNY DE SOUSA" userId="7766a9d9-77fd-498d-8322-f6da8d912cdf" providerId="ADAL" clId="{01E4E31F-B00E-47C5-92AB-1A792C532E54}" dt="2023-08-07T04:35:09.133" v="255" actId="26606"/>
          <ac:spMkLst>
            <pc:docMk/>
            <pc:sldMk cId="235121466" sldId="275"/>
            <ac:spMk id="9" creationId="{D6EA1A26-163F-4F15-91F4-F2C51AC9C106}"/>
          </ac:spMkLst>
        </pc:spChg>
        <pc:spChg chg="add del">
          <ac:chgData name="CARLOS RONNY DE SOUSA" userId="7766a9d9-77fd-498d-8322-f6da8d912cdf" providerId="ADAL" clId="{01E4E31F-B00E-47C5-92AB-1A792C532E54}" dt="2023-08-07T04:35:12.996" v="259" actId="26606"/>
          <ac:spMkLst>
            <pc:docMk/>
            <pc:sldMk cId="235121466" sldId="275"/>
            <ac:spMk id="13" creationId="{D6EA1A26-163F-4F15-91F4-F2C51AC9C106}"/>
          </ac:spMkLst>
        </pc:spChg>
        <pc:spChg chg="add del">
          <ac:chgData name="CARLOS RONNY DE SOUSA" userId="7766a9d9-77fd-498d-8322-f6da8d912cdf" providerId="ADAL" clId="{01E4E31F-B00E-47C5-92AB-1A792C532E54}" dt="2023-08-07T04:35:34.123" v="263" actId="26606"/>
          <ac:spMkLst>
            <pc:docMk/>
            <pc:sldMk cId="235121466" sldId="275"/>
            <ac:spMk id="19" creationId="{7D2BFFD5-490F-4B45-91F2-6B826FBAD4E3}"/>
          </ac:spMkLst>
        </pc:spChg>
        <pc:picChg chg="add del">
          <ac:chgData name="CARLOS RONNY DE SOUSA" userId="7766a9d9-77fd-498d-8322-f6da8d912cdf" providerId="ADAL" clId="{01E4E31F-B00E-47C5-92AB-1A792C532E54}" dt="2023-08-07T04:35:09.133" v="255" actId="26606"/>
          <ac:picMkLst>
            <pc:docMk/>
            <pc:sldMk cId="235121466" sldId="275"/>
            <ac:picMk id="5" creationId="{7DF9A20F-BEE5-8E50-6456-5354F03178E8}"/>
          </ac:picMkLst>
        </pc:picChg>
        <pc:picChg chg="add mod">
          <ac:chgData name="CARLOS RONNY DE SOUSA" userId="7766a9d9-77fd-498d-8322-f6da8d912cdf" providerId="ADAL" clId="{01E4E31F-B00E-47C5-92AB-1A792C532E54}" dt="2023-08-07T04:39:36.041" v="272" actId="26606"/>
          <ac:picMkLst>
            <pc:docMk/>
            <pc:sldMk cId="235121466" sldId="275"/>
            <ac:picMk id="6" creationId="{310F2C50-8FBB-071C-6BAC-36524799DB79}"/>
          </ac:picMkLst>
        </pc:picChg>
        <pc:picChg chg="add del">
          <ac:chgData name="CARLOS RONNY DE SOUSA" userId="7766a9d9-77fd-498d-8322-f6da8d912cdf" providerId="ADAL" clId="{01E4E31F-B00E-47C5-92AB-1A792C532E54}" dt="2023-08-07T04:35:12.124" v="257" actId="26606"/>
          <ac:picMkLst>
            <pc:docMk/>
            <pc:sldMk cId="235121466" sldId="275"/>
            <ac:picMk id="11" creationId="{EEE312B0-42E0-312B-848D-0EDAB20BBF66}"/>
          </ac:picMkLst>
        </pc:picChg>
        <pc:picChg chg="add del">
          <ac:chgData name="CARLOS RONNY DE SOUSA" userId="7766a9d9-77fd-498d-8322-f6da8d912cdf" providerId="ADAL" clId="{01E4E31F-B00E-47C5-92AB-1A792C532E54}" dt="2023-08-07T04:35:12.996" v="259" actId="26606"/>
          <ac:picMkLst>
            <pc:docMk/>
            <pc:sldMk cId="235121466" sldId="275"/>
            <ac:picMk id="14" creationId="{7DF9A20F-BEE5-8E50-6456-5354F03178E8}"/>
          </ac:picMkLst>
        </pc:picChg>
        <pc:picChg chg="add del">
          <ac:chgData name="CARLOS RONNY DE SOUSA" userId="7766a9d9-77fd-498d-8322-f6da8d912cdf" providerId="ADAL" clId="{01E4E31F-B00E-47C5-92AB-1A792C532E54}" dt="2023-08-07T04:35:31.991" v="261" actId="26606"/>
          <ac:picMkLst>
            <pc:docMk/>
            <pc:sldMk cId="235121466" sldId="275"/>
            <ac:picMk id="16" creationId="{EEE312B0-42E0-312B-848D-0EDAB20BBF66}"/>
          </ac:picMkLst>
        </pc:picChg>
        <pc:picChg chg="add del">
          <ac:chgData name="CARLOS RONNY DE SOUSA" userId="7766a9d9-77fd-498d-8322-f6da8d912cdf" providerId="ADAL" clId="{01E4E31F-B00E-47C5-92AB-1A792C532E54}" dt="2023-08-07T04:35:34.123" v="263" actId="26606"/>
          <ac:picMkLst>
            <pc:docMk/>
            <pc:sldMk cId="235121466" sldId="275"/>
            <ac:picMk id="18" creationId="{779F422A-2FFE-5C4D-AB3B-2B048251B17A}"/>
          </ac:picMkLst>
        </pc:picChg>
        <pc:picChg chg="add del">
          <ac:chgData name="CARLOS RONNY DE SOUSA" userId="7766a9d9-77fd-498d-8322-f6da8d912cdf" providerId="ADAL" clId="{01E4E31F-B00E-47C5-92AB-1A792C532E54}" dt="2023-08-07T04:39:15.197" v="270" actId="478"/>
          <ac:picMkLst>
            <pc:docMk/>
            <pc:sldMk cId="235121466" sldId="275"/>
            <ac:picMk id="22" creationId="{1C02798A-D952-41D3-AAC5-F94D5A2FD5E7}"/>
          </ac:picMkLst>
        </pc:picChg>
        <pc:cxnChg chg="add del">
          <ac:chgData name="CARLOS RONNY DE SOUSA" userId="7766a9d9-77fd-498d-8322-f6da8d912cdf" providerId="ADAL" clId="{01E4E31F-B00E-47C5-92AB-1A792C532E54}" dt="2023-08-07T04:35:34.123" v="263" actId="26606"/>
          <ac:cxnSpMkLst>
            <pc:docMk/>
            <pc:sldMk cId="235121466" sldId="275"/>
            <ac:cxnSpMk id="20" creationId="{6C6CF9A5-BEA4-4284-A8B5-D033E5B4BE3F}"/>
          </ac:cxnSpMkLst>
        </pc:cxnChg>
      </pc:sldChg>
      <pc:sldChg chg="addSp modSp mod setBg">
        <pc:chgData name="CARLOS RONNY DE SOUSA" userId="7766a9d9-77fd-498d-8322-f6da8d912cdf" providerId="ADAL" clId="{01E4E31F-B00E-47C5-92AB-1A792C532E54}" dt="2023-08-07T04:39:53.763" v="273" actId="26606"/>
        <pc:sldMkLst>
          <pc:docMk/>
          <pc:sldMk cId="2015813410" sldId="276"/>
        </pc:sldMkLst>
        <pc:spChg chg="mod">
          <ac:chgData name="CARLOS RONNY DE SOUSA" userId="7766a9d9-77fd-498d-8322-f6da8d912cdf" providerId="ADAL" clId="{01E4E31F-B00E-47C5-92AB-1A792C532E54}" dt="2023-08-07T04:39:53.763" v="273" actId="26606"/>
          <ac:spMkLst>
            <pc:docMk/>
            <pc:sldMk cId="2015813410" sldId="276"/>
            <ac:spMk id="2" creationId="{F1C5B49A-77B4-3EDD-343C-FEA5E25614C6}"/>
          </ac:spMkLst>
        </pc:spChg>
        <pc:spChg chg="mod">
          <ac:chgData name="CARLOS RONNY DE SOUSA" userId="7766a9d9-77fd-498d-8322-f6da8d912cdf" providerId="ADAL" clId="{01E4E31F-B00E-47C5-92AB-1A792C532E54}" dt="2023-08-07T04:39:53.763" v="273" actId="26606"/>
          <ac:spMkLst>
            <pc:docMk/>
            <pc:sldMk cId="2015813410" sldId="276"/>
            <ac:spMk id="3" creationId="{AEB68FDA-E888-5357-B02D-8AFCEDDBBE04}"/>
          </ac:spMkLst>
        </pc:spChg>
        <pc:picChg chg="add">
          <ac:chgData name="CARLOS RONNY DE SOUSA" userId="7766a9d9-77fd-498d-8322-f6da8d912cdf" providerId="ADAL" clId="{01E4E31F-B00E-47C5-92AB-1A792C532E54}" dt="2023-08-07T04:39:53.763" v="273" actId="26606"/>
          <ac:picMkLst>
            <pc:docMk/>
            <pc:sldMk cId="2015813410" sldId="276"/>
            <ac:picMk id="5" creationId="{8FF8B030-8C24-1EC3-9153-FAFCF29EF42A}"/>
          </ac:picMkLst>
        </pc:picChg>
      </pc:sldChg>
      <pc:sldChg chg="addSp delSp modSp mod setBg setClrOvrMap">
        <pc:chgData name="CARLOS RONNY DE SOUSA" userId="7766a9d9-77fd-498d-8322-f6da8d912cdf" providerId="ADAL" clId="{01E4E31F-B00E-47C5-92AB-1A792C532E54}" dt="2023-08-07T04:43:22.097" v="286" actId="26606"/>
        <pc:sldMkLst>
          <pc:docMk/>
          <pc:sldMk cId="1427085002" sldId="277"/>
        </pc:sldMkLst>
        <pc:spChg chg="mo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2" creationId="{057D2676-51BA-BA58-12A4-43B7B0000FA4}"/>
          </ac:spMkLst>
        </pc:spChg>
        <pc:spChg chg="mod or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3" creationId="{B1EC89AA-CB94-82B9-F92F-4A204EED0D18}"/>
          </ac:spMkLst>
        </pc:spChg>
        <pc:spChg chg="add del mo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6" creationId="{17C0BE4B-52B4-5EC0-F67A-34364D1AE421}"/>
          </ac:spMkLst>
        </pc:spChg>
        <pc:spChg chg="add del">
          <ac:chgData name="CARLOS RONNY DE SOUSA" userId="7766a9d9-77fd-498d-8322-f6da8d912cdf" providerId="ADAL" clId="{01E4E31F-B00E-47C5-92AB-1A792C532E54}" dt="2023-08-07T04:42:11.336" v="276" actId="26606"/>
          <ac:spMkLst>
            <pc:docMk/>
            <pc:sldMk cId="1427085002" sldId="277"/>
            <ac:spMk id="11" creationId="{7D2BFFD5-490F-4B45-91F2-6B826FBAD4E3}"/>
          </ac:spMkLst>
        </pc:spChg>
        <pc:picChg chg="add del mod ord">
          <ac:chgData name="CARLOS RONNY DE SOUSA" userId="7766a9d9-77fd-498d-8322-f6da8d912cdf" providerId="ADAL" clId="{01E4E31F-B00E-47C5-92AB-1A792C532E54}" dt="2023-08-07T04:43:22.097" v="286" actId="26606"/>
          <ac:picMkLst>
            <pc:docMk/>
            <pc:sldMk cId="1427085002" sldId="277"/>
            <ac:picMk id="5" creationId="{B74EB261-9D12-7527-E112-062C610D0413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3:45.414" v="287" actId="26606"/>
        <pc:sldMkLst>
          <pc:docMk/>
          <pc:sldMk cId="216770498" sldId="278"/>
        </pc:sldMkLst>
        <pc:spChg chg="mod">
          <ac:chgData name="CARLOS RONNY DE SOUSA" userId="7766a9d9-77fd-498d-8322-f6da8d912cdf" providerId="ADAL" clId="{01E4E31F-B00E-47C5-92AB-1A792C532E54}" dt="2023-08-07T04:43:45.414" v="287" actId="26606"/>
          <ac:spMkLst>
            <pc:docMk/>
            <pc:sldMk cId="216770498" sldId="278"/>
            <ac:spMk id="2" creationId="{8A9C666A-BEA3-AF81-0205-8FFF17BB5C82}"/>
          </ac:spMkLst>
        </pc:spChg>
        <pc:spChg chg="mod">
          <ac:chgData name="CARLOS RONNY DE SOUSA" userId="7766a9d9-77fd-498d-8322-f6da8d912cdf" providerId="ADAL" clId="{01E4E31F-B00E-47C5-92AB-1A792C532E54}" dt="2023-08-07T04:43:45.414" v="287" actId="26606"/>
          <ac:spMkLst>
            <pc:docMk/>
            <pc:sldMk cId="216770498" sldId="278"/>
            <ac:spMk id="3" creationId="{742DA0A9-8321-AF94-E015-02FE9B5245D8}"/>
          </ac:spMkLst>
        </pc:spChg>
        <pc:picChg chg="add">
          <ac:chgData name="CARLOS RONNY DE SOUSA" userId="7766a9d9-77fd-498d-8322-f6da8d912cdf" providerId="ADAL" clId="{01E4E31F-B00E-47C5-92AB-1A792C532E54}" dt="2023-08-07T04:43:45.414" v="287" actId="26606"/>
          <ac:picMkLst>
            <pc:docMk/>
            <pc:sldMk cId="216770498" sldId="278"/>
            <ac:picMk id="5" creationId="{329095DA-6DF3-0D6E-FE64-7837C9A32EFE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4:31.771" v="289" actId="26606"/>
        <pc:sldMkLst>
          <pc:docMk/>
          <pc:sldMk cId="2190252635" sldId="281"/>
        </pc:sldMkLst>
        <pc:spChg chg="mod">
          <ac:chgData name="CARLOS RONNY DE SOUSA" userId="7766a9d9-77fd-498d-8322-f6da8d912cdf" providerId="ADAL" clId="{01E4E31F-B00E-47C5-92AB-1A792C532E54}" dt="2023-08-07T04:44:31.771" v="289" actId="26606"/>
          <ac:spMkLst>
            <pc:docMk/>
            <pc:sldMk cId="2190252635" sldId="281"/>
            <ac:spMk id="2" creationId="{84C8C35D-D655-0F95-ABF6-8A5391D646C2}"/>
          </ac:spMkLst>
        </pc:spChg>
        <pc:spChg chg="mod">
          <ac:chgData name="CARLOS RONNY DE SOUSA" userId="7766a9d9-77fd-498d-8322-f6da8d912cdf" providerId="ADAL" clId="{01E4E31F-B00E-47C5-92AB-1A792C532E54}" dt="2023-08-07T04:44:16.598" v="288" actId="26606"/>
          <ac:spMkLst>
            <pc:docMk/>
            <pc:sldMk cId="2190252635" sldId="281"/>
            <ac:spMk id="3" creationId="{4DB44284-793C-2EC4-C8FF-9AE42B630849}"/>
          </ac:spMkLst>
        </pc:spChg>
        <pc:picChg chg="add mod">
          <ac:chgData name="CARLOS RONNY DE SOUSA" userId="7766a9d9-77fd-498d-8322-f6da8d912cdf" providerId="ADAL" clId="{01E4E31F-B00E-47C5-92AB-1A792C532E54}" dt="2023-08-07T04:44:31.771" v="289" actId="26606"/>
          <ac:picMkLst>
            <pc:docMk/>
            <pc:sldMk cId="2190252635" sldId="281"/>
            <ac:picMk id="5" creationId="{8E89F832-77B6-D139-3490-0809FDFB5B55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5:42.356" v="293" actId="962"/>
        <pc:sldMkLst>
          <pc:docMk/>
          <pc:sldMk cId="2743137565" sldId="282"/>
        </pc:sldMkLst>
        <pc:spChg chg="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2" creationId="{7D1B72C5-10D1-D1D8-25CC-9BFE3B2DEB39}"/>
          </ac:spMkLst>
        </pc:spChg>
        <pc:spChg chg="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3" creationId="{955791AB-5367-34FC-4699-93541FE682BA}"/>
          </ac:spMkLst>
        </pc:spChg>
        <pc:spChg chg="add 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6" creationId="{5D304597-538D-244D-4958-9B3EBC61A529}"/>
          </ac:spMkLst>
        </pc:spChg>
        <pc:picChg chg="add mod">
          <ac:chgData name="CARLOS RONNY DE SOUSA" userId="7766a9d9-77fd-498d-8322-f6da8d912cdf" providerId="ADAL" clId="{01E4E31F-B00E-47C5-92AB-1A792C532E54}" dt="2023-08-07T04:45:42.356" v="293" actId="962"/>
          <ac:picMkLst>
            <pc:docMk/>
            <pc:sldMk cId="2743137565" sldId="282"/>
            <ac:picMk id="5" creationId="{DA66C230-728A-46A7-E510-EBA08CB13019}"/>
          </ac:picMkLst>
        </pc:picChg>
      </pc:sldChg>
      <pc:sldChg chg="addSp delSp modSp mod setBg">
        <pc:chgData name="CARLOS RONNY DE SOUSA" userId="7766a9d9-77fd-498d-8322-f6da8d912cdf" providerId="ADAL" clId="{01E4E31F-B00E-47C5-92AB-1A792C532E54}" dt="2023-08-07T04:50:34.553" v="315" actId="14100"/>
        <pc:sldMkLst>
          <pc:docMk/>
          <pc:sldMk cId="1573506896" sldId="290"/>
        </pc:sldMkLst>
        <pc:spChg chg="mod">
          <ac:chgData name="CARLOS RONNY DE SOUSA" userId="7766a9d9-77fd-498d-8322-f6da8d912cdf" providerId="ADAL" clId="{01E4E31F-B00E-47C5-92AB-1A792C532E54}" dt="2023-08-07T04:49:42.358" v="308" actId="26606"/>
          <ac:spMkLst>
            <pc:docMk/>
            <pc:sldMk cId="1573506896" sldId="290"/>
            <ac:spMk id="2" creationId="{24C6CE4F-54A3-C655-EEBE-DA8BFB9643E3}"/>
          </ac:spMkLst>
        </pc:spChg>
        <pc:spChg chg="add del">
          <ac:chgData name="CARLOS RONNY DE SOUSA" userId="7766a9d9-77fd-498d-8322-f6da8d912cdf" providerId="ADAL" clId="{01E4E31F-B00E-47C5-92AB-1A792C532E54}" dt="2023-08-07T04:49:42.358" v="308" actId="26606"/>
          <ac:spMkLst>
            <pc:docMk/>
            <pc:sldMk cId="1573506896" sldId="290"/>
            <ac:spMk id="3" creationId="{6070E619-F661-A594-E8A2-A099FD727DE4}"/>
          </ac:spMkLst>
        </pc:spChg>
        <pc:graphicFrameChg chg="add del mod">
          <ac:chgData name="CARLOS RONNY DE SOUSA" userId="7766a9d9-77fd-498d-8322-f6da8d912cdf" providerId="ADAL" clId="{01E4E31F-B00E-47C5-92AB-1A792C532E54}" dt="2023-08-07T04:50:34.553" v="315" actId="14100"/>
          <ac:graphicFrameMkLst>
            <pc:docMk/>
            <pc:sldMk cId="1573506896" sldId="290"/>
            <ac:graphicFrameMk id="5" creationId="{7299D2F8-E8C3-5465-081F-990BB9348D3B}"/>
          </ac:graphicFrameMkLst>
        </pc:graphicFrameChg>
      </pc:sldChg>
      <pc:sldChg chg="addSp delSp modSp mod setBg">
        <pc:chgData name="CARLOS RONNY DE SOUSA" userId="7766a9d9-77fd-498d-8322-f6da8d912cdf" providerId="ADAL" clId="{01E4E31F-B00E-47C5-92AB-1A792C532E54}" dt="2023-08-07T04:53:07.671" v="323" actId="26606"/>
        <pc:sldMkLst>
          <pc:docMk/>
          <pc:sldMk cId="2257755061" sldId="291"/>
        </pc:sldMkLst>
        <pc:spChg chg="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2" creationId="{1D73ABCB-229C-07CC-5FD7-84824A3451CD}"/>
          </ac:spMkLst>
        </pc:spChg>
        <pc:spChg chg="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3" creationId="{9B80BF5E-0849-8269-3078-B8CF2D716263}"/>
          </ac:spMkLst>
        </pc:spChg>
        <pc:spChg chg="add del mod">
          <ac:chgData name="CARLOS RONNY DE SOUSA" userId="7766a9d9-77fd-498d-8322-f6da8d912cdf" providerId="ADAL" clId="{01E4E31F-B00E-47C5-92AB-1A792C532E54}" dt="2023-08-07T04:52:12.732" v="321" actId="931"/>
          <ac:spMkLst>
            <pc:docMk/>
            <pc:sldMk cId="2257755061" sldId="291"/>
            <ac:spMk id="6" creationId="{4890ADD5-D3AD-AB41-2B12-CFED9074408E}"/>
          </ac:spMkLst>
        </pc:spChg>
        <pc:spChg chg="add del mod">
          <ac:chgData name="CARLOS RONNY DE SOUSA" userId="7766a9d9-77fd-498d-8322-f6da8d912cdf" providerId="ADAL" clId="{01E4E31F-B00E-47C5-92AB-1A792C532E54}" dt="2023-08-07T04:52:12.732" v="321" actId="931"/>
          <ac:spMkLst>
            <pc:docMk/>
            <pc:sldMk cId="2257755061" sldId="291"/>
            <ac:spMk id="9" creationId="{C84E959A-02C3-1897-2516-7E4E4FEBC172}"/>
          </ac:spMkLst>
        </pc:spChg>
        <pc:spChg chg="add 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12" creationId="{1897D117-D815-2167-B3F4-D04545B23580}"/>
          </ac:spMkLst>
        </pc:spChg>
        <pc:picChg chg="add del mod">
          <ac:chgData name="CARLOS RONNY DE SOUSA" userId="7766a9d9-77fd-498d-8322-f6da8d912cdf" providerId="ADAL" clId="{01E4E31F-B00E-47C5-92AB-1A792C532E54}" dt="2023-08-07T04:52:12.732" v="321" actId="931"/>
          <ac:picMkLst>
            <pc:docMk/>
            <pc:sldMk cId="2257755061" sldId="291"/>
            <ac:picMk id="5" creationId="{D006F83B-F929-94A2-749B-7B0511164E4D}"/>
          </ac:picMkLst>
        </pc:picChg>
        <pc:picChg chg="add del mod">
          <ac:chgData name="CARLOS RONNY DE SOUSA" userId="7766a9d9-77fd-498d-8322-f6da8d912cdf" providerId="ADAL" clId="{01E4E31F-B00E-47C5-92AB-1A792C532E54}" dt="2023-08-07T04:52:12.732" v="321" actId="931"/>
          <ac:picMkLst>
            <pc:docMk/>
            <pc:sldMk cId="2257755061" sldId="291"/>
            <ac:picMk id="8" creationId="{6035FDE5-6863-D9ED-9A57-E0EC907DF2DA}"/>
          </ac:picMkLst>
        </pc:picChg>
        <pc:picChg chg="add mod">
          <ac:chgData name="CARLOS RONNY DE SOUSA" userId="7766a9d9-77fd-498d-8322-f6da8d912cdf" providerId="ADAL" clId="{01E4E31F-B00E-47C5-92AB-1A792C532E54}" dt="2023-08-07T04:53:07.671" v="323" actId="26606"/>
          <ac:picMkLst>
            <pc:docMk/>
            <pc:sldMk cId="2257755061" sldId="291"/>
            <ac:picMk id="11" creationId="{EDB840F0-EA2E-A38A-5C6A-00977FB5E6A8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53:35.813" v="324" actId="26606"/>
        <pc:sldMkLst>
          <pc:docMk/>
          <pc:sldMk cId="306864413" sldId="293"/>
        </pc:sldMkLst>
        <pc:spChg chg="mod">
          <ac:chgData name="CARLOS RONNY DE SOUSA" userId="7766a9d9-77fd-498d-8322-f6da8d912cdf" providerId="ADAL" clId="{01E4E31F-B00E-47C5-92AB-1A792C532E54}" dt="2023-08-07T04:53:35.813" v="324" actId="26606"/>
          <ac:spMkLst>
            <pc:docMk/>
            <pc:sldMk cId="306864413" sldId="293"/>
            <ac:spMk id="2" creationId="{D1B4026F-4619-039E-6F10-A9D756BBD755}"/>
          </ac:spMkLst>
        </pc:spChg>
        <pc:spChg chg="mod">
          <ac:chgData name="CARLOS RONNY DE SOUSA" userId="7766a9d9-77fd-498d-8322-f6da8d912cdf" providerId="ADAL" clId="{01E4E31F-B00E-47C5-92AB-1A792C532E54}" dt="2023-08-07T04:53:35.813" v="324" actId="26606"/>
          <ac:spMkLst>
            <pc:docMk/>
            <pc:sldMk cId="306864413" sldId="293"/>
            <ac:spMk id="3" creationId="{14BA818D-BF36-EFD9-4EC9-E0A9C3100CE7}"/>
          </ac:spMkLst>
        </pc:spChg>
        <pc:picChg chg="add">
          <ac:chgData name="CARLOS RONNY DE SOUSA" userId="7766a9d9-77fd-498d-8322-f6da8d912cdf" providerId="ADAL" clId="{01E4E31F-B00E-47C5-92AB-1A792C532E54}" dt="2023-08-07T04:53:35.813" v="324" actId="26606"/>
          <ac:picMkLst>
            <pc:docMk/>
            <pc:sldMk cId="306864413" sldId="293"/>
            <ac:picMk id="5" creationId="{BA5F0D7F-AD8C-4BD8-3738-B3EB8088A1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89DF2-3785-4866-A34F-2AB519255271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6837D-044C-4F32-AA42-25906027DA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84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11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94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7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86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13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37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66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720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55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6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14/08/2023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46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FE3A7B-DDFF-4F81-8AAE-11D96D138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25ADD-F95C-4747-9B41-5DB21C28E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5571066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91A8E-B2BA-467D-BB87-8CFBFB13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6948"/>
            <a:ext cx="10744200" cy="5404104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115C07-F10A-6810-04B8-58367A8CF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03" y="4064626"/>
            <a:ext cx="9607159" cy="1476235"/>
          </a:xfrm>
        </p:spPr>
        <p:txBody>
          <a:bodyPr>
            <a:normAutofit/>
          </a:bodyPr>
          <a:lstStyle/>
          <a:p>
            <a:pPr algn="ctr"/>
            <a:r>
              <a:rPr lang="pt-BR" sz="2800" dirty="0">
                <a:solidFill>
                  <a:srgbClr val="FFFFFF"/>
                </a:solidFill>
              </a:rPr>
              <a:t>Carlos Ronny de Sousa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9D2A6F-D0AC-38C2-52E0-8BB8877DD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503" y="1285196"/>
            <a:ext cx="9607160" cy="2779429"/>
          </a:xfrm>
        </p:spPr>
        <p:txBody>
          <a:bodyPr>
            <a:normAutofit/>
          </a:bodyPr>
          <a:lstStyle/>
          <a:p>
            <a:pPr algn="ctr"/>
            <a:r>
              <a:rPr lang="pt-BR" sz="5400" dirty="0"/>
              <a:t>Gerenciamento de Configuração (GC) </a:t>
            </a:r>
            <a:br>
              <a:rPr lang="pt-BR" sz="5400" dirty="0"/>
            </a:br>
            <a:r>
              <a:rPr lang="pt-BR" sz="5400" dirty="0"/>
              <a:t>e</a:t>
            </a:r>
            <a:br>
              <a:rPr lang="pt-BR" sz="5400" dirty="0"/>
            </a:br>
            <a:r>
              <a:rPr lang="pt-BR" sz="5400" dirty="0"/>
              <a:t> Controle de Versão (CV)</a:t>
            </a:r>
          </a:p>
        </p:txBody>
      </p:sp>
    </p:spTree>
    <p:extLst>
      <p:ext uri="{BB962C8B-B14F-4D97-AF65-F5344CB8AC3E}">
        <p14:creationId xmlns:p14="http://schemas.microsoft.com/office/powerpoint/2010/main" val="71989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0C8C8-C0FB-BD30-7E6B-9185CBA9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8BF45-07FB-FAA4-A307-52487F0E4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38350"/>
            <a:ext cx="10753725" cy="3739515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Entender o conceito e a importância do Gerenciamento de Configuração e Controle de Versão.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Reconhecer os benefícios desses processos na entrega contínua e integração contínua.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os objetivos principais do Gerenciamento de Configuração e Controle de Versão.</a:t>
            </a:r>
          </a:p>
        </p:txBody>
      </p:sp>
    </p:spTree>
    <p:extLst>
      <p:ext uri="{BB962C8B-B14F-4D97-AF65-F5344CB8AC3E}">
        <p14:creationId xmlns:p14="http://schemas.microsoft.com/office/powerpoint/2010/main" val="160448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EB0B1-0102-4719-F1F2-9FCEACD4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de Configuração (GC)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6D41E6-1C14-E92B-5FB0-AD26208FA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424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3996B-04FC-B36D-ED5C-8F28F9B3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de Configuração (GC)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89D415-2479-A3E8-8C9D-434D6143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Gerenciamento de Configuração é uma disciplina essencial no desenvolvimento de software que visa controlar e documentar todas as mudanças realizadas em um projeto. </a:t>
            </a:r>
          </a:p>
          <a:p>
            <a:r>
              <a:rPr lang="pt-BR" dirty="0"/>
              <a:t>Ele abrange a gestão de artefatos, componentes e processos envolvidos na construção de um software, garantindo que o ambiente de desenvolvimento seja estável, consistente e rastreável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26344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2117B-D688-1BB4-B7DA-8F39DDA1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Gerenciamento de Configuração: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096F39-36A2-DDC3-7512-09EAE298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Evita problemas de compatibilidade e conflitos entre diferentes componentes.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Facilita a reprodução de versões anteriores para fins de depuração e testes.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Permite rastrear quem fez quais alterações e quando, para fins de auditoria e responsabilidade.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432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9167E-08B9-8282-594C-6BEF44E2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Versão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47CE0-F817-C0B6-7B55-4AF05A8A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Controle de Versão é uma parte crucial do Gerenciamento de Configuração, que se concentra especificamente em rastrear as mudanças nos arquivos de um projeto ao longo do tempo. </a:t>
            </a:r>
          </a:p>
          <a:p>
            <a:r>
              <a:rPr lang="pt-BR" dirty="0"/>
              <a:t>Isso é alcançado através da criação de versões e históricos das alterações, permitindo que desenvolvedores colaborem de maneira eficiente e organizada.</a:t>
            </a:r>
          </a:p>
        </p:txBody>
      </p:sp>
    </p:spTree>
    <p:extLst>
      <p:ext uri="{BB962C8B-B14F-4D97-AF65-F5344CB8AC3E}">
        <p14:creationId xmlns:p14="http://schemas.microsoft.com/office/powerpoint/2010/main" val="354871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90176-83B1-01F1-4BD8-1AA21351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do Controle de Versão: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D82A94-47E3-C30B-D9FC-476F3E9D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•	Histórico de Mudanças: A capacidade de rastrear todas as modificações realizadas em cada arquivo.</a:t>
            </a:r>
          </a:p>
          <a:p>
            <a:r>
              <a:rPr lang="pt-BR" dirty="0"/>
              <a:t>•	Colaboração Eficiente: Diversos desenvolvedores podem trabalhar simultaneamente sem interferir no progresso uns dos outros.</a:t>
            </a:r>
          </a:p>
          <a:p>
            <a:r>
              <a:rPr lang="pt-BR" dirty="0"/>
              <a:t>•	</a:t>
            </a:r>
            <a:r>
              <a:rPr lang="pt-BR" dirty="0" err="1"/>
              <a:t>Rollback</a:t>
            </a:r>
            <a:r>
              <a:rPr lang="pt-BR" dirty="0"/>
              <a:t> Seguro: A habilidade de voltar a uma versão anterior em caso de problemas.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35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76867-E82E-B9E0-4647-5E8078E8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Gerenciamento de Configuração e Controle de 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6DD21D-F96C-A570-7681-627FBA0EE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principais objetivos do Gerenciamento de Configuração e Controle de Versão são: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Controle: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Controlar e rastrear todas as mudanças nos artefatos de software.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Coordenação: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Facilitar a colaboração entre desenvolvedores em um ambiente compartilhado.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Reprodutibilidade: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Garantir a capacidade de reconstruir versões anteriores e reproduzir resultados.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Visibilidade: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Fornecer visibilidade completa das alterações realizadas ao longo do tempo.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Qualidade: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Possibilitar a identificação e correção eficiente de problemas.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177357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D90B6065A33E4CB93C766564BC6AAE" ma:contentTypeVersion="0" ma:contentTypeDescription="Crie um novo documento." ma:contentTypeScope="" ma:versionID="44fc78580af5d7cfd061395ec302a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1E2AD3-6364-4856-81EE-C49579C2AD7B}"/>
</file>

<file path=customXml/itemProps2.xml><?xml version="1.0" encoding="utf-8"?>
<ds:datastoreItem xmlns:ds="http://schemas.openxmlformats.org/officeDocument/2006/customXml" ds:itemID="{DB253C7A-B0C4-499D-A6D7-F2C2D33F2237}"/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349</TotalTime>
  <Words>379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Metropolitano</vt:lpstr>
      <vt:lpstr>Gerenciamento de Configuração (GC)  e  Controle de Versão (CV)</vt:lpstr>
      <vt:lpstr>Objetivos:</vt:lpstr>
      <vt:lpstr>Gerenciamento de Configuração (GC)</vt:lpstr>
      <vt:lpstr>Gerenciamento de Configuração (GC)</vt:lpstr>
      <vt:lpstr>Importância do Gerenciamento de Configuração:</vt:lpstr>
      <vt:lpstr>Controle de Versão </vt:lpstr>
      <vt:lpstr>Benefícios do Controle de Versão:</vt:lpstr>
      <vt:lpstr>Objetivos do Gerenciamento de Configuração e Controle de Versão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Entrega Contínua</dc:title>
  <dc:creator>CARLOS RONNY DE SOUSA</dc:creator>
  <cp:lastModifiedBy>CARLOS RONNY DE SOUSA</cp:lastModifiedBy>
  <cp:revision>1</cp:revision>
  <dcterms:created xsi:type="dcterms:W3CDTF">2023-08-06T23:24:12Z</dcterms:created>
  <dcterms:modified xsi:type="dcterms:W3CDTF">2023-08-14T19:10:18Z</dcterms:modified>
</cp:coreProperties>
</file>