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y="6858000" cx="12192000"/>
  <p:notesSz cx="6858000" cy="9144000"/>
  <p:embeddedFontLst>
    <p:embeddedFont>
      <p:font typeface="Roboto"/>
      <p:regular r:id="rId22"/>
      <p:bold r:id="rId23"/>
      <p:italic r:id="rId24"/>
      <p:boldItalic r:id="rId25"/>
    </p:embeddedFont>
    <p:embeddedFont>
      <p:font typeface="Arial Black"/>
      <p:regular r:id="rId26"/>
    </p:embeddedFont>
    <p:embeddedFont>
      <p:font typeface="Gill Sans"/>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Roboto-regular.fntdata"/><Relationship Id="rId21" Type="http://schemas.openxmlformats.org/officeDocument/2006/relationships/slide" Target="slides/slide17.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ArialBlack-regular.fntdata"/><Relationship Id="rId25" Type="http://schemas.openxmlformats.org/officeDocument/2006/relationships/font" Target="fonts/Roboto-boldItalic.fntdata"/><Relationship Id="rId28" Type="http://schemas.openxmlformats.org/officeDocument/2006/relationships/font" Target="fonts/GillSans-bold.fntdata"/><Relationship Id="rId27" Type="http://schemas.openxmlformats.org/officeDocument/2006/relationships/font" Target="fonts/GillSans-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pt-B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5" name="Google Shape;20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4" name="Google Shape;26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3" name="Google Shape;28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de Título" type="title">
  <p:cSld name="TITLE">
    <p:spTree>
      <p:nvGrpSpPr>
        <p:cNvPr id="18" name="Shape 18"/>
        <p:cNvGrpSpPr/>
        <p:nvPr/>
      </p:nvGrpSpPr>
      <p:grpSpPr>
        <a:xfrm>
          <a:off x="0" y="0"/>
          <a:ext cx="0" cy="0"/>
          <a:chOff x="0" y="0"/>
          <a:chExt cx="0" cy="0"/>
        </a:xfrm>
      </p:grpSpPr>
      <p:sp>
        <p:nvSpPr>
          <p:cNvPr id="19" name="Google Shape;19;p2"/>
          <p:cNvSpPr/>
          <p:nvPr/>
        </p:nvSpPr>
        <p:spPr>
          <a:xfrm>
            <a:off x="446534" y="3085765"/>
            <a:ext cx="11262866" cy="3304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txBox="1"/>
          <p:nvPr>
            <p:ph type="ctrTitle"/>
          </p:nvPr>
        </p:nvSpPr>
        <p:spPr>
          <a:xfrm>
            <a:off x="581191" y="1020431"/>
            <a:ext cx="10993549" cy="1475013"/>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600"/>
              <a:buFont typeface="Gill Sans"/>
              <a:buNone/>
              <a:defRPr sz="36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 type="subTitle"/>
          </p:nvPr>
        </p:nvSpPr>
        <p:spPr>
          <a:xfrm>
            <a:off x="581194" y="2495445"/>
            <a:ext cx="10993546" cy="590321"/>
          </a:xfrm>
          <a:prstGeom prst="rect">
            <a:avLst/>
          </a:prstGeom>
          <a:noFill/>
          <a:ln>
            <a:noFill/>
          </a:ln>
        </p:spPr>
        <p:txBody>
          <a:bodyPr anchorCtr="0" anchor="t" bIns="45700" lIns="91425" spcFirstLastPara="1" rIns="91425" wrap="square" tIns="45700">
            <a:normAutofit/>
          </a:bodyPr>
          <a:lstStyle>
            <a:lvl1pPr lvl="0" algn="l">
              <a:spcBef>
                <a:spcPts val="320"/>
              </a:spcBef>
              <a:spcAft>
                <a:spcPts val="0"/>
              </a:spcAft>
              <a:buSzPts val="1472"/>
              <a:buNone/>
              <a:defRPr sz="1600" cap="none">
                <a:solidFill>
                  <a:schemeClr val="accent2"/>
                </a:solidFill>
              </a:defRPr>
            </a:lvl1pPr>
            <a:lvl2pPr lvl="1" algn="ctr">
              <a:spcBef>
                <a:spcPts val="600"/>
              </a:spcBef>
              <a:spcAft>
                <a:spcPts val="0"/>
              </a:spcAft>
              <a:buSzPts val="1472"/>
              <a:buNone/>
              <a:defRPr>
                <a:solidFill>
                  <a:srgbClr val="888888"/>
                </a:solidFill>
              </a:defRPr>
            </a:lvl2pPr>
            <a:lvl3pPr lvl="2" algn="ctr">
              <a:spcBef>
                <a:spcPts val="600"/>
              </a:spcBef>
              <a:spcAft>
                <a:spcPts val="0"/>
              </a:spcAft>
              <a:buSzPts val="1288"/>
              <a:buNone/>
              <a:defRPr>
                <a:solidFill>
                  <a:srgbClr val="888888"/>
                </a:solidFill>
              </a:defRPr>
            </a:lvl3pPr>
            <a:lvl4pPr lvl="3" algn="ctr">
              <a:spcBef>
                <a:spcPts val="600"/>
              </a:spcBef>
              <a:spcAft>
                <a:spcPts val="0"/>
              </a:spcAft>
              <a:buSzPts val="1104"/>
              <a:buNone/>
              <a:defRPr>
                <a:solidFill>
                  <a:srgbClr val="888888"/>
                </a:solidFill>
              </a:defRPr>
            </a:lvl4pPr>
            <a:lvl5pPr lvl="4" algn="ctr">
              <a:spcBef>
                <a:spcPts val="600"/>
              </a:spcBef>
              <a:spcAft>
                <a:spcPts val="0"/>
              </a:spcAft>
              <a:buSzPts val="1104"/>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p:txBody>
      </p:sp>
      <p:sp>
        <p:nvSpPr>
          <p:cNvPr id="22" name="Google Shape;22;p2"/>
          <p:cNvSpPr txBox="1"/>
          <p:nvPr>
            <p:ph idx="10" type="dt"/>
          </p:nvPr>
        </p:nvSpPr>
        <p:spPr>
          <a:xfrm>
            <a:off x="7605951" y="5956137"/>
            <a:ext cx="28448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
          <p:cNvSpPr txBox="1"/>
          <p:nvPr>
            <p:ph idx="12" type="sldNum"/>
          </p:nvPr>
        </p:nvSpPr>
        <p:spPr>
          <a:xfrm>
            <a:off x="10558300" y="5956137"/>
            <a:ext cx="101644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900" u="none" cap="none" strike="noStrike">
                <a:solidFill>
                  <a:srgbClr val="2D58AC"/>
                </a:solidFill>
                <a:latin typeface="Gill Sans"/>
                <a:ea typeface="Gill Sans"/>
                <a:cs typeface="Gill Sans"/>
                <a:sym typeface="Gill Sans"/>
              </a:defRPr>
            </a:lvl1pPr>
            <a:lvl2pPr indent="0" lvl="1" marL="0" marR="0" algn="r">
              <a:spcBef>
                <a:spcPts val="0"/>
              </a:spcBef>
              <a:buNone/>
              <a:defRPr b="0" i="0" sz="900" u="none" cap="none" strike="noStrike">
                <a:solidFill>
                  <a:srgbClr val="2D58AC"/>
                </a:solidFill>
                <a:latin typeface="Gill Sans"/>
                <a:ea typeface="Gill Sans"/>
                <a:cs typeface="Gill Sans"/>
                <a:sym typeface="Gill Sans"/>
              </a:defRPr>
            </a:lvl2pPr>
            <a:lvl3pPr indent="0" lvl="2" marL="0" marR="0" algn="r">
              <a:spcBef>
                <a:spcPts val="0"/>
              </a:spcBef>
              <a:buNone/>
              <a:defRPr b="0" i="0" sz="900" u="none" cap="none" strike="noStrike">
                <a:solidFill>
                  <a:srgbClr val="2D58AC"/>
                </a:solidFill>
                <a:latin typeface="Gill Sans"/>
                <a:ea typeface="Gill Sans"/>
                <a:cs typeface="Gill Sans"/>
                <a:sym typeface="Gill Sans"/>
              </a:defRPr>
            </a:lvl3pPr>
            <a:lvl4pPr indent="0" lvl="3" marL="0" marR="0" algn="r">
              <a:spcBef>
                <a:spcPts val="0"/>
              </a:spcBef>
              <a:buNone/>
              <a:defRPr b="0" i="0" sz="900" u="none" cap="none" strike="noStrike">
                <a:solidFill>
                  <a:srgbClr val="2D58AC"/>
                </a:solidFill>
                <a:latin typeface="Gill Sans"/>
                <a:ea typeface="Gill Sans"/>
                <a:cs typeface="Gill Sans"/>
                <a:sym typeface="Gill Sans"/>
              </a:defRPr>
            </a:lvl4pPr>
            <a:lvl5pPr indent="0" lvl="4" marL="0" marR="0" algn="r">
              <a:spcBef>
                <a:spcPts val="0"/>
              </a:spcBef>
              <a:buNone/>
              <a:defRPr b="0" i="0" sz="900" u="none" cap="none" strike="noStrike">
                <a:solidFill>
                  <a:srgbClr val="2D58AC"/>
                </a:solidFill>
                <a:latin typeface="Gill Sans"/>
                <a:ea typeface="Gill Sans"/>
                <a:cs typeface="Gill Sans"/>
                <a:sym typeface="Gill Sans"/>
              </a:defRPr>
            </a:lvl5pPr>
            <a:lvl6pPr indent="0" lvl="5" marL="0" marR="0" algn="r">
              <a:spcBef>
                <a:spcPts val="0"/>
              </a:spcBef>
              <a:buNone/>
              <a:defRPr b="0" i="0" sz="900" u="none" cap="none" strike="noStrike">
                <a:solidFill>
                  <a:srgbClr val="2D58AC"/>
                </a:solidFill>
                <a:latin typeface="Gill Sans"/>
                <a:ea typeface="Gill Sans"/>
                <a:cs typeface="Gill Sans"/>
                <a:sym typeface="Gill Sans"/>
              </a:defRPr>
            </a:lvl6pPr>
            <a:lvl7pPr indent="0" lvl="6" marL="0" marR="0" algn="r">
              <a:spcBef>
                <a:spcPts val="0"/>
              </a:spcBef>
              <a:buNone/>
              <a:defRPr b="0" i="0" sz="900" u="none" cap="none" strike="noStrike">
                <a:solidFill>
                  <a:srgbClr val="2D58AC"/>
                </a:solidFill>
                <a:latin typeface="Gill Sans"/>
                <a:ea typeface="Gill Sans"/>
                <a:cs typeface="Gill Sans"/>
                <a:sym typeface="Gill Sans"/>
              </a:defRPr>
            </a:lvl7pPr>
            <a:lvl8pPr indent="0" lvl="7" marL="0" marR="0" algn="r">
              <a:spcBef>
                <a:spcPts val="0"/>
              </a:spcBef>
              <a:buNone/>
              <a:defRPr b="0" i="0" sz="900" u="none" cap="none" strike="noStrike">
                <a:solidFill>
                  <a:srgbClr val="2D58AC"/>
                </a:solidFill>
                <a:latin typeface="Gill Sans"/>
                <a:ea typeface="Gill Sans"/>
                <a:cs typeface="Gill Sans"/>
                <a:sym typeface="Gill Sans"/>
              </a:defRPr>
            </a:lvl8pPr>
            <a:lvl9pPr indent="0" lvl="8" marL="0" marR="0" algn="r">
              <a:spcBef>
                <a:spcPts val="0"/>
              </a:spcBef>
              <a:buNone/>
              <a:defRPr b="0" i="0" sz="900" u="none" cap="none" strike="noStrike">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is conteúdos" type="twoObj">
  <p:cSld name="TWO_OBJECTS">
    <p:spTree>
      <p:nvGrpSpPr>
        <p:cNvPr id="25" name="Shape 25"/>
        <p:cNvGrpSpPr/>
        <p:nvPr/>
      </p:nvGrpSpPr>
      <p:grpSpPr>
        <a:xfrm>
          <a:off x="0" y="0"/>
          <a:ext cx="0" cy="0"/>
          <a:chOff x="0" y="0"/>
          <a:chExt cx="0" cy="0"/>
        </a:xfrm>
      </p:grpSpPr>
      <p:sp>
        <p:nvSpPr>
          <p:cNvPr id="26" name="Google Shape;26;p3"/>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 type="body"/>
          </p:nvPr>
        </p:nvSpPr>
        <p:spPr>
          <a:xfrm>
            <a:off x="581193" y="2228003"/>
            <a:ext cx="5422390" cy="3633047"/>
          </a:xfrm>
          <a:prstGeom prst="rect">
            <a:avLst/>
          </a:prstGeom>
          <a:noFill/>
          <a:ln>
            <a:noFill/>
          </a:ln>
        </p:spPr>
        <p:txBody>
          <a:bodyPr anchorCtr="0" anchor="ctr"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29" name="Google Shape;29;p3"/>
          <p:cNvSpPr txBox="1"/>
          <p:nvPr>
            <p:ph idx="2" type="body"/>
          </p:nvPr>
        </p:nvSpPr>
        <p:spPr>
          <a:xfrm>
            <a:off x="6188417" y="2228003"/>
            <a:ext cx="5422392" cy="3633047"/>
          </a:xfrm>
          <a:prstGeom prst="rect">
            <a:avLst/>
          </a:prstGeom>
          <a:noFill/>
          <a:ln>
            <a:noFill/>
          </a:ln>
        </p:spPr>
        <p:txBody>
          <a:bodyPr anchorCtr="0" anchor="ctr"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30" name="Google Shape;30;p3"/>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ção" type="twoTxTwoObj">
  <p:cSld name="TWO_OBJECTS_WITH_TEXT">
    <p:spTree>
      <p:nvGrpSpPr>
        <p:cNvPr id="33" name="Shape 33"/>
        <p:cNvGrpSpPr/>
        <p:nvPr/>
      </p:nvGrpSpPr>
      <p:grpSpPr>
        <a:xfrm>
          <a:off x="0" y="0"/>
          <a:ext cx="0" cy="0"/>
          <a:chOff x="0" y="0"/>
          <a:chExt cx="0" cy="0"/>
        </a:xfrm>
      </p:grpSpPr>
      <p:sp>
        <p:nvSpPr>
          <p:cNvPr id="34" name="Google Shape;34;p4"/>
          <p:cNvSpPr/>
          <p:nvPr/>
        </p:nvSpPr>
        <p:spPr>
          <a:xfrm>
            <a:off x="445982"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
          <p:cNvSpPr txBox="1"/>
          <p:nvPr>
            <p:ph idx="1" type="body"/>
          </p:nvPr>
        </p:nvSpPr>
        <p:spPr>
          <a:xfrm>
            <a:off x="887219" y="2250892"/>
            <a:ext cx="5087075" cy="536005"/>
          </a:xfrm>
          <a:prstGeom prst="rect">
            <a:avLst/>
          </a:prstGeom>
          <a:noFill/>
          <a:ln>
            <a:noFill/>
          </a:ln>
        </p:spPr>
        <p:txBody>
          <a:bodyPr anchorCtr="0" anchor="b" bIns="45700" lIns="91425" spcFirstLastPara="1" rIns="91425" wrap="square" tIns="45700">
            <a:noAutofit/>
          </a:bodyPr>
          <a:lstStyle>
            <a:lvl1pPr indent="-228600" lvl="0" marL="457200" algn="l">
              <a:spcBef>
                <a:spcPts val="440"/>
              </a:spcBef>
              <a:spcAft>
                <a:spcPts val="0"/>
              </a:spcAft>
              <a:buSzPts val="2024"/>
              <a:buNone/>
              <a:defRPr b="0" sz="2200">
                <a:solidFill>
                  <a:schemeClr val="accent2"/>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37" name="Google Shape;37;p4"/>
          <p:cNvSpPr txBox="1"/>
          <p:nvPr>
            <p:ph idx="2" type="body"/>
          </p:nvPr>
        </p:nvSpPr>
        <p:spPr>
          <a:xfrm>
            <a:off x="581194"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38" name="Google Shape;38;p4"/>
          <p:cNvSpPr txBox="1"/>
          <p:nvPr>
            <p:ph idx="3" type="body"/>
          </p:nvPr>
        </p:nvSpPr>
        <p:spPr>
          <a:xfrm>
            <a:off x="6523735" y="2250892"/>
            <a:ext cx="5087073" cy="553373"/>
          </a:xfrm>
          <a:prstGeom prst="rect">
            <a:avLst/>
          </a:prstGeom>
          <a:noFill/>
          <a:ln>
            <a:noFill/>
          </a:ln>
        </p:spPr>
        <p:txBody>
          <a:bodyPr anchorCtr="0" anchor="b" bIns="45700" lIns="91425" spcFirstLastPara="1" rIns="91425" wrap="square" tIns="45700">
            <a:noAutofit/>
          </a:bodyPr>
          <a:lstStyle>
            <a:lvl1pPr indent="-228600" lvl="0" marL="457200" algn="l">
              <a:spcBef>
                <a:spcPts val="440"/>
              </a:spcBef>
              <a:spcAft>
                <a:spcPts val="0"/>
              </a:spcAft>
              <a:buSzPts val="2024"/>
              <a:buNone/>
              <a:defRPr b="0" sz="2200">
                <a:solidFill>
                  <a:schemeClr val="accent2"/>
                </a:solidFill>
              </a:defRPr>
            </a:lvl1pPr>
            <a:lvl2pPr indent="-228600" lvl="1" marL="914400" algn="l">
              <a:spcBef>
                <a:spcPts val="600"/>
              </a:spcBef>
              <a:spcAft>
                <a:spcPts val="0"/>
              </a:spcAft>
              <a:buSzPts val="1840"/>
              <a:buNone/>
              <a:defRPr b="1" sz="2000"/>
            </a:lvl2pPr>
            <a:lvl3pPr indent="-228600" lvl="2" marL="1371600" algn="l">
              <a:spcBef>
                <a:spcPts val="600"/>
              </a:spcBef>
              <a:spcAft>
                <a:spcPts val="0"/>
              </a:spcAft>
              <a:buSzPts val="1656"/>
              <a:buNone/>
              <a:defRPr b="1" sz="1800"/>
            </a:lvl3pPr>
            <a:lvl4pPr indent="-228600" lvl="3" marL="1828800" algn="l">
              <a:spcBef>
                <a:spcPts val="600"/>
              </a:spcBef>
              <a:spcAft>
                <a:spcPts val="0"/>
              </a:spcAft>
              <a:buSzPts val="1472"/>
              <a:buNone/>
              <a:defRPr b="1" sz="1600"/>
            </a:lvl4pPr>
            <a:lvl5pPr indent="-228600" lvl="4" marL="2286000" algn="l">
              <a:spcBef>
                <a:spcPts val="600"/>
              </a:spcBef>
              <a:spcAft>
                <a:spcPts val="0"/>
              </a:spcAft>
              <a:buSzPts val="1472"/>
              <a:buNone/>
              <a:defRPr b="1" sz="1600"/>
            </a:lvl5pPr>
            <a:lvl6pPr indent="-228600" lvl="5" marL="2743200" algn="l">
              <a:spcBef>
                <a:spcPts val="600"/>
              </a:spcBef>
              <a:spcAft>
                <a:spcPts val="0"/>
              </a:spcAft>
              <a:buSzPts val="1472"/>
              <a:buNone/>
              <a:defRPr b="1" sz="1600"/>
            </a:lvl6pPr>
            <a:lvl7pPr indent="-228600" lvl="6" marL="3200400" algn="l">
              <a:spcBef>
                <a:spcPts val="600"/>
              </a:spcBef>
              <a:spcAft>
                <a:spcPts val="0"/>
              </a:spcAft>
              <a:buSzPts val="1472"/>
              <a:buNone/>
              <a:defRPr b="1" sz="1600"/>
            </a:lvl7pPr>
            <a:lvl8pPr indent="-228600" lvl="7" marL="3657600" algn="l">
              <a:spcBef>
                <a:spcPts val="600"/>
              </a:spcBef>
              <a:spcAft>
                <a:spcPts val="0"/>
              </a:spcAft>
              <a:buSzPts val="1472"/>
              <a:buNone/>
              <a:defRPr b="1" sz="1600"/>
            </a:lvl8pPr>
            <a:lvl9pPr indent="-228600" lvl="8" marL="4114800" algn="l">
              <a:spcBef>
                <a:spcPts val="600"/>
              </a:spcBef>
              <a:spcAft>
                <a:spcPts val="600"/>
              </a:spcAft>
              <a:buSzPts val="1472"/>
              <a:buNone/>
              <a:defRPr b="1" sz="1600"/>
            </a:lvl9pPr>
          </a:lstStyle>
          <a:p/>
        </p:txBody>
      </p:sp>
      <p:sp>
        <p:nvSpPr>
          <p:cNvPr id="39" name="Google Shape;39;p4"/>
          <p:cNvSpPr txBox="1"/>
          <p:nvPr>
            <p:ph idx="4" type="body"/>
          </p:nvPr>
        </p:nvSpPr>
        <p:spPr>
          <a:xfrm>
            <a:off x="6217709" y="2926052"/>
            <a:ext cx="5393100" cy="2934999"/>
          </a:xfrm>
          <a:prstGeom prst="rect">
            <a:avLst/>
          </a:prstGeom>
          <a:noFill/>
          <a:ln>
            <a:noFill/>
          </a:ln>
        </p:spPr>
        <p:txBody>
          <a:bodyPr anchorCtr="0" anchor="t"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0" name="Google Shape;40;p4"/>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Conteúdo" type="obj">
  <p:cSld name="OBJECT">
    <p:spTree>
      <p:nvGrpSpPr>
        <p:cNvPr id="43" name="Shape 43"/>
        <p:cNvGrpSpPr/>
        <p:nvPr/>
      </p:nvGrpSpPr>
      <p:grpSpPr>
        <a:xfrm>
          <a:off x="0" y="0"/>
          <a:ext cx="0" cy="0"/>
          <a:chOff x="0" y="0"/>
          <a:chExt cx="0" cy="0"/>
        </a:xfrm>
      </p:grpSpPr>
      <p:sp>
        <p:nvSpPr>
          <p:cNvPr id="44" name="Google Shape;44;p5"/>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5"/>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
          <p:cNvSpPr txBox="1"/>
          <p:nvPr>
            <p:ph idx="1" type="body"/>
          </p:nvPr>
        </p:nvSpPr>
        <p:spPr>
          <a:xfrm>
            <a:off x="581192" y="2180496"/>
            <a:ext cx="11029615" cy="3678303"/>
          </a:xfrm>
          <a:prstGeom prst="rect">
            <a:avLst/>
          </a:prstGeom>
          <a:noFill/>
          <a:ln>
            <a:noFill/>
          </a:ln>
        </p:spPr>
        <p:txBody>
          <a:bodyPr anchorCtr="0" anchor="ctr"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47" name="Google Shape;47;p5"/>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5"/>
          <p:cNvSpPr txBox="1"/>
          <p:nvPr>
            <p:ph idx="12" type="sldNum"/>
          </p:nvPr>
        </p:nvSpPr>
        <p:spPr>
          <a:xfrm>
            <a:off x="10558300" y="5956137"/>
            <a:ext cx="105250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beçalho da Seção" type="secHead">
  <p:cSld name="SECTION_HEADER">
    <p:spTree>
      <p:nvGrpSpPr>
        <p:cNvPr id="50" name="Shape 50"/>
        <p:cNvGrpSpPr/>
        <p:nvPr/>
      </p:nvGrpSpPr>
      <p:grpSpPr>
        <a:xfrm>
          <a:off x="0" y="0"/>
          <a:ext cx="0" cy="0"/>
          <a:chOff x="0" y="0"/>
          <a:chExt cx="0" cy="0"/>
        </a:xfrm>
      </p:grpSpPr>
      <p:sp>
        <p:nvSpPr>
          <p:cNvPr id="51" name="Google Shape;51;p6"/>
          <p:cNvSpPr/>
          <p:nvPr/>
        </p:nvSpPr>
        <p:spPr>
          <a:xfrm>
            <a:off x="447817" y="5141974"/>
            <a:ext cx="11290860"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6"/>
          <p:cNvSpPr txBox="1"/>
          <p:nvPr>
            <p:ph type="title"/>
          </p:nvPr>
        </p:nvSpPr>
        <p:spPr>
          <a:xfrm>
            <a:off x="581193" y="3043910"/>
            <a:ext cx="11029615" cy="1497507"/>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3600"/>
              <a:buFont typeface="Gill Sans"/>
              <a:buNone/>
              <a:defRPr b="0" sz="3600" cap="none">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
          <p:cNvSpPr txBox="1"/>
          <p:nvPr>
            <p:ph idx="1" type="body"/>
          </p:nvPr>
        </p:nvSpPr>
        <p:spPr>
          <a:xfrm>
            <a:off x="581192" y="4541417"/>
            <a:ext cx="11029615" cy="600556"/>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656"/>
              <a:buNone/>
              <a:defRPr sz="1800" cap="none">
                <a:solidFill>
                  <a:schemeClr val="accent2"/>
                </a:solidFill>
              </a:defRPr>
            </a:lvl1pPr>
            <a:lvl2pPr indent="-228600" lvl="1" marL="914400" algn="l">
              <a:spcBef>
                <a:spcPts val="600"/>
              </a:spcBef>
              <a:spcAft>
                <a:spcPts val="0"/>
              </a:spcAft>
              <a:buSzPts val="1656"/>
              <a:buNone/>
              <a:defRPr sz="1800">
                <a:solidFill>
                  <a:srgbClr val="888888"/>
                </a:solidFill>
              </a:defRPr>
            </a:lvl2pPr>
            <a:lvl3pPr indent="-228600" lvl="2" marL="1371600" algn="l">
              <a:spcBef>
                <a:spcPts val="600"/>
              </a:spcBef>
              <a:spcAft>
                <a:spcPts val="0"/>
              </a:spcAft>
              <a:buSzPts val="1472"/>
              <a:buNone/>
              <a:defRPr sz="1600">
                <a:solidFill>
                  <a:srgbClr val="888888"/>
                </a:solidFill>
              </a:defRPr>
            </a:lvl3pPr>
            <a:lvl4pPr indent="-228600" lvl="3" marL="1828800" algn="l">
              <a:spcBef>
                <a:spcPts val="600"/>
              </a:spcBef>
              <a:spcAft>
                <a:spcPts val="0"/>
              </a:spcAft>
              <a:buSzPts val="1288"/>
              <a:buNone/>
              <a:defRPr sz="1400">
                <a:solidFill>
                  <a:srgbClr val="888888"/>
                </a:solidFill>
              </a:defRPr>
            </a:lvl4pPr>
            <a:lvl5pPr indent="-228600" lvl="4" marL="2286000" algn="l">
              <a:spcBef>
                <a:spcPts val="600"/>
              </a:spcBef>
              <a:spcAft>
                <a:spcPts val="0"/>
              </a:spcAft>
              <a:buSzPts val="1288"/>
              <a:buNone/>
              <a:defRPr sz="1400">
                <a:solidFill>
                  <a:srgbClr val="888888"/>
                </a:solidFill>
              </a:defRPr>
            </a:lvl5pPr>
            <a:lvl6pPr indent="-228600" lvl="5" marL="2743200" algn="l">
              <a:spcBef>
                <a:spcPts val="600"/>
              </a:spcBef>
              <a:spcAft>
                <a:spcPts val="0"/>
              </a:spcAft>
              <a:buSzPts val="1288"/>
              <a:buNone/>
              <a:defRPr sz="1400">
                <a:solidFill>
                  <a:srgbClr val="888888"/>
                </a:solidFill>
              </a:defRPr>
            </a:lvl6pPr>
            <a:lvl7pPr indent="-228600" lvl="6" marL="3200400" algn="l">
              <a:spcBef>
                <a:spcPts val="600"/>
              </a:spcBef>
              <a:spcAft>
                <a:spcPts val="0"/>
              </a:spcAft>
              <a:buSzPts val="1288"/>
              <a:buNone/>
              <a:defRPr sz="1400">
                <a:solidFill>
                  <a:srgbClr val="888888"/>
                </a:solidFill>
              </a:defRPr>
            </a:lvl7pPr>
            <a:lvl8pPr indent="-228600" lvl="7" marL="3657600" algn="l">
              <a:spcBef>
                <a:spcPts val="600"/>
              </a:spcBef>
              <a:spcAft>
                <a:spcPts val="0"/>
              </a:spcAft>
              <a:buSzPts val="1288"/>
              <a:buNone/>
              <a:defRPr sz="1400">
                <a:solidFill>
                  <a:srgbClr val="888888"/>
                </a:solidFill>
              </a:defRPr>
            </a:lvl8pPr>
            <a:lvl9pPr indent="-228600" lvl="8" marL="4114800" algn="l">
              <a:spcBef>
                <a:spcPts val="600"/>
              </a:spcBef>
              <a:spcAft>
                <a:spcPts val="600"/>
              </a:spcAft>
              <a:buSzPts val="1288"/>
              <a:buNone/>
              <a:defRPr sz="1400">
                <a:solidFill>
                  <a:srgbClr val="888888"/>
                </a:solidFill>
              </a:defRPr>
            </a:lvl9pPr>
          </a:lstStyle>
          <a:p/>
        </p:txBody>
      </p:sp>
      <p:sp>
        <p:nvSpPr>
          <p:cNvPr id="54" name="Google Shape;54;p6"/>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2D58AC"/>
                </a:solidFill>
                <a:latin typeface="Gill Sans"/>
                <a:ea typeface="Gill Sans"/>
                <a:cs typeface="Gill Sans"/>
                <a:sym typeface="Gill Sans"/>
              </a:defRPr>
            </a:lvl1pPr>
            <a:lvl2pPr indent="0" lvl="1" marL="0" marR="0" algn="r">
              <a:spcBef>
                <a:spcPts val="0"/>
              </a:spcBef>
              <a:buNone/>
              <a:defRPr sz="900">
                <a:solidFill>
                  <a:srgbClr val="2D58AC"/>
                </a:solidFill>
                <a:latin typeface="Gill Sans"/>
                <a:ea typeface="Gill Sans"/>
                <a:cs typeface="Gill Sans"/>
                <a:sym typeface="Gill Sans"/>
              </a:defRPr>
            </a:lvl2pPr>
            <a:lvl3pPr indent="0" lvl="2" marL="0" marR="0" algn="r">
              <a:spcBef>
                <a:spcPts val="0"/>
              </a:spcBef>
              <a:buNone/>
              <a:defRPr sz="900">
                <a:solidFill>
                  <a:srgbClr val="2D58AC"/>
                </a:solidFill>
                <a:latin typeface="Gill Sans"/>
                <a:ea typeface="Gill Sans"/>
                <a:cs typeface="Gill Sans"/>
                <a:sym typeface="Gill Sans"/>
              </a:defRPr>
            </a:lvl3pPr>
            <a:lvl4pPr indent="0" lvl="3" marL="0" marR="0" algn="r">
              <a:spcBef>
                <a:spcPts val="0"/>
              </a:spcBef>
              <a:buNone/>
              <a:defRPr sz="900">
                <a:solidFill>
                  <a:srgbClr val="2D58AC"/>
                </a:solidFill>
                <a:latin typeface="Gill Sans"/>
                <a:ea typeface="Gill Sans"/>
                <a:cs typeface="Gill Sans"/>
                <a:sym typeface="Gill Sans"/>
              </a:defRPr>
            </a:lvl4pPr>
            <a:lvl5pPr indent="0" lvl="4" marL="0" marR="0" algn="r">
              <a:spcBef>
                <a:spcPts val="0"/>
              </a:spcBef>
              <a:buNone/>
              <a:defRPr sz="900">
                <a:solidFill>
                  <a:srgbClr val="2D58AC"/>
                </a:solidFill>
                <a:latin typeface="Gill Sans"/>
                <a:ea typeface="Gill Sans"/>
                <a:cs typeface="Gill Sans"/>
                <a:sym typeface="Gill Sans"/>
              </a:defRPr>
            </a:lvl5pPr>
            <a:lvl6pPr indent="0" lvl="5" marL="0" marR="0" algn="r">
              <a:spcBef>
                <a:spcPts val="0"/>
              </a:spcBef>
              <a:buNone/>
              <a:defRPr sz="900">
                <a:solidFill>
                  <a:srgbClr val="2D58AC"/>
                </a:solidFill>
                <a:latin typeface="Gill Sans"/>
                <a:ea typeface="Gill Sans"/>
                <a:cs typeface="Gill Sans"/>
                <a:sym typeface="Gill Sans"/>
              </a:defRPr>
            </a:lvl6pPr>
            <a:lvl7pPr indent="0" lvl="6" marL="0" marR="0" algn="r">
              <a:spcBef>
                <a:spcPts val="0"/>
              </a:spcBef>
              <a:buNone/>
              <a:defRPr sz="900">
                <a:solidFill>
                  <a:srgbClr val="2D58AC"/>
                </a:solidFill>
                <a:latin typeface="Gill Sans"/>
                <a:ea typeface="Gill Sans"/>
                <a:cs typeface="Gill Sans"/>
                <a:sym typeface="Gill Sans"/>
              </a:defRPr>
            </a:lvl7pPr>
            <a:lvl8pPr indent="0" lvl="7" marL="0" marR="0" algn="r">
              <a:spcBef>
                <a:spcPts val="0"/>
              </a:spcBef>
              <a:buNone/>
              <a:defRPr sz="900">
                <a:solidFill>
                  <a:srgbClr val="2D58AC"/>
                </a:solidFill>
                <a:latin typeface="Gill Sans"/>
                <a:ea typeface="Gill Sans"/>
                <a:cs typeface="Gill Sans"/>
                <a:sym typeface="Gill Sans"/>
              </a:defRPr>
            </a:lvl8pPr>
            <a:lvl9pPr indent="0" lvl="8" marL="0" marR="0" algn="r">
              <a:spcBef>
                <a:spcPts val="0"/>
              </a:spcBef>
              <a:buNone/>
              <a:defRPr sz="900">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mente Título" type="titleOnly">
  <p:cSld name="TITLE_ONLY">
    <p:spTree>
      <p:nvGrpSpPr>
        <p:cNvPr id="57" name="Shape 57"/>
        <p:cNvGrpSpPr/>
        <p:nvPr/>
      </p:nvGrpSpPr>
      <p:grpSpPr>
        <a:xfrm>
          <a:off x="0" y="0"/>
          <a:ext cx="0" cy="0"/>
          <a:chOff x="0" y="0"/>
          <a:chExt cx="0" cy="0"/>
        </a:xfrm>
      </p:grpSpPr>
      <p:sp>
        <p:nvSpPr>
          <p:cNvPr id="58" name="Google Shape;58;p7"/>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
        <p:nvSpPr>
          <p:cNvPr id="61" name="Google Shape;61;p7"/>
          <p:cNvSpPr/>
          <p:nvPr/>
        </p:nvSpPr>
        <p:spPr>
          <a:xfrm>
            <a:off x="440683" y="606554"/>
            <a:ext cx="11300036"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7"/>
          <p:cNvSpPr txBox="1"/>
          <p:nvPr>
            <p:ph type="title"/>
          </p:nvPr>
        </p:nvSpPr>
        <p:spPr>
          <a:xfrm>
            <a:off x="575894" y="729658"/>
            <a:ext cx="11029616" cy="98833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 branco" type="blank">
  <p:cSld name="BLANK">
    <p:spTree>
      <p:nvGrpSpPr>
        <p:cNvPr id="63" name="Shape 63"/>
        <p:cNvGrpSpPr/>
        <p:nvPr/>
      </p:nvGrpSpPr>
      <p:grpSpPr>
        <a:xfrm>
          <a:off x="0" y="0"/>
          <a:ext cx="0" cy="0"/>
          <a:chOff x="0" y="0"/>
          <a:chExt cx="0" cy="0"/>
        </a:xfrm>
      </p:grpSpPr>
      <p:sp>
        <p:nvSpPr>
          <p:cNvPr id="64" name="Google Shape;64;p8"/>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8"/>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8"/>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údo com Legenda" type="objTx">
  <p:cSld name="OBJECT_WITH_CAPTION_TEXT">
    <p:spTree>
      <p:nvGrpSpPr>
        <p:cNvPr id="67" name="Shape 67"/>
        <p:cNvGrpSpPr/>
        <p:nvPr/>
      </p:nvGrpSpPr>
      <p:grpSpPr>
        <a:xfrm>
          <a:off x="0" y="0"/>
          <a:ext cx="0" cy="0"/>
          <a:chOff x="0" y="0"/>
          <a:chExt cx="0" cy="0"/>
        </a:xfrm>
      </p:grpSpPr>
      <p:sp>
        <p:nvSpPr>
          <p:cNvPr id="68" name="Google Shape;68;p9"/>
          <p:cNvSpPr/>
          <p:nvPr/>
        </p:nvSpPr>
        <p:spPr>
          <a:xfrm>
            <a:off x="447817" y="5141973"/>
            <a:ext cx="11298200" cy="1274702"/>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9"/>
          <p:cNvSpPr txBox="1"/>
          <p:nvPr>
            <p:ph type="title"/>
          </p:nvPr>
        </p:nvSpPr>
        <p:spPr>
          <a:xfrm>
            <a:off x="581192" y="5262296"/>
            <a:ext cx="4909445" cy="6895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2D58AC"/>
              </a:buClr>
              <a:buSzPts val="2000"/>
              <a:buFont typeface="Gill Sans"/>
              <a:buNone/>
              <a:defRPr b="0" sz="2000">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p:nvPr>
            <p:ph idx="1" type="body"/>
          </p:nvPr>
        </p:nvSpPr>
        <p:spPr>
          <a:xfrm>
            <a:off x="447816" y="601200"/>
            <a:ext cx="11292840" cy="4204800"/>
          </a:xfrm>
          <a:prstGeom prst="rect">
            <a:avLst/>
          </a:prstGeom>
          <a:noFill/>
          <a:ln>
            <a:noFill/>
          </a:ln>
        </p:spPr>
        <p:txBody>
          <a:bodyPr anchorCtr="0" anchor="ctr" bIns="45700" lIns="91425" spcFirstLastPara="1" rIns="91425" wrap="square" tIns="45700">
            <a:normAutofit/>
          </a:bodyPr>
          <a:lstStyle>
            <a:lvl1pPr indent="-345440" lvl="0" marL="457200" algn="l">
              <a:spcBef>
                <a:spcPts val="400"/>
              </a:spcBef>
              <a:spcAft>
                <a:spcPts val="0"/>
              </a:spcAft>
              <a:buSzPts val="1840"/>
              <a:buChar char="◼"/>
              <a:defRPr sz="2000">
                <a:solidFill>
                  <a:schemeClr val="dk2"/>
                </a:solidFill>
              </a:defRPr>
            </a:lvl1pPr>
            <a:lvl2pPr indent="-333756" lvl="1" marL="914400" algn="l">
              <a:spcBef>
                <a:spcPts val="600"/>
              </a:spcBef>
              <a:spcAft>
                <a:spcPts val="0"/>
              </a:spcAft>
              <a:buSzPts val="1656"/>
              <a:buChar char="◼"/>
              <a:defRPr sz="1800">
                <a:solidFill>
                  <a:schemeClr val="dk2"/>
                </a:solidFill>
              </a:defRPr>
            </a:lvl2pPr>
            <a:lvl3pPr indent="-322072" lvl="2" marL="1371600" algn="l">
              <a:spcBef>
                <a:spcPts val="600"/>
              </a:spcBef>
              <a:spcAft>
                <a:spcPts val="0"/>
              </a:spcAft>
              <a:buSzPts val="1472"/>
              <a:buChar char="◼"/>
              <a:defRPr sz="1600">
                <a:solidFill>
                  <a:schemeClr val="dk2"/>
                </a:solidFill>
              </a:defRPr>
            </a:lvl3pPr>
            <a:lvl4pPr indent="-310388" lvl="3" marL="1828800" algn="l">
              <a:spcBef>
                <a:spcPts val="600"/>
              </a:spcBef>
              <a:spcAft>
                <a:spcPts val="0"/>
              </a:spcAft>
              <a:buSzPts val="1288"/>
              <a:buChar char="◼"/>
              <a:defRPr sz="1400">
                <a:solidFill>
                  <a:schemeClr val="dk2"/>
                </a:solidFill>
              </a:defRPr>
            </a:lvl4pPr>
            <a:lvl5pPr indent="-310388" lvl="4" marL="2286000" algn="l">
              <a:spcBef>
                <a:spcPts val="600"/>
              </a:spcBef>
              <a:spcAft>
                <a:spcPts val="0"/>
              </a:spcAft>
              <a:buSzPts val="1288"/>
              <a:buChar char="◼"/>
              <a:defRPr sz="1400">
                <a:solidFill>
                  <a:schemeClr val="dk2"/>
                </a:solidFill>
              </a:defRPr>
            </a:lvl5pPr>
            <a:lvl6pPr indent="-310388" lvl="5" marL="2743200" algn="l">
              <a:spcBef>
                <a:spcPts val="600"/>
              </a:spcBef>
              <a:spcAft>
                <a:spcPts val="0"/>
              </a:spcAft>
              <a:buSzPts val="1288"/>
              <a:buChar char="◼"/>
              <a:defRPr sz="1400">
                <a:solidFill>
                  <a:schemeClr val="dk2"/>
                </a:solidFill>
              </a:defRPr>
            </a:lvl6pPr>
            <a:lvl7pPr indent="-310388" lvl="6" marL="3200400" algn="l">
              <a:spcBef>
                <a:spcPts val="600"/>
              </a:spcBef>
              <a:spcAft>
                <a:spcPts val="0"/>
              </a:spcAft>
              <a:buSzPts val="1288"/>
              <a:buChar char="◼"/>
              <a:defRPr sz="1400">
                <a:solidFill>
                  <a:schemeClr val="dk2"/>
                </a:solidFill>
              </a:defRPr>
            </a:lvl7pPr>
            <a:lvl8pPr indent="-310388" lvl="7" marL="3657600" algn="l">
              <a:spcBef>
                <a:spcPts val="600"/>
              </a:spcBef>
              <a:spcAft>
                <a:spcPts val="0"/>
              </a:spcAft>
              <a:buSzPts val="1288"/>
              <a:buChar char="◼"/>
              <a:defRPr sz="1400">
                <a:solidFill>
                  <a:schemeClr val="dk2"/>
                </a:solidFill>
              </a:defRPr>
            </a:lvl8pPr>
            <a:lvl9pPr indent="-310388" lvl="8" marL="4114800" algn="l">
              <a:spcBef>
                <a:spcPts val="600"/>
              </a:spcBef>
              <a:spcAft>
                <a:spcPts val="600"/>
              </a:spcAft>
              <a:buSzPts val="1288"/>
              <a:buChar char="◼"/>
              <a:defRPr sz="1400">
                <a:solidFill>
                  <a:schemeClr val="dk2"/>
                </a:solidFill>
              </a:defRPr>
            </a:lvl9pPr>
          </a:lstStyle>
          <a:p/>
        </p:txBody>
      </p:sp>
      <p:sp>
        <p:nvSpPr>
          <p:cNvPr id="71" name="Google Shape;71;p9"/>
          <p:cNvSpPr txBox="1"/>
          <p:nvPr>
            <p:ph idx="2" type="body"/>
          </p:nvPr>
        </p:nvSpPr>
        <p:spPr>
          <a:xfrm>
            <a:off x="5740823" y="5262296"/>
            <a:ext cx="5869987" cy="689515"/>
          </a:xfrm>
          <a:prstGeom prst="rect">
            <a:avLst/>
          </a:prstGeom>
          <a:noFill/>
          <a:ln>
            <a:noFill/>
          </a:ln>
        </p:spPr>
        <p:txBody>
          <a:bodyPr anchorCtr="0" anchor="ctr" bIns="45700" lIns="91425" spcFirstLastPara="1" rIns="91425" wrap="square" tIns="45700">
            <a:normAutofit/>
          </a:bodyPr>
          <a:lstStyle>
            <a:lvl1pPr indent="-228600" lvl="0" marL="457200" algn="r">
              <a:spcBef>
                <a:spcPts val="220"/>
              </a:spcBef>
              <a:spcAft>
                <a:spcPts val="0"/>
              </a:spcAft>
              <a:buSzPts val="1012"/>
              <a:buNone/>
              <a:defRPr sz="1100">
                <a:solidFill>
                  <a:schemeClr val="lt1"/>
                </a:solidFill>
              </a:defRPr>
            </a:lvl1pPr>
            <a:lvl2pPr indent="-228600" lvl="1" marL="914400" algn="l">
              <a:spcBef>
                <a:spcPts val="600"/>
              </a:spcBef>
              <a:spcAft>
                <a:spcPts val="0"/>
              </a:spcAft>
              <a:buSzPts val="1012"/>
              <a:buNone/>
              <a:defRPr sz="11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72" name="Google Shape;72;p9"/>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9"/>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9"/>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2D58AC"/>
                </a:solidFill>
                <a:latin typeface="Gill Sans"/>
                <a:ea typeface="Gill Sans"/>
                <a:cs typeface="Gill Sans"/>
                <a:sym typeface="Gill Sans"/>
              </a:defRPr>
            </a:lvl1pPr>
            <a:lvl2pPr indent="0" lvl="1" marL="0" marR="0" algn="r">
              <a:spcBef>
                <a:spcPts val="0"/>
              </a:spcBef>
              <a:buNone/>
              <a:defRPr sz="900">
                <a:solidFill>
                  <a:srgbClr val="2D58AC"/>
                </a:solidFill>
                <a:latin typeface="Gill Sans"/>
                <a:ea typeface="Gill Sans"/>
                <a:cs typeface="Gill Sans"/>
                <a:sym typeface="Gill Sans"/>
              </a:defRPr>
            </a:lvl2pPr>
            <a:lvl3pPr indent="0" lvl="2" marL="0" marR="0" algn="r">
              <a:spcBef>
                <a:spcPts val="0"/>
              </a:spcBef>
              <a:buNone/>
              <a:defRPr sz="900">
                <a:solidFill>
                  <a:srgbClr val="2D58AC"/>
                </a:solidFill>
                <a:latin typeface="Gill Sans"/>
                <a:ea typeface="Gill Sans"/>
                <a:cs typeface="Gill Sans"/>
                <a:sym typeface="Gill Sans"/>
              </a:defRPr>
            </a:lvl3pPr>
            <a:lvl4pPr indent="0" lvl="3" marL="0" marR="0" algn="r">
              <a:spcBef>
                <a:spcPts val="0"/>
              </a:spcBef>
              <a:buNone/>
              <a:defRPr sz="900">
                <a:solidFill>
                  <a:srgbClr val="2D58AC"/>
                </a:solidFill>
                <a:latin typeface="Gill Sans"/>
                <a:ea typeface="Gill Sans"/>
                <a:cs typeface="Gill Sans"/>
                <a:sym typeface="Gill Sans"/>
              </a:defRPr>
            </a:lvl4pPr>
            <a:lvl5pPr indent="0" lvl="4" marL="0" marR="0" algn="r">
              <a:spcBef>
                <a:spcPts val="0"/>
              </a:spcBef>
              <a:buNone/>
              <a:defRPr sz="900">
                <a:solidFill>
                  <a:srgbClr val="2D58AC"/>
                </a:solidFill>
                <a:latin typeface="Gill Sans"/>
                <a:ea typeface="Gill Sans"/>
                <a:cs typeface="Gill Sans"/>
                <a:sym typeface="Gill Sans"/>
              </a:defRPr>
            </a:lvl5pPr>
            <a:lvl6pPr indent="0" lvl="5" marL="0" marR="0" algn="r">
              <a:spcBef>
                <a:spcPts val="0"/>
              </a:spcBef>
              <a:buNone/>
              <a:defRPr sz="900">
                <a:solidFill>
                  <a:srgbClr val="2D58AC"/>
                </a:solidFill>
                <a:latin typeface="Gill Sans"/>
                <a:ea typeface="Gill Sans"/>
                <a:cs typeface="Gill Sans"/>
                <a:sym typeface="Gill Sans"/>
              </a:defRPr>
            </a:lvl6pPr>
            <a:lvl7pPr indent="0" lvl="6" marL="0" marR="0" algn="r">
              <a:spcBef>
                <a:spcPts val="0"/>
              </a:spcBef>
              <a:buNone/>
              <a:defRPr sz="900">
                <a:solidFill>
                  <a:srgbClr val="2D58AC"/>
                </a:solidFill>
                <a:latin typeface="Gill Sans"/>
                <a:ea typeface="Gill Sans"/>
                <a:cs typeface="Gill Sans"/>
                <a:sym typeface="Gill Sans"/>
              </a:defRPr>
            </a:lvl7pPr>
            <a:lvl8pPr indent="0" lvl="7" marL="0" marR="0" algn="r">
              <a:spcBef>
                <a:spcPts val="0"/>
              </a:spcBef>
              <a:buNone/>
              <a:defRPr sz="900">
                <a:solidFill>
                  <a:srgbClr val="2D58AC"/>
                </a:solidFill>
                <a:latin typeface="Gill Sans"/>
                <a:ea typeface="Gill Sans"/>
                <a:cs typeface="Gill Sans"/>
                <a:sym typeface="Gill Sans"/>
              </a:defRPr>
            </a:lvl8pPr>
            <a:lvl9pPr indent="0" lvl="8" marL="0" marR="0" algn="r">
              <a:spcBef>
                <a:spcPts val="0"/>
              </a:spcBef>
              <a:buNone/>
              <a:defRPr sz="900">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m com Legenda" type="picTx">
  <p:cSld name="PICTURE_WITH_CAPTION_TEXT">
    <p:spTree>
      <p:nvGrpSpPr>
        <p:cNvPr id="75" name="Shape 75"/>
        <p:cNvGrpSpPr/>
        <p:nvPr/>
      </p:nvGrpSpPr>
      <p:grpSpPr>
        <a:xfrm>
          <a:off x="0" y="0"/>
          <a:ext cx="0" cy="0"/>
          <a:chOff x="0" y="0"/>
          <a:chExt cx="0" cy="0"/>
        </a:xfrm>
      </p:grpSpPr>
      <p:sp>
        <p:nvSpPr>
          <p:cNvPr id="76" name="Google Shape;76;p10"/>
          <p:cNvSpPr txBox="1"/>
          <p:nvPr>
            <p:ph type="title"/>
          </p:nvPr>
        </p:nvSpPr>
        <p:spPr>
          <a:xfrm>
            <a:off x="581193" y="4693389"/>
            <a:ext cx="11029616"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Gill Sans"/>
              <a:buNone/>
              <a:defRPr b="0" sz="2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
          <p:cNvSpPr/>
          <p:nvPr>
            <p:ph idx="2" type="pic"/>
          </p:nvPr>
        </p:nvSpPr>
        <p:spPr>
          <a:xfrm>
            <a:off x="447817" y="599725"/>
            <a:ext cx="11290859" cy="3557252"/>
          </a:xfrm>
          <a:prstGeom prst="rect">
            <a:avLst/>
          </a:prstGeom>
          <a:noFill/>
          <a:ln>
            <a:noFill/>
          </a:ln>
        </p:spPr>
      </p:sp>
      <p:sp>
        <p:nvSpPr>
          <p:cNvPr id="78" name="Google Shape;78;p10"/>
          <p:cNvSpPr txBox="1"/>
          <p:nvPr>
            <p:ph idx="1" type="body"/>
          </p:nvPr>
        </p:nvSpPr>
        <p:spPr>
          <a:xfrm>
            <a:off x="581192" y="5260127"/>
            <a:ext cx="11029617" cy="598671"/>
          </a:xfrm>
          <a:prstGeom prst="rect">
            <a:avLst/>
          </a:prstGeom>
          <a:noFill/>
          <a:ln>
            <a:noFill/>
          </a:ln>
        </p:spPr>
        <p:txBody>
          <a:bodyPr anchorCtr="0" anchor="ctr" bIns="45700" lIns="91425" spcFirstLastPara="1" rIns="91425" wrap="square" tIns="45700">
            <a:normAutofit/>
          </a:bodyPr>
          <a:lstStyle>
            <a:lvl1pPr indent="-228600" lvl="0" marL="457200" algn="l">
              <a:spcBef>
                <a:spcPts val="240"/>
              </a:spcBef>
              <a:spcAft>
                <a:spcPts val="0"/>
              </a:spcAft>
              <a:buSzPts val="1104"/>
              <a:buNone/>
              <a:defRPr sz="1200"/>
            </a:lvl1pPr>
            <a:lvl2pPr indent="-228600" lvl="1" marL="914400" algn="l">
              <a:spcBef>
                <a:spcPts val="600"/>
              </a:spcBef>
              <a:spcAft>
                <a:spcPts val="0"/>
              </a:spcAft>
              <a:buSzPts val="1104"/>
              <a:buNone/>
              <a:defRPr sz="1200"/>
            </a:lvl2pPr>
            <a:lvl3pPr indent="-228600" lvl="2" marL="1371600" algn="l">
              <a:spcBef>
                <a:spcPts val="600"/>
              </a:spcBef>
              <a:spcAft>
                <a:spcPts val="0"/>
              </a:spcAft>
              <a:buSzPts val="920"/>
              <a:buNone/>
              <a:defRPr sz="1000"/>
            </a:lvl3pPr>
            <a:lvl4pPr indent="-228600" lvl="3" marL="1828800" algn="l">
              <a:spcBef>
                <a:spcPts val="600"/>
              </a:spcBef>
              <a:spcAft>
                <a:spcPts val="0"/>
              </a:spcAft>
              <a:buSzPts val="828"/>
              <a:buNone/>
              <a:defRPr sz="900"/>
            </a:lvl4pPr>
            <a:lvl5pPr indent="-228600" lvl="4" marL="2286000" algn="l">
              <a:spcBef>
                <a:spcPts val="600"/>
              </a:spcBef>
              <a:spcAft>
                <a:spcPts val="0"/>
              </a:spcAft>
              <a:buSzPts val="828"/>
              <a:buNone/>
              <a:defRPr sz="900"/>
            </a:lvl5pPr>
            <a:lvl6pPr indent="-228600" lvl="5" marL="2743200" algn="l">
              <a:spcBef>
                <a:spcPts val="600"/>
              </a:spcBef>
              <a:spcAft>
                <a:spcPts val="0"/>
              </a:spcAft>
              <a:buSzPts val="828"/>
              <a:buNone/>
              <a:defRPr sz="900"/>
            </a:lvl6pPr>
            <a:lvl7pPr indent="-228600" lvl="6" marL="3200400" algn="l">
              <a:spcBef>
                <a:spcPts val="600"/>
              </a:spcBef>
              <a:spcAft>
                <a:spcPts val="0"/>
              </a:spcAft>
              <a:buSzPts val="828"/>
              <a:buNone/>
              <a:defRPr sz="900"/>
            </a:lvl7pPr>
            <a:lvl8pPr indent="-228600" lvl="7" marL="3657600" algn="l">
              <a:spcBef>
                <a:spcPts val="600"/>
              </a:spcBef>
              <a:spcAft>
                <a:spcPts val="0"/>
              </a:spcAft>
              <a:buSzPts val="828"/>
              <a:buNone/>
              <a:defRPr sz="900"/>
            </a:lvl8pPr>
            <a:lvl9pPr indent="-228600" lvl="8" marL="4114800" algn="l">
              <a:spcBef>
                <a:spcPts val="600"/>
              </a:spcBef>
              <a:spcAft>
                <a:spcPts val="600"/>
              </a:spcAft>
              <a:buSzPts val="828"/>
              <a:buNone/>
              <a:defRPr sz="900"/>
            </a:lvl9pPr>
          </a:lstStyle>
          <a:p/>
        </p:txBody>
      </p:sp>
      <p:sp>
        <p:nvSpPr>
          <p:cNvPr id="79" name="Google Shape;79;p10"/>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0"/>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0"/>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Texto Vertical" type="vertTx">
  <p:cSld name="VERTICAL_TEXT">
    <p:spTree>
      <p:nvGrpSpPr>
        <p:cNvPr id="82" name="Shape 82"/>
        <p:cNvGrpSpPr/>
        <p:nvPr/>
      </p:nvGrpSpPr>
      <p:grpSpPr>
        <a:xfrm>
          <a:off x="0" y="0"/>
          <a:ext cx="0" cy="0"/>
          <a:chOff x="0" y="0"/>
          <a:chExt cx="0" cy="0"/>
        </a:xfrm>
      </p:grpSpPr>
      <p:sp>
        <p:nvSpPr>
          <p:cNvPr id="83" name="Google Shape;83;p11"/>
          <p:cNvSpPr/>
          <p:nvPr/>
        </p:nvSpPr>
        <p:spPr>
          <a:xfrm>
            <a:off x="440286" y="614407"/>
            <a:ext cx="11309338" cy="118929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1"/>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1"/>
          <p:cNvSpPr txBox="1"/>
          <p:nvPr>
            <p:ph idx="1" type="body"/>
          </p:nvPr>
        </p:nvSpPr>
        <p:spPr>
          <a:xfrm rot="5400000">
            <a:off x="4334603" y="-1417408"/>
            <a:ext cx="3522794" cy="11029616"/>
          </a:xfrm>
          <a:prstGeom prst="rect">
            <a:avLst/>
          </a:prstGeom>
          <a:noFill/>
          <a:ln>
            <a:noFill/>
          </a:ln>
        </p:spPr>
        <p:txBody>
          <a:bodyPr anchorCtr="0" anchor="t" bIns="45700" lIns="91425" spcFirstLastPara="1" rIns="91425" wrap="square" tIns="45700">
            <a:normAutofit/>
          </a:bodyPr>
          <a:lstStyle>
            <a:lvl1pPr indent="-333756" lvl="0" marL="457200" algn="l">
              <a:spcBef>
                <a:spcPts val="360"/>
              </a:spcBef>
              <a:spcAft>
                <a:spcPts val="0"/>
              </a:spcAft>
              <a:buSzPts val="1656"/>
              <a:buChar char="◼"/>
              <a:defRPr/>
            </a:lvl1pPr>
            <a:lvl2pPr indent="-322072" lvl="1" marL="914400" algn="l">
              <a:spcBef>
                <a:spcPts val="600"/>
              </a:spcBef>
              <a:spcAft>
                <a:spcPts val="0"/>
              </a:spcAft>
              <a:buSzPts val="1472"/>
              <a:buChar char="◼"/>
              <a:defRPr/>
            </a:lvl2pPr>
            <a:lvl3pPr indent="-310388" lvl="2" marL="1371600" algn="l">
              <a:spcBef>
                <a:spcPts val="600"/>
              </a:spcBef>
              <a:spcAft>
                <a:spcPts val="0"/>
              </a:spcAft>
              <a:buSzPts val="1288"/>
              <a:buChar char="◼"/>
              <a:defRPr/>
            </a:lvl3pPr>
            <a:lvl4pPr indent="-298703" lvl="3" marL="1828800" algn="l">
              <a:spcBef>
                <a:spcPts val="600"/>
              </a:spcBef>
              <a:spcAft>
                <a:spcPts val="0"/>
              </a:spcAft>
              <a:buSzPts val="1104"/>
              <a:buChar char="◼"/>
              <a:defRPr/>
            </a:lvl4pPr>
            <a:lvl5pPr indent="-298704" lvl="4" marL="2286000" algn="l">
              <a:spcBef>
                <a:spcPts val="600"/>
              </a:spcBef>
              <a:spcAft>
                <a:spcPts val="0"/>
              </a:spcAft>
              <a:buSzPts val="1104"/>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86" name="Google Shape;86;p1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o e Título Vertical" type="vertTitleAndTx">
  <p:cSld name="VERTICAL_TITLE_AND_VERTICAL_TEXT">
    <p:spTree>
      <p:nvGrpSpPr>
        <p:cNvPr id="89" name="Shape 89"/>
        <p:cNvGrpSpPr/>
        <p:nvPr/>
      </p:nvGrpSpPr>
      <p:grpSpPr>
        <a:xfrm>
          <a:off x="0" y="0"/>
          <a:ext cx="0" cy="0"/>
          <a:chOff x="0" y="0"/>
          <a:chExt cx="0" cy="0"/>
        </a:xfrm>
      </p:grpSpPr>
      <p:sp>
        <p:nvSpPr>
          <p:cNvPr id="90" name="Google Shape;90;p12"/>
          <p:cNvSpPr/>
          <p:nvPr/>
        </p:nvSpPr>
        <p:spPr>
          <a:xfrm>
            <a:off x="8839201" y="599725"/>
            <a:ext cx="2906817" cy="581695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2"/>
          <p:cNvSpPr txBox="1"/>
          <p:nvPr>
            <p:ph type="title"/>
          </p:nvPr>
        </p:nvSpPr>
        <p:spPr>
          <a:xfrm rot="5400000">
            <a:off x="7249746" y="2265181"/>
            <a:ext cx="5183073" cy="200416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2"/>
          <p:cNvSpPr txBox="1"/>
          <p:nvPr>
            <p:ph idx="1" type="body"/>
          </p:nvPr>
        </p:nvSpPr>
        <p:spPr>
          <a:xfrm rot="5400000">
            <a:off x="2131526" y="-680877"/>
            <a:ext cx="5183073" cy="7896279"/>
          </a:xfrm>
          <a:prstGeom prst="rect">
            <a:avLst/>
          </a:prstGeom>
          <a:noFill/>
          <a:ln>
            <a:noFill/>
          </a:ln>
        </p:spPr>
        <p:txBody>
          <a:bodyPr anchorCtr="0" anchor="t" bIns="45700" lIns="91425" spcFirstLastPara="1" rIns="91425" wrap="square" tIns="45700">
            <a:normAutofit/>
          </a:bodyPr>
          <a:lstStyle>
            <a:lvl1pPr indent="-333756" lvl="0" marL="457200" algn="l">
              <a:spcBef>
                <a:spcPts val="360"/>
              </a:spcBef>
              <a:spcAft>
                <a:spcPts val="0"/>
              </a:spcAft>
              <a:buSzPts val="1656"/>
              <a:buChar char="◼"/>
              <a:defRPr/>
            </a:lvl1pPr>
            <a:lvl2pPr indent="-333756" lvl="1" marL="914400" algn="l">
              <a:spcBef>
                <a:spcPts val="600"/>
              </a:spcBef>
              <a:spcAft>
                <a:spcPts val="0"/>
              </a:spcAft>
              <a:buSzPts val="1656"/>
              <a:buChar char="◼"/>
              <a:defRPr/>
            </a:lvl2pPr>
            <a:lvl3pPr indent="-333756" lvl="2" marL="1371600" algn="l">
              <a:spcBef>
                <a:spcPts val="600"/>
              </a:spcBef>
              <a:spcAft>
                <a:spcPts val="0"/>
              </a:spcAft>
              <a:buSzPts val="1656"/>
              <a:buChar char="◼"/>
              <a:defRPr/>
            </a:lvl3pPr>
            <a:lvl4pPr indent="-333756" lvl="3" marL="1828800" algn="l">
              <a:spcBef>
                <a:spcPts val="600"/>
              </a:spcBef>
              <a:spcAft>
                <a:spcPts val="0"/>
              </a:spcAft>
              <a:buSzPts val="1656"/>
              <a:buChar char="◼"/>
              <a:defRPr/>
            </a:lvl4pPr>
            <a:lvl5pPr indent="-333756" lvl="4" marL="2286000" algn="l">
              <a:spcBef>
                <a:spcPts val="600"/>
              </a:spcBef>
              <a:spcAft>
                <a:spcPts val="0"/>
              </a:spcAft>
              <a:buSzPts val="1656"/>
              <a:buChar char="◼"/>
              <a:defRPr/>
            </a:lvl5pPr>
            <a:lvl6pPr indent="-333756" lvl="5" marL="2743200" algn="l">
              <a:spcBef>
                <a:spcPts val="600"/>
              </a:spcBef>
              <a:spcAft>
                <a:spcPts val="0"/>
              </a:spcAft>
              <a:buSzPts val="1656"/>
              <a:buChar char="◼"/>
              <a:defRPr/>
            </a:lvl6pPr>
            <a:lvl7pPr indent="-333756" lvl="6" marL="3200400" algn="l">
              <a:spcBef>
                <a:spcPts val="600"/>
              </a:spcBef>
              <a:spcAft>
                <a:spcPts val="0"/>
              </a:spcAft>
              <a:buSzPts val="1656"/>
              <a:buChar char="◼"/>
              <a:defRPr/>
            </a:lvl7pPr>
            <a:lvl8pPr indent="-333756" lvl="7" marL="3657600" algn="l">
              <a:spcBef>
                <a:spcPts val="600"/>
              </a:spcBef>
              <a:spcAft>
                <a:spcPts val="0"/>
              </a:spcAft>
              <a:buSzPts val="1656"/>
              <a:buChar char="◼"/>
              <a:defRPr/>
            </a:lvl8pPr>
            <a:lvl9pPr indent="-333756" lvl="8" marL="4114800" algn="l">
              <a:spcBef>
                <a:spcPts val="600"/>
              </a:spcBef>
              <a:spcAft>
                <a:spcPts val="600"/>
              </a:spcAft>
              <a:buSzPts val="1656"/>
              <a:buChar char="◼"/>
              <a:defRPr/>
            </a:lvl9pPr>
          </a:lstStyle>
          <a:p/>
        </p:txBody>
      </p:sp>
      <p:sp>
        <p:nvSpPr>
          <p:cNvPr id="93" name="Google Shape;93;p12"/>
          <p:cNvSpPr txBox="1"/>
          <p:nvPr>
            <p:ph idx="10" type="dt"/>
          </p:nvPr>
        </p:nvSpPr>
        <p:spPr>
          <a:xfrm>
            <a:off x="8993673" y="5956137"/>
            <a:ext cx="1328141"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2D58AC"/>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12"/>
          <p:cNvSpPr txBox="1"/>
          <p:nvPr>
            <p:ph idx="11" type="ftr"/>
          </p:nvPr>
        </p:nvSpPr>
        <p:spPr>
          <a:xfrm>
            <a:off x="774923" y="5951811"/>
            <a:ext cx="789627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2"/>
          <p:cNvSpPr txBox="1"/>
          <p:nvPr>
            <p:ph idx="12" type="sldNum"/>
          </p:nvPr>
        </p:nvSpPr>
        <p:spPr>
          <a:xfrm>
            <a:off x="10446615" y="5956137"/>
            <a:ext cx="1164195"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sz="900">
                <a:solidFill>
                  <a:srgbClr val="2D58AC"/>
                </a:solidFill>
                <a:latin typeface="Gill Sans"/>
                <a:ea typeface="Gill Sans"/>
                <a:cs typeface="Gill Sans"/>
                <a:sym typeface="Gill Sans"/>
              </a:defRPr>
            </a:lvl1pPr>
            <a:lvl2pPr indent="0" lvl="1" marL="0" marR="0" algn="r">
              <a:spcBef>
                <a:spcPts val="0"/>
              </a:spcBef>
              <a:buNone/>
              <a:defRPr sz="900">
                <a:solidFill>
                  <a:srgbClr val="2D58AC"/>
                </a:solidFill>
                <a:latin typeface="Gill Sans"/>
                <a:ea typeface="Gill Sans"/>
                <a:cs typeface="Gill Sans"/>
                <a:sym typeface="Gill Sans"/>
              </a:defRPr>
            </a:lvl2pPr>
            <a:lvl3pPr indent="0" lvl="2" marL="0" marR="0" algn="r">
              <a:spcBef>
                <a:spcPts val="0"/>
              </a:spcBef>
              <a:buNone/>
              <a:defRPr sz="900">
                <a:solidFill>
                  <a:srgbClr val="2D58AC"/>
                </a:solidFill>
                <a:latin typeface="Gill Sans"/>
                <a:ea typeface="Gill Sans"/>
                <a:cs typeface="Gill Sans"/>
                <a:sym typeface="Gill Sans"/>
              </a:defRPr>
            </a:lvl3pPr>
            <a:lvl4pPr indent="0" lvl="3" marL="0" marR="0" algn="r">
              <a:spcBef>
                <a:spcPts val="0"/>
              </a:spcBef>
              <a:buNone/>
              <a:defRPr sz="900">
                <a:solidFill>
                  <a:srgbClr val="2D58AC"/>
                </a:solidFill>
                <a:latin typeface="Gill Sans"/>
                <a:ea typeface="Gill Sans"/>
                <a:cs typeface="Gill Sans"/>
                <a:sym typeface="Gill Sans"/>
              </a:defRPr>
            </a:lvl4pPr>
            <a:lvl5pPr indent="0" lvl="4" marL="0" marR="0" algn="r">
              <a:spcBef>
                <a:spcPts val="0"/>
              </a:spcBef>
              <a:buNone/>
              <a:defRPr sz="900">
                <a:solidFill>
                  <a:srgbClr val="2D58AC"/>
                </a:solidFill>
                <a:latin typeface="Gill Sans"/>
                <a:ea typeface="Gill Sans"/>
                <a:cs typeface="Gill Sans"/>
                <a:sym typeface="Gill Sans"/>
              </a:defRPr>
            </a:lvl5pPr>
            <a:lvl6pPr indent="0" lvl="5" marL="0" marR="0" algn="r">
              <a:spcBef>
                <a:spcPts val="0"/>
              </a:spcBef>
              <a:buNone/>
              <a:defRPr sz="900">
                <a:solidFill>
                  <a:srgbClr val="2D58AC"/>
                </a:solidFill>
                <a:latin typeface="Gill Sans"/>
                <a:ea typeface="Gill Sans"/>
                <a:cs typeface="Gill Sans"/>
                <a:sym typeface="Gill Sans"/>
              </a:defRPr>
            </a:lvl6pPr>
            <a:lvl7pPr indent="0" lvl="6" marL="0" marR="0" algn="r">
              <a:spcBef>
                <a:spcPts val="0"/>
              </a:spcBef>
              <a:buNone/>
              <a:defRPr sz="900">
                <a:solidFill>
                  <a:srgbClr val="2D58AC"/>
                </a:solidFill>
                <a:latin typeface="Gill Sans"/>
                <a:ea typeface="Gill Sans"/>
                <a:cs typeface="Gill Sans"/>
                <a:sym typeface="Gill Sans"/>
              </a:defRPr>
            </a:lvl7pPr>
            <a:lvl8pPr indent="0" lvl="7" marL="0" marR="0" algn="r">
              <a:spcBef>
                <a:spcPts val="0"/>
              </a:spcBef>
              <a:buNone/>
              <a:defRPr sz="900">
                <a:solidFill>
                  <a:srgbClr val="2D58AC"/>
                </a:solidFill>
                <a:latin typeface="Gill Sans"/>
                <a:ea typeface="Gill Sans"/>
                <a:cs typeface="Gill Sans"/>
                <a:sym typeface="Gill Sans"/>
              </a:defRPr>
            </a:lvl8pPr>
            <a:lvl9pPr indent="0" lvl="8" marL="0" marR="0" algn="r">
              <a:spcBef>
                <a:spcPts val="0"/>
              </a:spcBef>
              <a:buNone/>
              <a:defRPr sz="900">
                <a:solidFill>
                  <a:srgbClr val="2D58AC"/>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pt-BR"/>
              <a:t>‹#›</a:t>
            </a:fld>
            <a:endParaRPr/>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581192" y="705124"/>
            <a:ext cx="11029616" cy="1189554"/>
          </a:xfrm>
          <a:prstGeom prst="rect">
            <a:avLst/>
          </a:prstGeom>
          <a:noFill/>
          <a:ln>
            <a:noFill/>
          </a:ln>
        </p:spPr>
        <p:txBody>
          <a:bodyPr anchorCtr="0" anchor="b" bIns="45700" lIns="91425" spcFirstLastPara="1" rIns="91425" wrap="square" tIns="45700">
            <a:normAutofit/>
          </a:bodyPr>
          <a:lstStyle>
            <a:lvl1pPr lvl="0" marR="0" rtl="0" algn="l">
              <a:spcBef>
                <a:spcPts val="0"/>
              </a:spcBef>
              <a:spcAft>
                <a:spcPts val="0"/>
              </a:spcAft>
              <a:buClr>
                <a:schemeClr val="lt1"/>
              </a:buClr>
              <a:buSzPts val="2800"/>
              <a:buFont typeface="Gill Sans"/>
              <a:buNone/>
              <a:defRPr b="0" i="0" sz="280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1" name="Google Shape;11;p1"/>
          <p:cNvSpPr txBox="1"/>
          <p:nvPr>
            <p:ph idx="1" type="body"/>
          </p:nvPr>
        </p:nvSpPr>
        <p:spPr>
          <a:xfrm>
            <a:off x="581192" y="2336003"/>
            <a:ext cx="11029616" cy="3522794"/>
          </a:xfrm>
          <a:prstGeom prst="rect">
            <a:avLst/>
          </a:prstGeom>
          <a:noFill/>
          <a:ln>
            <a:noFill/>
          </a:ln>
        </p:spPr>
        <p:txBody>
          <a:bodyPr anchorCtr="0" anchor="ctr" bIns="45700" lIns="91425" spcFirstLastPara="1" rIns="91425" wrap="square" tIns="45700">
            <a:normAutofit/>
          </a:bodyPr>
          <a:lstStyle>
            <a:lvl1pPr indent="-333756" lvl="0" marL="457200" marR="0" rtl="0" algn="l">
              <a:spcBef>
                <a:spcPts val="360"/>
              </a:spcBef>
              <a:spcAft>
                <a:spcPts val="0"/>
              </a:spcAft>
              <a:buClr>
                <a:schemeClr val="accent2"/>
              </a:buClr>
              <a:buSzPts val="1656"/>
              <a:buFont typeface="Noto Sans Symbols"/>
              <a:buChar char="◼"/>
              <a:defRPr b="0" i="0" sz="1800" u="none" cap="none" strike="noStrike">
                <a:solidFill>
                  <a:schemeClr val="dk2"/>
                </a:solidFill>
                <a:latin typeface="Gill Sans"/>
                <a:ea typeface="Gill Sans"/>
                <a:cs typeface="Gill Sans"/>
                <a:sym typeface="Gill Sans"/>
              </a:defRPr>
            </a:lvl1pPr>
            <a:lvl2pPr indent="-322072" lvl="1" marL="914400" marR="0" rtl="0" algn="l">
              <a:spcBef>
                <a:spcPts val="600"/>
              </a:spcBef>
              <a:spcAft>
                <a:spcPts val="0"/>
              </a:spcAft>
              <a:buClr>
                <a:schemeClr val="accent2"/>
              </a:buClr>
              <a:buSzPts val="1472"/>
              <a:buFont typeface="Noto Sans Symbols"/>
              <a:buChar char="◼"/>
              <a:defRPr b="0" i="0" sz="1600" u="none" cap="none" strike="noStrike">
                <a:solidFill>
                  <a:schemeClr val="dk2"/>
                </a:solidFill>
                <a:latin typeface="Gill Sans"/>
                <a:ea typeface="Gill Sans"/>
                <a:cs typeface="Gill Sans"/>
                <a:sym typeface="Gill Sans"/>
              </a:defRPr>
            </a:lvl2pPr>
            <a:lvl3pPr indent="-310388" lvl="2" marL="1371600" marR="0" rtl="0" algn="l">
              <a:spcBef>
                <a:spcPts val="600"/>
              </a:spcBef>
              <a:spcAft>
                <a:spcPts val="0"/>
              </a:spcAft>
              <a:buClr>
                <a:schemeClr val="accent2"/>
              </a:buClr>
              <a:buSzPts val="1288"/>
              <a:buFont typeface="Noto Sans Symbols"/>
              <a:buChar char="◼"/>
              <a:defRPr b="0" i="0" sz="1400" u="none" cap="none" strike="noStrike">
                <a:solidFill>
                  <a:schemeClr val="dk2"/>
                </a:solidFill>
                <a:latin typeface="Gill Sans"/>
                <a:ea typeface="Gill Sans"/>
                <a:cs typeface="Gill Sans"/>
                <a:sym typeface="Gill Sans"/>
              </a:defRPr>
            </a:lvl3pPr>
            <a:lvl4pPr indent="-298703" lvl="3" marL="18288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4pPr>
            <a:lvl5pPr indent="-298704" lvl="4" marL="22860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5pPr>
            <a:lvl6pPr indent="-298704" lvl="5" marL="27432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6pPr>
            <a:lvl7pPr indent="-298704" lvl="6" marL="32004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7pPr>
            <a:lvl8pPr indent="-298703" lvl="7" marL="3657600" marR="0" rtl="0" algn="l">
              <a:spcBef>
                <a:spcPts val="600"/>
              </a:spcBef>
              <a:spcAft>
                <a:spcPts val="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8pPr>
            <a:lvl9pPr indent="-298703" lvl="8" marL="4114800" marR="0" rtl="0" algn="l">
              <a:spcBef>
                <a:spcPts val="600"/>
              </a:spcBef>
              <a:spcAft>
                <a:spcPts val="600"/>
              </a:spcAft>
              <a:buClr>
                <a:schemeClr val="accent2"/>
              </a:buClr>
              <a:buSzPts val="1104"/>
              <a:buFont typeface="Noto Sans Symbols"/>
              <a:buChar char="◼"/>
              <a:defRPr b="0" i="0" sz="1200" u="none" cap="none" strike="noStrike">
                <a:solidFill>
                  <a:schemeClr val="dk2"/>
                </a:solidFill>
                <a:latin typeface="Gill Sans"/>
                <a:ea typeface="Gill Sans"/>
                <a:cs typeface="Gill Sans"/>
                <a:sym typeface="Gill Sans"/>
              </a:defRPr>
            </a:lvl9pPr>
          </a:lstStyle>
          <a:p/>
        </p:txBody>
      </p:sp>
      <p:sp>
        <p:nvSpPr>
          <p:cNvPr id="12" name="Google Shape;12;p1"/>
          <p:cNvSpPr txBox="1"/>
          <p:nvPr>
            <p:ph idx="10" type="dt"/>
          </p:nvPr>
        </p:nvSpPr>
        <p:spPr>
          <a:xfrm>
            <a:off x="7605951" y="5956137"/>
            <a:ext cx="284479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chemeClr val="accent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3" name="Google Shape;13;p1"/>
          <p:cNvSpPr txBox="1"/>
          <p:nvPr>
            <p:ph idx="11" type="ftr"/>
          </p:nvPr>
        </p:nvSpPr>
        <p:spPr>
          <a:xfrm>
            <a:off x="581192" y="5951811"/>
            <a:ext cx="691721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chemeClr val="accent2"/>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4" name="Google Shape;14;p1"/>
          <p:cNvSpPr txBox="1"/>
          <p:nvPr>
            <p:ph idx="12" type="sldNum"/>
          </p:nvPr>
        </p:nvSpPr>
        <p:spPr>
          <a:xfrm>
            <a:off x="10558300" y="5956137"/>
            <a:ext cx="105251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2"/>
                </a:solidFill>
                <a:latin typeface="Gill Sans"/>
                <a:ea typeface="Gill Sans"/>
                <a:cs typeface="Gill Sans"/>
                <a:sym typeface="Gill Sans"/>
              </a:defRPr>
            </a:lvl1pPr>
            <a:lvl2pPr indent="0" lvl="1" marL="0" marR="0" rtl="0" algn="r">
              <a:spcBef>
                <a:spcPts val="0"/>
              </a:spcBef>
              <a:buNone/>
              <a:defRPr b="0" i="0" sz="900" u="none" cap="none" strike="noStrike">
                <a:solidFill>
                  <a:schemeClr val="accent2"/>
                </a:solidFill>
                <a:latin typeface="Gill Sans"/>
                <a:ea typeface="Gill Sans"/>
                <a:cs typeface="Gill Sans"/>
                <a:sym typeface="Gill Sans"/>
              </a:defRPr>
            </a:lvl2pPr>
            <a:lvl3pPr indent="0" lvl="2" marL="0" marR="0" rtl="0" algn="r">
              <a:spcBef>
                <a:spcPts val="0"/>
              </a:spcBef>
              <a:buNone/>
              <a:defRPr b="0" i="0" sz="900" u="none" cap="none" strike="noStrike">
                <a:solidFill>
                  <a:schemeClr val="accent2"/>
                </a:solidFill>
                <a:latin typeface="Gill Sans"/>
                <a:ea typeface="Gill Sans"/>
                <a:cs typeface="Gill Sans"/>
                <a:sym typeface="Gill Sans"/>
              </a:defRPr>
            </a:lvl3pPr>
            <a:lvl4pPr indent="0" lvl="3" marL="0" marR="0" rtl="0" algn="r">
              <a:spcBef>
                <a:spcPts val="0"/>
              </a:spcBef>
              <a:buNone/>
              <a:defRPr b="0" i="0" sz="900" u="none" cap="none" strike="noStrike">
                <a:solidFill>
                  <a:schemeClr val="accent2"/>
                </a:solidFill>
                <a:latin typeface="Gill Sans"/>
                <a:ea typeface="Gill Sans"/>
                <a:cs typeface="Gill Sans"/>
                <a:sym typeface="Gill Sans"/>
              </a:defRPr>
            </a:lvl4pPr>
            <a:lvl5pPr indent="0" lvl="4" marL="0" marR="0" rtl="0" algn="r">
              <a:spcBef>
                <a:spcPts val="0"/>
              </a:spcBef>
              <a:buNone/>
              <a:defRPr b="0" i="0" sz="900" u="none" cap="none" strike="noStrike">
                <a:solidFill>
                  <a:schemeClr val="accent2"/>
                </a:solidFill>
                <a:latin typeface="Gill Sans"/>
                <a:ea typeface="Gill Sans"/>
                <a:cs typeface="Gill Sans"/>
                <a:sym typeface="Gill Sans"/>
              </a:defRPr>
            </a:lvl5pPr>
            <a:lvl6pPr indent="0" lvl="5" marL="0" marR="0" rtl="0" algn="r">
              <a:spcBef>
                <a:spcPts val="0"/>
              </a:spcBef>
              <a:buNone/>
              <a:defRPr b="0" i="0" sz="900" u="none" cap="none" strike="noStrike">
                <a:solidFill>
                  <a:schemeClr val="accent2"/>
                </a:solidFill>
                <a:latin typeface="Gill Sans"/>
                <a:ea typeface="Gill Sans"/>
                <a:cs typeface="Gill Sans"/>
                <a:sym typeface="Gill Sans"/>
              </a:defRPr>
            </a:lvl6pPr>
            <a:lvl7pPr indent="0" lvl="6" marL="0" marR="0" rtl="0" algn="r">
              <a:spcBef>
                <a:spcPts val="0"/>
              </a:spcBef>
              <a:buNone/>
              <a:defRPr b="0" i="0" sz="900" u="none" cap="none" strike="noStrike">
                <a:solidFill>
                  <a:schemeClr val="accent2"/>
                </a:solidFill>
                <a:latin typeface="Gill Sans"/>
                <a:ea typeface="Gill Sans"/>
                <a:cs typeface="Gill Sans"/>
                <a:sym typeface="Gill Sans"/>
              </a:defRPr>
            </a:lvl7pPr>
            <a:lvl8pPr indent="0" lvl="7" marL="0" marR="0" rtl="0" algn="r">
              <a:spcBef>
                <a:spcPts val="0"/>
              </a:spcBef>
              <a:buNone/>
              <a:defRPr b="0" i="0" sz="900" u="none" cap="none" strike="noStrike">
                <a:solidFill>
                  <a:schemeClr val="accent2"/>
                </a:solidFill>
                <a:latin typeface="Gill Sans"/>
                <a:ea typeface="Gill Sans"/>
                <a:cs typeface="Gill Sans"/>
                <a:sym typeface="Gill Sans"/>
              </a:defRPr>
            </a:lvl8pPr>
            <a:lvl9pPr indent="0" lvl="8" marL="0" marR="0" rtl="0" algn="r">
              <a:spcBef>
                <a:spcPts val="0"/>
              </a:spcBef>
              <a:buNone/>
              <a:defRPr b="0" i="0" sz="900" u="none" cap="none" strike="noStrike">
                <a:solidFill>
                  <a:schemeClr val="accent2"/>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pt-BR"/>
              <a:t>‹#›</a:t>
            </a:fld>
            <a:endParaRPr/>
          </a:p>
        </p:txBody>
      </p:sp>
      <p:sp>
        <p:nvSpPr>
          <p:cNvPr id="15" name="Google Shape;15;p1"/>
          <p:cNvSpPr/>
          <p:nvPr/>
        </p:nvSpPr>
        <p:spPr>
          <a:xfrm>
            <a:off x="446534" y="457200"/>
            <a:ext cx="3703320" cy="9499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8042147" y="453643"/>
            <a:ext cx="3703320" cy="9855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4241830" y="457200"/>
            <a:ext cx="3703320" cy="9144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slow">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 Id="rId4"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4.png"/><Relationship Id="rId4" Type="http://schemas.openxmlformats.org/officeDocument/2006/relationships/image" Target="../media/image4.jpg"/><Relationship Id="rId10" Type="http://schemas.openxmlformats.org/officeDocument/2006/relationships/image" Target="../media/image5.jpg"/><Relationship Id="rId9" Type="http://schemas.openxmlformats.org/officeDocument/2006/relationships/image" Target="../media/image23.jpg"/><Relationship Id="rId5" Type="http://schemas.openxmlformats.org/officeDocument/2006/relationships/image" Target="../media/image11.png"/><Relationship Id="rId6" Type="http://schemas.openxmlformats.org/officeDocument/2006/relationships/image" Target="../media/image9.jpg"/><Relationship Id="rId7" Type="http://schemas.openxmlformats.org/officeDocument/2006/relationships/image" Target="../media/image15.jpg"/><Relationship Id="rId8"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jpg"/><Relationship Id="rId4" Type="http://schemas.openxmlformats.org/officeDocument/2006/relationships/image" Target="../media/image19.png"/><Relationship Id="rId5" Type="http://schemas.openxmlformats.org/officeDocument/2006/relationships/image" Target="../media/image17.png"/><Relationship Id="rId6" Type="http://schemas.openxmlformats.org/officeDocument/2006/relationships/image" Target="../media/image3.jpg"/><Relationship Id="rId7"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6.jpg"/><Relationship Id="rId4" Type="http://schemas.openxmlformats.org/officeDocument/2006/relationships/image" Target="../media/image10.png"/><Relationship Id="rId5" Type="http://schemas.openxmlformats.org/officeDocument/2006/relationships/image" Target="../media/image2.jpg"/><Relationship Id="rId6" Type="http://schemas.openxmlformats.org/officeDocument/2006/relationships/image" Target="../media/image1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2.jpg"/><Relationship Id="rId4" Type="http://schemas.openxmlformats.org/officeDocument/2006/relationships/image" Target="../media/image12.jpg"/><Relationship Id="rId10" Type="http://schemas.openxmlformats.org/officeDocument/2006/relationships/image" Target="../media/image11.png"/><Relationship Id="rId9" Type="http://schemas.openxmlformats.org/officeDocument/2006/relationships/image" Target="../media/image38.jpg"/><Relationship Id="rId5" Type="http://schemas.openxmlformats.org/officeDocument/2006/relationships/image" Target="../media/image21.jpg"/><Relationship Id="rId6" Type="http://schemas.openxmlformats.org/officeDocument/2006/relationships/image" Target="../media/image36.gif"/><Relationship Id="rId7" Type="http://schemas.openxmlformats.org/officeDocument/2006/relationships/image" Target="../media/image49.jpg"/><Relationship Id="rId8" Type="http://schemas.openxmlformats.org/officeDocument/2006/relationships/image" Target="../media/image3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7.gif"/><Relationship Id="rId4" Type="http://schemas.openxmlformats.org/officeDocument/2006/relationships/image" Target="../media/image34.jpg"/><Relationship Id="rId5" Type="http://schemas.openxmlformats.org/officeDocument/2006/relationships/image" Target="../media/image25.jpg"/><Relationship Id="rId6" Type="http://schemas.openxmlformats.org/officeDocument/2006/relationships/image" Target="../media/image3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32.png"/><Relationship Id="rId4" Type="http://schemas.openxmlformats.org/officeDocument/2006/relationships/image" Target="../media/image40.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39.png"/><Relationship Id="rId4" Type="http://schemas.openxmlformats.org/officeDocument/2006/relationships/image" Target="../media/image51.png"/><Relationship Id="rId5" Type="http://schemas.openxmlformats.org/officeDocument/2006/relationships/image" Target="../media/image4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8.png"/><Relationship Id="rId4" Type="http://schemas.openxmlformats.org/officeDocument/2006/relationships/image" Target="../media/image5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6.jpg"/><Relationship Id="rId4"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45.jpg"/><Relationship Id="rId4" Type="http://schemas.openxmlformats.org/officeDocument/2006/relationships/image" Target="../media/image11.png"/><Relationship Id="rId5" Type="http://schemas.openxmlformats.org/officeDocument/2006/relationships/image" Target="../media/image58.jpg"/><Relationship Id="rId6" Type="http://schemas.openxmlformats.org/officeDocument/2006/relationships/image" Target="../media/image53.jpg"/><Relationship Id="rId7" Type="http://schemas.openxmlformats.org/officeDocument/2006/relationships/image" Target="../media/image36.gif"/><Relationship Id="rId8" Type="http://schemas.openxmlformats.org/officeDocument/2006/relationships/image" Target="../media/image5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2.png"/><Relationship Id="rId4" Type="http://schemas.openxmlformats.org/officeDocument/2006/relationships/image" Target="../media/image7.jpg"/><Relationship Id="rId5" Type="http://schemas.openxmlformats.org/officeDocument/2006/relationships/image" Target="../media/image47.jpg"/><Relationship Id="rId6" Type="http://schemas.openxmlformats.org/officeDocument/2006/relationships/image" Target="../media/image5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sp>
        <p:nvSpPr>
          <p:cNvPr id="101" name="Google Shape;101;p1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pic>
        <p:nvPicPr>
          <p:cNvPr descr="Conexões Digitais" id="102" name="Google Shape;102;p13"/>
          <p:cNvPicPr preferRelativeResize="0"/>
          <p:nvPr/>
        </p:nvPicPr>
        <p:blipFill rotWithShape="1">
          <a:blip r:embed="rId3">
            <a:alphaModFix/>
          </a:blip>
          <a:srcRect b="0" l="13265" r="3502" t="9090"/>
          <a:stretch/>
        </p:blipFill>
        <p:spPr>
          <a:xfrm>
            <a:off x="20" y="10"/>
            <a:ext cx="12191980" cy="6857990"/>
          </a:xfrm>
          <a:prstGeom prst="rect">
            <a:avLst/>
          </a:prstGeom>
          <a:noFill/>
          <a:ln>
            <a:noFill/>
          </a:ln>
        </p:spPr>
      </p:pic>
      <p:grpSp>
        <p:nvGrpSpPr>
          <p:cNvPr id="103" name="Google Shape;103;p13"/>
          <p:cNvGrpSpPr/>
          <p:nvPr/>
        </p:nvGrpSpPr>
        <p:grpSpPr>
          <a:xfrm>
            <a:off x="446534" y="453643"/>
            <a:ext cx="11298933" cy="98554"/>
            <a:chOff x="446534" y="453643"/>
            <a:chExt cx="11298933" cy="98554"/>
          </a:xfrm>
        </p:grpSpPr>
        <p:sp>
          <p:nvSpPr>
            <p:cNvPr id="104" name="Google Shape;104;p13"/>
            <p:cNvSpPr/>
            <p:nvPr/>
          </p:nvSpPr>
          <p:spPr>
            <a:xfrm>
              <a:off x="446534" y="457200"/>
              <a:ext cx="3703320" cy="9499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3"/>
            <p:cNvSpPr/>
            <p:nvPr/>
          </p:nvSpPr>
          <p:spPr>
            <a:xfrm>
              <a:off x="8042147" y="453643"/>
              <a:ext cx="3703320" cy="9855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3"/>
            <p:cNvSpPr/>
            <p:nvPr/>
          </p:nvSpPr>
          <p:spPr>
            <a:xfrm>
              <a:off x="4241830" y="457200"/>
              <a:ext cx="3703320" cy="9144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7" name="Google Shape;107;p13"/>
          <p:cNvSpPr/>
          <p:nvPr/>
        </p:nvSpPr>
        <p:spPr>
          <a:xfrm>
            <a:off x="448732" y="4428067"/>
            <a:ext cx="11260667" cy="1962497"/>
          </a:xfrm>
          <a:prstGeom prst="rect">
            <a:avLst/>
          </a:prstGeom>
          <a:solidFill>
            <a:schemeClr val="accent1">
              <a:alpha val="9686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3"/>
          <p:cNvSpPr txBox="1"/>
          <p:nvPr>
            <p:ph type="ctrTitle"/>
          </p:nvPr>
        </p:nvSpPr>
        <p:spPr>
          <a:xfrm>
            <a:off x="581191" y="4572000"/>
            <a:ext cx="10993549" cy="895244"/>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lt1"/>
              </a:buClr>
              <a:buSzPts val="6000"/>
              <a:buFont typeface="Gill Sans"/>
              <a:buNone/>
            </a:pPr>
            <a:r>
              <a:rPr lang="pt-BR" sz="6000">
                <a:solidFill>
                  <a:schemeClr val="lt1"/>
                </a:solidFill>
              </a:rPr>
              <a:t>DESIGN TECNOLÓGICO</a:t>
            </a:r>
            <a:endParaRPr/>
          </a:p>
        </p:txBody>
      </p:sp>
      <p:sp>
        <p:nvSpPr>
          <p:cNvPr id="109" name="Google Shape;109;p13"/>
          <p:cNvSpPr txBox="1"/>
          <p:nvPr>
            <p:ph idx="1" type="subTitle"/>
          </p:nvPr>
        </p:nvSpPr>
        <p:spPr>
          <a:xfrm>
            <a:off x="581194" y="5467246"/>
            <a:ext cx="10993546" cy="48482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72"/>
              <a:buNone/>
            </a:pPr>
            <a:r>
              <a:t/>
            </a:r>
            <a:endParaRPr>
              <a:solidFill>
                <a:srgbClr val="7CEBFF"/>
              </a:solidFill>
            </a:endParaRPr>
          </a:p>
        </p:txBody>
      </p:sp>
      <p:pic>
        <p:nvPicPr>
          <p:cNvPr id="110" name="Google Shape;110;p13"/>
          <p:cNvPicPr preferRelativeResize="0"/>
          <p:nvPr/>
        </p:nvPicPr>
        <p:blipFill rotWithShape="1">
          <a:blip r:embed="rId4">
            <a:alphaModFix/>
          </a:blip>
          <a:srcRect b="0" l="0" r="0" t="0"/>
          <a:stretch/>
        </p:blipFill>
        <p:spPr>
          <a:xfrm>
            <a:off x="-18035" y="-10"/>
            <a:ext cx="1233112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4"/>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pt-BR"/>
              <a:t>INTRODUÇÃO</a:t>
            </a:r>
            <a:endParaRPr/>
          </a:p>
        </p:txBody>
      </p:sp>
      <p:sp>
        <p:nvSpPr>
          <p:cNvPr id="116" name="Google Shape;116;p14"/>
          <p:cNvSpPr/>
          <p:nvPr/>
        </p:nvSpPr>
        <p:spPr>
          <a:xfrm>
            <a:off x="581191" y="2240344"/>
            <a:ext cx="11029616" cy="3633047"/>
          </a:xfrm>
          <a:prstGeom prst="rect">
            <a:avLst/>
          </a:prstGeom>
          <a:noFill/>
          <a:ln cap="flat" cmpd="sng" w="25400">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Gill Sans"/>
              <a:ea typeface="Gill Sans"/>
              <a:cs typeface="Gill Sans"/>
              <a:sym typeface="Gill Sans"/>
            </a:endParaRPr>
          </a:p>
        </p:txBody>
      </p:sp>
      <p:sp>
        <p:nvSpPr>
          <p:cNvPr id="117" name="Google Shape;117;p14"/>
          <p:cNvSpPr txBox="1"/>
          <p:nvPr/>
        </p:nvSpPr>
        <p:spPr>
          <a:xfrm>
            <a:off x="5416164" y="2856538"/>
            <a:ext cx="1359668" cy="240065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pt-BR" sz="15000" u="none" cap="none" strike="noStrike">
                <a:solidFill>
                  <a:schemeClr val="accent1"/>
                </a:solidFill>
                <a:latin typeface="Arial Black"/>
                <a:ea typeface="Arial Black"/>
                <a:cs typeface="Arial Black"/>
                <a:sym typeface="Arial Black"/>
              </a:rPr>
              <a:t>?</a:t>
            </a:r>
            <a:endParaRPr/>
          </a:p>
        </p:txBody>
      </p:sp>
      <p:pic>
        <p:nvPicPr>
          <p:cNvPr id="118" name="Google Shape;118;p14"/>
          <p:cNvPicPr preferRelativeResize="0"/>
          <p:nvPr/>
        </p:nvPicPr>
        <p:blipFill rotWithShape="1">
          <a:blip r:embed="rId3">
            <a:alphaModFix/>
          </a:blip>
          <a:srcRect b="19402" l="17066" r="22100" t="16432"/>
          <a:stretch/>
        </p:blipFill>
        <p:spPr>
          <a:xfrm>
            <a:off x="4767031" y="2656037"/>
            <a:ext cx="2656117" cy="2801658"/>
          </a:xfrm>
          <a:prstGeom prst="rect">
            <a:avLst/>
          </a:prstGeom>
          <a:noFill/>
          <a:ln>
            <a:noFill/>
          </a:ln>
        </p:spPr>
      </p:pic>
      <p:pic>
        <p:nvPicPr>
          <p:cNvPr descr="Qual a diferença entre internet de fibra ou a cabo? - Compara Plano" id="119" name="Google Shape;119;p14"/>
          <p:cNvPicPr preferRelativeResize="0"/>
          <p:nvPr/>
        </p:nvPicPr>
        <p:blipFill rotWithShape="1">
          <a:blip r:embed="rId4">
            <a:alphaModFix/>
          </a:blip>
          <a:srcRect b="0" l="0" r="0" t="0"/>
          <a:stretch/>
        </p:blipFill>
        <p:spPr>
          <a:xfrm>
            <a:off x="4510208" y="2963124"/>
            <a:ext cx="3169762" cy="2187484"/>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960"/>
              </a:srgbClr>
            </a:outerShdw>
          </a:effectLst>
        </p:spPr>
      </p:pic>
      <p:pic>
        <p:nvPicPr>
          <p:cNvPr descr="Nenhum sinal com preenchimento sólido" id="120" name="Google Shape;120;p14"/>
          <p:cNvPicPr preferRelativeResize="0"/>
          <p:nvPr/>
        </p:nvPicPr>
        <p:blipFill rotWithShape="1">
          <a:blip r:embed="rId5">
            <a:alphaModFix/>
          </a:blip>
          <a:srcRect b="0" l="0" r="0" t="0"/>
          <a:stretch/>
        </p:blipFill>
        <p:spPr>
          <a:xfrm>
            <a:off x="4551893" y="2468579"/>
            <a:ext cx="3086391" cy="3086391"/>
          </a:xfrm>
          <a:prstGeom prst="rect">
            <a:avLst/>
          </a:prstGeom>
          <a:noFill/>
          <a:ln>
            <a:noFill/>
          </a:ln>
        </p:spPr>
      </p:pic>
      <p:pic>
        <p:nvPicPr>
          <p:cNvPr descr="Robert Downey Jr. - AdoroCinema" id="121" name="Google Shape;121;p14"/>
          <p:cNvPicPr preferRelativeResize="0"/>
          <p:nvPr/>
        </p:nvPicPr>
        <p:blipFill rotWithShape="1">
          <a:blip r:embed="rId6">
            <a:alphaModFix/>
          </a:blip>
          <a:srcRect b="0" l="0" r="0" t="0"/>
          <a:stretch/>
        </p:blipFill>
        <p:spPr>
          <a:xfrm>
            <a:off x="1051266" y="2362174"/>
            <a:ext cx="2441422" cy="3307732"/>
          </a:xfrm>
          <a:prstGeom prst="roundRect">
            <a:avLst>
              <a:gd fmla="val 16667" name="adj"/>
            </a:avLst>
          </a:prstGeom>
          <a:noFill/>
          <a:ln>
            <a:noFill/>
          </a:ln>
          <a:effectLst>
            <a:outerShdw blurRad="76200" rotWithShape="0" algn="tl" dir="7800000" dist="38100">
              <a:srgbClr val="000000">
                <a:alpha val="40000"/>
              </a:srgbClr>
            </a:outerShdw>
          </a:effectLst>
        </p:spPr>
      </p:pic>
      <p:pic>
        <p:nvPicPr>
          <p:cNvPr descr="Nenhum sinal com preenchimento sólido" id="122" name="Google Shape;122;p14"/>
          <p:cNvPicPr preferRelativeResize="0"/>
          <p:nvPr/>
        </p:nvPicPr>
        <p:blipFill rotWithShape="1">
          <a:blip r:embed="rId5">
            <a:alphaModFix/>
          </a:blip>
          <a:srcRect b="0" l="0" r="0" t="0"/>
          <a:stretch/>
        </p:blipFill>
        <p:spPr>
          <a:xfrm>
            <a:off x="742491" y="2362174"/>
            <a:ext cx="3086391" cy="3086391"/>
          </a:xfrm>
          <a:prstGeom prst="rect">
            <a:avLst/>
          </a:prstGeom>
          <a:noFill/>
          <a:ln>
            <a:noFill/>
          </a:ln>
        </p:spPr>
      </p:pic>
      <p:pic>
        <p:nvPicPr>
          <p:cNvPr descr="Elon Musk vai abrir a “porteira da liberdade” no Twitter" id="123" name="Google Shape;123;p14"/>
          <p:cNvPicPr preferRelativeResize="0"/>
          <p:nvPr/>
        </p:nvPicPr>
        <p:blipFill rotWithShape="1">
          <a:blip r:embed="rId7">
            <a:alphaModFix/>
          </a:blip>
          <a:srcRect b="0" l="0" r="0" t="0"/>
          <a:stretch/>
        </p:blipFill>
        <p:spPr>
          <a:xfrm>
            <a:off x="6291422" y="2610945"/>
            <a:ext cx="4980725" cy="2801658"/>
          </a:xfrm>
          <a:prstGeom prst="roundRect">
            <a:avLst>
              <a:gd fmla="val 16667" name="adj"/>
            </a:avLst>
          </a:prstGeom>
          <a:noFill/>
          <a:ln>
            <a:noFill/>
          </a:ln>
          <a:effectLst>
            <a:outerShdw blurRad="76200" rotWithShape="0" algn="tl" dir="7800000" dist="38100">
              <a:srgbClr val="000000">
                <a:alpha val="40000"/>
              </a:srgbClr>
            </a:outerShdw>
          </a:effectLst>
        </p:spPr>
      </p:pic>
      <p:pic>
        <p:nvPicPr>
          <p:cNvPr descr="5 Momen Aneh dan Kontroversial dari Elon Musk Halaman 1 - Kompasiana.com" id="124" name="Google Shape;124;p14"/>
          <p:cNvPicPr preferRelativeResize="0"/>
          <p:nvPr/>
        </p:nvPicPr>
        <p:blipFill rotWithShape="1">
          <a:blip r:embed="rId8">
            <a:alphaModFix/>
          </a:blip>
          <a:srcRect b="0" l="0" r="0" t="0"/>
          <a:stretch/>
        </p:blipFill>
        <p:spPr>
          <a:xfrm>
            <a:off x="742491" y="2689376"/>
            <a:ext cx="4375524" cy="2461232"/>
          </a:xfrm>
          <a:prstGeom prst="roundRect">
            <a:avLst>
              <a:gd fmla="val 16667" name="adj"/>
            </a:avLst>
          </a:prstGeom>
          <a:noFill/>
          <a:ln>
            <a:noFill/>
          </a:ln>
          <a:effectLst>
            <a:outerShdw blurRad="76200" rotWithShape="0" algn="tl" dir="7800000" dist="38100">
              <a:srgbClr val="000000">
                <a:alpha val="40000"/>
              </a:srgbClr>
            </a:outerShdw>
          </a:effectLst>
        </p:spPr>
      </p:pic>
      <p:pic>
        <p:nvPicPr>
          <p:cNvPr descr="Elon Musk quer transformar oito setores – de energia a saúde - Época  Negócios | Empresa" id="125" name="Google Shape;125;p14"/>
          <p:cNvPicPr preferRelativeResize="0"/>
          <p:nvPr/>
        </p:nvPicPr>
        <p:blipFill rotWithShape="1">
          <a:blip r:embed="rId9">
            <a:alphaModFix/>
          </a:blip>
          <a:srcRect b="0" l="0" r="0" t="0"/>
          <a:stretch/>
        </p:blipFill>
        <p:spPr>
          <a:xfrm>
            <a:off x="6641381" y="2558762"/>
            <a:ext cx="4280806" cy="2968946"/>
          </a:xfrm>
          <a:prstGeom prst="roundRect">
            <a:avLst>
              <a:gd fmla="val 16667" name="adj"/>
            </a:avLst>
          </a:prstGeom>
          <a:noFill/>
          <a:ln>
            <a:noFill/>
          </a:ln>
          <a:effectLst>
            <a:outerShdw blurRad="76200" rotWithShape="0" algn="tl" dir="7800000" dist="38100">
              <a:srgbClr val="000000">
                <a:alpha val="40000"/>
              </a:srgbClr>
            </a:outerShdw>
          </a:effectLst>
        </p:spPr>
      </p:pic>
      <p:pic>
        <p:nvPicPr>
          <p:cNvPr descr="Elon Musk e o mercado de criptomoedas: como o bilionário consegue  interferir? | Pixel Nerd" id="126" name="Google Shape;126;p14"/>
          <p:cNvPicPr preferRelativeResize="0"/>
          <p:nvPr/>
        </p:nvPicPr>
        <p:blipFill rotWithShape="1">
          <a:blip r:embed="rId10">
            <a:alphaModFix/>
          </a:blip>
          <a:srcRect b="0" l="0" r="0" t="0"/>
          <a:stretch/>
        </p:blipFill>
        <p:spPr>
          <a:xfrm>
            <a:off x="2329805" y="2657726"/>
            <a:ext cx="7141547" cy="2856619"/>
          </a:xfrm>
          <a:prstGeom prst="roundRect">
            <a:avLst>
              <a:gd fmla="val 16667" name="adj"/>
            </a:avLst>
          </a:prstGeom>
          <a:noFill/>
          <a:ln>
            <a:noFill/>
          </a:ln>
          <a:effectLst>
            <a:outerShdw blurRad="76200" rotWithShape="0" algn="tl" dir="7800000" dist="38100">
              <a:srgbClr val="000000">
                <a:alpha val="40000"/>
              </a:srgbClr>
            </a:outerShdw>
          </a:effectLst>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500"/>
                                        <p:tgtEl>
                                          <p:spTgt spid="11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500"/>
                                        <p:tgtEl>
                                          <p:spTgt spid="11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7"/>
                                        </p:tgtEl>
                                        <p:attrNameLst>
                                          <p:attrName>style.visibility</p:attrName>
                                        </p:attrNameLst>
                                      </p:cBhvr>
                                      <p:to>
                                        <p:strVal val="visible"/>
                                      </p:to>
                                    </p:set>
                                    <p:animEffect filter="fade" transition="in">
                                      <p:cBhvr>
                                        <p:cTn dur="500"/>
                                        <p:tgtEl>
                                          <p:spTgt spid="1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
                                        </p:tgtEl>
                                        <p:attrNameLst>
                                          <p:attrName>style.visibility</p:attrName>
                                        </p:attrNameLst>
                                      </p:cBhvr>
                                      <p:to>
                                        <p:strVal val="visible"/>
                                      </p:to>
                                    </p:set>
                                    <p:animEffect filter="fade" transition="in">
                                      <p:cBhvr>
                                        <p:cTn dur="500"/>
                                        <p:tgtEl>
                                          <p:spTgt spid="1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7"/>
                                        </p:tgtEl>
                                      </p:cBhvr>
                                    </p:animEffect>
                                    <p:set>
                                      <p:cBhvr>
                                        <p:cTn dur="1" fill="hold">
                                          <p:stCondLst>
                                            <p:cond delay="500"/>
                                          </p:stCondLst>
                                        </p:cTn>
                                        <p:tgtEl>
                                          <p:spTgt spid="11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18"/>
                                        </p:tgtEl>
                                      </p:cBhvr>
                                    </p:animEffect>
                                    <p:set>
                                      <p:cBhvr>
                                        <p:cTn dur="1" fill="hold">
                                          <p:stCondLst>
                                            <p:cond delay="500"/>
                                          </p:stCondLst>
                                        </p:cTn>
                                        <p:tgtEl>
                                          <p:spTgt spid="118"/>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500"/>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19"/>
                                        </p:tgtEl>
                                      </p:cBhvr>
                                    </p:animEffect>
                                    <p:set>
                                      <p:cBhvr>
                                        <p:cTn dur="1" fill="hold">
                                          <p:stCondLst>
                                            <p:cond delay="500"/>
                                          </p:stCondLst>
                                        </p:cTn>
                                        <p:tgtEl>
                                          <p:spTgt spid="11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20"/>
                                        </p:tgtEl>
                                      </p:cBhvr>
                                    </p:animEffect>
                                    <p:set>
                                      <p:cBhvr>
                                        <p:cTn dur="1" fill="hold">
                                          <p:stCondLst>
                                            <p:cond delay="500"/>
                                          </p:stCondLst>
                                        </p:cTn>
                                        <p:tgtEl>
                                          <p:spTgt spid="12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500"/>
                                        <p:tgtEl>
                                          <p:spTgt spid="1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500"/>
                                        <p:tgtEl>
                                          <p:spTgt spid="1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3"/>
                                        </p:tgtEl>
                                        <p:attrNameLst>
                                          <p:attrName>style.visibility</p:attrName>
                                        </p:attrNameLst>
                                      </p:cBhvr>
                                      <p:to>
                                        <p:strVal val="visible"/>
                                      </p:to>
                                    </p:set>
                                    <p:animEffect filter="fade" transition="in">
                                      <p:cBhvr>
                                        <p:cTn dur="500"/>
                                        <p:tgtEl>
                                          <p:spTgt spid="1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1"/>
                                        </p:tgtEl>
                                      </p:cBhvr>
                                    </p:animEffect>
                                    <p:set>
                                      <p:cBhvr>
                                        <p:cTn dur="1" fill="hold">
                                          <p:stCondLst>
                                            <p:cond delay="500"/>
                                          </p:stCondLst>
                                        </p:cTn>
                                        <p:tgtEl>
                                          <p:spTgt spid="12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22"/>
                                        </p:tgtEl>
                                      </p:cBhvr>
                                    </p:animEffect>
                                    <p:set>
                                      <p:cBhvr>
                                        <p:cTn dur="1" fill="hold">
                                          <p:stCondLst>
                                            <p:cond delay="500"/>
                                          </p:stCondLst>
                                        </p:cTn>
                                        <p:tgtEl>
                                          <p:spTgt spid="12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3"/>
                                        </p:tgtEl>
                                      </p:cBhvr>
                                    </p:animEffect>
                                    <p:set>
                                      <p:cBhvr>
                                        <p:cTn dur="1" fill="hold">
                                          <p:stCondLst>
                                            <p:cond delay="500"/>
                                          </p:stCondLst>
                                        </p:cTn>
                                        <p:tgtEl>
                                          <p:spTgt spid="123"/>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5"/>
                                        </p:tgtEl>
                                        <p:attrNameLst>
                                          <p:attrName>style.visibility</p:attrName>
                                        </p:attrNameLst>
                                      </p:cBhvr>
                                      <p:to>
                                        <p:strVal val="visible"/>
                                      </p:to>
                                    </p:set>
                                    <p:animEffect filter="fade" transition="in">
                                      <p:cBhvr>
                                        <p:cTn dur="500"/>
                                        <p:tgtEl>
                                          <p:spTgt spid="1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24"/>
                                        </p:tgtEl>
                                      </p:cBhvr>
                                    </p:animEffect>
                                    <p:set>
                                      <p:cBhvr>
                                        <p:cTn dur="1" fill="hold">
                                          <p:stCondLst>
                                            <p:cond delay="500"/>
                                          </p:stCondLst>
                                        </p:cTn>
                                        <p:tgtEl>
                                          <p:spTgt spid="124"/>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25"/>
                                        </p:tgtEl>
                                      </p:cBhvr>
                                    </p:animEffect>
                                    <p:set>
                                      <p:cBhvr>
                                        <p:cTn dur="1" fill="hold">
                                          <p:stCondLst>
                                            <p:cond delay="500"/>
                                          </p:stCondLst>
                                        </p:cTn>
                                        <p:tgtEl>
                                          <p:spTgt spid="125"/>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5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descr="Bebê bonito dos desenhos animados com travesseiro | Vetor Premium | Desenho  animado bebe, Ilustração de bebê, Bebe desenho" id="131" name="Google Shape;131;p15"/>
          <p:cNvPicPr preferRelativeResize="0"/>
          <p:nvPr/>
        </p:nvPicPr>
        <p:blipFill rotWithShape="1">
          <a:blip r:embed="rId3">
            <a:alphaModFix/>
          </a:blip>
          <a:srcRect b="0" l="0" r="0" t="0"/>
          <a:stretch/>
        </p:blipFill>
        <p:spPr>
          <a:xfrm>
            <a:off x="811675" y="2300181"/>
            <a:ext cx="1506083" cy="1910240"/>
          </a:xfrm>
          <a:prstGeom prst="rect">
            <a:avLst/>
          </a:prstGeom>
          <a:noFill/>
          <a:ln>
            <a:noFill/>
          </a:ln>
        </p:spPr>
      </p:pic>
      <p:sp>
        <p:nvSpPr>
          <p:cNvPr id="132" name="Google Shape;132;p15"/>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pt-BR"/>
              <a:t>HISTÓRIA</a:t>
            </a:r>
            <a:endParaRPr/>
          </a:p>
        </p:txBody>
      </p:sp>
      <p:sp>
        <p:nvSpPr>
          <p:cNvPr id="133" name="Google Shape;133;p15"/>
          <p:cNvSpPr txBox="1"/>
          <p:nvPr/>
        </p:nvSpPr>
        <p:spPr>
          <a:xfrm>
            <a:off x="2382919" y="2664920"/>
            <a:ext cx="12362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1"/>
                </a:solidFill>
                <a:latin typeface="Gill Sans"/>
                <a:ea typeface="Gill Sans"/>
                <a:cs typeface="Gill Sans"/>
                <a:sym typeface="Gill Sans"/>
              </a:rPr>
              <a:t>28/06/1971</a:t>
            </a:r>
            <a:endParaRPr/>
          </a:p>
        </p:txBody>
      </p:sp>
      <p:pic>
        <p:nvPicPr>
          <p:cNvPr id="134" name="Google Shape;134;p15"/>
          <p:cNvPicPr preferRelativeResize="0"/>
          <p:nvPr/>
        </p:nvPicPr>
        <p:blipFill rotWithShape="1">
          <a:blip r:embed="rId4">
            <a:alphaModFix/>
          </a:blip>
          <a:srcRect b="0" l="0" r="0" t="0"/>
          <a:stretch/>
        </p:blipFill>
        <p:spPr>
          <a:xfrm>
            <a:off x="2656181" y="4008414"/>
            <a:ext cx="2667000" cy="1333500"/>
          </a:xfrm>
          <a:prstGeom prst="rect">
            <a:avLst/>
          </a:prstGeom>
          <a:noFill/>
          <a:ln cap="flat" cmpd="sng" w="9525">
            <a:solidFill>
              <a:srgbClr val="333333">
                <a:alpha val="83921"/>
              </a:srgbClr>
            </a:solidFill>
            <a:prstDash val="solid"/>
            <a:round/>
            <a:headEnd len="sm" w="sm" type="none"/>
            <a:tailEnd len="sm" w="sm" type="none"/>
          </a:ln>
        </p:spPr>
      </p:pic>
      <p:sp>
        <p:nvSpPr>
          <p:cNvPr id="135" name="Google Shape;135;p15"/>
          <p:cNvSpPr txBox="1"/>
          <p:nvPr/>
        </p:nvSpPr>
        <p:spPr>
          <a:xfrm>
            <a:off x="2206008" y="5390987"/>
            <a:ext cx="35673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rgbClr val="000000"/>
                </a:solidFill>
                <a:latin typeface="Arial"/>
                <a:ea typeface="Arial"/>
                <a:cs typeface="Arial"/>
                <a:sym typeface="Arial"/>
              </a:rPr>
              <a:t>Pretória,</a:t>
            </a:r>
            <a:r>
              <a:rPr lang="pt-BR" sz="1800">
                <a:solidFill>
                  <a:srgbClr val="202122"/>
                </a:solidFill>
                <a:latin typeface="Arial"/>
                <a:ea typeface="Arial"/>
                <a:cs typeface="Arial"/>
                <a:sym typeface="Arial"/>
              </a:rPr>
              <a:t> </a:t>
            </a:r>
            <a:r>
              <a:rPr lang="pt-BR" sz="1800">
                <a:solidFill>
                  <a:srgbClr val="000000"/>
                </a:solidFill>
                <a:latin typeface="Arial"/>
                <a:ea typeface="Arial"/>
                <a:cs typeface="Arial"/>
                <a:sym typeface="Arial"/>
              </a:rPr>
              <a:t>Transvaal</a:t>
            </a:r>
            <a:r>
              <a:rPr lang="pt-BR" sz="1800">
                <a:solidFill>
                  <a:srgbClr val="202122"/>
                </a:solidFill>
                <a:latin typeface="Arial"/>
                <a:ea typeface="Arial"/>
                <a:cs typeface="Arial"/>
                <a:sym typeface="Arial"/>
              </a:rPr>
              <a:t>, </a:t>
            </a:r>
            <a:r>
              <a:rPr lang="pt-BR" sz="1800">
                <a:solidFill>
                  <a:srgbClr val="000000"/>
                </a:solidFill>
                <a:latin typeface="Arial"/>
                <a:ea typeface="Arial"/>
                <a:cs typeface="Arial"/>
                <a:sym typeface="Arial"/>
              </a:rPr>
              <a:t>África do Sul</a:t>
            </a:r>
            <a:endParaRPr sz="1800">
              <a:solidFill>
                <a:schemeClr val="dk1"/>
              </a:solidFill>
              <a:latin typeface="Gill Sans"/>
              <a:ea typeface="Gill Sans"/>
              <a:cs typeface="Gill Sans"/>
              <a:sym typeface="Gill Sans"/>
            </a:endParaRPr>
          </a:p>
        </p:txBody>
      </p:sp>
      <p:pic>
        <p:nvPicPr>
          <p:cNvPr descr="Elon Musk: A história por trás de um bilionário – Energia Inteligente" id="136" name="Google Shape;136;p15"/>
          <p:cNvPicPr preferRelativeResize="0"/>
          <p:nvPr/>
        </p:nvPicPr>
        <p:blipFill rotWithShape="1">
          <a:blip r:embed="rId5">
            <a:alphaModFix/>
          </a:blip>
          <a:srcRect b="0" l="43921" r="0" t="0"/>
          <a:stretch/>
        </p:blipFill>
        <p:spPr>
          <a:xfrm>
            <a:off x="8471557" y="1855027"/>
            <a:ext cx="2734849" cy="2047875"/>
          </a:xfrm>
          <a:prstGeom prst="rect">
            <a:avLst/>
          </a:prstGeom>
          <a:noFill/>
          <a:ln>
            <a:noFill/>
          </a:ln>
        </p:spPr>
      </p:pic>
      <p:pic>
        <p:nvPicPr>
          <p:cNvPr descr="Elon Musk: A história por trás de um bilionário – Energia Inteligente" id="137" name="Google Shape;137;p15"/>
          <p:cNvPicPr preferRelativeResize="0"/>
          <p:nvPr/>
        </p:nvPicPr>
        <p:blipFill rotWithShape="1">
          <a:blip r:embed="rId5">
            <a:alphaModFix/>
          </a:blip>
          <a:srcRect b="0" l="0" r="57936" t="0"/>
          <a:stretch/>
        </p:blipFill>
        <p:spPr>
          <a:xfrm>
            <a:off x="6341158" y="1872375"/>
            <a:ext cx="2051377" cy="2047875"/>
          </a:xfrm>
          <a:prstGeom prst="rect">
            <a:avLst/>
          </a:prstGeom>
          <a:noFill/>
          <a:ln>
            <a:noFill/>
          </a:ln>
        </p:spPr>
      </p:pic>
      <p:sp>
        <p:nvSpPr>
          <p:cNvPr id="138" name="Google Shape;138;p15"/>
          <p:cNvSpPr txBox="1"/>
          <p:nvPr/>
        </p:nvSpPr>
        <p:spPr>
          <a:xfrm>
            <a:off x="7122702" y="3902902"/>
            <a:ext cx="6463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1"/>
                </a:solidFill>
                <a:latin typeface="Gill Sans"/>
                <a:ea typeface="Gill Sans"/>
                <a:cs typeface="Gill Sans"/>
                <a:sym typeface="Gill Sans"/>
              </a:rPr>
              <a:t>1999</a:t>
            </a:r>
            <a:endParaRPr/>
          </a:p>
        </p:txBody>
      </p:sp>
      <p:sp>
        <p:nvSpPr>
          <p:cNvPr id="139" name="Google Shape;139;p15"/>
          <p:cNvSpPr txBox="1"/>
          <p:nvPr/>
        </p:nvSpPr>
        <p:spPr>
          <a:xfrm>
            <a:off x="8572264" y="3902902"/>
            <a:ext cx="6463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1"/>
                </a:solidFill>
                <a:latin typeface="Gill Sans"/>
                <a:ea typeface="Gill Sans"/>
                <a:cs typeface="Gill Sans"/>
                <a:sym typeface="Gill Sans"/>
              </a:rPr>
              <a:t>2000</a:t>
            </a:r>
            <a:endParaRPr/>
          </a:p>
        </p:txBody>
      </p:sp>
      <p:pic>
        <p:nvPicPr>
          <p:cNvPr descr="Elon Musk: a trajetória do polêmico bilionário ‐ Olhar Digital" id="140" name="Google Shape;140;p15"/>
          <p:cNvPicPr preferRelativeResize="0"/>
          <p:nvPr/>
        </p:nvPicPr>
        <p:blipFill rotWithShape="1">
          <a:blip r:embed="rId6">
            <a:alphaModFix/>
          </a:blip>
          <a:srcRect b="0" l="0" r="0" t="0"/>
          <a:stretch/>
        </p:blipFill>
        <p:spPr>
          <a:xfrm>
            <a:off x="6003864" y="2114017"/>
            <a:ext cx="5810334" cy="3818750"/>
          </a:xfrm>
          <a:prstGeom prst="rect">
            <a:avLst/>
          </a:prstGeom>
          <a:noFill/>
          <a:ln>
            <a:noFill/>
          </a:ln>
        </p:spPr>
      </p:pic>
      <p:pic>
        <p:nvPicPr>
          <p:cNvPr id="141" name="Google Shape;141;p15"/>
          <p:cNvPicPr preferRelativeResize="0"/>
          <p:nvPr/>
        </p:nvPicPr>
        <p:blipFill rotWithShape="1">
          <a:blip r:embed="rId7">
            <a:alphaModFix/>
          </a:blip>
          <a:srcRect b="0" l="0" r="0" t="0"/>
          <a:stretch/>
        </p:blipFill>
        <p:spPr>
          <a:xfrm>
            <a:off x="7317460" y="2114017"/>
            <a:ext cx="3713238" cy="3713238"/>
          </a:xfrm>
          <a:prstGeom prst="rect">
            <a:avLst/>
          </a:prstGeom>
          <a:noFill/>
          <a:ln>
            <a:noFill/>
          </a:ln>
        </p:spPr>
      </p:pic>
      <p:sp>
        <p:nvSpPr>
          <p:cNvPr id="142" name="Google Shape;142;p15"/>
          <p:cNvSpPr txBox="1"/>
          <p:nvPr/>
        </p:nvSpPr>
        <p:spPr>
          <a:xfrm>
            <a:off x="8572264" y="4867767"/>
            <a:ext cx="902811"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800">
                <a:solidFill>
                  <a:schemeClr val="dk1"/>
                </a:solidFill>
                <a:latin typeface="Gill Sans"/>
                <a:ea typeface="Gill Sans"/>
                <a:cs typeface="Gill Sans"/>
                <a:sym typeface="Gill Sans"/>
              </a:rPr>
              <a:t>2002</a:t>
            </a:r>
            <a:endParaRPr/>
          </a:p>
        </p:txBody>
      </p:sp>
      <p:sp>
        <p:nvSpPr>
          <p:cNvPr id="143" name="Google Shape;143;p15"/>
          <p:cNvSpPr/>
          <p:nvPr/>
        </p:nvSpPr>
        <p:spPr>
          <a:xfrm>
            <a:off x="488847" y="2190965"/>
            <a:ext cx="5422392" cy="3633047"/>
          </a:xfrm>
          <a:prstGeom prst="rect">
            <a:avLst/>
          </a:prstGeom>
          <a:noFill/>
          <a:ln cap="flat" cmpd="sng" w="25400">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2"/>
                                        </p:tgtEl>
                                        <p:attrNameLst>
                                          <p:attrName>style.visibility</p:attrName>
                                        </p:attrNameLst>
                                      </p:cBhvr>
                                      <p:to>
                                        <p:strVal val="visible"/>
                                      </p:to>
                                    </p:set>
                                    <p:animEffect filter="fade" transition="in">
                                      <p:cBhvr>
                                        <p:cTn dur="500"/>
                                        <p:tgtEl>
                                          <p:spTgt spid="13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500"/>
                                        <p:tgtEl>
                                          <p:spTgt spid="1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500"/>
                                        <p:tgtEl>
                                          <p:spTgt spid="134"/>
                                        </p:tgtEl>
                                      </p:cBhvr>
                                    </p:animEffect>
                                  </p:childTnLst>
                                </p:cTn>
                              </p:par>
                              <p:par>
                                <p:cTn fill="hold" nodeType="withEffect" presetClass="entr" presetID="10" presetSubtype="0">
                                  <p:stCondLst>
                                    <p:cond delay="0"/>
                                  </p:stCondLst>
                                  <p:childTnLst>
                                    <p:set>
                                      <p:cBhvr>
                                        <p:cTn dur="1" fill="hold">
                                          <p:stCondLst>
                                            <p:cond delay="0"/>
                                          </p:stCondLst>
                                        </p:cTn>
                                        <p:tgtEl>
                                          <p:spTgt spid="135"/>
                                        </p:tgtEl>
                                        <p:attrNameLst>
                                          <p:attrName>style.visibility</p:attrName>
                                        </p:attrNameLst>
                                      </p:cBhvr>
                                      <p:to>
                                        <p:strVal val="visible"/>
                                      </p:to>
                                    </p:set>
                                    <p:animEffect filter="fade" transition="in">
                                      <p:cBhvr>
                                        <p:cTn dur="500"/>
                                        <p:tgtEl>
                                          <p:spTgt spid="1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500"/>
                                        <p:tgtEl>
                                          <p:spTgt spid="137"/>
                                        </p:tgtEl>
                                      </p:cBhvr>
                                    </p:animEffect>
                                  </p:childTnLst>
                                </p:cTn>
                              </p:par>
                              <p:par>
                                <p:cTn fill="hold" nodeType="with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500"/>
                                        <p:tgtEl>
                                          <p:spTgt spid="1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8"/>
                                        </p:tgtEl>
                                      </p:cBhvr>
                                    </p:animEffect>
                                    <p:set>
                                      <p:cBhvr>
                                        <p:cTn dur="1" fill="hold">
                                          <p:stCondLst>
                                            <p:cond delay="500"/>
                                          </p:stCondLst>
                                        </p:cTn>
                                        <p:tgtEl>
                                          <p:spTgt spid="138"/>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500"/>
                                        <p:tgtEl>
                                          <p:spTgt spid="136"/>
                                        </p:tgtEl>
                                      </p:cBhvr>
                                    </p:animEffect>
                                  </p:childTnLst>
                                </p:cTn>
                              </p:par>
                              <p:par>
                                <p:cTn fill="hold" nodeType="with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500"/>
                                        <p:tgtEl>
                                          <p:spTgt spid="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37"/>
                                        </p:tgtEl>
                                      </p:cBhvr>
                                    </p:animEffect>
                                    <p:set>
                                      <p:cBhvr>
                                        <p:cTn dur="1" fill="hold">
                                          <p:stCondLst>
                                            <p:cond delay="500"/>
                                          </p:stCondLst>
                                        </p:cTn>
                                        <p:tgtEl>
                                          <p:spTgt spid="13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6"/>
                                        </p:tgtEl>
                                      </p:cBhvr>
                                    </p:animEffect>
                                    <p:set>
                                      <p:cBhvr>
                                        <p:cTn dur="1" fill="hold">
                                          <p:stCondLst>
                                            <p:cond delay="500"/>
                                          </p:stCondLst>
                                        </p:cTn>
                                        <p:tgtEl>
                                          <p:spTgt spid="13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39"/>
                                        </p:tgtEl>
                                      </p:cBhvr>
                                    </p:animEffect>
                                    <p:set>
                                      <p:cBhvr>
                                        <p:cTn dur="1" fill="hold">
                                          <p:stCondLst>
                                            <p:cond delay="500"/>
                                          </p:stCondLst>
                                        </p:cTn>
                                        <p:tgtEl>
                                          <p:spTgt spid="139"/>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500"/>
                                        <p:tgtEl>
                                          <p:spTgt spid="1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40"/>
                                        </p:tgtEl>
                                      </p:cBhvr>
                                    </p:animEffect>
                                    <p:set>
                                      <p:cBhvr>
                                        <p:cTn dur="1" fill="hold">
                                          <p:stCondLst>
                                            <p:cond delay="500"/>
                                          </p:stCondLst>
                                        </p:cTn>
                                        <p:tgtEl>
                                          <p:spTgt spid="14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41"/>
                                        </p:tgtEl>
                                        <p:attrNameLst>
                                          <p:attrName>style.visibility</p:attrName>
                                        </p:attrNameLst>
                                      </p:cBhvr>
                                      <p:to>
                                        <p:strVal val="visible"/>
                                      </p:to>
                                    </p:set>
                                    <p:animEffect filter="fade" transition="in">
                                      <p:cBhvr>
                                        <p:cTn dur="500"/>
                                        <p:tgtEl>
                                          <p:spTgt spid="141"/>
                                        </p:tgtEl>
                                      </p:cBhvr>
                                    </p:animEffect>
                                  </p:childTnLst>
                                </p:cTn>
                              </p:par>
                              <p:par>
                                <p:cTn fill="hold" nodeType="with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500"/>
                                        <p:tgtEl>
                                          <p:spTgt spid="1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8" name="Shape 148"/>
        <p:cNvGrpSpPr/>
        <p:nvPr/>
      </p:nvGrpSpPr>
      <p:grpSpPr>
        <a:xfrm>
          <a:off x="0" y="0"/>
          <a:ext cx="0" cy="0"/>
          <a:chOff x="0" y="0"/>
          <a:chExt cx="0" cy="0"/>
        </a:xfrm>
      </p:grpSpPr>
      <p:sp>
        <p:nvSpPr>
          <p:cNvPr id="149" name="Google Shape;149;p1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pic>
        <p:nvPicPr>
          <p:cNvPr descr="Números Digitais" id="150" name="Google Shape;150;p16"/>
          <p:cNvPicPr preferRelativeResize="0"/>
          <p:nvPr/>
        </p:nvPicPr>
        <p:blipFill rotWithShape="1">
          <a:blip r:embed="rId3">
            <a:alphaModFix/>
          </a:blip>
          <a:srcRect b="12710" l="0" r="9091" t="10681"/>
          <a:stretch/>
        </p:blipFill>
        <p:spPr>
          <a:xfrm>
            <a:off x="20" y="10"/>
            <a:ext cx="12191980" cy="6857990"/>
          </a:xfrm>
          <a:prstGeom prst="rect">
            <a:avLst/>
          </a:prstGeom>
          <a:noFill/>
          <a:ln>
            <a:noFill/>
          </a:ln>
        </p:spPr>
      </p:pic>
      <p:grpSp>
        <p:nvGrpSpPr>
          <p:cNvPr id="151" name="Google Shape;151;p16"/>
          <p:cNvGrpSpPr/>
          <p:nvPr/>
        </p:nvGrpSpPr>
        <p:grpSpPr>
          <a:xfrm>
            <a:off x="438067" y="457200"/>
            <a:ext cx="7507083" cy="5935132"/>
            <a:chOff x="438067" y="457200"/>
            <a:chExt cx="7507083" cy="5935132"/>
          </a:xfrm>
        </p:grpSpPr>
        <p:sp>
          <p:nvSpPr>
            <p:cNvPr id="152" name="Google Shape;152;p16"/>
            <p:cNvSpPr/>
            <p:nvPr/>
          </p:nvSpPr>
          <p:spPr>
            <a:xfrm>
              <a:off x="438067" y="618067"/>
              <a:ext cx="7503665" cy="5774265"/>
            </a:xfrm>
            <a:prstGeom prst="rect">
              <a:avLst/>
            </a:prstGeom>
            <a:solidFill>
              <a:schemeClr val="accent1">
                <a:alpha val="96862"/>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6"/>
            <p:cNvSpPr/>
            <p:nvPr/>
          </p:nvSpPr>
          <p:spPr>
            <a:xfrm>
              <a:off x="438068" y="457200"/>
              <a:ext cx="3703320" cy="9499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6"/>
            <p:cNvSpPr/>
            <p:nvPr/>
          </p:nvSpPr>
          <p:spPr>
            <a:xfrm>
              <a:off x="4241830" y="457200"/>
              <a:ext cx="3703320" cy="9144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 name="Google Shape;155;p16"/>
          <p:cNvGrpSpPr/>
          <p:nvPr/>
        </p:nvGrpSpPr>
        <p:grpSpPr>
          <a:xfrm>
            <a:off x="-3309003" y="1579857"/>
            <a:ext cx="10835533" cy="4800732"/>
            <a:chOff x="-4028574" y="-618397"/>
            <a:chExt cx="10835533" cy="4800732"/>
          </a:xfrm>
        </p:grpSpPr>
        <p:sp>
          <p:nvSpPr>
            <p:cNvPr id="156" name="Google Shape;156;p16"/>
            <p:cNvSpPr/>
            <p:nvPr/>
          </p:nvSpPr>
          <p:spPr>
            <a:xfrm>
              <a:off x="-4028574" y="-618397"/>
              <a:ext cx="4800732" cy="4800732"/>
            </a:xfrm>
            <a:prstGeom prst="blockArc">
              <a:avLst>
                <a:gd fmla="val 18900000" name="adj1"/>
                <a:gd fmla="val 2700000" name="adj2"/>
                <a:gd fmla="val 450" name="adj3"/>
              </a:avLst>
            </a:prstGeom>
            <a:noFill/>
            <a:ln cap="rnd" cmpd="sng" w="12700">
              <a:solidFill>
                <a:srgbClr val="3372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6"/>
            <p:cNvSpPr/>
            <p:nvPr/>
          </p:nvSpPr>
          <p:spPr>
            <a:xfrm>
              <a:off x="496568" y="356393"/>
              <a:ext cx="6310391" cy="712787"/>
            </a:xfrm>
            <a:prstGeom prst="rect">
              <a:avLst/>
            </a:prstGeom>
            <a:gradFill>
              <a:gsLst>
                <a:gs pos="0">
                  <a:srgbClr val="609EC1"/>
                </a:gs>
                <a:gs pos="84000">
                  <a:srgbClr val="38789A"/>
                </a:gs>
                <a:gs pos="100000">
                  <a:srgbClr val="38789A"/>
                </a:gs>
              </a:gsLst>
              <a:lin ang="5400000" scaled="0"/>
            </a:gradFill>
            <a:ln>
              <a:noFill/>
            </a:ln>
            <a:effectLst>
              <a:outerShdw blurRad="38100" rotWithShape="0" dir="5400000" dist="25400">
                <a:srgbClr val="000000">
                  <a:alpha val="5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6"/>
            <p:cNvSpPr txBox="1"/>
            <p:nvPr/>
          </p:nvSpPr>
          <p:spPr>
            <a:xfrm>
              <a:off x="496568" y="356393"/>
              <a:ext cx="6310391" cy="712787"/>
            </a:xfrm>
            <a:prstGeom prst="rect">
              <a:avLst/>
            </a:prstGeom>
            <a:noFill/>
            <a:ln>
              <a:noFill/>
            </a:ln>
          </p:spPr>
          <p:txBody>
            <a:bodyPr anchorCtr="0" anchor="ctr" bIns="88900" lIns="565775" spcFirstLastPara="1" rIns="88900" wrap="square" tIns="88900">
              <a:noAutofit/>
            </a:bodyPr>
            <a:lstStyle/>
            <a:p>
              <a:pPr indent="0" lvl="0" marL="0" marR="0" rtl="0" algn="l">
                <a:lnSpc>
                  <a:spcPct val="100000"/>
                </a:lnSpc>
                <a:spcBef>
                  <a:spcPts val="0"/>
                </a:spcBef>
                <a:spcAft>
                  <a:spcPts val="0"/>
                </a:spcAft>
                <a:buClr>
                  <a:schemeClr val="lt1"/>
                </a:buClr>
                <a:buSzPts val="3500"/>
                <a:buFont typeface="Gill Sans"/>
                <a:buNone/>
              </a:pPr>
              <a:r>
                <a:rPr lang="pt-BR" sz="3500">
                  <a:solidFill>
                    <a:schemeClr val="lt1"/>
                  </a:solidFill>
                  <a:latin typeface="Gill Sans"/>
                  <a:ea typeface="Gill Sans"/>
                  <a:cs typeface="Gill Sans"/>
                  <a:sym typeface="Gill Sans"/>
                </a:rPr>
                <a:t>Falcon 1	</a:t>
              </a:r>
              <a:endParaRPr/>
            </a:p>
          </p:txBody>
        </p:sp>
        <p:sp>
          <p:nvSpPr>
            <p:cNvPr id="159" name="Google Shape;159;p16"/>
            <p:cNvSpPr/>
            <p:nvPr/>
          </p:nvSpPr>
          <p:spPr>
            <a:xfrm>
              <a:off x="51076" y="267295"/>
              <a:ext cx="890984" cy="890984"/>
            </a:xfrm>
            <a:prstGeom prst="ellipse">
              <a:avLst/>
            </a:prstGeom>
            <a:solidFill>
              <a:schemeClr val="lt1"/>
            </a:solidFill>
            <a:ln cap="rnd" cmpd="sng" w="12700">
              <a:solidFill>
                <a:srgbClr val="4490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6"/>
            <p:cNvSpPr/>
            <p:nvPr/>
          </p:nvSpPr>
          <p:spPr>
            <a:xfrm>
              <a:off x="755666" y="1425575"/>
              <a:ext cx="6051292" cy="712787"/>
            </a:xfrm>
            <a:prstGeom prst="rect">
              <a:avLst/>
            </a:prstGeom>
            <a:gradFill>
              <a:gsLst>
                <a:gs pos="0">
                  <a:srgbClr val="609EC1"/>
                </a:gs>
                <a:gs pos="84000">
                  <a:srgbClr val="38789A"/>
                </a:gs>
                <a:gs pos="100000">
                  <a:srgbClr val="38789A"/>
                </a:gs>
              </a:gsLst>
              <a:lin ang="5400000" scaled="0"/>
            </a:gradFill>
            <a:ln>
              <a:noFill/>
            </a:ln>
            <a:effectLst>
              <a:outerShdw blurRad="38100" rotWithShape="0" dir="5400000" dist="25400">
                <a:srgbClr val="000000">
                  <a:alpha val="5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6"/>
            <p:cNvSpPr txBox="1"/>
            <p:nvPr/>
          </p:nvSpPr>
          <p:spPr>
            <a:xfrm>
              <a:off x="755666" y="1425575"/>
              <a:ext cx="6051292" cy="712787"/>
            </a:xfrm>
            <a:prstGeom prst="rect">
              <a:avLst/>
            </a:prstGeom>
            <a:noFill/>
            <a:ln>
              <a:noFill/>
            </a:ln>
          </p:spPr>
          <p:txBody>
            <a:bodyPr anchorCtr="0" anchor="ctr" bIns="88900" lIns="565775" spcFirstLastPara="1" rIns="88900" wrap="square" tIns="88900">
              <a:noAutofit/>
            </a:bodyPr>
            <a:lstStyle/>
            <a:p>
              <a:pPr indent="0" lvl="0" marL="0" marR="0" rtl="0" algn="l">
                <a:lnSpc>
                  <a:spcPct val="100000"/>
                </a:lnSpc>
                <a:spcBef>
                  <a:spcPts val="0"/>
                </a:spcBef>
                <a:spcAft>
                  <a:spcPts val="0"/>
                </a:spcAft>
                <a:buClr>
                  <a:schemeClr val="lt1"/>
                </a:buClr>
                <a:buSzPts val="3500"/>
                <a:buFont typeface="Gill Sans"/>
                <a:buNone/>
              </a:pPr>
              <a:r>
                <a:rPr lang="pt-BR" sz="3500">
                  <a:solidFill>
                    <a:schemeClr val="lt1"/>
                  </a:solidFill>
                  <a:latin typeface="Gill Sans"/>
                  <a:ea typeface="Gill Sans"/>
                  <a:cs typeface="Gill Sans"/>
                  <a:sym typeface="Gill Sans"/>
                </a:rPr>
                <a:t>Falcon 9</a:t>
              </a:r>
              <a:endParaRPr sz="3500">
                <a:solidFill>
                  <a:schemeClr val="lt1"/>
                </a:solidFill>
                <a:latin typeface="Gill Sans"/>
                <a:ea typeface="Gill Sans"/>
                <a:cs typeface="Gill Sans"/>
                <a:sym typeface="Gill Sans"/>
              </a:endParaRPr>
            </a:p>
          </p:txBody>
        </p:sp>
        <p:sp>
          <p:nvSpPr>
            <p:cNvPr id="162" name="Google Shape;162;p16"/>
            <p:cNvSpPr/>
            <p:nvPr/>
          </p:nvSpPr>
          <p:spPr>
            <a:xfrm>
              <a:off x="310174" y="1336476"/>
              <a:ext cx="890984" cy="890984"/>
            </a:xfrm>
            <a:prstGeom prst="ellipse">
              <a:avLst/>
            </a:prstGeom>
            <a:solidFill>
              <a:schemeClr val="lt1"/>
            </a:solidFill>
            <a:ln cap="rnd" cmpd="sng" w="12700">
              <a:solidFill>
                <a:srgbClr val="4490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6"/>
            <p:cNvSpPr/>
            <p:nvPr/>
          </p:nvSpPr>
          <p:spPr>
            <a:xfrm>
              <a:off x="496568" y="2494756"/>
              <a:ext cx="6310391" cy="712787"/>
            </a:xfrm>
            <a:prstGeom prst="rect">
              <a:avLst/>
            </a:prstGeom>
            <a:gradFill>
              <a:gsLst>
                <a:gs pos="0">
                  <a:srgbClr val="609EC1"/>
                </a:gs>
                <a:gs pos="84000">
                  <a:srgbClr val="38789A"/>
                </a:gs>
                <a:gs pos="100000">
                  <a:srgbClr val="38789A"/>
                </a:gs>
              </a:gsLst>
              <a:lin ang="5400000" scaled="0"/>
            </a:gradFill>
            <a:ln>
              <a:noFill/>
            </a:ln>
            <a:effectLst>
              <a:outerShdw blurRad="38100" rotWithShape="0" dir="5400000" dist="25400">
                <a:srgbClr val="000000">
                  <a:alpha val="5490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6"/>
            <p:cNvSpPr txBox="1"/>
            <p:nvPr/>
          </p:nvSpPr>
          <p:spPr>
            <a:xfrm>
              <a:off x="496568" y="2494756"/>
              <a:ext cx="6310391" cy="712787"/>
            </a:xfrm>
            <a:prstGeom prst="rect">
              <a:avLst/>
            </a:prstGeom>
            <a:noFill/>
            <a:ln>
              <a:noFill/>
            </a:ln>
          </p:spPr>
          <p:txBody>
            <a:bodyPr anchorCtr="0" anchor="ctr" bIns="88900" lIns="565775" spcFirstLastPara="1" rIns="88900" wrap="square" tIns="88900">
              <a:noAutofit/>
            </a:bodyPr>
            <a:lstStyle/>
            <a:p>
              <a:pPr indent="0" lvl="0" marL="0" marR="0" rtl="0" algn="l">
                <a:lnSpc>
                  <a:spcPct val="100000"/>
                </a:lnSpc>
                <a:spcBef>
                  <a:spcPts val="0"/>
                </a:spcBef>
                <a:spcAft>
                  <a:spcPts val="0"/>
                </a:spcAft>
                <a:buClr>
                  <a:schemeClr val="lt1"/>
                </a:buClr>
                <a:buSzPts val="3500"/>
                <a:buFont typeface="Gill Sans"/>
                <a:buNone/>
              </a:pPr>
              <a:r>
                <a:rPr lang="pt-BR" sz="3500">
                  <a:solidFill>
                    <a:schemeClr val="lt1"/>
                  </a:solidFill>
                  <a:latin typeface="Gill Sans"/>
                  <a:ea typeface="Gill Sans"/>
                  <a:cs typeface="Gill Sans"/>
                  <a:sym typeface="Gill Sans"/>
                </a:rPr>
                <a:t>Rede de Satélites/Starlink</a:t>
              </a:r>
              <a:endParaRPr sz="3500">
                <a:solidFill>
                  <a:schemeClr val="lt1"/>
                </a:solidFill>
                <a:latin typeface="Gill Sans"/>
                <a:ea typeface="Gill Sans"/>
                <a:cs typeface="Gill Sans"/>
                <a:sym typeface="Gill Sans"/>
              </a:endParaRPr>
            </a:p>
          </p:txBody>
        </p:sp>
        <p:sp>
          <p:nvSpPr>
            <p:cNvPr id="165" name="Google Shape;165;p16"/>
            <p:cNvSpPr/>
            <p:nvPr/>
          </p:nvSpPr>
          <p:spPr>
            <a:xfrm>
              <a:off x="51076" y="2405658"/>
              <a:ext cx="890984" cy="890984"/>
            </a:xfrm>
            <a:prstGeom prst="ellipse">
              <a:avLst/>
            </a:prstGeom>
            <a:solidFill>
              <a:schemeClr val="lt1"/>
            </a:solidFill>
            <a:ln cap="rnd" cmpd="sng" w="12700">
              <a:solidFill>
                <a:srgbClr val="4490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 name="Google Shape;166;p16"/>
          <p:cNvGrpSpPr/>
          <p:nvPr/>
        </p:nvGrpSpPr>
        <p:grpSpPr>
          <a:xfrm>
            <a:off x="2170655" y="718123"/>
            <a:ext cx="3941463" cy="1586054"/>
            <a:chOff x="396513" y="283051"/>
            <a:chExt cx="3941463" cy="1586054"/>
          </a:xfrm>
        </p:grpSpPr>
        <p:sp>
          <p:nvSpPr>
            <p:cNvPr id="167" name="Google Shape;167;p16"/>
            <p:cNvSpPr/>
            <p:nvPr/>
          </p:nvSpPr>
          <p:spPr>
            <a:xfrm rot="10800000">
              <a:off x="1189540" y="283051"/>
              <a:ext cx="3148436" cy="1586054"/>
            </a:xfrm>
            <a:prstGeom prst="homePlate">
              <a:avLst>
                <a:gd fmla="val 50000" name="adj"/>
              </a:avLst>
            </a:prstGeom>
            <a:solidFill>
              <a:srgbClr val="173160"/>
            </a:solidFill>
            <a:ln cap="rnd" cmpd="sng" w="222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6"/>
            <p:cNvSpPr txBox="1"/>
            <p:nvPr/>
          </p:nvSpPr>
          <p:spPr>
            <a:xfrm>
              <a:off x="1586053" y="283051"/>
              <a:ext cx="2751923" cy="1586054"/>
            </a:xfrm>
            <a:prstGeom prst="rect">
              <a:avLst/>
            </a:prstGeom>
            <a:noFill/>
            <a:ln>
              <a:noFill/>
            </a:ln>
          </p:spPr>
          <p:txBody>
            <a:bodyPr anchorCtr="0" anchor="ctr" bIns="240025" lIns="699400" spcFirstLastPara="1" rIns="448050" wrap="square" tIns="240025">
              <a:noAutofit/>
            </a:bodyPr>
            <a:lstStyle/>
            <a:p>
              <a:pPr indent="0" lvl="0" marL="0" marR="0" rtl="0" algn="ctr">
                <a:lnSpc>
                  <a:spcPct val="90000"/>
                </a:lnSpc>
                <a:spcBef>
                  <a:spcPts val="0"/>
                </a:spcBef>
                <a:spcAft>
                  <a:spcPts val="0"/>
                </a:spcAft>
                <a:buClr>
                  <a:schemeClr val="lt1"/>
                </a:buClr>
                <a:buSzPts val="6300"/>
                <a:buFont typeface="Gill Sans"/>
                <a:buNone/>
              </a:pPr>
              <a:r>
                <a:rPr lang="pt-BR" sz="6300">
                  <a:solidFill>
                    <a:schemeClr val="lt1"/>
                  </a:solidFill>
                  <a:latin typeface="Gill Sans"/>
                  <a:ea typeface="Gill Sans"/>
                  <a:cs typeface="Gill Sans"/>
                  <a:sym typeface="Gill Sans"/>
                </a:rPr>
                <a:t>2002</a:t>
              </a:r>
              <a:endParaRPr/>
            </a:p>
          </p:txBody>
        </p:sp>
        <p:sp>
          <p:nvSpPr>
            <p:cNvPr id="169" name="Google Shape;169;p16"/>
            <p:cNvSpPr/>
            <p:nvPr/>
          </p:nvSpPr>
          <p:spPr>
            <a:xfrm>
              <a:off x="396513" y="283051"/>
              <a:ext cx="1586054" cy="1586054"/>
            </a:xfrm>
            <a:prstGeom prst="ellipse">
              <a:avLst/>
            </a:prstGeom>
            <a:blipFill rotWithShape="1">
              <a:blip r:embed="rId4">
                <a:alphaModFix/>
              </a:blip>
              <a:stretch>
                <a:fillRect b="0" l="-16997" r="-16998" t="0"/>
              </a:stretch>
            </a:blipFill>
            <a:ln cap="rnd" cmpd="sng" w="222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70" name="Google Shape;170;p16"/>
          <p:cNvPicPr preferRelativeResize="0"/>
          <p:nvPr/>
        </p:nvPicPr>
        <p:blipFill rotWithShape="1">
          <a:blip r:embed="rId5">
            <a:alphaModFix/>
          </a:blip>
          <a:srcRect b="0" l="0" r="0" t="0"/>
          <a:stretch/>
        </p:blipFill>
        <p:spPr>
          <a:xfrm>
            <a:off x="8914582" y="1511151"/>
            <a:ext cx="2000250" cy="3810000"/>
          </a:xfrm>
          <a:prstGeom prst="rect">
            <a:avLst/>
          </a:prstGeom>
          <a:noFill/>
          <a:ln cap="sq" cmpd="thickThin" w="88900">
            <a:solidFill>
              <a:srgbClr val="000000"/>
            </a:solidFill>
            <a:prstDash val="solid"/>
            <a:miter lim="800000"/>
            <a:headEnd len="sm" w="sm" type="none"/>
            <a:tailEnd len="sm" w="sm" type="none"/>
          </a:ln>
        </p:spPr>
      </p:pic>
      <p:pic>
        <p:nvPicPr>
          <p:cNvPr descr="Falcon 9 decola do Kennedy Space Center transportando o satélite Bangabandhu-1 (Maio de 2018)" id="171" name="Google Shape;171;p16"/>
          <p:cNvPicPr preferRelativeResize="0"/>
          <p:nvPr/>
        </p:nvPicPr>
        <p:blipFill rotWithShape="1">
          <a:blip r:embed="rId6">
            <a:alphaModFix/>
          </a:blip>
          <a:srcRect b="0" l="0" r="0" t="0"/>
          <a:stretch/>
        </p:blipFill>
        <p:spPr>
          <a:xfrm>
            <a:off x="8628390" y="1500187"/>
            <a:ext cx="2571750" cy="3857625"/>
          </a:xfrm>
          <a:prstGeom prst="rect">
            <a:avLst/>
          </a:prstGeom>
          <a:noFill/>
          <a:ln cap="sq" cmpd="thickThin" w="88900">
            <a:solidFill>
              <a:srgbClr val="000000"/>
            </a:solidFill>
            <a:prstDash val="solid"/>
            <a:miter lim="800000"/>
            <a:headEnd len="sm" w="sm" type="none"/>
            <a:tailEnd len="sm" w="sm" type="none"/>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70"/>
                                        </p:tgtEl>
                                      </p:cBhvr>
                                    </p:animEffect>
                                    <p:set>
                                      <p:cBhvr>
                                        <p:cTn dur="1" fill="hold">
                                          <p:stCondLst>
                                            <p:cond delay="500"/>
                                          </p:stCondLst>
                                        </p:cTn>
                                        <p:tgtEl>
                                          <p:spTgt spid="17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500"/>
                                        <p:tgtEl>
                                          <p:spTgt spid="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7"/>
          <p:cNvSpPr/>
          <p:nvPr/>
        </p:nvSpPr>
        <p:spPr>
          <a:xfrm>
            <a:off x="6217711" y="2926050"/>
            <a:ext cx="5393100" cy="2934999"/>
          </a:xfrm>
          <a:prstGeom prst="rect">
            <a:avLst/>
          </a:prstGeom>
          <a:noFill/>
          <a:ln cap="flat" cmpd="sng" w="25400">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77" name="Google Shape;177;p17"/>
          <p:cNvSpPr/>
          <p:nvPr/>
        </p:nvSpPr>
        <p:spPr>
          <a:xfrm>
            <a:off x="581191" y="2926052"/>
            <a:ext cx="5393100" cy="2934999"/>
          </a:xfrm>
          <a:prstGeom prst="rect">
            <a:avLst/>
          </a:prstGeom>
          <a:noFill/>
          <a:ln cap="flat" cmpd="sng" w="25400">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78" name="Google Shape;178;p17"/>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pt-BR"/>
              <a:t>CARACTERÍSTICAS</a:t>
            </a:r>
            <a:endParaRPr/>
          </a:p>
        </p:txBody>
      </p:sp>
      <p:sp>
        <p:nvSpPr>
          <p:cNvPr id="179" name="Google Shape;179;p17"/>
          <p:cNvSpPr txBox="1"/>
          <p:nvPr>
            <p:ph idx="1" type="body"/>
          </p:nvPr>
        </p:nvSpPr>
        <p:spPr>
          <a:xfrm>
            <a:off x="887219" y="2250892"/>
            <a:ext cx="5087075" cy="53600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2024"/>
              <a:buNone/>
            </a:pPr>
            <a:r>
              <a:rPr lang="pt-BR"/>
              <a:t>Positivas</a:t>
            </a:r>
            <a:endParaRPr/>
          </a:p>
        </p:txBody>
      </p:sp>
      <p:sp>
        <p:nvSpPr>
          <p:cNvPr id="180" name="Google Shape;180;p17"/>
          <p:cNvSpPr txBox="1"/>
          <p:nvPr>
            <p:ph idx="3" type="body"/>
          </p:nvPr>
        </p:nvSpPr>
        <p:spPr>
          <a:xfrm>
            <a:off x="6523735" y="2250892"/>
            <a:ext cx="5087073" cy="55337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SzPts val="2024"/>
              <a:buNone/>
            </a:pPr>
            <a:r>
              <a:rPr lang="pt-BR"/>
              <a:t>Negativas</a:t>
            </a:r>
            <a:endParaRPr/>
          </a:p>
        </p:txBody>
      </p:sp>
      <p:pic>
        <p:nvPicPr>
          <p:cNvPr descr="Vetores e ilustrações de Pessoa no computador para download gratuito |  Freepik" id="181" name="Google Shape;181;p17"/>
          <p:cNvPicPr preferRelativeResize="0"/>
          <p:nvPr/>
        </p:nvPicPr>
        <p:blipFill rotWithShape="1">
          <a:blip r:embed="rId3">
            <a:alphaModFix/>
          </a:blip>
          <a:srcRect b="18194" l="11492" r="9366" t="15605"/>
          <a:stretch/>
        </p:blipFill>
        <p:spPr>
          <a:xfrm>
            <a:off x="1960519" y="3138197"/>
            <a:ext cx="2922778" cy="2444875"/>
          </a:xfrm>
          <a:prstGeom prst="rect">
            <a:avLst/>
          </a:prstGeom>
          <a:noFill/>
          <a:ln>
            <a:noFill/>
          </a:ln>
        </p:spPr>
      </p:pic>
      <p:pic>
        <p:nvPicPr>
          <p:cNvPr descr="ícone de vetor linear gradiente de satélite de comunicações. rede de  telecomunicações. transmissão de sinal por satélite. símbolo de cor de  linha fina. pictograma de estilo moderno. desenho de contorno isolado de" id="182" name="Google Shape;182;p17"/>
          <p:cNvPicPr preferRelativeResize="0"/>
          <p:nvPr/>
        </p:nvPicPr>
        <p:blipFill rotWithShape="1">
          <a:blip r:embed="rId4">
            <a:alphaModFix/>
          </a:blip>
          <a:srcRect b="0" l="0" r="0" t="0"/>
          <a:stretch/>
        </p:blipFill>
        <p:spPr>
          <a:xfrm>
            <a:off x="2038037" y="3028325"/>
            <a:ext cx="3034746" cy="2730451"/>
          </a:xfrm>
          <a:prstGeom prst="rect">
            <a:avLst/>
          </a:prstGeom>
          <a:noFill/>
          <a:ln>
            <a:noFill/>
          </a:ln>
        </p:spPr>
      </p:pic>
      <p:pic>
        <p:nvPicPr>
          <p:cNvPr descr="Quebra Cabeça Caricatura Quebra Cabeça Dos Desenhos Animados Homem Quebra  Cabeça PNG , Clipart De Quebra Cabeça, O Homem, O Negócio Imagem PNG e  Vetor Para Download Gratuito" id="183" name="Google Shape;183;p17"/>
          <p:cNvPicPr preferRelativeResize="0"/>
          <p:nvPr/>
        </p:nvPicPr>
        <p:blipFill rotWithShape="1">
          <a:blip r:embed="rId5">
            <a:alphaModFix/>
          </a:blip>
          <a:srcRect b="0" l="0" r="0" t="0"/>
          <a:stretch/>
        </p:blipFill>
        <p:spPr>
          <a:xfrm>
            <a:off x="1839052" y="2954893"/>
            <a:ext cx="3160950" cy="2730452"/>
          </a:xfrm>
          <a:prstGeom prst="rect">
            <a:avLst/>
          </a:prstGeom>
          <a:noFill/>
          <a:ln>
            <a:noFill/>
          </a:ln>
        </p:spPr>
      </p:pic>
      <p:pic>
        <p:nvPicPr>
          <p:cNvPr descr="Fique por dentro da nossa negociação coletiva trabalhador da saúde -  Notícias e Eventos - Sindisaúde" id="184" name="Google Shape;184;p17"/>
          <p:cNvPicPr preferRelativeResize="0"/>
          <p:nvPr/>
        </p:nvPicPr>
        <p:blipFill rotWithShape="1">
          <a:blip r:embed="rId6">
            <a:alphaModFix/>
          </a:blip>
          <a:srcRect b="0" l="0" r="0" t="0"/>
          <a:stretch/>
        </p:blipFill>
        <p:spPr>
          <a:xfrm>
            <a:off x="7504229" y="3028325"/>
            <a:ext cx="2345109" cy="2657020"/>
          </a:xfrm>
          <a:prstGeom prst="rect">
            <a:avLst/>
          </a:prstGeom>
          <a:noFill/>
          <a:ln>
            <a:noFill/>
          </a:ln>
        </p:spPr>
      </p:pic>
      <p:pic>
        <p:nvPicPr>
          <p:cNvPr descr="Cabo AS - HT Cabos" id="185" name="Google Shape;185;p17"/>
          <p:cNvPicPr preferRelativeResize="0"/>
          <p:nvPr/>
        </p:nvPicPr>
        <p:blipFill rotWithShape="1">
          <a:blip r:embed="rId7">
            <a:alphaModFix/>
          </a:blip>
          <a:srcRect b="0" l="0" r="0" t="0"/>
          <a:stretch/>
        </p:blipFill>
        <p:spPr>
          <a:xfrm>
            <a:off x="9522314" y="3897023"/>
            <a:ext cx="2156089" cy="1212800"/>
          </a:xfrm>
          <a:prstGeom prst="ellipse">
            <a:avLst/>
          </a:prstGeom>
          <a:noFill/>
          <a:ln>
            <a:noFill/>
          </a:ln>
        </p:spPr>
      </p:pic>
      <p:pic>
        <p:nvPicPr>
          <p:cNvPr descr="ícone de vetor linear gradiente de satélite de comunicações. rede de  telecomunicações. transmissão de sinal por satélite. símbolo de cor de  linha fina. pictograma de estilo moderno. desenho de contorno isolado de" id="186" name="Google Shape;186;p17"/>
          <p:cNvPicPr preferRelativeResize="0"/>
          <p:nvPr/>
        </p:nvPicPr>
        <p:blipFill rotWithShape="1">
          <a:blip r:embed="rId4">
            <a:alphaModFix/>
          </a:blip>
          <a:srcRect b="16349" l="15714" r="12750" t="11795"/>
          <a:stretch/>
        </p:blipFill>
        <p:spPr>
          <a:xfrm>
            <a:off x="6481585" y="3401063"/>
            <a:ext cx="1829936" cy="1838112"/>
          </a:xfrm>
          <a:prstGeom prst="rect">
            <a:avLst/>
          </a:prstGeom>
          <a:noFill/>
          <a:ln>
            <a:noFill/>
          </a:ln>
        </p:spPr>
      </p:pic>
      <p:pic>
        <p:nvPicPr>
          <p:cNvPr descr="VS Versus Logo, Letters for Sports Icon Gráfico Por sore88 · Creative  Fabrica" id="187" name="Google Shape;187;p17"/>
          <p:cNvPicPr preferRelativeResize="0"/>
          <p:nvPr/>
        </p:nvPicPr>
        <p:blipFill rotWithShape="1">
          <a:blip r:embed="rId8">
            <a:alphaModFix/>
          </a:blip>
          <a:srcRect b="15206" l="33093" r="35031" t="12883"/>
          <a:stretch/>
        </p:blipFill>
        <p:spPr>
          <a:xfrm>
            <a:off x="8463431" y="3757159"/>
            <a:ext cx="971337" cy="1461786"/>
          </a:xfrm>
          <a:prstGeom prst="rect">
            <a:avLst/>
          </a:prstGeom>
          <a:noFill/>
          <a:ln>
            <a:noFill/>
          </a:ln>
        </p:spPr>
      </p:pic>
      <p:pic>
        <p:nvPicPr>
          <p:cNvPr descr="Vetores Icono de edificios de oficina: Desenho vetorial, imagens vetoriais  Icono de edificios de oficina - Página 24 | Depositphotos" id="188" name="Google Shape;188;p17"/>
          <p:cNvPicPr preferRelativeResize="0"/>
          <p:nvPr/>
        </p:nvPicPr>
        <p:blipFill rotWithShape="1">
          <a:blip r:embed="rId9">
            <a:alphaModFix/>
          </a:blip>
          <a:srcRect b="23526" l="18213" r="17402" t="30704"/>
          <a:stretch/>
        </p:blipFill>
        <p:spPr>
          <a:xfrm>
            <a:off x="7159142" y="3636427"/>
            <a:ext cx="3494697" cy="1582518"/>
          </a:xfrm>
          <a:prstGeom prst="rect">
            <a:avLst/>
          </a:prstGeom>
          <a:noFill/>
          <a:ln>
            <a:noFill/>
          </a:ln>
        </p:spPr>
      </p:pic>
      <p:pic>
        <p:nvPicPr>
          <p:cNvPr descr="Nenhum sinal com preenchimento sólido" id="189" name="Google Shape;189;p17"/>
          <p:cNvPicPr preferRelativeResize="0"/>
          <p:nvPr/>
        </p:nvPicPr>
        <p:blipFill rotWithShape="1">
          <a:blip r:embed="rId10">
            <a:alphaModFix/>
          </a:blip>
          <a:srcRect b="0" l="0" r="0" t="0"/>
          <a:stretch/>
        </p:blipFill>
        <p:spPr>
          <a:xfrm>
            <a:off x="7419593" y="2868801"/>
            <a:ext cx="3086391" cy="3086391"/>
          </a:xfrm>
          <a:prstGeom prst="rect">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8"/>
                                        </p:tgtEl>
                                        <p:attrNameLst>
                                          <p:attrName>style.visibility</p:attrName>
                                        </p:attrNameLst>
                                      </p:cBhvr>
                                      <p:to>
                                        <p:strVal val="visible"/>
                                      </p:to>
                                    </p:set>
                                    <p:animEffect filter="fade" transition="in">
                                      <p:cBhvr>
                                        <p:cTn dur="500"/>
                                        <p:tgtEl>
                                          <p:spTgt spid="17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9">
                                            <p:txEl>
                                              <p:pRg end="0" st="0"/>
                                            </p:txEl>
                                          </p:spTgt>
                                        </p:tgtEl>
                                        <p:attrNameLst>
                                          <p:attrName>style.visibility</p:attrName>
                                        </p:attrNameLst>
                                      </p:cBhvr>
                                      <p:to>
                                        <p:strVal val="visible"/>
                                      </p:to>
                                    </p:set>
                                    <p:animEffect filter="fade" transition="in">
                                      <p:cBhvr>
                                        <p:cTn dur="500"/>
                                        <p:tgtEl>
                                          <p:spTgt spid="179">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500"/>
                                        <p:tgtEl>
                                          <p:spTgt spid="177"/>
                                        </p:tgtEl>
                                      </p:cBhvr>
                                    </p:animEffec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500"/>
                                        <p:tgtEl>
                                          <p:spTgt spid="1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2"/>
                                        </p:tgtEl>
                                        <p:attrNameLst>
                                          <p:attrName>style.visibility</p:attrName>
                                        </p:attrNameLst>
                                      </p:cBhvr>
                                      <p:to>
                                        <p:strVal val="visible"/>
                                      </p:to>
                                    </p:set>
                                    <p:animEffect filter="fade" transition="in">
                                      <p:cBhvr>
                                        <p:cTn dur="500"/>
                                        <p:tgtEl>
                                          <p:spTgt spid="1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3"/>
                                        </p:tgtEl>
                                        <p:attrNameLst>
                                          <p:attrName>style.visibility</p:attrName>
                                        </p:attrNameLst>
                                      </p:cBhvr>
                                      <p:to>
                                        <p:strVal val="visible"/>
                                      </p:to>
                                    </p:set>
                                    <p:animEffect filter="fade" transition="in">
                                      <p:cBhvr>
                                        <p:cTn dur="500"/>
                                        <p:tgtEl>
                                          <p:spTgt spid="1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0">
                                            <p:txEl>
                                              <p:pRg end="0" st="0"/>
                                            </p:txEl>
                                          </p:spTgt>
                                        </p:tgtEl>
                                        <p:attrNameLst>
                                          <p:attrName>style.visibility</p:attrName>
                                        </p:attrNameLst>
                                      </p:cBhvr>
                                      <p:to>
                                        <p:strVal val="visible"/>
                                      </p:to>
                                    </p:set>
                                    <p:animEffect filter="fade" transition="in">
                                      <p:cBhvr>
                                        <p:cTn dur="500"/>
                                        <p:tgtEl>
                                          <p:spTgt spid="180">
                                            <p:txEl>
                                              <p:pRg end="0" st="0"/>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
                                        </p:tgtEl>
                                        <p:attrNameLst>
                                          <p:attrName>style.visibility</p:attrName>
                                        </p:attrNameLst>
                                      </p:cBhvr>
                                      <p:to>
                                        <p:strVal val="visible"/>
                                      </p:to>
                                    </p:set>
                                    <p:animEffect filter="fade" transition="in">
                                      <p:cBhvr>
                                        <p:cTn dur="500"/>
                                        <p:tgtEl>
                                          <p:spTgt spid="1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84"/>
                                        </p:tgtEl>
                                      </p:cBhvr>
                                    </p:animEffect>
                                    <p:set>
                                      <p:cBhvr>
                                        <p:cTn dur="1" fill="hold">
                                          <p:stCondLst>
                                            <p:cond delay="500"/>
                                          </p:stCondLst>
                                        </p:cTn>
                                        <p:tgtEl>
                                          <p:spTgt spid="184"/>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par>
                                <p:cTn fill="hold" nodeType="with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500"/>
                                        <p:tgtEl>
                                          <p:spTgt spid="187"/>
                                        </p:tgtEl>
                                      </p:cBhvr>
                                    </p:animEffect>
                                  </p:childTnLst>
                                </p:cTn>
                              </p:par>
                              <p:par>
                                <p:cTn fill="hold" nodeType="with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500"/>
                                        <p:tgtEl>
                                          <p:spTgt spid="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85"/>
                                        </p:tgtEl>
                                      </p:cBhvr>
                                    </p:animEffect>
                                    <p:set>
                                      <p:cBhvr>
                                        <p:cTn dur="1" fill="hold">
                                          <p:stCondLst>
                                            <p:cond delay="500"/>
                                          </p:stCondLst>
                                        </p:cTn>
                                        <p:tgtEl>
                                          <p:spTgt spid="18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87"/>
                                        </p:tgtEl>
                                      </p:cBhvr>
                                    </p:animEffect>
                                    <p:set>
                                      <p:cBhvr>
                                        <p:cTn dur="1" fill="hold">
                                          <p:stCondLst>
                                            <p:cond delay="500"/>
                                          </p:stCondLst>
                                        </p:cTn>
                                        <p:tgtEl>
                                          <p:spTgt spid="18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186"/>
                                        </p:tgtEl>
                                      </p:cBhvr>
                                    </p:animEffect>
                                    <p:set>
                                      <p:cBhvr>
                                        <p:cTn dur="1" fill="hold">
                                          <p:stCondLst>
                                            <p:cond delay="500"/>
                                          </p:stCondLst>
                                        </p:cTn>
                                        <p:tgtEl>
                                          <p:spTgt spid="18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8"/>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pt-BR"/>
              <a:t>QUAL O OBJETIVO DO STARLINK</a:t>
            </a:r>
            <a:r>
              <a:rPr lang="pt-BR">
                <a:latin typeface="Arial"/>
                <a:ea typeface="Arial"/>
                <a:cs typeface="Arial"/>
                <a:sym typeface="Arial"/>
              </a:rPr>
              <a:t>?</a:t>
            </a:r>
            <a:endParaRPr/>
          </a:p>
        </p:txBody>
      </p:sp>
      <p:pic>
        <p:nvPicPr>
          <p:cNvPr id="195" name="Google Shape;195;p18"/>
          <p:cNvPicPr preferRelativeResize="0"/>
          <p:nvPr/>
        </p:nvPicPr>
        <p:blipFill rotWithShape="1">
          <a:blip r:embed="rId3">
            <a:alphaModFix/>
          </a:blip>
          <a:srcRect b="0" l="0" r="0" t="0"/>
          <a:stretch/>
        </p:blipFill>
        <p:spPr>
          <a:xfrm>
            <a:off x="1524000" y="2449826"/>
            <a:ext cx="3048000" cy="2286000"/>
          </a:xfrm>
          <a:prstGeom prst="rect">
            <a:avLst/>
          </a:prstGeom>
          <a:noFill/>
          <a:ln>
            <a:noFill/>
          </a:ln>
        </p:spPr>
      </p:pic>
      <p:pic>
        <p:nvPicPr>
          <p:cNvPr id="196" name="Google Shape;196;p18"/>
          <p:cNvPicPr preferRelativeResize="0"/>
          <p:nvPr/>
        </p:nvPicPr>
        <p:blipFill rotWithShape="1">
          <a:blip r:embed="rId4">
            <a:alphaModFix/>
          </a:blip>
          <a:srcRect b="0" l="0" r="0" t="0"/>
          <a:stretch/>
        </p:blipFill>
        <p:spPr>
          <a:xfrm>
            <a:off x="1984676" y="2829654"/>
            <a:ext cx="2699969" cy="1906172"/>
          </a:xfrm>
          <a:prstGeom prst="rect">
            <a:avLst/>
          </a:prstGeom>
          <a:noFill/>
          <a:ln>
            <a:noFill/>
          </a:ln>
        </p:spPr>
      </p:pic>
      <p:pic>
        <p:nvPicPr>
          <p:cNvPr descr="Equipe de inspeção na frente de uma escola cercada por mato." id="197" name="Google Shape;197;p18"/>
          <p:cNvPicPr preferRelativeResize="0"/>
          <p:nvPr/>
        </p:nvPicPr>
        <p:blipFill rotWithShape="1">
          <a:blip r:embed="rId5">
            <a:alphaModFix/>
          </a:blip>
          <a:srcRect b="0" l="0" r="0" t="0"/>
          <a:stretch/>
        </p:blipFill>
        <p:spPr>
          <a:xfrm>
            <a:off x="6340388" y="2240344"/>
            <a:ext cx="2405576" cy="1804182"/>
          </a:xfrm>
          <a:prstGeom prst="rect">
            <a:avLst/>
          </a:prstGeom>
          <a:noFill/>
          <a:ln>
            <a:noFill/>
          </a:ln>
        </p:spPr>
      </p:pic>
      <p:sp>
        <p:nvSpPr>
          <p:cNvPr id="198" name="Google Shape;198;p18"/>
          <p:cNvSpPr txBox="1"/>
          <p:nvPr/>
        </p:nvSpPr>
        <p:spPr>
          <a:xfrm>
            <a:off x="8930798" y="2449826"/>
            <a:ext cx="16241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1800">
                <a:solidFill>
                  <a:schemeClr val="dk1"/>
                </a:solidFill>
                <a:latin typeface="Gill Sans"/>
                <a:ea typeface="Gill Sans"/>
                <a:cs typeface="Gill Sans"/>
                <a:sym typeface="Gill Sans"/>
              </a:rPr>
              <a:t>Porto do Piauí </a:t>
            </a:r>
            <a:endParaRPr/>
          </a:p>
        </p:txBody>
      </p:sp>
      <p:pic>
        <p:nvPicPr>
          <p:cNvPr descr="Tempo de viagem de avião até Paris - 2022 | Dicas incríveis!" id="199" name="Google Shape;199;p18"/>
          <p:cNvPicPr preferRelativeResize="0"/>
          <p:nvPr/>
        </p:nvPicPr>
        <p:blipFill rotWithShape="1">
          <a:blip r:embed="rId6">
            <a:alphaModFix/>
          </a:blip>
          <a:srcRect b="0" l="0" r="0" t="0"/>
          <a:stretch/>
        </p:blipFill>
        <p:spPr>
          <a:xfrm>
            <a:off x="8222055" y="3954877"/>
            <a:ext cx="3388752" cy="1906173"/>
          </a:xfrm>
          <a:prstGeom prst="rect">
            <a:avLst/>
          </a:prstGeom>
          <a:noFill/>
          <a:ln>
            <a:noFill/>
          </a:ln>
        </p:spPr>
      </p:pic>
      <p:sp>
        <p:nvSpPr>
          <p:cNvPr id="200" name="Google Shape;200;p18"/>
          <p:cNvSpPr/>
          <p:nvPr/>
        </p:nvSpPr>
        <p:spPr>
          <a:xfrm>
            <a:off x="581191" y="2240344"/>
            <a:ext cx="5422392" cy="3633047"/>
          </a:xfrm>
          <a:prstGeom prst="rect">
            <a:avLst/>
          </a:prstGeom>
          <a:noFill/>
          <a:ln cap="flat" cmpd="sng" w="25400">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01" name="Google Shape;201;p18"/>
          <p:cNvSpPr/>
          <p:nvPr/>
        </p:nvSpPr>
        <p:spPr>
          <a:xfrm>
            <a:off x="6219602" y="2240344"/>
            <a:ext cx="5422392" cy="3633047"/>
          </a:xfrm>
          <a:prstGeom prst="rect">
            <a:avLst/>
          </a:prstGeom>
          <a:noFill/>
          <a:ln cap="flat" cmpd="sng" w="25400">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95"/>
                                        </p:tgtEl>
                                      </p:cBhvr>
                                    </p:animEffect>
                                    <p:set>
                                      <p:cBhvr>
                                        <p:cTn dur="1" fill="hold">
                                          <p:stCondLst>
                                            <p:cond delay="500"/>
                                          </p:stCondLst>
                                        </p:cTn>
                                        <p:tgtEl>
                                          <p:spTgt spid="19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500"/>
                                        <p:tgtEl>
                                          <p:spTgt spid="201"/>
                                        </p:tgtEl>
                                      </p:cBhvr>
                                    </p:animEffect>
                                  </p:childTnLst>
                                </p:cTn>
                              </p:par>
                              <p:par>
                                <p:cTn fill="hold" nodeType="with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par>
                                <p:cTn fill="hold" nodeType="with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6" name="Shape 206"/>
        <p:cNvGrpSpPr/>
        <p:nvPr/>
      </p:nvGrpSpPr>
      <p:grpSpPr>
        <a:xfrm>
          <a:off x="0" y="0"/>
          <a:ext cx="0" cy="0"/>
          <a:chOff x="0" y="0"/>
          <a:chExt cx="0" cy="0"/>
        </a:xfrm>
      </p:grpSpPr>
      <p:sp>
        <p:nvSpPr>
          <p:cNvPr id="207" name="Google Shape;207;p19"/>
          <p:cNvSpPr/>
          <p:nvPr/>
        </p:nvSpPr>
        <p:spPr>
          <a:xfrm>
            <a:off x="0" y="536712"/>
            <a:ext cx="12192000" cy="632128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08" name="Google Shape;208;p19"/>
          <p:cNvSpPr/>
          <p:nvPr/>
        </p:nvSpPr>
        <p:spPr>
          <a:xfrm>
            <a:off x="447817" y="5141974"/>
            <a:ext cx="11290860" cy="125882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9"/>
          <p:cNvSpPr txBox="1"/>
          <p:nvPr>
            <p:ph type="title"/>
          </p:nvPr>
        </p:nvSpPr>
        <p:spPr>
          <a:xfrm>
            <a:off x="581192" y="5264487"/>
            <a:ext cx="11029616" cy="71887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FFFEFF"/>
              </a:buClr>
              <a:buSzPts val="2800"/>
              <a:buFont typeface="Gill Sans"/>
              <a:buNone/>
            </a:pPr>
            <a:r>
              <a:rPr lang="pt-BR">
                <a:solidFill>
                  <a:srgbClr val="FFFEFF"/>
                </a:solidFill>
              </a:rPr>
              <a:t>COMO O STARLINK FUNCIONA</a:t>
            </a:r>
            <a:r>
              <a:rPr lang="pt-BR">
                <a:solidFill>
                  <a:srgbClr val="FFFEFF"/>
                </a:solidFill>
                <a:latin typeface="Arial"/>
                <a:ea typeface="Arial"/>
                <a:cs typeface="Arial"/>
                <a:sym typeface="Arial"/>
              </a:rPr>
              <a:t>?</a:t>
            </a:r>
            <a:endParaRPr/>
          </a:p>
        </p:txBody>
      </p:sp>
      <p:grpSp>
        <p:nvGrpSpPr>
          <p:cNvPr id="210" name="Google Shape;210;p19"/>
          <p:cNvGrpSpPr/>
          <p:nvPr/>
        </p:nvGrpSpPr>
        <p:grpSpPr>
          <a:xfrm>
            <a:off x="984396" y="1562579"/>
            <a:ext cx="10353096" cy="2226423"/>
            <a:chOff x="341458" y="704134"/>
            <a:chExt cx="10353096" cy="2226423"/>
          </a:xfrm>
        </p:grpSpPr>
        <p:sp>
          <p:nvSpPr>
            <p:cNvPr id="211" name="Google Shape;211;p19"/>
            <p:cNvSpPr/>
            <p:nvPr/>
          </p:nvSpPr>
          <p:spPr>
            <a:xfrm>
              <a:off x="9091114" y="857580"/>
              <a:ext cx="1276762" cy="1276762"/>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9"/>
            <p:cNvSpPr/>
            <p:nvPr/>
          </p:nvSpPr>
          <p:spPr>
            <a:xfrm>
              <a:off x="8894554" y="2208537"/>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9"/>
            <p:cNvSpPr txBox="1"/>
            <p:nvPr/>
          </p:nvSpPr>
          <p:spPr>
            <a:xfrm>
              <a:off x="8894554" y="2208537"/>
              <a:ext cx="1800000"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400"/>
                <a:buFont typeface="Gill Sans"/>
                <a:buNone/>
              </a:pPr>
              <a:r>
                <a:rPr lang="pt-BR" sz="2400">
                  <a:solidFill>
                    <a:schemeClr val="dk1"/>
                  </a:solidFill>
                  <a:latin typeface="Gill Sans"/>
                  <a:ea typeface="Gill Sans"/>
                  <a:cs typeface="Gill Sans"/>
                  <a:sym typeface="Gill Sans"/>
                </a:rPr>
                <a:t>Rede</a:t>
              </a:r>
              <a:endParaRPr/>
            </a:p>
          </p:txBody>
        </p:sp>
        <p:sp>
          <p:nvSpPr>
            <p:cNvPr id="214" name="Google Shape;214;p19"/>
            <p:cNvSpPr/>
            <p:nvPr/>
          </p:nvSpPr>
          <p:spPr>
            <a:xfrm>
              <a:off x="7226009" y="806939"/>
              <a:ext cx="1276762" cy="1276762"/>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9"/>
            <p:cNvSpPr/>
            <p:nvPr/>
          </p:nvSpPr>
          <p:spPr>
            <a:xfrm>
              <a:off x="6992512" y="2210553"/>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9"/>
            <p:cNvSpPr txBox="1"/>
            <p:nvPr/>
          </p:nvSpPr>
          <p:spPr>
            <a:xfrm>
              <a:off x="6992512" y="2210553"/>
              <a:ext cx="1800000"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400"/>
                <a:buFont typeface="Gill Sans"/>
                <a:buNone/>
              </a:pPr>
              <a:r>
                <a:rPr lang="pt-BR" sz="2400">
                  <a:solidFill>
                    <a:schemeClr val="dk1"/>
                  </a:solidFill>
                  <a:latin typeface="Gill Sans"/>
                  <a:ea typeface="Gill Sans"/>
                  <a:cs typeface="Gill Sans"/>
                  <a:sym typeface="Gill Sans"/>
                </a:rPr>
                <a:t>Satélite</a:t>
              </a:r>
              <a:endParaRPr/>
            </a:p>
          </p:txBody>
        </p:sp>
        <p:sp>
          <p:nvSpPr>
            <p:cNvPr id="217" name="Google Shape;217;p19"/>
            <p:cNvSpPr/>
            <p:nvPr/>
          </p:nvSpPr>
          <p:spPr>
            <a:xfrm>
              <a:off x="2855542" y="704134"/>
              <a:ext cx="1276762" cy="1276762"/>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9"/>
            <p:cNvSpPr/>
            <p:nvPr/>
          </p:nvSpPr>
          <p:spPr>
            <a:xfrm>
              <a:off x="2595562" y="2210553"/>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9"/>
            <p:cNvSpPr txBox="1"/>
            <p:nvPr/>
          </p:nvSpPr>
          <p:spPr>
            <a:xfrm>
              <a:off x="2595562" y="2210553"/>
              <a:ext cx="1800000"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400"/>
                <a:buFont typeface="Gill Sans"/>
                <a:buNone/>
              </a:pPr>
              <a:r>
                <a:rPr lang="pt-BR" sz="2400">
                  <a:solidFill>
                    <a:schemeClr val="dk1"/>
                  </a:solidFill>
                  <a:latin typeface="Gill Sans"/>
                  <a:ea typeface="Gill Sans"/>
                  <a:cs typeface="Gill Sans"/>
                  <a:sym typeface="Gill Sans"/>
                </a:rPr>
                <a:t>Roteador</a:t>
              </a:r>
              <a:endParaRPr/>
            </a:p>
          </p:txBody>
        </p:sp>
        <p:sp>
          <p:nvSpPr>
            <p:cNvPr id="220" name="Google Shape;220;p19"/>
            <p:cNvSpPr/>
            <p:nvPr/>
          </p:nvSpPr>
          <p:spPr>
            <a:xfrm>
              <a:off x="676987" y="927542"/>
              <a:ext cx="1141921" cy="1089838"/>
            </a:xfrm>
            <a:prstGeom prst="rect">
              <a:avLst/>
            </a:prstGeom>
            <a:blipFill rotWithShape="1">
              <a:blip r:embed="rId6">
                <a:alphaModFix/>
              </a:blip>
              <a:stretch>
                <a:fillRect b="0" l="0" r="0" t="0"/>
              </a:stretch>
            </a:blipFill>
            <a:ln cap="rnd" cmpd="sng" w="22225">
              <a:solidFill>
                <a:schemeClr val="lt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9"/>
            <p:cNvSpPr/>
            <p:nvPr/>
          </p:nvSpPr>
          <p:spPr>
            <a:xfrm>
              <a:off x="341458" y="2210557"/>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9"/>
            <p:cNvSpPr txBox="1"/>
            <p:nvPr/>
          </p:nvSpPr>
          <p:spPr>
            <a:xfrm>
              <a:off x="341458" y="2210557"/>
              <a:ext cx="1800000"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400"/>
                <a:buFont typeface="Gill Sans"/>
                <a:buNone/>
              </a:pPr>
              <a:r>
                <a:rPr lang="pt-BR" sz="2400">
                  <a:solidFill>
                    <a:schemeClr val="dk1"/>
                  </a:solidFill>
                  <a:latin typeface="Gill Sans"/>
                  <a:ea typeface="Gill Sans"/>
                  <a:cs typeface="Gill Sans"/>
                  <a:sym typeface="Gill Sans"/>
                </a:rPr>
                <a:t>Computador</a:t>
              </a:r>
              <a:endParaRPr/>
            </a:p>
          </p:txBody>
        </p:sp>
        <p:sp>
          <p:nvSpPr>
            <p:cNvPr id="223" name="Google Shape;223;p19"/>
            <p:cNvSpPr/>
            <p:nvPr/>
          </p:nvSpPr>
          <p:spPr>
            <a:xfrm>
              <a:off x="5188745" y="1080818"/>
              <a:ext cx="810000" cy="810000"/>
            </a:xfrm>
            <a:prstGeom prst="rect">
              <a:avLst/>
            </a:prstGeom>
            <a:blipFill rotWithShape="1">
              <a:blip r:embed="rId7">
                <a:alphaModFix/>
              </a:blip>
              <a:stretch>
                <a:fillRect b="0" l="0" r="0" t="0"/>
              </a:stretch>
            </a:blipFill>
            <a:ln cap="rnd" cmpd="sng" w="22225">
              <a:solidFill>
                <a:schemeClr val="lt1">
                  <a:alpha val="0"/>
                </a:scheme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9"/>
            <p:cNvSpPr/>
            <p:nvPr/>
          </p:nvSpPr>
          <p:spPr>
            <a:xfrm>
              <a:off x="4693732" y="2160980"/>
              <a:ext cx="1800000" cy="72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9"/>
            <p:cNvSpPr txBox="1"/>
            <p:nvPr/>
          </p:nvSpPr>
          <p:spPr>
            <a:xfrm>
              <a:off x="4693732" y="2160980"/>
              <a:ext cx="1800000" cy="72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2400"/>
                <a:buFont typeface="Gill Sans"/>
                <a:buNone/>
              </a:pPr>
              <a:r>
                <a:rPr lang="pt-BR" sz="2400">
                  <a:solidFill>
                    <a:schemeClr val="dk1"/>
                  </a:solidFill>
                  <a:latin typeface="Gill Sans"/>
                  <a:ea typeface="Gill Sans"/>
                  <a:cs typeface="Gill Sans"/>
                  <a:sym typeface="Gill Sans"/>
                </a:rPr>
                <a:t>Antena</a:t>
              </a:r>
              <a:endParaRPr/>
            </a:p>
          </p:txBody>
        </p:sp>
      </p:gr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500"/>
                                        <p:tgtEl>
                                          <p:spTgt spid="2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0"/>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pt-BR"/>
              <a:t>COMO O STARLINK FUNCIONA</a:t>
            </a:r>
            <a:r>
              <a:rPr lang="pt-BR">
                <a:latin typeface="Arial"/>
                <a:ea typeface="Arial"/>
                <a:cs typeface="Arial"/>
                <a:sym typeface="Arial"/>
              </a:rPr>
              <a:t>?</a:t>
            </a:r>
            <a:endParaRPr/>
          </a:p>
        </p:txBody>
      </p:sp>
      <p:pic>
        <p:nvPicPr>
          <p:cNvPr descr="Wi-Fi com preenchimento sólido" id="231" name="Google Shape;231;p20"/>
          <p:cNvPicPr preferRelativeResize="0"/>
          <p:nvPr>
            <p:ph idx="1" type="body"/>
          </p:nvPr>
        </p:nvPicPr>
        <p:blipFill rotWithShape="1">
          <a:blip r:embed="rId3">
            <a:alphaModFix/>
          </a:blip>
          <a:srcRect b="0" l="0" r="0" t="0"/>
          <a:stretch/>
        </p:blipFill>
        <p:spPr>
          <a:xfrm>
            <a:off x="7610906" y="2792064"/>
            <a:ext cx="2292465" cy="2292465"/>
          </a:xfrm>
          <a:prstGeom prst="rect">
            <a:avLst/>
          </a:prstGeom>
          <a:noFill/>
          <a:ln cap="flat" cmpd="sng" w="25400">
            <a:solidFill>
              <a:schemeClr val="dk1"/>
            </a:solidFill>
            <a:prstDash val="solid"/>
            <a:round/>
            <a:headEnd len="sm" w="sm" type="none"/>
            <a:tailEnd len="sm" w="sm" type="none"/>
          </a:ln>
        </p:spPr>
      </p:pic>
      <p:pic>
        <p:nvPicPr>
          <p:cNvPr id="232" name="Google Shape;232;p20"/>
          <p:cNvPicPr preferRelativeResize="0"/>
          <p:nvPr/>
        </p:nvPicPr>
        <p:blipFill rotWithShape="1">
          <a:blip r:embed="rId4">
            <a:alphaModFix/>
          </a:blip>
          <a:srcRect b="0" l="0" r="0" t="0"/>
          <a:stretch/>
        </p:blipFill>
        <p:spPr>
          <a:xfrm>
            <a:off x="1186103" y="2657621"/>
            <a:ext cx="4553516" cy="2561353"/>
          </a:xfrm>
          <a:prstGeom prst="rect">
            <a:avLst/>
          </a:prstGeom>
          <a:noFill/>
          <a:ln>
            <a:noFill/>
          </a:ln>
        </p:spPr>
      </p:pic>
      <p:sp>
        <p:nvSpPr>
          <p:cNvPr id="233" name="Google Shape;233;p20"/>
          <p:cNvSpPr/>
          <p:nvPr/>
        </p:nvSpPr>
        <p:spPr>
          <a:xfrm>
            <a:off x="581192" y="1899138"/>
            <a:ext cx="11029616" cy="4473527"/>
          </a:xfrm>
          <a:prstGeom prst="rect">
            <a:avLst/>
          </a:prstGeom>
          <a:noFill/>
          <a:ln cap="flat" cmpd="sng" w="25400">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pic>
        <p:nvPicPr>
          <p:cNvPr descr="Marca de seleção com preenchimento sólido" id="234" name="Google Shape;234;p20"/>
          <p:cNvPicPr preferRelativeResize="0"/>
          <p:nvPr/>
        </p:nvPicPr>
        <p:blipFill rotWithShape="1">
          <a:blip r:embed="rId5">
            <a:alphaModFix/>
          </a:blip>
          <a:srcRect b="0" l="0" r="0" t="0"/>
          <a:stretch/>
        </p:blipFill>
        <p:spPr>
          <a:xfrm>
            <a:off x="8988971" y="4135901"/>
            <a:ext cx="914400" cy="914400"/>
          </a:xfrm>
          <a:prstGeom prst="rect">
            <a:avLst/>
          </a:prstGeom>
          <a:noFill/>
          <a:ln>
            <a:noFill/>
          </a:ln>
        </p:spPr>
      </p:pic>
      <p:sp>
        <p:nvSpPr>
          <p:cNvPr id="235" name="Google Shape;235;p20"/>
          <p:cNvSpPr txBox="1"/>
          <p:nvPr/>
        </p:nvSpPr>
        <p:spPr>
          <a:xfrm>
            <a:off x="8205544" y="4662243"/>
            <a:ext cx="1103187"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9600">
                <a:solidFill>
                  <a:schemeClr val="dk1"/>
                </a:solidFill>
                <a:latin typeface="Arial"/>
                <a:ea typeface="Arial"/>
                <a:cs typeface="Arial"/>
                <a:sym typeface="Arial"/>
              </a:rPr>
              <a:t>∞</a:t>
            </a:r>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0"/>
                                        </p:tgtEl>
                                        <p:attrNameLst>
                                          <p:attrName>style.visibility</p:attrName>
                                        </p:attrNameLst>
                                      </p:cBhvr>
                                      <p:to>
                                        <p:strVal val="visible"/>
                                      </p:to>
                                    </p:set>
                                    <p:animEffect filter="fade" transition="in">
                                      <p:cBhvr>
                                        <p:cTn dur="500"/>
                                        <p:tgtEl>
                                          <p:spTgt spid="23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par>
                                <p:cTn fill="hold" nodeType="with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1"/>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pt-BR"/>
              <a:t>PLANOS</a:t>
            </a:r>
            <a:endParaRPr/>
          </a:p>
        </p:txBody>
      </p:sp>
      <p:sp>
        <p:nvSpPr>
          <p:cNvPr id="241" name="Google Shape;241;p21"/>
          <p:cNvSpPr txBox="1"/>
          <p:nvPr/>
        </p:nvSpPr>
        <p:spPr>
          <a:xfrm>
            <a:off x="744377" y="2789431"/>
            <a:ext cx="5096022" cy="2350580"/>
          </a:xfrm>
          <a:prstGeom prst="rect">
            <a:avLst/>
          </a:prstGeom>
          <a:noFill/>
          <a:ln>
            <a:noFill/>
          </a:ln>
        </p:spPr>
        <p:txBody>
          <a:bodyPr anchorCtr="0" anchor="t" bIns="45700" lIns="91425" spcFirstLastPara="1" rIns="91425" wrap="square" tIns="45700">
            <a:spAutoFit/>
          </a:bodyPr>
          <a:lstStyle/>
          <a:p>
            <a:pPr indent="0" lvl="0" marL="0" marR="0" rtl="0" algn="just">
              <a:lnSpc>
                <a:spcPct val="107000"/>
              </a:lnSpc>
              <a:spcBef>
                <a:spcPts val="0"/>
              </a:spcBef>
              <a:spcAft>
                <a:spcPts val="0"/>
              </a:spcAft>
              <a:buNone/>
            </a:pPr>
            <a:r>
              <a:rPr b="1" lang="pt-BR" sz="1800">
                <a:solidFill>
                  <a:schemeClr val="dk1"/>
                </a:solidFill>
                <a:latin typeface="Arial"/>
                <a:ea typeface="Arial"/>
                <a:cs typeface="Arial"/>
                <a:sym typeface="Arial"/>
              </a:rPr>
              <a:t>Starlink básico:</a:t>
            </a:r>
            <a:r>
              <a:rPr lang="pt-BR" sz="1800">
                <a:solidFill>
                  <a:schemeClr val="dk1"/>
                </a:solidFill>
                <a:latin typeface="Arial"/>
                <a:ea typeface="Arial"/>
                <a:cs typeface="Arial"/>
                <a:sym typeface="Arial"/>
              </a:rPr>
              <a:t> 50-250Mb/s de download, 10-20Mb/s de upload e latência de 20-40ms. </a:t>
            </a:r>
            <a:endParaRPr/>
          </a:p>
          <a:p>
            <a:pPr indent="0" lvl="0" marL="0" marR="0" rtl="0" algn="just">
              <a:lnSpc>
                <a:spcPct val="107000"/>
              </a:lnSpc>
              <a:spcBef>
                <a:spcPts val="800"/>
              </a:spcBef>
              <a:spcAft>
                <a:spcPts val="0"/>
              </a:spcAft>
              <a:buNone/>
            </a:pPr>
            <a:r>
              <a:rPr lang="pt-BR" sz="1800">
                <a:solidFill>
                  <a:schemeClr val="dk1"/>
                </a:solidFill>
                <a:latin typeface="Arial"/>
                <a:ea typeface="Arial"/>
                <a:cs typeface="Arial"/>
                <a:sym typeface="Arial"/>
              </a:rPr>
              <a:t>US$599,00 para a instalação única, US$110,00 por mês. </a:t>
            </a:r>
            <a:endParaRPr/>
          </a:p>
          <a:p>
            <a:pPr indent="0" lvl="0" marL="0" marR="0" rtl="0" algn="just">
              <a:lnSpc>
                <a:spcPct val="107000"/>
              </a:lnSpc>
              <a:spcBef>
                <a:spcPts val="800"/>
              </a:spcBef>
              <a:spcAft>
                <a:spcPts val="0"/>
              </a:spcAft>
              <a:buNone/>
            </a:pPr>
            <a:r>
              <a:rPr lang="pt-BR" sz="1800">
                <a:solidFill>
                  <a:schemeClr val="dk1"/>
                </a:solidFill>
                <a:latin typeface="Arial"/>
                <a:ea typeface="Arial"/>
                <a:cs typeface="Arial"/>
                <a:sym typeface="Arial"/>
              </a:rPr>
              <a:t>No Brasil, R$2.670,00 para a instalação única e R$530,00 por mês, mais frete e taxas impostas pela Receita Federal.</a:t>
            </a:r>
            <a:endParaRPr/>
          </a:p>
        </p:txBody>
      </p:sp>
      <p:sp>
        <p:nvSpPr>
          <p:cNvPr id="242" name="Google Shape;242;p21"/>
          <p:cNvSpPr txBox="1"/>
          <p:nvPr/>
        </p:nvSpPr>
        <p:spPr>
          <a:xfrm>
            <a:off x="6312877" y="2766603"/>
            <a:ext cx="5134746" cy="2350580"/>
          </a:xfrm>
          <a:prstGeom prst="rect">
            <a:avLst/>
          </a:prstGeom>
          <a:noFill/>
          <a:ln>
            <a:noFill/>
          </a:ln>
        </p:spPr>
        <p:txBody>
          <a:bodyPr anchorCtr="0" anchor="t" bIns="45700" lIns="91425" spcFirstLastPara="1" rIns="91425" wrap="square" tIns="45700">
            <a:spAutoFit/>
          </a:bodyPr>
          <a:lstStyle/>
          <a:p>
            <a:pPr indent="0" lvl="0" marL="0" marR="0" rtl="0" algn="just">
              <a:lnSpc>
                <a:spcPct val="107000"/>
              </a:lnSpc>
              <a:spcBef>
                <a:spcPts val="0"/>
              </a:spcBef>
              <a:spcAft>
                <a:spcPts val="0"/>
              </a:spcAft>
              <a:buNone/>
            </a:pPr>
            <a:r>
              <a:rPr b="1" lang="pt-BR" sz="1800">
                <a:solidFill>
                  <a:schemeClr val="dk1"/>
                </a:solidFill>
                <a:latin typeface="Arial"/>
                <a:ea typeface="Arial"/>
                <a:cs typeface="Arial"/>
                <a:sym typeface="Arial"/>
              </a:rPr>
              <a:t>Starling Premium:</a:t>
            </a:r>
            <a:r>
              <a:rPr lang="pt-BR" sz="1800">
                <a:solidFill>
                  <a:schemeClr val="dk1"/>
                </a:solidFill>
                <a:latin typeface="Arial"/>
                <a:ea typeface="Arial"/>
                <a:cs typeface="Arial"/>
                <a:sym typeface="Arial"/>
              </a:rPr>
              <a:t> 150-500Mb/s de download, 20-40Mb/s de upload e latência de 20-40ms.</a:t>
            </a:r>
            <a:endParaRPr/>
          </a:p>
          <a:p>
            <a:pPr indent="0" lvl="0" marL="0" marR="0" rtl="0" algn="just">
              <a:lnSpc>
                <a:spcPct val="107000"/>
              </a:lnSpc>
              <a:spcBef>
                <a:spcPts val="800"/>
              </a:spcBef>
              <a:spcAft>
                <a:spcPts val="0"/>
              </a:spcAft>
              <a:buNone/>
            </a:pPr>
            <a:r>
              <a:rPr lang="pt-BR" sz="1800">
                <a:solidFill>
                  <a:schemeClr val="dk1"/>
                </a:solidFill>
                <a:latin typeface="Arial"/>
                <a:ea typeface="Arial"/>
                <a:cs typeface="Arial"/>
                <a:sym typeface="Arial"/>
              </a:rPr>
              <a:t>US$2.500,00 para a instalação única, US$500,00 por mês.</a:t>
            </a:r>
            <a:endParaRPr/>
          </a:p>
          <a:p>
            <a:pPr indent="0" lvl="0" marL="0" marR="0" rtl="0" algn="just">
              <a:lnSpc>
                <a:spcPct val="107000"/>
              </a:lnSpc>
              <a:spcBef>
                <a:spcPts val="800"/>
              </a:spcBef>
              <a:spcAft>
                <a:spcPts val="0"/>
              </a:spcAft>
              <a:buNone/>
            </a:pPr>
            <a:r>
              <a:rPr lang="pt-BR" sz="1800">
                <a:solidFill>
                  <a:schemeClr val="dk1"/>
                </a:solidFill>
                <a:latin typeface="Arial"/>
                <a:ea typeface="Arial"/>
                <a:cs typeface="Arial"/>
                <a:sym typeface="Arial"/>
              </a:rPr>
              <a:t>No Brasil, R$13.290,00 para a instalação única e R$2.650,00 por mês, mais frete e taxas impostas pela Receita Federal.</a:t>
            </a:r>
            <a:endParaRPr/>
          </a:p>
        </p:txBody>
      </p:sp>
      <p:sp>
        <p:nvSpPr>
          <p:cNvPr id="243" name="Google Shape;243;p21"/>
          <p:cNvSpPr/>
          <p:nvPr/>
        </p:nvSpPr>
        <p:spPr>
          <a:xfrm>
            <a:off x="581191" y="2240344"/>
            <a:ext cx="5422392" cy="3633047"/>
          </a:xfrm>
          <a:prstGeom prst="rect">
            <a:avLst/>
          </a:prstGeom>
          <a:noFill/>
          <a:ln cap="flat" cmpd="sng" w="25400">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44" name="Google Shape;244;p21"/>
          <p:cNvSpPr/>
          <p:nvPr/>
        </p:nvSpPr>
        <p:spPr>
          <a:xfrm>
            <a:off x="6188417" y="2240344"/>
            <a:ext cx="5422392" cy="3633047"/>
          </a:xfrm>
          <a:prstGeom prst="rect">
            <a:avLst/>
          </a:prstGeom>
          <a:noFill/>
          <a:ln cap="flat" cmpd="sng" w="25400">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500"/>
                                        <p:tgtEl>
                                          <p:spTgt spid="240"/>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43"/>
                                        </p:tgtEl>
                                        <p:attrNameLst>
                                          <p:attrName>style.visibility</p:attrName>
                                        </p:attrNameLst>
                                      </p:cBhvr>
                                      <p:to>
                                        <p:strVal val="visible"/>
                                      </p:to>
                                    </p:set>
                                    <p:animEffect filter="fade" transition="in">
                                      <p:cBhvr>
                                        <p:cTn dur="500"/>
                                        <p:tgtEl>
                                          <p:spTgt spid="24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300"/>
                                        <p:tgtEl>
                                          <p:spTgt spid="241"/>
                                        </p:tgtEl>
                                      </p:cBhvr>
                                    </p:animEffect>
                                  </p:childTnLst>
                                </p:cTn>
                              </p:par>
                            </p:childTnLst>
                          </p:cTn>
                        </p:par>
                        <p:par>
                          <p:cTn fill="hold">
                            <p:stCondLst>
                              <p:cond delay="1300"/>
                            </p:stCondLst>
                            <p:childTnLst>
                              <p:par>
                                <p:cTn fill="hold" nodeType="afterEffect" presetClass="entr" presetID="10" presetSubtype="0">
                                  <p:stCondLst>
                                    <p:cond delay="0"/>
                                  </p:stCondLst>
                                  <p:childTnLst>
                                    <p:set>
                                      <p:cBhvr>
                                        <p:cTn dur="1" fill="hold">
                                          <p:stCondLst>
                                            <p:cond delay="0"/>
                                          </p:stCondLst>
                                        </p:cTn>
                                        <p:tgtEl>
                                          <p:spTgt spid="244"/>
                                        </p:tgtEl>
                                        <p:attrNameLst>
                                          <p:attrName>style.visibility</p:attrName>
                                        </p:attrNameLst>
                                      </p:cBhvr>
                                      <p:to>
                                        <p:strVal val="visible"/>
                                      </p:to>
                                    </p:set>
                                    <p:animEffect filter="fade" transition="in">
                                      <p:cBhvr>
                                        <p:cTn dur="500"/>
                                        <p:tgtEl>
                                          <p:spTgt spid="244"/>
                                        </p:tgtEl>
                                      </p:cBhvr>
                                    </p:animEffect>
                                  </p:childTnLst>
                                </p:cTn>
                              </p:par>
                            </p:childTnLst>
                          </p:cTn>
                        </p:par>
                        <p:par>
                          <p:cTn fill="hold">
                            <p:stCondLst>
                              <p:cond delay="1800"/>
                            </p:stCondLst>
                            <p:childTnLst>
                              <p:par>
                                <p:cTn fill="hold" nodeType="after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3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2"/>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pt-BR"/>
              <a:t>DISPONIBILIDADE</a:t>
            </a:r>
            <a:endParaRPr/>
          </a:p>
        </p:txBody>
      </p:sp>
      <p:pic>
        <p:nvPicPr>
          <p:cNvPr descr="Vivo | Área de cobertura - Consulte sua localidade" id="250" name="Google Shape;250;p22"/>
          <p:cNvPicPr preferRelativeResize="0"/>
          <p:nvPr/>
        </p:nvPicPr>
        <p:blipFill rotWithShape="1">
          <a:blip r:embed="rId3">
            <a:alphaModFix/>
          </a:blip>
          <a:srcRect b="0" l="0" r="0" t="0"/>
          <a:stretch/>
        </p:blipFill>
        <p:spPr>
          <a:xfrm>
            <a:off x="7665320" y="2593627"/>
            <a:ext cx="2818180" cy="2818180"/>
          </a:xfrm>
          <a:prstGeom prst="rect">
            <a:avLst/>
          </a:prstGeom>
          <a:noFill/>
          <a:ln>
            <a:noFill/>
          </a:ln>
        </p:spPr>
      </p:pic>
      <p:pic>
        <p:nvPicPr>
          <p:cNvPr descr="Planeta Terra - Toda Matéria" id="251" name="Google Shape;251;p22"/>
          <p:cNvPicPr preferRelativeResize="0"/>
          <p:nvPr/>
        </p:nvPicPr>
        <p:blipFill rotWithShape="1">
          <a:blip r:embed="rId4">
            <a:alphaModFix/>
          </a:blip>
          <a:srcRect b="0" l="0" r="0" t="0"/>
          <a:stretch/>
        </p:blipFill>
        <p:spPr>
          <a:xfrm>
            <a:off x="1063941" y="2628034"/>
            <a:ext cx="3534780" cy="2832984"/>
          </a:xfrm>
          <a:prstGeom prst="ellipse">
            <a:avLst/>
          </a:prstGeom>
          <a:noFill/>
          <a:ln>
            <a:noFill/>
          </a:ln>
        </p:spPr>
      </p:pic>
      <p:sp>
        <p:nvSpPr>
          <p:cNvPr id="252" name="Google Shape;252;p22"/>
          <p:cNvSpPr txBox="1"/>
          <p:nvPr/>
        </p:nvSpPr>
        <p:spPr>
          <a:xfrm>
            <a:off x="4130540" y="2540111"/>
            <a:ext cx="1502334"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pt-BR" sz="2800">
                <a:solidFill>
                  <a:schemeClr val="dk1"/>
                </a:solidFill>
                <a:latin typeface="Gill Sans"/>
                <a:ea typeface="Gill Sans"/>
                <a:cs typeface="Gill Sans"/>
                <a:sym typeface="Gill Sans"/>
              </a:rPr>
              <a:t>32 países</a:t>
            </a:r>
            <a:endParaRPr/>
          </a:p>
        </p:txBody>
      </p:sp>
      <p:sp>
        <p:nvSpPr>
          <p:cNvPr id="253" name="Google Shape;253;p22"/>
          <p:cNvSpPr/>
          <p:nvPr/>
        </p:nvSpPr>
        <p:spPr>
          <a:xfrm>
            <a:off x="581190" y="2240344"/>
            <a:ext cx="11029615" cy="3633047"/>
          </a:xfrm>
          <a:prstGeom prst="rect">
            <a:avLst/>
          </a:prstGeom>
          <a:noFill/>
          <a:ln cap="flat" cmpd="sng" w="25400">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500"/>
                                        <p:tgtEl>
                                          <p:spTgt spid="251"/>
                                        </p:tgtEl>
                                      </p:cBhvr>
                                    </p:animEffect>
                                  </p:childTnLst>
                                </p:cTn>
                              </p:par>
                              <p:par>
                                <p:cTn fill="hold" nodeType="with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
                                        <p:tgtEl>
                                          <p:spTgt spid="25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3"/>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pt-BR"/>
              <a:t>FUNCIONAMENTO DAS ONDAS DOS SATÉLITES</a:t>
            </a:r>
            <a:endParaRPr/>
          </a:p>
        </p:txBody>
      </p:sp>
      <p:pic>
        <p:nvPicPr>
          <p:cNvPr descr="Ondas de rádio: o que são, características, usos - Brasil Escola" id="259" name="Google Shape;259;p23"/>
          <p:cNvPicPr preferRelativeResize="0"/>
          <p:nvPr/>
        </p:nvPicPr>
        <p:blipFill rotWithShape="1">
          <a:blip r:embed="rId3">
            <a:alphaModFix/>
          </a:blip>
          <a:srcRect b="0" l="0" r="0" t="0"/>
          <a:stretch/>
        </p:blipFill>
        <p:spPr>
          <a:xfrm>
            <a:off x="3046982" y="2290464"/>
            <a:ext cx="6098034" cy="2920247"/>
          </a:xfrm>
          <a:prstGeom prst="rect">
            <a:avLst/>
          </a:prstGeom>
          <a:noFill/>
          <a:ln>
            <a:noFill/>
          </a:ln>
        </p:spPr>
      </p:pic>
      <p:sp>
        <p:nvSpPr>
          <p:cNvPr id="260" name="Google Shape;260;p23"/>
          <p:cNvSpPr txBox="1"/>
          <p:nvPr/>
        </p:nvSpPr>
        <p:spPr>
          <a:xfrm>
            <a:off x="4673403" y="5351214"/>
            <a:ext cx="284519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pt-BR" sz="1800">
                <a:solidFill>
                  <a:srgbClr val="424242"/>
                </a:solidFill>
                <a:latin typeface="Roboto"/>
                <a:ea typeface="Roboto"/>
                <a:cs typeface="Roboto"/>
                <a:sym typeface="Roboto"/>
              </a:rPr>
              <a:t>Entra 26.5 GHz e 40 GHz</a:t>
            </a:r>
            <a:endParaRPr sz="1800">
              <a:solidFill>
                <a:schemeClr val="dk1"/>
              </a:solidFill>
              <a:latin typeface="Gill Sans"/>
              <a:ea typeface="Gill Sans"/>
              <a:cs typeface="Gill Sans"/>
              <a:sym typeface="Gill Sans"/>
            </a:endParaRPr>
          </a:p>
        </p:txBody>
      </p:sp>
      <p:sp>
        <p:nvSpPr>
          <p:cNvPr id="261" name="Google Shape;261;p23"/>
          <p:cNvSpPr/>
          <p:nvPr/>
        </p:nvSpPr>
        <p:spPr>
          <a:xfrm>
            <a:off x="581190" y="2240344"/>
            <a:ext cx="11029615" cy="3633047"/>
          </a:xfrm>
          <a:prstGeom prst="rect">
            <a:avLst/>
          </a:prstGeom>
          <a:noFill/>
          <a:ln cap="flat" cmpd="sng" w="25400">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4"/>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pt-BR"/>
              <a:t>STARLINK E COMO AS EMPRESAS E O MERCADO O ENCARAM</a:t>
            </a:r>
            <a:endParaRPr/>
          </a:p>
        </p:txBody>
      </p:sp>
      <p:pic>
        <p:nvPicPr>
          <p:cNvPr descr="Gráficos" id="268" name="Google Shape;268;p24"/>
          <p:cNvPicPr preferRelativeResize="0"/>
          <p:nvPr>
            <p:ph idx="1" type="body"/>
          </p:nvPr>
        </p:nvPicPr>
        <p:blipFill rotWithShape="1">
          <a:blip r:embed="rId3">
            <a:alphaModFix/>
          </a:blip>
          <a:srcRect b="0" l="0" r="0" t="0"/>
          <a:stretch/>
        </p:blipFill>
        <p:spPr>
          <a:xfrm>
            <a:off x="581025" y="2231480"/>
            <a:ext cx="5422900" cy="3625353"/>
          </a:xfrm>
          <a:prstGeom prst="rect">
            <a:avLst/>
          </a:prstGeom>
          <a:noFill/>
          <a:ln>
            <a:noFill/>
          </a:ln>
        </p:spPr>
      </p:pic>
      <p:pic>
        <p:nvPicPr>
          <p:cNvPr id="269" name="Google Shape;269;p24"/>
          <p:cNvPicPr preferRelativeResize="0"/>
          <p:nvPr/>
        </p:nvPicPr>
        <p:blipFill rotWithShape="1">
          <a:blip r:embed="rId4">
            <a:alphaModFix/>
          </a:blip>
          <a:srcRect b="0" l="0" r="0" t="0"/>
          <a:stretch/>
        </p:blipFill>
        <p:spPr>
          <a:xfrm>
            <a:off x="6762593" y="2783412"/>
            <a:ext cx="4607397" cy="2591661"/>
          </a:xfrm>
          <a:prstGeom prst="ellipse">
            <a:avLst/>
          </a:prstGeom>
          <a:noFill/>
          <a:ln cap="rnd" cmpd="sng" w="63500">
            <a:solidFill>
              <a:srgbClr val="333333"/>
            </a:solidFill>
            <a:prstDash val="solid"/>
            <a:round/>
            <a:headEnd len="sm" w="sm" type="none"/>
            <a:tailEnd len="sm" w="sm" type="none"/>
          </a:ln>
          <a:effectLst>
            <a:outerShdw blurRad="76200" kx="-800400" rotWithShape="0" algn="bl" dir="2700000" dist="12700" sy="-23000">
              <a:srgbClr val="000000">
                <a:alpha val="20000"/>
              </a:srgbClr>
            </a:outerShdw>
          </a:effectLst>
        </p:spPr>
      </p:pic>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25"/>
          <p:cNvPicPr preferRelativeResize="0"/>
          <p:nvPr/>
        </p:nvPicPr>
        <p:blipFill rotWithShape="1">
          <a:blip r:embed="rId3">
            <a:alphaModFix/>
          </a:blip>
          <a:srcRect b="0" l="0" r="0" t="0"/>
          <a:stretch/>
        </p:blipFill>
        <p:spPr>
          <a:xfrm>
            <a:off x="1097391" y="4051495"/>
            <a:ext cx="3333750" cy="2091597"/>
          </a:xfrm>
          <a:prstGeom prst="roundRect">
            <a:avLst>
              <a:gd fmla="val 16667" name="adj"/>
            </a:avLst>
          </a:prstGeom>
          <a:noFill/>
          <a:ln>
            <a:noFill/>
          </a:ln>
          <a:effectLst>
            <a:outerShdw blurRad="76200" rotWithShape="0" algn="tl" dir="7800000" dist="38100">
              <a:srgbClr val="000000">
                <a:alpha val="40000"/>
              </a:srgbClr>
            </a:outerShdw>
          </a:effectLst>
        </p:spPr>
      </p:pic>
      <p:sp>
        <p:nvSpPr>
          <p:cNvPr id="275" name="Google Shape;275;p25"/>
          <p:cNvSpPr txBox="1"/>
          <p:nvPr>
            <p:ph type="title"/>
          </p:nvPr>
        </p:nvSpPr>
        <p:spPr>
          <a:xfrm>
            <a:off x="581192" y="702156"/>
            <a:ext cx="11029616" cy="1013800"/>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pt-BR"/>
              <a:t>STARLINK E COMO AS EMPRESAS E O MERCADO O ENCARAM</a:t>
            </a:r>
            <a:endParaRPr/>
          </a:p>
        </p:txBody>
      </p:sp>
      <p:pic>
        <p:nvPicPr>
          <p:cNvPr descr="Nenhum sinal com preenchimento sólido" id="276" name="Google Shape;276;p25"/>
          <p:cNvPicPr preferRelativeResize="0"/>
          <p:nvPr>
            <p:ph idx="1" type="body"/>
          </p:nvPr>
        </p:nvPicPr>
        <p:blipFill rotWithShape="1">
          <a:blip r:embed="rId4">
            <a:alphaModFix/>
          </a:blip>
          <a:srcRect b="0" l="0" r="0" t="0"/>
          <a:stretch/>
        </p:blipFill>
        <p:spPr>
          <a:xfrm>
            <a:off x="1221070" y="3564224"/>
            <a:ext cx="3086391" cy="3086391"/>
          </a:xfrm>
          <a:prstGeom prst="rect">
            <a:avLst/>
          </a:prstGeom>
          <a:noFill/>
          <a:ln>
            <a:noFill/>
          </a:ln>
        </p:spPr>
      </p:pic>
      <p:pic>
        <p:nvPicPr>
          <p:cNvPr descr="Como (e por que) a SpaceX colonizará Marte – Duna Press Jornal e Magazine" id="277" name="Google Shape;277;p25"/>
          <p:cNvPicPr preferRelativeResize="0"/>
          <p:nvPr/>
        </p:nvPicPr>
        <p:blipFill rotWithShape="1">
          <a:blip r:embed="rId5">
            <a:alphaModFix/>
          </a:blip>
          <a:srcRect b="0" l="16333" r="21000" t="0"/>
          <a:stretch/>
        </p:blipFill>
        <p:spPr>
          <a:xfrm>
            <a:off x="600355" y="1971821"/>
            <a:ext cx="2163911" cy="1732369"/>
          </a:xfrm>
          <a:prstGeom prst="rect">
            <a:avLst/>
          </a:prstGeom>
          <a:noFill/>
          <a:ln>
            <a:noFill/>
          </a:ln>
        </p:spPr>
      </p:pic>
      <p:pic>
        <p:nvPicPr>
          <p:cNvPr descr="Planeta Terra - Toda Matéria" id="278" name="Google Shape;278;p25"/>
          <p:cNvPicPr preferRelativeResize="0"/>
          <p:nvPr/>
        </p:nvPicPr>
        <p:blipFill rotWithShape="1">
          <a:blip r:embed="rId6">
            <a:alphaModFix/>
          </a:blip>
          <a:srcRect b="0" l="0" r="0" t="0"/>
          <a:stretch/>
        </p:blipFill>
        <p:spPr>
          <a:xfrm>
            <a:off x="2764266" y="1971821"/>
            <a:ext cx="1986878" cy="1592403"/>
          </a:xfrm>
          <a:prstGeom prst="ellipse">
            <a:avLst/>
          </a:prstGeom>
          <a:noFill/>
          <a:ln cap="rnd" cmpd="sng" w="63500">
            <a:solidFill>
              <a:srgbClr val="333333"/>
            </a:solidFill>
            <a:prstDash val="solid"/>
            <a:round/>
            <a:headEnd len="sm" w="sm" type="none"/>
            <a:tailEnd len="sm" w="sm" type="none"/>
          </a:ln>
          <a:effectLst>
            <a:outerShdw blurRad="381000" sx="-80000" rotWithShape="0" dir="5400000" dist="292100" sy="-18000">
              <a:srgbClr val="000000">
                <a:alpha val="21960"/>
              </a:srgbClr>
            </a:outerShdw>
          </a:effectLst>
        </p:spPr>
      </p:pic>
      <p:pic>
        <p:nvPicPr>
          <p:cNvPr descr="Fique por dentro da nossa negociação coletiva trabalhador da saúde -  Notícias e Eventos - Sindisaúde" id="279" name="Google Shape;279;p25"/>
          <p:cNvPicPr preferRelativeResize="0"/>
          <p:nvPr/>
        </p:nvPicPr>
        <p:blipFill rotWithShape="1">
          <a:blip r:embed="rId7">
            <a:alphaModFix/>
          </a:blip>
          <a:srcRect b="0" l="0" r="0" t="0"/>
          <a:stretch/>
        </p:blipFill>
        <p:spPr>
          <a:xfrm>
            <a:off x="6957941" y="2576620"/>
            <a:ext cx="2603474" cy="2949749"/>
          </a:xfrm>
          <a:prstGeom prst="rect">
            <a:avLst/>
          </a:prstGeom>
          <a:noFill/>
          <a:ln>
            <a:noFill/>
          </a:ln>
        </p:spPr>
      </p:pic>
      <p:pic>
        <p:nvPicPr>
          <p:cNvPr descr="Interior de SP lidera ranking de desenvolvimento - Época Negócios |  Resultados" id="280" name="Google Shape;280;p25"/>
          <p:cNvPicPr preferRelativeResize="0"/>
          <p:nvPr/>
        </p:nvPicPr>
        <p:blipFill rotWithShape="1">
          <a:blip r:embed="rId8">
            <a:alphaModFix/>
          </a:blip>
          <a:srcRect b="0" l="0" r="0" t="0"/>
          <a:stretch/>
        </p:blipFill>
        <p:spPr>
          <a:xfrm>
            <a:off x="6294340" y="2576620"/>
            <a:ext cx="4384320" cy="3081551"/>
          </a:xfrm>
          <a:prstGeom prst="roundRect">
            <a:avLst>
              <a:gd fmla="val 16667" name="adj"/>
            </a:avLst>
          </a:prstGeom>
          <a:noFill/>
          <a:ln>
            <a:noFill/>
          </a:ln>
          <a:effectLst>
            <a:outerShdw blurRad="76200" rotWithShape="0" algn="tl" dir="7800000" dist="38100">
              <a:srgbClr val="000000">
                <a:alpha val="40000"/>
              </a:srgbClr>
            </a:outerShdw>
          </a:effectLst>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500"/>
                                        <p:tgtEl>
                                          <p:spTgt spid="2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gtEl>
                                        <p:attrNameLst>
                                          <p:attrName>style.visibility</p:attrName>
                                        </p:attrNameLst>
                                      </p:cBhvr>
                                      <p:to>
                                        <p:strVal val="visible"/>
                                      </p:to>
                                    </p:set>
                                    <p:animEffect filter="fade" transition="in">
                                      <p:cBhvr>
                                        <p:cTn dur="500"/>
                                        <p:tgtEl>
                                          <p:spTgt spid="277"/>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500"/>
                                        <p:tgtEl>
                                          <p:spTgt spid="27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500"/>
                                        <p:tgtEl>
                                          <p:spTgt spid="2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500"/>
                                        <p:tgtEl>
                                          <p:spTgt spid="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6"/>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pt-BR"/>
              <a:t>STARLINK E A ÁFRICA DO SUL</a:t>
            </a:r>
            <a:endParaRPr/>
          </a:p>
        </p:txBody>
      </p:sp>
      <p:pic>
        <p:nvPicPr>
          <p:cNvPr descr="Interface gráfica do usuário, Gráfico&#10;&#10;Descrição gerada automaticamente" id="286" name="Google Shape;286;p26"/>
          <p:cNvPicPr preferRelativeResize="0"/>
          <p:nvPr/>
        </p:nvPicPr>
        <p:blipFill rotWithShape="1">
          <a:blip r:embed="rId3">
            <a:alphaModFix/>
          </a:blip>
          <a:srcRect b="0" l="0" r="0" t="0"/>
          <a:stretch/>
        </p:blipFill>
        <p:spPr>
          <a:xfrm>
            <a:off x="581193" y="2081259"/>
            <a:ext cx="11029616" cy="4555516"/>
          </a:xfrm>
          <a:prstGeom prst="rect">
            <a:avLst/>
          </a:prstGeom>
          <a:noFill/>
          <a:ln cap="flat" cmpd="sng" w="25400">
            <a:solidFill>
              <a:srgbClr val="333333"/>
            </a:solidFill>
            <a:prstDash val="solid"/>
            <a:round/>
            <a:headEnd len="sm" w="sm" type="none"/>
            <a:tailEnd len="sm" w="sm" type="none"/>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7"/>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pt-BR"/>
              <a:t>STARLINK E A ÁFRICA DO SUL</a:t>
            </a:r>
            <a:endParaRPr/>
          </a:p>
        </p:txBody>
      </p:sp>
      <p:pic>
        <p:nvPicPr>
          <p:cNvPr descr="Interface gráfica do usuário&#10;&#10;Descrição gerada automaticamente" id="292" name="Google Shape;292;p27"/>
          <p:cNvPicPr preferRelativeResize="0"/>
          <p:nvPr/>
        </p:nvPicPr>
        <p:blipFill rotWithShape="1">
          <a:blip r:embed="rId3">
            <a:alphaModFix/>
          </a:blip>
          <a:srcRect b="0" l="0" r="0" t="0"/>
          <a:stretch/>
        </p:blipFill>
        <p:spPr>
          <a:xfrm>
            <a:off x="581193" y="2250439"/>
            <a:ext cx="11029616" cy="4430579"/>
          </a:xfrm>
          <a:prstGeom prst="rect">
            <a:avLst/>
          </a:prstGeom>
          <a:noFill/>
          <a:ln cap="flat" cmpd="sng" w="25400">
            <a:solidFill>
              <a:srgbClr val="333333"/>
            </a:solidFill>
            <a:prstDash val="solid"/>
            <a:round/>
            <a:headEnd len="sm" w="sm" type="none"/>
            <a:tailEnd len="sm" w="sm" type="none"/>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500"/>
                                        <p:tgtEl>
                                          <p:spTgt spid="29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500"/>
                                        <p:tgtEl>
                                          <p:spTgt spid="2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8"/>
          <p:cNvSpPr txBox="1"/>
          <p:nvPr>
            <p:ph type="title"/>
          </p:nvPr>
        </p:nvSpPr>
        <p:spPr>
          <a:xfrm>
            <a:off x="581193" y="729658"/>
            <a:ext cx="11029616" cy="98833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1"/>
              </a:buClr>
              <a:buSzPts val="2800"/>
              <a:buFont typeface="Gill Sans"/>
              <a:buNone/>
            </a:pPr>
            <a:r>
              <a:rPr lang="pt-BR"/>
              <a:t>STARLINK E A ÁFRICA DO SUL</a:t>
            </a:r>
            <a:endParaRPr/>
          </a:p>
        </p:txBody>
      </p:sp>
      <p:pic>
        <p:nvPicPr>
          <p:cNvPr descr="África – Wikipédia, a enciclopédia livre" id="298" name="Google Shape;298;p28"/>
          <p:cNvPicPr preferRelativeResize="0"/>
          <p:nvPr/>
        </p:nvPicPr>
        <p:blipFill rotWithShape="1">
          <a:blip r:embed="rId3">
            <a:alphaModFix/>
          </a:blip>
          <a:srcRect b="0" l="0" r="0" t="0"/>
          <a:stretch/>
        </p:blipFill>
        <p:spPr>
          <a:xfrm>
            <a:off x="5983421" y="2918512"/>
            <a:ext cx="3724722" cy="3724722"/>
          </a:xfrm>
          <a:prstGeom prst="rect">
            <a:avLst/>
          </a:prstGeom>
          <a:noFill/>
          <a:ln>
            <a:noFill/>
          </a:ln>
        </p:spPr>
      </p:pic>
      <p:pic>
        <p:nvPicPr>
          <p:cNvPr id="299" name="Google Shape;299;p28"/>
          <p:cNvPicPr preferRelativeResize="0"/>
          <p:nvPr/>
        </p:nvPicPr>
        <p:blipFill rotWithShape="1">
          <a:blip r:embed="rId4">
            <a:alphaModFix/>
          </a:blip>
          <a:srcRect b="0" l="0" r="0" t="0"/>
          <a:stretch/>
        </p:blipFill>
        <p:spPr>
          <a:xfrm>
            <a:off x="2448671" y="2170292"/>
            <a:ext cx="3537519" cy="2517416"/>
          </a:xfrm>
          <a:prstGeom prst="ellipse">
            <a:avLst/>
          </a:prstGeom>
          <a:noFill/>
          <a:ln cap="rnd" cmpd="sng" w="63500">
            <a:solidFill>
              <a:srgbClr val="333333"/>
            </a:solidFill>
            <a:prstDash val="solid"/>
            <a:round/>
            <a:headEnd len="sm" w="sm" type="none"/>
            <a:tailEnd len="sm" w="sm" type="none"/>
          </a:ln>
        </p:spPr>
      </p:pic>
      <p:sp>
        <p:nvSpPr>
          <p:cNvPr id="300" name="Google Shape;300;p28"/>
          <p:cNvSpPr/>
          <p:nvPr/>
        </p:nvSpPr>
        <p:spPr>
          <a:xfrm>
            <a:off x="5410064" y="2263457"/>
            <a:ext cx="2370626" cy="1494035"/>
          </a:xfrm>
          <a:prstGeom prst="curvedDownArrow">
            <a:avLst>
              <a:gd fmla="val 21825" name="adj1"/>
              <a:gd fmla="val 52419" name="adj2"/>
              <a:gd fmla="val 28226" name="adj3"/>
            </a:avLst>
          </a:prstGeom>
          <a:solidFill>
            <a:schemeClr val="accent1"/>
          </a:solidFill>
          <a:ln cap="rnd" cmpd="sng" w="22225">
            <a:solidFill>
              <a:srgbClr val="12244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Gill Sans"/>
              <a:ea typeface="Gill Sans"/>
              <a:cs typeface="Gill Sans"/>
              <a:sym typeface="Gill Sans"/>
            </a:endParaRPr>
          </a:p>
        </p:txBody>
      </p:sp>
      <p:pic>
        <p:nvPicPr>
          <p:cNvPr descr="10 tecnologias que vão mudar o mundo até 2030 - Positivo do seu jeito" id="301" name="Google Shape;301;p28"/>
          <p:cNvPicPr preferRelativeResize="0"/>
          <p:nvPr/>
        </p:nvPicPr>
        <p:blipFill rotWithShape="1">
          <a:blip r:embed="rId5">
            <a:alphaModFix/>
          </a:blip>
          <a:srcRect b="0" l="0" r="0" t="0"/>
          <a:stretch/>
        </p:blipFill>
        <p:spPr>
          <a:xfrm>
            <a:off x="892800" y="2160792"/>
            <a:ext cx="5179622" cy="3193399"/>
          </a:xfrm>
          <a:prstGeom prst="ellipse">
            <a:avLst/>
          </a:prstGeom>
          <a:noFill/>
          <a:ln>
            <a:noFill/>
          </a:ln>
        </p:spPr>
      </p:pic>
      <p:pic>
        <p:nvPicPr>
          <p:cNvPr descr="Microsoft OneDrive – Apps no Google Play" id="302" name="Google Shape;302;p28"/>
          <p:cNvPicPr preferRelativeResize="0"/>
          <p:nvPr/>
        </p:nvPicPr>
        <p:blipFill rotWithShape="1">
          <a:blip r:embed="rId6">
            <a:alphaModFix/>
          </a:blip>
          <a:srcRect b="0" l="0" r="0" t="0"/>
          <a:stretch/>
        </p:blipFill>
        <p:spPr>
          <a:xfrm>
            <a:off x="6710152" y="3314119"/>
            <a:ext cx="3287790" cy="3287790"/>
          </a:xfrm>
          <a:prstGeom prst="ellipse">
            <a:avLst/>
          </a:prstGeom>
          <a:noFill/>
          <a:ln>
            <a:noFill/>
          </a:ln>
        </p:spPr>
      </p:pic>
    </p:spTree>
  </p:cSld>
  <p:clrMapOvr>
    <a:masterClrMapping/>
  </p:clrMapOvr>
  <p:transition spd="slow">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7"/>
                                        </p:tgtEl>
                                        <p:attrNameLst>
                                          <p:attrName>style.visibility</p:attrName>
                                        </p:attrNameLst>
                                      </p:cBhvr>
                                      <p:to>
                                        <p:strVal val="visible"/>
                                      </p:to>
                                    </p:set>
                                    <p:animEffect filter="fade" transition="in">
                                      <p:cBhvr>
                                        <p:cTn dur="500"/>
                                        <p:tgtEl>
                                          <p:spTgt spid="2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500"/>
                                        <p:tgtEl>
                                          <p:spTgt spid="299"/>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500"/>
                                        <p:tgtEl>
                                          <p:spTgt spid="30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98"/>
                                        </p:tgtEl>
                                        <p:attrNameLst>
                                          <p:attrName>style.visibility</p:attrName>
                                        </p:attrNameLst>
                                      </p:cBhvr>
                                      <p:to>
                                        <p:strVal val="visible"/>
                                      </p:to>
                                    </p:set>
                                    <p:animEffect filter="fade" transition="in">
                                      <p:cBhvr>
                                        <p:cTn dur="500"/>
                                        <p:tgtEl>
                                          <p:spTgt spid="2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99"/>
                                        </p:tgtEl>
                                      </p:cBhvr>
                                    </p:animEffect>
                                    <p:set>
                                      <p:cBhvr>
                                        <p:cTn dur="1" fill="hold">
                                          <p:stCondLst>
                                            <p:cond delay="500"/>
                                          </p:stCondLst>
                                        </p:cTn>
                                        <p:tgtEl>
                                          <p:spTgt spid="29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300"/>
                                        </p:tgtEl>
                                      </p:cBhvr>
                                    </p:animEffect>
                                    <p:set>
                                      <p:cBhvr>
                                        <p:cTn dur="1" fill="hold">
                                          <p:stCondLst>
                                            <p:cond delay="500"/>
                                          </p:stCondLst>
                                        </p:cTn>
                                        <p:tgtEl>
                                          <p:spTgt spid="30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98"/>
                                        </p:tgtEl>
                                      </p:cBhvr>
                                    </p:animEffect>
                                    <p:set>
                                      <p:cBhvr>
                                        <p:cTn dur="1" fill="hold">
                                          <p:stCondLst>
                                            <p:cond delay="500"/>
                                          </p:stCondLst>
                                        </p:cTn>
                                        <p:tgtEl>
                                          <p:spTgt spid="298"/>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2"/>
                                        </p:tgtEl>
                                        <p:attrNameLst>
                                          <p:attrName>style.visibility</p:attrName>
                                        </p:attrNameLst>
                                      </p:cBhvr>
                                      <p:to>
                                        <p:strVal val="visible"/>
                                      </p:to>
                                    </p:set>
                                    <p:animEffect filter="fade" transition="in">
                                      <p:cBhvr>
                                        <p:cTn dur="500"/>
                                        <p:tgtEl>
                                          <p:spTgt spid="3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7" name="Shape 307"/>
        <p:cNvGrpSpPr/>
        <p:nvPr/>
      </p:nvGrpSpPr>
      <p:grpSpPr>
        <a:xfrm>
          <a:off x="0" y="0"/>
          <a:ext cx="0" cy="0"/>
          <a:chOff x="0" y="0"/>
          <a:chExt cx="0" cy="0"/>
        </a:xfrm>
      </p:grpSpPr>
      <p:sp>
        <p:nvSpPr>
          <p:cNvPr id="308" name="Google Shape;308;p29"/>
          <p:cNvSpPr/>
          <p:nvPr/>
        </p:nvSpPr>
        <p:spPr>
          <a:xfrm>
            <a:off x="0" y="1"/>
            <a:ext cx="12191999"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09" name="Google Shape;309;p29"/>
          <p:cNvSpPr/>
          <p:nvPr/>
        </p:nvSpPr>
        <p:spPr>
          <a:xfrm>
            <a:off x="8042147" y="723899"/>
            <a:ext cx="3703320" cy="566666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0" name="Google Shape;310;p29"/>
          <p:cNvGrpSpPr/>
          <p:nvPr/>
        </p:nvGrpSpPr>
        <p:grpSpPr>
          <a:xfrm>
            <a:off x="446534" y="453643"/>
            <a:ext cx="11298933" cy="98554"/>
            <a:chOff x="446534" y="453643"/>
            <a:chExt cx="11298933" cy="98554"/>
          </a:xfrm>
        </p:grpSpPr>
        <p:sp>
          <p:nvSpPr>
            <p:cNvPr id="311" name="Google Shape;311;p29"/>
            <p:cNvSpPr/>
            <p:nvPr/>
          </p:nvSpPr>
          <p:spPr>
            <a:xfrm>
              <a:off x="446534" y="457200"/>
              <a:ext cx="3703320" cy="94997"/>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9"/>
            <p:cNvSpPr/>
            <p:nvPr/>
          </p:nvSpPr>
          <p:spPr>
            <a:xfrm>
              <a:off x="8042147" y="453643"/>
              <a:ext cx="3703320" cy="98554"/>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9"/>
            <p:cNvSpPr/>
            <p:nvPr/>
          </p:nvSpPr>
          <p:spPr>
            <a:xfrm>
              <a:off x="4241830" y="457200"/>
              <a:ext cx="3703320" cy="9144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4" name="Google Shape;314;p29"/>
          <p:cNvSpPr txBox="1"/>
          <p:nvPr>
            <p:ph type="ctrTitle"/>
          </p:nvPr>
        </p:nvSpPr>
        <p:spPr>
          <a:xfrm>
            <a:off x="8296275" y="1419226"/>
            <a:ext cx="3081576" cy="1746762"/>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FFFFFF"/>
              </a:buClr>
              <a:buSzPts val="3600"/>
              <a:buFont typeface="Gill Sans"/>
              <a:buNone/>
            </a:pPr>
            <a:r>
              <a:rPr lang="pt-BR">
                <a:solidFill>
                  <a:srgbClr val="FFFFFF"/>
                </a:solidFill>
              </a:rPr>
              <a:t>OBRIGADO</a:t>
            </a:r>
            <a:endParaRPr/>
          </a:p>
        </p:txBody>
      </p:sp>
      <p:sp>
        <p:nvSpPr>
          <p:cNvPr id="315" name="Google Shape;315;p29"/>
          <p:cNvSpPr txBox="1"/>
          <p:nvPr>
            <p:ph idx="1" type="subTitle"/>
          </p:nvPr>
        </p:nvSpPr>
        <p:spPr>
          <a:xfrm>
            <a:off x="8296275" y="3505095"/>
            <a:ext cx="3081576" cy="262900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472"/>
              <a:buNone/>
            </a:pPr>
            <a:r>
              <a:rPr lang="pt-BR">
                <a:solidFill>
                  <a:schemeClr val="lt2"/>
                </a:solidFill>
              </a:rPr>
              <a:t>BRYAN</a:t>
            </a:r>
            <a:endParaRPr/>
          </a:p>
          <a:p>
            <a:pPr indent="0" lvl="0" marL="0" rtl="0" algn="l">
              <a:spcBef>
                <a:spcPts val="920"/>
              </a:spcBef>
              <a:spcAft>
                <a:spcPts val="0"/>
              </a:spcAft>
              <a:buSzPts val="1472"/>
              <a:buNone/>
            </a:pPr>
            <a:r>
              <a:rPr lang="pt-BR">
                <a:solidFill>
                  <a:schemeClr val="lt2"/>
                </a:solidFill>
              </a:rPr>
              <a:t>CAROLINE</a:t>
            </a:r>
            <a:endParaRPr/>
          </a:p>
          <a:p>
            <a:pPr indent="0" lvl="0" marL="0" rtl="0" algn="l">
              <a:spcBef>
                <a:spcPts val="920"/>
              </a:spcBef>
              <a:spcAft>
                <a:spcPts val="0"/>
              </a:spcAft>
              <a:buSzPts val="1472"/>
              <a:buNone/>
            </a:pPr>
            <a:r>
              <a:rPr lang="pt-BR">
                <a:solidFill>
                  <a:schemeClr val="lt2"/>
                </a:solidFill>
              </a:rPr>
              <a:t>IAGO</a:t>
            </a:r>
            <a:endParaRPr/>
          </a:p>
          <a:p>
            <a:pPr indent="0" lvl="0" marL="0" rtl="0" algn="l">
              <a:spcBef>
                <a:spcPts val="920"/>
              </a:spcBef>
              <a:spcAft>
                <a:spcPts val="0"/>
              </a:spcAft>
              <a:buSzPts val="1472"/>
              <a:buNone/>
            </a:pPr>
            <a:r>
              <a:rPr lang="pt-BR">
                <a:solidFill>
                  <a:schemeClr val="lt2"/>
                </a:solidFill>
              </a:rPr>
              <a:t>MURILO</a:t>
            </a:r>
            <a:endParaRPr/>
          </a:p>
          <a:p>
            <a:pPr indent="0" lvl="0" marL="0" rtl="0" algn="l">
              <a:spcBef>
                <a:spcPts val="920"/>
              </a:spcBef>
              <a:spcAft>
                <a:spcPts val="0"/>
              </a:spcAft>
              <a:buSzPts val="1472"/>
              <a:buNone/>
            </a:pPr>
            <a:r>
              <a:rPr lang="pt-BR">
                <a:solidFill>
                  <a:schemeClr val="lt2"/>
                </a:solidFill>
              </a:rPr>
              <a:t>NEWTON</a:t>
            </a:r>
            <a:endParaRPr>
              <a:solidFill>
                <a:schemeClr val="lt2"/>
              </a:solidFill>
            </a:endParaRPr>
          </a:p>
          <a:p>
            <a:pPr indent="0" lvl="0" marL="0" rtl="0" algn="l">
              <a:spcBef>
                <a:spcPts val="920"/>
              </a:spcBef>
              <a:spcAft>
                <a:spcPts val="0"/>
              </a:spcAft>
              <a:buSzPts val="1472"/>
              <a:buNone/>
            </a:pPr>
            <a:r>
              <a:t/>
            </a:r>
            <a:endParaRPr>
              <a:solidFill>
                <a:schemeClr val="lt2"/>
              </a:solidFill>
            </a:endParaRPr>
          </a:p>
          <a:p>
            <a:pPr indent="0" lvl="0" marL="0" rtl="0" algn="l">
              <a:spcBef>
                <a:spcPts val="920"/>
              </a:spcBef>
              <a:spcAft>
                <a:spcPts val="0"/>
              </a:spcAft>
              <a:buSzPts val="1472"/>
              <a:buNone/>
            </a:pPr>
            <a:r>
              <a:t/>
            </a:r>
            <a:endParaRPr>
              <a:solidFill>
                <a:schemeClr val="lt2"/>
              </a:solidFill>
            </a:endParaRPr>
          </a:p>
        </p:txBody>
      </p:sp>
      <p:pic>
        <p:nvPicPr>
          <p:cNvPr descr="Números Digitais" id="316" name="Google Shape;316;p29"/>
          <p:cNvPicPr preferRelativeResize="0"/>
          <p:nvPr/>
        </p:nvPicPr>
        <p:blipFill rotWithShape="1">
          <a:blip r:embed="rId3">
            <a:alphaModFix/>
          </a:blip>
          <a:srcRect b="1" l="2189" r="9641" t="0"/>
          <a:stretch/>
        </p:blipFill>
        <p:spPr>
          <a:xfrm>
            <a:off x="446534" y="723899"/>
            <a:ext cx="7498616" cy="5676901"/>
          </a:xfrm>
          <a:prstGeom prst="rect">
            <a:avLst/>
          </a:prstGeom>
          <a:noFill/>
          <a:ln>
            <a:noFill/>
          </a:ln>
        </p:spPr>
      </p:pic>
    </p:spTree>
  </p:cSld>
  <p:clrMapOvr>
    <a:masterClrMapping/>
  </p:clrMapOvr>
  <p:transition spd="slow">
    <p:push/>
  </p:transition>
</p:sld>
</file>

<file path=ppt/theme/theme1.xml><?xml version="1.0" encoding="utf-8"?>
<a:theme xmlns:a="http://schemas.openxmlformats.org/drawingml/2006/main" xmlns:r="http://schemas.openxmlformats.org/officeDocument/2006/relationships"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